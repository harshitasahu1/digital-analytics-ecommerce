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4.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5.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6.xml" ContentType="application/vnd.openxmlformats-officedocument.presentationml.notesSlide+xml"/>
  <Override PartName="/ppt/theme/themeOverride2.xml" ContentType="application/vnd.openxmlformats-officedocument.themeOverr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Ex1.xml" ContentType="application/vnd.ms-office.chartex+xml"/>
  <Override PartName="/ppt/charts/style11.xml" ContentType="application/vnd.ms-office.chartstyle+xml"/>
  <Override PartName="/ppt/charts/colors11.xml" ContentType="application/vnd.ms-office.chartcolorstyle+xml"/>
  <Override PartName="/ppt/charts/chart11.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2.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3.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4.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5.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6.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7.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8.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19.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Ex2.xml" ContentType="application/vnd.ms-office.chartex+xml"/>
  <Override PartName="/ppt/charts/style21.xml" ContentType="application/vnd.ms-office.chartstyle+xml"/>
  <Override PartName="/ppt/charts/colors21.xml" ContentType="application/vnd.ms-office.chartcolorstyle+xml"/>
  <Override PartName="/ppt/charts/chart20.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1.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Ex3.xml" ContentType="application/vnd.ms-office.chartex+xml"/>
  <Override PartName="/ppt/charts/style24.xml" ContentType="application/vnd.ms-office.chartstyle+xml"/>
  <Override PartName="/ppt/charts/colors24.xml" ContentType="application/vnd.ms-office.chartcolorstyle+xml"/>
  <Override PartName="/ppt/charts/chart22.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23.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24.xml" ContentType="application/vnd.openxmlformats-officedocument.drawingml.chart+xml"/>
  <Override PartName="/ppt/charts/style27.xml" ContentType="application/vnd.ms-office.chartstyle+xml"/>
  <Override PartName="/ppt/charts/colors27.xml" ContentType="application/vnd.ms-office.chartcolorstyle+xml"/>
  <Override PartName="/ppt/notesSlides/notesSlide7.xml" ContentType="application/vnd.openxmlformats-officedocument.presentationml.notesSlide+xml"/>
  <Override PartName="/ppt/charts/chartEx4.xml" ContentType="application/vnd.ms-office.chartex+xml"/>
  <Override PartName="/ppt/charts/style28.xml" ContentType="application/vnd.ms-office.chartstyle+xml"/>
  <Override PartName="/ppt/charts/colors28.xml" ContentType="application/vnd.ms-office.chartcolorstyle+xml"/>
  <Override PartName="/ppt/charts/chart25.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26.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27.xml" ContentType="application/vnd.openxmlformats-officedocument.drawingml.chart+xml"/>
  <Override PartName="/ppt/charts/style31.xml" ContentType="application/vnd.ms-office.chartstyle+xml"/>
  <Override PartName="/ppt/charts/colors31.xml" ContentType="application/vnd.ms-office.chartcolorstyle+xml"/>
  <Override PartName="/ppt/charts/chartEx5.xml" ContentType="application/vnd.ms-office.chartex+xml"/>
  <Override PartName="/ppt/charts/style32.xml" ContentType="application/vnd.ms-office.chartstyle+xml"/>
  <Override PartName="/ppt/charts/colors32.xml" ContentType="application/vnd.ms-office.chartcolorstyle+xml"/>
  <Override PartName="/ppt/charts/chart28.xml" ContentType="application/vnd.openxmlformats-officedocument.drawingml.chart+xml"/>
  <Override PartName="/ppt/charts/style33.xml" ContentType="application/vnd.ms-office.chartstyle+xml"/>
  <Override PartName="/ppt/charts/colors33.xml" ContentType="application/vnd.ms-office.chartcolorstyle+xml"/>
  <Override PartName="/ppt/charts/chartEx6.xml" ContentType="application/vnd.ms-office.chartex+xml"/>
  <Override PartName="/ppt/charts/style34.xml" ContentType="application/vnd.ms-office.chartstyle+xml"/>
  <Override PartName="/ppt/charts/colors34.xml" ContentType="application/vnd.ms-office.chartcolorstyle+xml"/>
  <Override PartName="/ppt/notesSlides/notesSlide8.xml" ContentType="application/vnd.openxmlformats-officedocument.presentationml.notesSlide+xml"/>
  <Override PartName="/ppt/charts/chart29.xml" ContentType="application/vnd.openxmlformats-officedocument.drawingml.chart+xml"/>
  <Override PartName="/ppt/charts/style35.xml" ContentType="application/vnd.ms-office.chartstyle+xml"/>
  <Override PartName="/ppt/charts/colors35.xml" ContentType="application/vnd.ms-office.chartcolorstyle+xml"/>
  <Override PartName="/ppt/charts/chart30.xml" ContentType="application/vnd.openxmlformats-officedocument.drawingml.chart+xml"/>
  <Override PartName="/ppt/charts/style36.xml" ContentType="application/vnd.ms-office.chartstyle+xml"/>
  <Override PartName="/ppt/charts/colors36.xml" ContentType="application/vnd.ms-office.chartcolorstyle+xml"/>
  <Override PartName="/ppt/charts/chart31.xml" ContentType="application/vnd.openxmlformats-officedocument.drawingml.chart+xml"/>
  <Override PartName="/ppt/charts/style37.xml" ContentType="application/vnd.ms-office.chartstyle+xml"/>
  <Override PartName="/ppt/charts/colors37.xml" ContentType="application/vnd.ms-office.chartcolorstyle+xml"/>
  <Override PartName="/ppt/charts/chart32.xml" ContentType="application/vnd.openxmlformats-officedocument.drawingml.chart+xml"/>
  <Override PartName="/ppt/charts/style38.xml" ContentType="application/vnd.ms-office.chartstyle+xml"/>
  <Override PartName="/ppt/charts/colors38.xml" ContentType="application/vnd.ms-office.chartcolorstyle+xml"/>
  <Override PartName="/ppt/notesSlides/notesSlide9.xml" ContentType="application/vnd.openxmlformats-officedocument.presentationml.notesSlide+xml"/>
  <Override PartName="/ppt/charts/chart33.xml" ContentType="application/vnd.openxmlformats-officedocument.drawingml.chart+xml"/>
  <Override PartName="/ppt/charts/style39.xml" ContentType="application/vnd.ms-office.chartstyle+xml"/>
  <Override PartName="/ppt/charts/colors39.xml" ContentType="application/vnd.ms-office.chartcolorstyle+xml"/>
  <Override PartName="/ppt/charts/chart34.xml" ContentType="application/vnd.openxmlformats-officedocument.drawingml.chart+xml"/>
  <Override PartName="/ppt/charts/style40.xml" ContentType="application/vnd.ms-office.chartstyle+xml"/>
  <Override PartName="/ppt/charts/colors40.xml" ContentType="application/vnd.ms-office.chartcolorstyle+xml"/>
  <Override PartName="/ppt/charts/chart35.xml" ContentType="application/vnd.openxmlformats-officedocument.drawingml.chart+xml"/>
  <Override PartName="/ppt/charts/style41.xml" ContentType="application/vnd.ms-office.chartstyle+xml"/>
  <Override PartName="/ppt/charts/colors41.xml" ContentType="application/vnd.ms-office.chartcolorstyle+xml"/>
  <Override PartName="/ppt/charts/chart36.xml" ContentType="application/vnd.openxmlformats-officedocument.drawingml.chart+xml"/>
  <Override PartName="/ppt/charts/style42.xml" ContentType="application/vnd.ms-office.chartstyle+xml"/>
  <Override PartName="/ppt/charts/colors42.xml" ContentType="application/vnd.ms-office.chartcolorstyle+xml"/>
  <Override PartName="/ppt/charts/chart37.xml" ContentType="application/vnd.openxmlformats-officedocument.drawingml.chart+xml"/>
  <Override PartName="/ppt/charts/style43.xml" ContentType="application/vnd.ms-office.chartstyle+xml"/>
  <Override PartName="/ppt/charts/colors43.xml" ContentType="application/vnd.ms-office.chartcolorstyle+xml"/>
  <Override PartName="/ppt/charts/chart38.xml" ContentType="application/vnd.openxmlformats-officedocument.drawingml.chart+xml"/>
  <Override PartName="/ppt/charts/style44.xml" ContentType="application/vnd.ms-office.chartstyle+xml"/>
  <Override PartName="/ppt/charts/colors44.xml" ContentType="application/vnd.ms-office.chartcolorstyle+xml"/>
  <Override PartName="/ppt/notesSlides/notesSlide10.xml" ContentType="application/vnd.openxmlformats-officedocument.presentationml.notesSlide+xml"/>
  <Override PartName="/ppt/charts/chart39.xml" ContentType="application/vnd.openxmlformats-officedocument.drawingml.chart+xml"/>
  <Override PartName="/ppt/charts/style45.xml" ContentType="application/vnd.ms-office.chartstyle+xml"/>
  <Override PartName="/ppt/charts/colors45.xml" ContentType="application/vnd.ms-office.chartcolorstyle+xml"/>
  <Override PartName="/ppt/charts/chart40.xml" ContentType="application/vnd.openxmlformats-officedocument.drawingml.chart+xml"/>
  <Override PartName="/ppt/charts/style46.xml" ContentType="application/vnd.ms-office.chartstyle+xml"/>
  <Override PartName="/ppt/charts/colors46.xml" ContentType="application/vnd.ms-office.chartcolorstyle+xml"/>
  <Override PartName="/ppt/charts/chart41.xml" ContentType="application/vnd.openxmlformats-officedocument.drawingml.chart+xml"/>
  <Override PartName="/ppt/charts/style47.xml" ContentType="application/vnd.ms-office.chartstyle+xml"/>
  <Override PartName="/ppt/charts/colors47.xml" ContentType="application/vnd.ms-office.chartcolorstyle+xml"/>
  <Override PartName="/ppt/charts/chart42.xml" ContentType="application/vnd.openxmlformats-officedocument.drawingml.chart+xml"/>
  <Override PartName="/ppt/charts/style48.xml" ContentType="application/vnd.ms-office.chartstyle+xml"/>
  <Override PartName="/ppt/charts/colors48.xml" ContentType="application/vnd.ms-office.chartcolorstyle+xml"/>
  <Override PartName="/ppt/charts/chart43.xml" ContentType="application/vnd.openxmlformats-officedocument.drawingml.chart+xml"/>
  <Override PartName="/ppt/charts/style49.xml" ContentType="application/vnd.ms-office.chartstyle+xml"/>
  <Override PartName="/ppt/charts/colors49.xml" ContentType="application/vnd.ms-office.chartcolorstyle+xml"/>
  <Override PartName="/ppt/charts/chart44.xml" ContentType="application/vnd.openxmlformats-officedocument.drawingml.chart+xml"/>
  <Override PartName="/ppt/charts/style50.xml" ContentType="application/vnd.ms-office.chartstyle+xml"/>
  <Override PartName="/ppt/charts/colors50.xml" ContentType="application/vnd.ms-office.chartcolorstyle+xml"/>
  <Override PartName="/ppt/charts/chart45.xml" ContentType="application/vnd.openxmlformats-officedocument.drawingml.chart+xml"/>
  <Override PartName="/ppt/charts/style51.xml" ContentType="application/vnd.ms-office.chartstyle+xml"/>
  <Override PartName="/ppt/charts/colors51.xml" ContentType="application/vnd.ms-office.chartcolorstyle+xml"/>
  <Override PartName="/ppt/charts/chart46.xml" ContentType="application/vnd.openxmlformats-officedocument.drawingml.chart+xml"/>
  <Override PartName="/ppt/charts/style52.xml" ContentType="application/vnd.ms-office.chartstyle+xml"/>
  <Override PartName="/ppt/charts/colors52.xml" ContentType="application/vnd.ms-office.chartcolorstyle+xml"/>
  <Override PartName="/ppt/charts/chart47.xml" ContentType="application/vnd.openxmlformats-officedocument.drawingml.chart+xml"/>
  <Override PartName="/ppt/charts/style53.xml" ContentType="application/vnd.ms-office.chartstyle+xml"/>
  <Override PartName="/ppt/charts/colors53.xml" ContentType="application/vnd.ms-office.chartcolorstyle+xml"/>
  <Override PartName="/ppt/charts/chart48.xml" ContentType="application/vnd.openxmlformats-officedocument.drawingml.chart+xml"/>
  <Override PartName="/ppt/charts/style54.xml" ContentType="application/vnd.ms-office.chartstyle+xml"/>
  <Override PartName="/ppt/charts/colors54.xml" ContentType="application/vnd.ms-office.chartcolorstyle+xml"/>
  <Override PartName="/ppt/charts/chart49.xml" ContentType="application/vnd.openxmlformats-officedocument.drawingml.chart+xml"/>
  <Override PartName="/ppt/charts/style55.xml" ContentType="application/vnd.ms-office.chartstyle+xml"/>
  <Override PartName="/ppt/charts/colors55.xml" ContentType="application/vnd.ms-office.chartcolorstyl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6"/>
  </p:notesMasterIdLst>
  <p:sldIdLst>
    <p:sldId id="1119" r:id="rId2"/>
    <p:sldId id="1124" r:id="rId3"/>
    <p:sldId id="1152" r:id="rId4"/>
    <p:sldId id="1153" r:id="rId5"/>
    <p:sldId id="1126" r:id="rId6"/>
    <p:sldId id="1125" r:id="rId7"/>
    <p:sldId id="1611" r:id="rId8"/>
    <p:sldId id="1127" r:id="rId9"/>
    <p:sldId id="1128" r:id="rId10"/>
    <p:sldId id="1129" r:id="rId11"/>
    <p:sldId id="1130" r:id="rId12"/>
    <p:sldId id="1131" r:id="rId13"/>
    <p:sldId id="1132" r:id="rId14"/>
    <p:sldId id="1133" r:id="rId15"/>
    <p:sldId id="1135" r:id="rId16"/>
    <p:sldId id="1136" r:id="rId17"/>
    <p:sldId id="1138" r:id="rId18"/>
    <p:sldId id="1139" r:id="rId19"/>
    <p:sldId id="1140" r:id="rId20"/>
    <p:sldId id="1141" r:id="rId21"/>
    <p:sldId id="1142" r:id="rId22"/>
    <p:sldId id="1496" r:id="rId23"/>
    <p:sldId id="1512" r:id="rId24"/>
    <p:sldId id="1513" r:id="rId25"/>
    <p:sldId id="1514" r:id="rId26"/>
    <p:sldId id="1515" r:id="rId27"/>
    <p:sldId id="1516" r:id="rId28"/>
    <p:sldId id="1517" r:id="rId29"/>
    <p:sldId id="1518" r:id="rId30"/>
    <p:sldId id="1519" r:id="rId31"/>
    <p:sldId id="1143" r:id="rId32"/>
    <p:sldId id="1144" r:id="rId33"/>
    <p:sldId id="1145" r:id="rId34"/>
    <p:sldId id="1146" r:id="rId35"/>
    <p:sldId id="1147" r:id="rId36"/>
    <p:sldId id="1607" r:id="rId37"/>
    <p:sldId id="1608" r:id="rId38"/>
    <p:sldId id="1523" r:id="rId39"/>
    <p:sldId id="1524" r:id="rId40"/>
    <p:sldId id="1609" r:id="rId41"/>
    <p:sldId id="1610" r:id="rId42"/>
    <p:sldId id="1520" r:id="rId43"/>
    <p:sldId id="1521" r:id="rId44"/>
    <p:sldId id="1522" r:id="rId45"/>
    <p:sldId id="1525" r:id="rId46"/>
    <p:sldId id="1548" r:id="rId47"/>
    <p:sldId id="1550" r:id="rId48"/>
    <p:sldId id="1527" r:id="rId49"/>
    <p:sldId id="1584" r:id="rId50"/>
    <p:sldId id="1554" r:id="rId51"/>
    <p:sldId id="1552" r:id="rId52"/>
    <p:sldId id="1558" r:id="rId53"/>
    <p:sldId id="1553" r:id="rId54"/>
    <p:sldId id="1559" r:id="rId55"/>
    <p:sldId id="1560" r:id="rId56"/>
    <p:sldId id="1529" r:id="rId57"/>
    <p:sldId id="1556" r:id="rId58"/>
    <p:sldId id="1530" r:id="rId59"/>
    <p:sldId id="1531" r:id="rId60"/>
    <p:sldId id="1561" r:id="rId61"/>
    <p:sldId id="1562" r:id="rId62"/>
    <p:sldId id="1532" r:id="rId63"/>
    <p:sldId id="1563" r:id="rId64"/>
    <p:sldId id="1564" r:id="rId65"/>
    <p:sldId id="1533" r:id="rId66"/>
    <p:sldId id="1565" r:id="rId67"/>
    <p:sldId id="1534" r:id="rId68"/>
    <p:sldId id="1566" r:id="rId69"/>
    <p:sldId id="1535" r:id="rId70"/>
    <p:sldId id="1567" r:id="rId71"/>
    <p:sldId id="1536" r:id="rId72"/>
    <p:sldId id="1569" r:id="rId73"/>
    <p:sldId id="1570" r:id="rId74"/>
    <p:sldId id="1538" r:id="rId75"/>
    <p:sldId id="1571" r:id="rId76"/>
    <p:sldId id="1539" r:id="rId77"/>
    <p:sldId id="1572" r:id="rId78"/>
    <p:sldId id="1540" r:id="rId79"/>
    <p:sldId id="1573" r:id="rId80"/>
    <p:sldId id="1574" r:id="rId81"/>
    <p:sldId id="1631" r:id="rId82"/>
    <p:sldId id="1575" r:id="rId83"/>
    <p:sldId id="1576" r:id="rId84"/>
    <p:sldId id="1577" r:id="rId85"/>
    <p:sldId id="1579" r:id="rId86"/>
    <p:sldId id="1542" r:id="rId87"/>
    <p:sldId id="1580" r:id="rId88"/>
    <p:sldId id="1581" r:id="rId89"/>
    <p:sldId id="1543" r:id="rId90"/>
    <p:sldId id="1582" r:id="rId91"/>
    <p:sldId id="1546" r:id="rId92"/>
    <p:sldId id="1585" r:id="rId93"/>
    <p:sldId id="1586" r:id="rId94"/>
    <p:sldId id="1545" r:id="rId95"/>
    <p:sldId id="1583" r:id="rId96"/>
    <p:sldId id="1544" r:id="rId97"/>
    <p:sldId id="1589" r:id="rId98"/>
    <p:sldId id="1590" r:id="rId99"/>
    <p:sldId id="1587" r:id="rId100"/>
    <p:sldId id="1588" r:id="rId101"/>
    <p:sldId id="1629" r:id="rId102"/>
    <p:sldId id="1630" r:id="rId103"/>
    <p:sldId id="1593" r:id="rId104"/>
    <p:sldId id="1594" r:id="rId105"/>
    <p:sldId id="1591" r:id="rId106"/>
    <p:sldId id="1592" r:id="rId107"/>
    <p:sldId id="1595" r:id="rId108"/>
    <p:sldId id="1596" r:id="rId109"/>
    <p:sldId id="1597" r:id="rId110"/>
    <p:sldId id="1598" r:id="rId111"/>
    <p:sldId id="1599" r:id="rId112"/>
    <p:sldId id="1600" r:id="rId113"/>
    <p:sldId id="1601" r:id="rId114"/>
    <p:sldId id="1602" r:id="rId115"/>
    <p:sldId id="1603" r:id="rId116"/>
    <p:sldId id="1604" r:id="rId117"/>
    <p:sldId id="1605" r:id="rId118"/>
    <p:sldId id="1606" r:id="rId119"/>
    <p:sldId id="1613" r:id="rId120"/>
    <p:sldId id="1614" r:id="rId121"/>
    <p:sldId id="1615" r:id="rId122"/>
    <p:sldId id="1616" r:id="rId123"/>
    <p:sldId id="1617" r:id="rId124"/>
    <p:sldId id="1618" r:id="rId125"/>
    <p:sldId id="1619" r:id="rId126"/>
    <p:sldId id="1620" r:id="rId127"/>
    <p:sldId id="1621" r:id="rId128"/>
    <p:sldId id="1622" r:id="rId129"/>
    <p:sldId id="1623" r:id="rId130"/>
    <p:sldId id="1624" r:id="rId131"/>
    <p:sldId id="1625" r:id="rId132"/>
    <p:sldId id="1626" r:id="rId133"/>
    <p:sldId id="1627" r:id="rId134"/>
    <p:sldId id="301" r:id="rId1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89A"/>
    <a:srgbClr val="009999"/>
    <a:srgbClr val="006666"/>
    <a:srgbClr val="0066FF"/>
    <a:srgbClr val="FFCC66"/>
    <a:srgbClr val="33CCCC"/>
    <a:srgbClr val="0000FF"/>
    <a:srgbClr val="FFCCCC"/>
    <a:srgbClr val="FFCC99"/>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E4FA77-8B4F-43C7-8375-F7B8093642A2}" v="160" dt="2026-04-23T10:34:00.7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5226" autoAdjust="0"/>
  </p:normalViewPr>
  <p:slideViewPr>
    <p:cSldViewPr snapToGrid="0">
      <p:cViewPr varScale="1">
        <p:scale>
          <a:sx n="78" d="100"/>
          <a:sy n="78" d="100"/>
        </p:scale>
        <p:origin x="87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viewProps" Target="view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microsoft.com/office/2015/10/relationships/revisionInfo" Target="revisionInfo.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ita Sahu" userId="c3bcdbd82bb9af11" providerId="LiveId" clId="{7193A4A2-5A1A-43A9-AEF5-7EE65CA6236A}"/>
    <pc:docChg chg="undo custSel addSld delSld modSld sldOrd">
      <pc:chgData name="Harshita Sahu" userId="c3bcdbd82bb9af11" providerId="LiveId" clId="{7193A4A2-5A1A-43A9-AEF5-7EE65CA6236A}" dt="2026-04-23T10:35:19.233" v="437" actId="2696"/>
      <pc:docMkLst>
        <pc:docMk/>
      </pc:docMkLst>
      <pc:sldChg chg="ord">
        <pc:chgData name="Harshita Sahu" userId="c3bcdbd82bb9af11" providerId="LiveId" clId="{7193A4A2-5A1A-43A9-AEF5-7EE65CA6236A}" dt="2026-04-23T10:32:34.350" v="428"/>
        <pc:sldMkLst>
          <pc:docMk/>
          <pc:sldMk cId="3656772840" sldId="301"/>
        </pc:sldMkLst>
      </pc:sldChg>
      <pc:sldChg chg="addSp delSp modSp mod">
        <pc:chgData name="Harshita Sahu" userId="c3bcdbd82bb9af11" providerId="LiveId" clId="{7193A4A2-5A1A-43A9-AEF5-7EE65CA6236A}" dt="2026-04-17T01:55:30.134" v="335" actId="1076"/>
        <pc:sldMkLst>
          <pc:docMk/>
          <pc:sldMk cId="1898821594" sldId="1530"/>
        </pc:sldMkLst>
        <pc:spChg chg="add mod">
          <ac:chgData name="Harshita Sahu" userId="c3bcdbd82bb9af11" providerId="LiveId" clId="{7193A4A2-5A1A-43A9-AEF5-7EE65CA6236A}" dt="2026-04-17T01:55:27.398" v="334" actId="1076"/>
          <ac:spMkLst>
            <pc:docMk/>
            <pc:sldMk cId="1898821594" sldId="1530"/>
            <ac:spMk id="6" creationId="{73C5E35F-F0F7-7EB0-A9D5-E000F375BA1A}"/>
          </ac:spMkLst>
        </pc:spChg>
        <pc:picChg chg="add mod">
          <ac:chgData name="Harshita Sahu" userId="c3bcdbd82bb9af11" providerId="LiveId" clId="{7193A4A2-5A1A-43A9-AEF5-7EE65CA6236A}" dt="2026-04-17T01:55:30.134" v="335" actId="1076"/>
          <ac:picMkLst>
            <pc:docMk/>
            <pc:sldMk cId="1898821594" sldId="1530"/>
            <ac:picMk id="5" creationId="{3FA9D665-20E2-6F62-AF5F-2A36F8247024}"/>
          </ac:picMkLst>
        </pc:picChg>
      </pc:sldChg>
      <pc:sldChg chg="modSp mod">
        <pc:chgData name="Harshita Sahu" userId="c3bcdbd82bb9af11" providerId="LiveId" clId="{7193A4A2-5A1A-43A9-AEF5-7EE65CA6236A}" dt="2026-04-15T10:21:31.703" v="51" actId="1076"/>
        <pc:sldMkLst>
          <pc:docMk/>
          <pc:sldMk cId="657813092" sldId="1532"/>
        </pc:sldMkLst>
        <pc:spChg chg="mod">
          <ac:chgData name="Harshita Sahu" userId="c3bcdbd82bb9af11" providerId="LiveId" clId="{7193A4A2-5A1A-43A9-AEF5-7EE65CA6236A}" dt="2026-04-15T10:21:31.703" v="51" actId="1076"/>
          <ac:spMkLst>
            <pc:docMk/>
            <pc:sldMk cId="657813092" sldId="1532"/>
            <ac:spMk id="6" creationId="{A8537D4C-DFFA-A9DE-CD3C-A527A03BB409}"/>
          </ac:spMkLst>
        </pc:spChg>
      </pc:sldChg>
      <pc:sldChg chg="mod">
        <pc:chgData name="Harshita Sahu" userId="c3bcdbd82bb9af11" providerId="LiveId" clId="{7193A4A2-5A1A-43A9-AEF5-7EE65CA6236A}" dt="2026-04-15T11:18:25.465" v="55" actId="27918"/>
        <pc:sldMkLst>
          <pc:docMk/>
          <pc:sldMk cId="2903197619" sldId="1535"/>
        </pc:sldMkLst>
      </pc:sldChg>
      <pc:sldChg chg="modSp mod">
        <pc:chgData name="Harshita Sahu" userId="c3bcdbd82bb9af11" providerId="LiveId" clId="{7193A4A2-5A1A-43A9-AEF5-7EE65CA6236A}" dt="2026-04-17T05:26:44.500" v="426" actId="27918"/>
        <pc:sldMkLst>
          <pc:docMk/>
          <pc:sldMk cId="2298206803" sldId="1536"/>
        </pc:sldMkLst>
        <pc:graphicFrameChg chg="mod">
          <ac:chgData name="Harshita Sahu" userId="c3bcdbd82bb9af11" providerId="LiveId" clId="{7193A4A2-5A1A-43A9-AEF5-7EE65CA6236A}" dt="2026-04-17T03:04:49.449" v="390" actId="20577"/>
          <ac:graphicFrameMkLst>
            <pc:docMk/>
            <pc:sldMk cId="2298206803" sldId="1536"/>
            <ac:graphicFrameMk id="7" creationId="{2534A11C-E56B-0BB2-14EF-1FB5808D7469}"/>
          </ac:graphicFrameMkLst>
        </pc:graphicFrameChg>
      </pc:sldChg>
      <pc:sldChg chg="del">
        <pc:chgData name="Harshita Sahu" userId="c3bcdbd82bb9af11" providerId="LiveId" clId="{7193A4A2-5A1A-43A9-AEF5-7EE65CA6236A}" dt="2026-04-23T10:35:19.233" v="437" actId="2696"/>
        <pc:sldMkLst>
          <pc:docMk/>
          <pc:sldMk cId="1808595078" sldId="1537"/>
        </pc:sldMkLst>
      </pc:sldChg>
      <pc:sldChg chg="modSp">
        <pc:chgData name="Harshita Sahu" userId="c3bcdbd82bb9af11" providerId="LiveId" clId="{7193A4A2-5A1A-43A9-AEF5-7EE65CA6236A}" dt="2026-04-17T02:42:03.666" v="349"/>
        <pc:sldMkLst>
          <pc:docMk/>
          <pc:sldMk cId="3642065482" sldId="1539"/>
        </pc:sldMkLst>
        <pc:graphicFrameChg chg="mod">
          <ac:chgData name="Harshita Sahu" userId="c3bcdbd82bb9af11" providerId="LiveId" clId="{7193A4A2-5A1A-43A9-AEF5-7EE65CA6236A}" dt="2026-04-17T02:42:03.666" v="349"/>
          <ac:graphicFrameMkLst>
            <pc:docMk/>
            <pc:sldMk cId="3642065482" sldId="1539"/>
            <ac:graphicFrameMk id="5" creationId="{68A0BBEE-3391-50BC-3437-6E1449D1ADA8}"/>
          </ac:graphicFrameMkLst>
        </pc:graphicFrameChg>
      </pc:sldChg>
      <pc:sldChg chg="mod">
        <pc:chgData name="Harshita Sahu" userId="c3bcdbd82bb9af11" providerId="LiveId" clId="{7193A4A2-5A1A-43A9-AEF5-7EE65CA6236A}" dt="2026-04-16T15:49:30.953" v="217" actId="27918"/>
        <pc:sldMkLst>
          <pc:docMk/>
          <pc:sldMk cId="2434845576" sldId="1544"/>
        </pc:sldMkLst>
      </pc:sldChg>
      <pc:sldChg chg="modSp mod">
        <pc:chgData name="Harshita Sahu" userId="c3bcdbd82bb9af11" providerId="LiveId" clId="{7193A4A2-5A1A-43A9-AEF5-7EE65CA6236A}" dt="2026-04-17T04:19:46.814" v="424" actId="14100"/>
        <pc:sldMkLst>
          <pc:docMk/>
          <pc:sldMk cId="755277513" sldId="1546"/>
        </pc:sldMkLst>
        <pc:graphicFrameChg chg="mod">
          <ac:chgData name="Harshita Sahu" userId="c3bcdbd82bb9af11" providerId="LiveId" clId="{7193A4A2-5A1A-43A9-AEF5-7EE65CA6236A}" dt="2026-04-17T04:19:46.814" v="424" actId="14100"/>
          <ac:graphicFrameMkLst>
            <pc:docMk/>
            <pc:sldMk cId="755277513" sldId="1546"/>
            <ac:graphicFrameMk id="4" creationId="{610FAE7A-BB5F-DDAF-3AB7-FF2C6D0D2458}"/>
          </ac:graphicFrameMkLst>
        </pc:graphicFrameChg>
      </pc:sldChg>
      <pc:sldChg chg="mod">
        <pc:chgData name="Harshita Sahu" userId="c3bcdbd82bb9af11" providerId="LiveId" clId="{7193A4A2-5A1A-43A9-AEF5-7EE65CA6236A}" dt="2026-04-15T06:30:06.695" v="39" actId="27918"/>
        <pc:sldMkLst>
          <pc:docMk/>
          <pc:sldMk cId="1990815516" sldId="1554"/>
        </pc:sldMkLst>
      </pc:sldChg>
      <pc:sldChg chg="modSp del mod modShow">
        <pc:chgData name="Harshita Sahu" userId="c3bcdbd82bb9af11" providerId="LiveId" clId="{7193A4A2-5A1A-43A9-AEF5-7EE65CA6236A}" dt="2026-04-23T10:35:02.289" v="434" actId="2696"/>
        <pc:sldMkLst>
          <pc:docMk/>
          <pc:sldMk cId="3816296794" sldId="1555"/>
        </pc:sldMkLst>
        <pc:spChg chg="mod">
          <ac:chgData name="Harshita Sahu" userId="c3bcdbd82bb9af11" providerId="LiveId" clId="{7193A4A2-5A1A-43A9-AEF5-7EE65CA6236A}" dt="2026-04-15T09:37:20.102" v="50" actId="108"/>
          <ac:spMkLst>
            <pc:docMk/>
            <pc:sldMk cId="3816296794" sldId="1555"/>
            <ac:spMk id="2" creationId="{B649F10A-7E42-A724-A294-2643FB3B9B97}"/>
          </ac:spMkLst>
        </pc:spChg>
        <pc:graphicFrameChg chg="mod">
          <ac:chgData name="Harshita Sahu" userId="c3bcdbd82bb9af11" providerId="LiveId" clId="{7193A4A2-5A1A-43A9-AEF5-7EE65CA6236A}" dt="2026-04-15T09:37:01.162" v="47"/>
          <ac:graphicFrameMkLst>
            <pc:docMk/>
            <pc:sldMk cId="3816296794" sldId="1555"/>
            <ac:graphicFrameMk id="10" creationId="{8FD84EB2-8476-CACA-9153-CD5DF6A55AD6}"/>
          </ac:graphicFrameMkLst>
        </pc:graphicFrameChg>
      </pc:sldChg>
      <pc:sldChg chg="modSp mod">
        <pc:chgData name="Harshita Sahu" userId="c3bcdbd82bb9af11" providerId="LiveId" clId="{7193A4A2-5A1A-43A9-AEF5-7EE65CA6236A}" dt="2026-04-16T09:08:27.007" v="142" actId="5793"/>
        <pc:sldMkLst>
          <pc:docMk/>
          <pc:sldMk cId="4031996059" sldId="1562"/>
        </pc:sldMkLst>
        <pc:spChg chg="mod">
          <ac:chgData name="Harshita Sahu" userId="c3bcdbd82bb9af11" providerId="LiveId" clId="{7193A4A2-5A1A-43A9-AEF5-7EE65CA6236A}" dt="2026-04-16T09:08:27.007" v="142" actId="5793"/>
          <ac:spMkLst>
            <pc:docMk/>
            <pc:sldMk cId="4031996059" sldId="1562"/>
            <ac:spMk id="3" creationId="{455C9556-43A4-732F-56A8-E690E1D2732A}"/>
          </ac:spMkLst>
        </pc:spChg>
      </pc:sldChg>
      <pc:sldChg chg="modSp mod">
        <pc:chgData name="Harshita Sahu" userId="c3bcdbd82bb9af11" providerId="LiveId" clId="{7193A4A2-5A1A-43A9-AEF5-7EE65CA6236A}" dt="2026-04-17T04:05:55.941" v="405" actId="20577"/>
        <pc:sldMkLst>
          <pc:docMk/>
          <pc:sldMk cId="1239214629" sldId="1569"/>
        </pc:sldMkLst>
        <pc:spChg chg="mod">
          <ac:chgData name="Harshita Sahu" userId="c3bcdbd82bb9af11" providerId="LiveId" clId="{7193A4A2-5A1A-43A9-AEF5-7EE65CA6236A}" dt="2026-04-17T04:05:55.941" v="405" actId="20577"/>
          <ac:spMkLst>
            <pc:docMk/>
            <pc:sldMk cId="1239214629" sldId="1569"/>
            <ac:spMk id="3" creationId="{1E0F07A1-49CC-2CD9-9D70-DA5DA2630079}"/>
          </ac:spMkLst>
        </pc:spChg>
      </pc:sldChg>
      <pc:sldChg chg="modSp mod">
        <pc:chgData name="Harshita Sahu" userId="c3bcdbd82bb9af11" providerId="LiveId" clId="{7193A4A2-5A1A-43A9-AEF5-7EE65CA6236A}" dt="2026-04-17T04:09:41.212" v="416" actId="20577"/>
        <pc:sldMkLst>
          <pc:docMk/>
          <pc:sldMk cId="3421480561" sldId="1572"/>
        </pc:sldMkLst>
        <pc:spChg chg="mod">
          <ac:chgData name="Harshita Sahu" userId="c3bcdbd82bb9af11" providerId="LiveId" clId="{7193A4A2-5A1A-43A9-AEF5-7EE65CA6236A}" dt="2026-04-17T04:09:41.212" v="416" actId="20577"/>
          <ac:spMkLst>
            <pc:docMk/>
            <pc:sldMk cId="3421480561" sldId="1572"/>
            <ac:spMk id="3" creationId="{2ED7F003-FE9C-E214-13F5-521E19AA7D3D}"/>
          </ac:spMkLst>
        </pc:spChg>
      </pc:sldChg>
      <pc:sldChg chg="addSp delSp modSp mod">
        <pc:chgData name="Harshita Sahu" userId="c3bcdbd82bb9af11" providerId="LiveId" clId="{7193A4A2-5A1A-43A9-AEF5-7EE65CA6236A}" dt="2026-04-17T01:50:28.060" v="313" actId="115"/>
        <pc:sldMkLst>
          <pc:docMk/>
          <pc:sldMk cId="3083082357" sldId="1575"/>
        </pc:sldMkLst>
        <pc:spChg chg="add mod">
          <ac:chgData name="Harshita Sahu" userId="c3bcdbd82bb9af11" providerId="LiveId" clId="{7193A4A2-5A1A-43A9-AEF5-7EE65CA6236A}" dt="2026-04-17T01:50:28.060" v="313" actId="115"/>
          <ac:spMkLst>
            <pc:docMk/>
            <pc:sldMk cId="3083082357" sldId="1575"/>
            <ac:spMk id="2" creationId="{4E6DE897-E3A3-787E-BEF1-F29A57555812}"/>
          </ac:spMkLst>
        </pc:spChg>
      </pc:sldChg>
      <pc:sldChg chg="del ord">
        <pc:chgData name="Harshita Sahu" userId="c3bcdbd82bb9af11" providerId="LiveId" clId="{7193A4A2-5A1A-43A9-AEF5-7EE65CA6236A}" dt="2026-04-23T10:34:38.933" v="433" actId="2696"/>
        <pc:sldMkLst>
          <pc:docMk/>
          <pc:sldMk cId="3289183471" sldId="1578"/>
        </pc:sldMkLst>
      </pc:sldChg>
      <pc:sldChg chg="modSp mod">
        <pc:chgData name="Harshita Sahu" userId="c3bcdbd82bb9af11" providerId="LiveId" clId="{7193A4A2-5A1A-43A9-AEF5-7EE65CA6236A}" dt="2026-04-17T04:18:47.017" v="423" actId="20577"/>
        <pc:sldMkLst>
          <pc:docMk/>
          <pc:sldMk cId="1282951859" sldId="1580"/>
        </pc:sldMkLst>
        <pc:spChg chg="mod">
          <ac:chgData name="Harshita Sahu" userId="c3bcdbd82bb9af11" providerId="LiveId" clId="{7193A4A2-5A1A-43A9-AEF5-7EE65CA6236A}" dt="2026-04-17T04:18:47.017" v="423" actId="20577"/>
          <ac:spMkLst>
            <pc:docMk/>
            <pc:sldMk cId="1282951859" sldId="1580"/>
            <ac:spMk id="3" creationId="{DCC32260-F729-EE9E-9456-C4928CF133A7}"/>
          </ac:spMkLst>
        </pc:spChg>
      </pc:sldChg>
      <pc:sldChg chg="modSp">
        <pc:chgData name="Harshita Sahu" userId="c3bcdbd82bb9af11" providerId="LiveId" clId="{7193A4A2-5A1A-43A9-AEF5-7EE65CA6236A}" dt="2026-04-16T14:08:17.039" v="165"/>
        <pc:sldMkLst>
          <pc:docMk/>
          <pc:sldMk cId="3787511168" sldId="1587"/>
        </pc:sldMkLst>
        <pc:graphicFrameChg chg="mod">
          <ac:chgData name="Harshita Sahu" userId="c3bcdbd82bb9af11" providerId="LiveId" clId="{7193A4A2-5A1A-43A9-AEF5-7EE65CA6236A}" dt="2026-04-16T14:08:17.039" v="165"/>
          <ac:graphicFrameMkLst>
            <pc:docMk/>
            <pc:sldMk cId="3787511168" sldId="1587"/>
            <ac:graphicFrameMk id="9" creationId="{54EC54F9-2DD2-5D74-4653-F19E006A4A84}"/>
          </ac:graphicFrameMkLst>
        </pc:graphicFrameChg>
      </pc:sldChg>
      <pc:sldChg chg="del mod modShow">
        <pc:chgData name="Harshita Sahu" userId="c3bcdbd82bb9af11" providerId="LiveId" clId="{7193A4A2-5A1A-43A9-AEF5-7EE65CA6236A}" dt="2026-04-23T10:35:14.119" v="436" actId="2696"/>
        <pc:sldMkLst>
          <pc:docMk/>
          <pc:sldMk cId="3403819830" sldId="1612"/>
        </pc:sldMkLst>
      </pc:sldChg>
      <pc:sldChg chg="modSp mod">
        <pc:chgData name="Harshita Sahu" userId="c3bcdbd82bb9af11" providerId="LiveId" clId="{7193A4A2-5A1A-43A9-AEF5-7EE65CA6236A}" dt="2026-04-16T14:40:18.914" v="212" actId="1076"/>
        <pc:sldMkLst>
          <pc:docMk/>
          <pc:sldMk cId="2979273706" sldId="1613"/>
        </pc:sldMkLst>
        <pc:graphicFrameChg chg="mod">
          <ac:chgData name="Harshita Sahu" userId="c3bcdbd82bb9af11" providerId="LiveId" clId="{7193A4A2-5A1A-43A9-AEF5-7EE65CA6236A}" dt="2026-04-16T14:40:16.542" v="211" actId="1076"/>
          <ac:graphicFrameMkLst>
            <pc:docMk/>
            <pc:sldMk cId="2979273706" sldId="1613"/>
            <ac:graphicFrameMk id="6" creationId="{7C0ECECF-4E01-FCAF-D038-A7F4E77AA350}"/>
          </ac:graphicFrameMkLst>
        </pc:graphicFrameChg>
        <pc:graphicFrameChg chg="mod">
          <ac:chgData name="Harshita Sahu" userId="c3bcdbd82bb9af11" providerId="LiveId" clId="{7193A4A2-5A1A-43A9-AEF5-7EE65CA6236A}" dt="2026-04-16T14:40:18.914" v="212" actId="1076"/>
          <ac:graphicFrameMkLst>
            <pc:docMk/>
            <pc:sldMk cId="2979273706" sldId="1613"/>
            <ac:graphicFrameMk id="12" creationId="{972CAA30-7446-78A2-A215-801BD5F5B9E4}"/>
          </ac:graphicFrameMkLst>
        </pc:graphicFrameChg>
      </pc:sldChg>
      <pc:sldChg chg="modSp mod">
        <pc:chgData name="Harshita Sahu" userId="c3bcdbd82bb9af11" providerId="LiveId" clId="{7193A4A2-5A1A-43A9-AEF5-7EE65CA6236A}" dt="2026-04-16T14:41:19.268" v="214" actId="14100"/>
        <pc:sldMkLst>
          <pc:docMk/>
          <pc:sldMk cId="3334633996" sldId="1616"/>
        </pc:sldMkLst>
        <pc:graphicFrameChg chg="mod">
          <ac:chgData name="Harshita Sahu" userId="c3bcdbd82bb9af11" providerId="LiveId" clId="{7193A4A2-5A1A-43A9-AEF5-7EE65CA6236A}" dt="2026-04-16T14:41:19.268" v="214" actId="14100"/>
          <ac:graphicFrameMkLst>
            <pc:docMk/>
            <pc:sldMk cId="3334633996" sldId="1616"/>
            <ac:graphicFrameMk id="12" creationId="{8FB5AFA1-BC7F-0995-8D5A-AB12853C29C6}"/>
          </ac:graphicFrameMkLst>
        </pc:graphicFrameChg>
      </pc:sldChg>
      <pc:sldChg chg="addSp delSp modSp new del mod modShow">
        <pc:chgData name="Harshita Sahu" userId="c3bcdbd82bb9af11" providerId="LiveId" clId="{7193A4A2-5A1A-43A9-AEF5-7EE65CA6236A}" dt="2026-04-23T10:35:07.647" v="435" actId="2696"/>
        <pc:sldMkLst>
          <pc:docMk/>
          <pc:sldMk cId="302558608" sldId="1628"/>
        </pc:sldMkLst>
        <pc:graphicFrameChg chg="add mod">
          <ac:chgData name="Harshita Sahu" userId="c3bcdbd82bb9af11" providerId="LiveId" clId="{7193A4A2-5A1A-43A9-AEF5-7EE65CA6236A}" dt="2026-04-16T02:06:18.301" v="127" actId="1076"/>
          <ac:graphicFrameMkLst>
            <pc:docMk/>
            <pc:sldMk cId="302558608" sldId="1628"/>
            <ac:graphicFrameMk id="4" creationId="{D455B69B-A531-703C-65CD-41D953674A74}"/>
          </ac:graphicFrameMkLst>
        </pc:graphicFrameChg>
      </pc:sldChg>
      <pc:sldChg chg="addSp delSp modSp new mod">
        <pc:chgData name="Harshita Sahu" userId="c3bcdbd82bb9af11" providerId="LiveId" clId="{7193A4A2-5A1A-43A9-AEF5-7EE65CA6236A}" dt="2026-04-23T10:34:00.772" v="432" actId="2084"/>
        <pc:sldMkLst>
          <pc:docMk/>
          <pc:sldMk cId="3099643112" sldId="1629"/>
        </pc:sldMkLst>
        <pc:spChg chg="add mod">
          <ac:chgData name="Harshita Sahu" userId="c3bcdbd82bb9af11" providerId="LiveId" clId="{7193A4A2-5A1A-43A9-AEF5-7EE65CA6236A}" dt="2026-04-16T14:07:23.700" v="159" actId="20577"/>
          <ac:spMkLst>
            <pc:docMk/>
            <pc:sldMk cId="3099643112" sldId="1629"/>
            <ac:spMk id="3" creationId="{07E2CE2E-8C64-DA9A-613B-060B05A58B2B}"/>
          </ac:spMkLst>
        </pc:spChg>
        <pc:graphicFrameChg chg="add mod">
          <ac:chgData name="Harshita Sahu" userId="c3bcdbd82bb9af11" providerId="LiveId" clId="{7193A4A2-5A1A-43A9-AEF5-7EE65CA6236A}" dt="2026-04-23T10:34:00.772" v="432" actId="2084"/>
          <ac:graphicFrameMkLst>
            <pc:docMk/>
            <pc:sldMk cId="3099643112" sldId="1629"/>
            <ac:graphicFrameMk id="4" creationId="{6A9DD10E-1DA7-2E74-6BC1-389A3DC3EBBB}"/>
          </ac:graphicFrameMkLst>
        </pc:graphicFrameChg>
      </pc:sldChg>
      <pc:sldChg chg="addSp modSp new mod">
        <pc:chgData name="Harshita Sahu" userId="c3bcdbd82bb9af11" providerId="LiveId" clId="{7193A4A2-5A1A-43A9-AEF5-7EE65CA6236A}" dt="2026-04-16T14:13:27.117" v="210" actId="1076"/>
        <pc:sldMkLst>
          <pc:docMk/>
          <pc:sldMk cId="3128040914" sldId="1630"/>
        </pc:sldMkLst>
        <pc:spChg chg="add mod">
          <ac:chgData name="Harshita Sahu" userId="c3bcdbd82bb9af11" providerId="LiveId" clId="{7193A4A2-5A1A-43A9-AEF5-7EE65CA6236A}" dt="2026-04-16T14:08:12.707" v="164"/>
          <ac:spMkLst>
            <pc:docMk/>
            <pc:sldMk cId="3128040914" sldId="1630"/>
            <ac:spMk id="2" creationId="{D817230E-7C75-0F4A-ACA3-ED4B3975BDD2}"/>
          </ac:spMkLst>
        </pc:spChg>
        <pc:spChg chg="add mod">
          <ac:chgData name="Harshita Sahu" userId="c3bcdbd82bb9af11" providerId="LiveId" clId="{7193A4A2-5A1A-43A9-AEF5-7EE65CA6236A}" dt="2026-04-16T14:13:27.117" v="210" actId="1076"/>
          <ac:spMkLst>
            <pc:docMk/>
            <pc:sldMk cId="3128040914" sldId="1630"/>
            <ac:spMk id="3" creationId="{8E04BE5B-736C-58F5-1E8D-6821CC9B4EEC}"/>
          </ac:spMkLst>
        </pc:spChg>
      </pc:sldChg>
      <pc:sldChg chg="addSp modSp new mod ord">
        <pc:chgData name="Harshita Sahu" userId="c3bcdbd82bb9af11" providerId="LiveId" clId="{7193A4A2-5A1A-43A9-AEF5-7EE65CA6236A}" dt="2026-04-17T01:53:53.943" v="326" actId="14100"/>
        <pc:sldMkLst>
          <pc:docMk/>
          <pc:sldMk cId="723941990" sldId="1631"/>
        </pc:sldMkLst>
        <pc:spChg chg="add mod">
          <ac:chgData name="Harshita Sahu" userId="c3bcdbd82bb9af11" providerId="LiveId" clId="{7193A4A2-5A1A-43A9-AEF5-7EE65CA6236A}" dt="2026-04-17T01:53:43.904" v="324" actId="108"/>
          <ac:spMkLst>
            <pc:docMk/>
            <pc:sldMk cId="723941990" sldId="1631"/>
            <ac:spMk id="5" creationId="{F52AABF0-EF67-5326-FDEC-5D94D4B2CDBE}"/>
          </ac:spMkLst>
        </pc:spChg>
        <pc:graphicFrameChg chg="add mod modGraphic">
          <ac:chgData name="Harshita Sahu" userId="c3bcdbd82bb9af11" providerId="LiveId" clId="{7193A4A2-5A1A-43A9-AEF5-7EE65CA6236A}" dt="2026-04-17T01:53:53.943" v="326" actId="14100"/>
          <ac:graphicFrameMkLst>
            <pc:docMk/>
            <pc:sldMk cId="723941990" sldId="1631"/>
            <ac:graphicFrameMk id="4" creationId="{61117DF1-B245-158A-7762-A09DD1EB65A3}"/>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5.xml"/><Relationship Id="rId1" Type="http://schemas.microsoft.com/office/2011/relationships/chartStyle" Target="style15.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6.xml"/><Relationship Id="rId1" Type="http://schemas.microsoft.com/office/2011/relationships/chartStyle" Target="style16.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7.xml"/><Relationship Id="rId1" Type="http://schemas.microsoft.com/office/2011/relationships/chartStyle" Target="style17.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8.xml"/><Relationship Id="rId1" Type="http://schemas.microsoft.com/office/2011/relationships/chartStyle" Target="style18.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9.xml"/><Relationship Id="rId1" Type="http://schemas.microsoft.com/office/2011/relationships/chartStyle" Target="style19.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20.xml"/><Relationship Id="rId1" Type="http://schemas.microsoft.com/office/2011/relationships/chartStyle" Target="style20.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22.xml"/><Relationship Id="rId1" Type="http://schemas.microsoft.com/office/2011/relationships/chartStyle" Target="style22.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23.xml"/><Relationship Id="rId1" Type="http://schemas.microsoft.com/office/2011/relationships/chartStyle" Target="style23.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25.xml"/><Relationship Id="rId1" Type="http://schemas.microsoft.com/office/2011/relationships/chartStyle" Target="style25.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5.xlsx"/><Relationship Id="rId2" Type="http://schemas.microsoft.com/office/2011/relationships/chartColorStyle" Target="colors26.xml"/><Relationship Id="rId1" Type="http://schemas.microsoft.com/office/2011/relationships/chartStyle" Target="style26.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6.xlsx"/><Relationship Id="rId2" Type="http://schemas.microsoft.com/office/2011/relationships/chartColorStyle" Target="colors27.xml"/><Relationship Id="rId1" Type="http://schemas.microsoft.com/office/2011/relationships/chartStyle" Target="style27.xml"/></Relationships>
</file>

<file path=ppt/charts/_rels/chart25.xml.rels><?xml version="1.0" encoding="UTF-8" standalone="yes"?>
<Relationships xmlns="http://schemas.openxmlformats.org/package/2006/relationships"><Relationship Id="rId3" Type="http://schemas.openxmlformats.org/officeDocument/2006/relationships/package" Target="../embeddings/Microsoft_Excel_Worksheet28.xlsx"/><Relationship Id="rId2" Type="http://schemas.microsoft.com/office/2011/relationships/chartColorStyle" Target="colors29.xml"/><Relationship Id="rId1" Type="http://schemas.microsoft.com/office/2011/relationships/chartStyle" Target="style29.xml"/></Relationships>
</file>

<file path=ppt/charts/_rels/chart26.xml.rels><?xml version="1.0" encoding="UTF-8" standalone="yes"?>
<Relationships xmlns="http://schemas.openxmlformats.org/package/2006/relationships"><Relationship Id="rId3" Type="http://schemas.openxmlformats.org/officeDocument/2006/relationships/package" Target="../embeddings/Microsoft_Excel_Worksheet29.xlsx"/><Relationship Id="rId2" Type="http://schemas.microsoft.com/office/2011/relationships/chartColorStyle" Target="colors30.xml"/><Relationship Id="rId1" Type="http://schemas.microsoft.com/office/2011/relationships/chartStyle" Target="style30.xml"/></Relationships>
</file>

<file path=ppt/charts/_rels/chart27.xml.rels><?xml version="1.0" encoding="UTF-8" standalone="yes"?>
<Relationships xmlns="http://schemas.openxmlformats.org/package/2006/relationships"><Relationship Id="rId3" Type="http://schemas.openxmlformats.org/officeDocument/2006/relationships/package" Target="../embeddings/Microsoft_Excel_Worksheet30.xlsx"/><Relationship Id="rId2" Type="http://schemas.microsoft.com/office/2011/relationships/chartColorStyle" Target="colors31.xml"/><Relationship Id="rId1" Type="http://schemas.microsoft.com/office/2011/relationships/chartStyle" Target="style31.xml"/></Relationships>
</file>

<file path=ppt/charts/_rels/chart28.xml.rels><?xml version="1.0" encoding="UTF-8" standalone="yes"?>
<Relationships xmlns="http://schemas.openxmlformats.org/package/2006/relationships"><Relationship Id="rId3" Type="http://schemas.openxmlformats.org/officeDocument/2006/relationships/oleObject" Target="NULL" TargetMode="External"/><Relationship Id="rId2" Type="http://schemas.microsoft.com/office/2011/relationships/chartColorStyle" Target="colors33.xml"/><Relationship Id="rId1" Type="http://schemas.microsoft.com/office/2011/relationships/chartStyle" Target="style33.xml"/></Relationships>
</file>

<file path=ppt/charts/_rels/chart29.xml.rels><?xml version="1.0" encoding="UTF-8" standalone="yes"?>
<Relationships xmlns="http://schemas.openxmlformats.org/package/2006/relationships"><Relationship Id="rId3" Type="http://schemas.openxmlformats.org/officeDocument/2006/relationships/package" Target="../embeddings/Microsoft_Excel_Worksheet33.xlsx"/><Relationship Id="rId2" Type="http://schemas.microsoft.com/office/2011/relationships/chartColorStyle" Target="colors35.xml"/><Relationship Id="rId1" Type="http://schemas.microsoft.com/office/2011/relationships/chartStyle" Target="style35.xml"/></Relationships>
</file>

<file path=ppt/charts/_rels/chart30.xml.rels><?xml version="1.0" encoding="UTF-8" standalone="yes"?>
<Relationships xmlns="http://schemas.openxmlformats.org/package/2006/relationships"><Relationship Id="rId3" Type="http://schemas.openxmlformats.org/officeDocument/2006/relationships/package" Target="../embeddings/Microsoft_Excel_Worksheet34.xlsx"/><Relationship Id="rId2" Type="http://schemas.microsoft.com/office/2011/relationships/chartColorStyle" Target="colors36.xml"/><Relationship Id="rId1" Type="http://schemas.microsoft.com/office/2011/relationships/chartStyle" Target="style36.xml"/></Relationships>
</file>

<file path=ppt/charts/_rels/chart31.xml.rels><?xml version="1.0" encoding="UTF-8" standalone="yes"?>
<Relationships xmlns="http://schemas.openxmlformats.org/package/2006/relationships"><Relationship Id="rId3" Type="http://schemas.openxmlformats.org/officeDocument/2006/relationships/package" Target="../embeddings/Microsoft_Excel_Worksheet35.xlsx"/><Relationship Id="rId2" Type="http://schemas.microsoft.com/office/2011/relationships/chartColorStyle" Target="colors37.xml"/><Relationship Id="rId1" Type="http://schemas.microsoft.com/office/2011/relationships/chartStyle" Target="style37.xml"/></Relationships>
</file>

<file path=ppt/charts/_rels/chart32.xml.rels><?xml version="1.0" encoding="UTF-8" standalone="yes"?>
<Relationships xmlns="http://schemas.openxmlformats.org/package/2006/relationships"><Relationship Id="rId3" Type="http://schemas.openxmlformats.org/officeDocument/2006/relationships/package" Target="../embeddings/Microsoft_Excel_Worksheet36.xlsx"/><Relationship Id="rId2" Type="http://schemas.microsoft.com/office/2011/relationships/chartColorStyle" Target="colors38.xml"/><Relationship Id="rId1" Type="http://schemas.microsoft.com/office/2011/relationships/chartStyle" Target="style38.xml"/></Relationships>
</file>

<file path=ppt/charts/_rels/chart33.xml.rels><?xml version="1.0" encoding="UTF-8" standalone="yes"?>
<Relationships xmlns="http://schemas.openxmlformats.org/package/2006/relationships"><Relationship Id="rId3" Type="http://schemas.openxmlformats.org/officeDocument/2006/relationships/package" Target="../embeddings/Microsoft_Excel_Worksheet37.xlsx"/><Relationship Id="rId2" Type="http://schemas.microsoft.com/office/2011/relationships/chartColorStyle" Target="colors39.xml"/><Relationship Id="rId1" Type="http://schemas.microsoft.com/office/2011/relationships/chartStyle" Target="style39.xml"/></Relationships>
</file>

<file path=ppt/charts/_rels/chart34.xml.rels><?xml version="1.0" encoding="UTF-8" standalone="yes"?>
<Relationships xmlns="http://schemas.openxmlformats.org/package/2006/relationships"><Relationship Id="rId3" Type="http://schemas.openxmlformats.org/officeDocument/2006/relationships/package" Target="../embeddings/Microsoft_Excel_Worksheet38.xlsx"/><Relationship Id="rId2" Type="http://schemas.microsoft.com/office/2011/relationships/chartColorStyle" Target="colors40.xml"/><Relationship Id="rId1" Type="http://schemas.microsoft.com/office/2011/relationships/chartStyle" Target="style40.xml"/></Relationships>
</file>

<file path=ppt/charts/_rels/chart35.xml.rels><?xml version="1.0" encoding="UTF-8" standalone="yes"?>
<Relationships xmlns="http://schemas.openxmlformats.org/package/2006/relationships"><Relationship Id="rId3" Type="http://schemas.openxmlformats.org/officeDocument/2006/relationships/package" Target="../embeddings/Microsoft_Excel_Worksheet39.xlsx"/><Relationship Id="rId2" Type="http://schemas.microsoft.com/office/2011/relationships/chartColorStyle" Target="colors41.xml"/><Relationship Id="rId1" Type="http://schemas.microsoft.com/office/2011/relationships/chartStyle" Target="style41.xml"/></Relationships>
</file>

<file path=ppt/charts/_rels/chart36.xml.rels><?xml version="1.0" encoding="UTF-8" standalone="yes"?>
<Relationships xmlns="http://schemas.openxmlformats.org/package/2006/relationships"><Relationship Id="rId3" Type="http://schemas.openxmlformats.org/officeDocument/2006/relationships/package" Target="../embeddings/Microsoft_Excel_Worksheet40.xlsx"/><Relationship Id="rId2" Type="http://schemas.microsoft.com/office/2011/relationships/chartColorStyle" Target="colors42.xml"/><Relationship Id="rId1" Type="http://schemas.microsoft.com/office/2011/relationships/chartStyle" Target="style42.xml"/></Relationships>
</file>

<file path=ppt/charts/_rels/chart37.xml.rels><?xml version="1.0" encoding="UTF-8" standalone="yes"?>
<Relationships xmlns="http://schemas.openxmlformats.org/package/2006/relationships"><Relationship Id="rId3" Type="http://schemas.openxmlformats.org/officeDocument/2006/relationships/package" Target="../embeddings/Microsoft_Excel_Worksheet41.xlsx"/><Relationship Id="rId2" Type="http://schemas.microsoft.com/office/2011/relationships/chartColorStyle" Target="colors43.xml"/><Relationship Id="rId1" Type="http://schemas.microsoft.com/office/2011/relationships/chartStyle" Target="style43.xml"/></Relationships>
</file>

<file path=ppt/charts/_rels/chart38.xml.rels><?xml version="1.0" encoding="UTF-8" standalone="yes"?>
<Relationships xmlns="http://schemas.openxmlformats.org/package/2006/relationships"><Relationship Id="rId3" Type="http://schemas.openxmlformats.org/officeDocument/2006/relationships/package" Target="../embeddings/Microsoft_Excel_Worksheet42.xlsx"/><Relationship Id="rId2" Type="http://schemas.microsoft.com/office/2011/relationships/chartColorStyle" Target="colors44.xml"/><Relationship Id="rId1" Type="http://schemas.microsoft.com/office/2011/relationships/chartStyle" Target="style44.xml"/></Relationships>
</file>

<file path=ppt/charts/_rels/chart39.xml.rels><?xml version="1.0" encoding="UTF-8" standalone="yes"?>
<Relationships xmlns="http://schemas.openxmlformats.org/package/2006/relationships"><Relationship Id="rId3" Type="http://schemas.openxmlformats.org/officeDocument/2006/relationships/package" Target="../embeddings/Microsoft_Excel_Worksheet43.xlsx"/><Relationship Id="rId2" Type="http://schemas.microsoft.com/office/2011/relationships/chartColorStyle" Target="colors45.xml"/><Relationship Id="rId1" Type="http://schemas.microsoft.com/office/2011/relationships/chartStyle" Target="style45.xml"/></Relationships>
</file>

<file path=ppt/charts/_rels/chart40.xml.rels><?xml version="1.0" encoding="UTF-8" standalone="yes"?>
<Relationships xmlns="http://schemas.openxmlformats.org/package/2006/relationships"><Relationship Id="rId3" Type="http://schemas.openxmlformats.org/officeDocument/2006/relationships/package" Target="../embeddings/Microsoft_Excel_Worksheet44.xlsx"/><Relationship Id="rId2" Type="http://schemas.microsoft.com/office/2011/relationships/chartColorStyle" Target="colors46.xml"/><Relationship Id="rId1" Type="http://schemas.microsoft.com/office/2011/relationships/chartStyle" Target="style46.xml"/></Relationships>
</file>

<file path=ppt/charts/_rels/chart41.xml.rels><?xml version="1.0" encoding="UTF-8" standalone="yes"?>
<Relationships xmlns="http://schemas.openxmlformats.org/package/2006/relationships"><Relationship Id="rId3" Type="http://schemas.openxmlformats.org/officeDocument/2006/relationships/package" Target="../embeddings/Microsoft_Excel_Worksheet45.xlsx"/><Relationship Id="rId2" Type="http://schemas.microsoft.com/office/2011/relationships/chartColorStyle" Target="colors47.xml"/><Relationship Id="rId1" Type="http://schemas.microsoft.com/office/2011/relationships/chartStyle" Target="style47.xml"/></Relationships>
</file>

<file path=ppt/charts/_rels/chart42.xml.rels><?xml version="1.0" encoding="UTF-8" standalone="yes"?>
<Relationships xmlns="http://schemas.openxmlformats.org/package/2006/relationships"><Relationship Id="rId3" Type="http://schemas.openxmlformats.org/officeDocument/2006/relationships/package" Target="../embeddings/Microsoft_Excel_Worksheet46.xlsx"/><Relationship Id="rId2" Type="http://schemas.microsoft.com/office/2011/relationships/chartColorStyle" Target="colors48.xml"/><Relationship Id="rId1" Type="http://schemas.microsoft.com/office/2011/relationships/chartStyle" Target="style48.xml"/></Relationships>
</file>

<file path=ppt/charts/_rels/chart43.xml.rels><?xml version="1.0" encoding="UTF-8" standalone="yes"?>
<Relationships xmlns="http://schemas.openxmlformats.org/package/2006/relationships"><Relationship Id="rId3" Type="http://schemas.openxmlformats.org/officeDocument/2006/relationships/package" Target="../embeddings/Microsoft_Excel_Worksheet47.xlsx"/><Relationship Id="rId2" Type="http://schemas.microsoft.com/office/2011/relationships/chartColorStyle" Target="colors49.xml"/><Relationship Id="rId1" Type="http://schemas.microsoft.com/office/2011/relationships/chartStyle" Target="style49.xml"/></Relationships>
</file>

<file path=ppt/charts/_rels/chart44.xml.rels><?xml version="1.0" encoding="UTF-8" standalone="yes"?>
<Relationships xmlns="http://schemas.openxmlformats.org/package/2006/relationships"><Relationship Id="rId3" Type="http://schemas.openxmlformats.org/officeDocument/2006/relationships/package" Target="../embeddings/Microsoft_Excel_Worksheet48.xlsx"/><Relationship Id="rId2" Type="http://schemas.microsoft.com/office/2011/relationships/chartColorStyle" Target="colors50.xml"/><Relationship Id="rId1" Type="http://schemas.microsoft.com/office/2011/relationships/chartStyle" Target="style50.xml"/></Relationships>
</file>

<file path=ppt/charts/_rels/chart45.xml.rels><?xml version="1.0" encoding="UTF-8" standalone="yes"?>
<Relationships xmlns="http://schemas.openxmlformats.org/package/2006/relationships"><Relationship Id="rId3" Type="http://schemas.openxmlformats.org/officeDocument/2006/relationships/package" Target="../embeddings/Microsoft_Excel_Worksheet49.xlsx"/><Relationship Id="rId2" Type="http://schemas.microsoft.com/office/2011/relationships/chartColorStyle" Target="colors51.xml"/><Relationship Id="rId1" Type="http://schemas.microsoft.com/office/2011/relationships/chartStyle" Target="style51.xml"/></Relationships>
</file>

<file path=ppt/charts/_rels/chart46.xml.rels><?xml version="1.0" encoding="UTF-8" standalone="yes"?>
<Relationships xmlns="http://schemas.openxmlformats.org/package/2006/relationships"><Relationship Id="rId3" Type="http://schemas.openxmlformats.org/officeDocument/2006/relationships/package" Target="../embeddings/Microsoft_Excel_Worksheet50.xlsx"/><Relationship Id="rId2" Type="http://schemas.microsoft.com/office/2011/relationships/chartColorStyle" Target="colors52.xml"/><Relationship Id="rId1" Type="http://schemas.microsoft.com/office/2011/relationships/chartStyle" Target="style52.xml"/></Relationships>
</file>

<file path=ppt/charts/_rels/chart47.xml.rels><?xml version="1.0" encoding="UTF-8" standalone="yes"?>
<Relationships xmlns="http://schemas.openxmlformats.org/package/2006/relationships"><Relationship Id="rId3" Type="http://schemas.openxmlformats.org/officeDocument/2006/relationships/package" Target="../embeddings/Microsoft_Excel_Worksheet51.xlsx"/><Relationship Id="rId2" Type="http://schemas.microsoft.com/office/2011/relationships/chartColorStyle" Target="colors53.xml"/><Relationship Id="rId1" Type="http://schemas.microsoft.com/office/2011/relationships/chartStyle" Target="style53.xml"/></Relationships>
</file>

<file path=ppt/charts/_rels/chart48.xml.rels><?xml version="1.0" encoding="UTF-8" standalone="yes"?>
<Relationships xmlns="http://schemas.openxmlformats.org/package/2006/relationships"><Relationship Id="rId3" Type="http://schemas.openxmlformats.org/officeDocument/2006/relationships/package" Target="../embeddings/Microsoft_Excel_Worksheet52.xlsx"/><Relationship Id="rId2" Type="http://schemas.microsoft.com/office/2011/relationships/chartColorStyle" Target="colors54.xml"/><Relationship Id="rId1" Type="http://schemas.microsoft.com/office/2011/relationships/chartStyle" Target="style54.xml"/></Relationships>
</file>

<file path=ppt/charts/_rels/chart49.xml.rels><?xml version="1.0" encoding="UTF-8" standalone="yes"?>
<Relationships xmlns="http://schemas.openxmlformats.org/package/2006/relationships"><Relationship Id="rId3" Type="http://schemas.openxmlformats.org/officeDocument/2006/relationships/package" Target="../embeddings/Microsoft_Excel_Worksheet53.xlsx"/><Relationship Id="rId2" Type="http://schemas.microsoft.com/office/2011/relationships/chartColorStyle" Target="colors55.xml"/><Relationship Id="rId1" Type="http://schemas.microsoft.com/office/2011/relationships/chartStyle" Target="style55.xml"/></Relationships>
</file>

<file path=ppt/charts/_rels/chartEx1.xml.rels><?xml version="1.0" encoding="UTF-8" standalone="yes"?>
<Relationships xmlns="http://schemas.openxmlformats.org/package/2006/relationships"><Relationship Id="rId3" Type="http://schemas.microsoft.com/office/2011/relationships/chartColorStyle" Target="colors11.xml"/><Relationship Id="rId2" Type="http://schemas.microsoft.com/office/2011/relationships/chartStyle" Target="style11.xml"/><Relationship Id="rId1" Type="http://schemas.openxmlformats.org/officeDocument/2006/relationships/package" Target="../embeddings/Microsoft_Excel_Worksheet10.xlsx"/></Relationships>
</file>

<file path=ppt/charts/_rels/chartEx2.xml.rels><?xml version="1.0" encoding="UTF-8" standalone="yes"?>
<Relationships xmlns="http://schemas.openxmlformats.org/package/2006/relationships"><Relationship Id="rId3" Type="http://schemas.microsoft.com/office/2011/relationships/chartColorStyle" Target="colors21.xml"/><Relationship Id="rId2" Type="http://schemas.microsoft.com/office/2011/relationships/chartStyle" Target="style21.xml"/><Relationship Id="rId1" Type="http://schemas.openxmlformats.org/officeDocument/2006/relationships/package" Target="../embeddings/Microsoft_Excel_Worksheet20.xlsx"/></Relationships>
</file>

<file path=ppt/charts/_rels/chartEx3.xml.rels><?xml version="1.0" encoding="UTF-8" standalone="yes"?>
<Relationships xmlns="http://schemas.openxmlformats.org/package/2006/relationships"><Relationship Id="rId3" Type="http://schemas.microsoft.com/office/2011/relationships/chartColorStyle" Target="colors24.xml"/><Relationship Id="rId2" Type="http://schemas.microsoft.com/office/2011/relationships/chartStyle" Target="style24.xml"/><Relationship Id="rId1" Type="http://schemas.openxmlformats.org/officeDocument/2006/relationships/package" Target="../embeddings/Microsoft_Excel_Worksheet23.xlsx"/></Relationships>
</file>

<file path=ppt/charts/_rels/chartEx4.xml.rels><?xml version="1.0" encoding="UTF-8" standalone="yes"?>
<Relationships xmlns="http://schemas.openxmlformats.org/package/2006/relationships"><Relationship Id="rId3" Type="http://schemas.microsoft.com/office/2011/relationships/chartColorStyle" Target="colors28.xml"/><Relationship Id="rId2" Type="http://schemas.microsoft.com/office/2011/relationships/chartStyle" Target="style28.xml"/><Relationship Id="rId1" Type="http://schemas.openxmlformats.org/officeDocument/2006/relationships/package" Target="../embeddings/Microsoft_Excel_Worksheet27.xlsx"/></Relationships>
</file>

<file path=ppt/charts/_rels/chartEx5.xml.rels><?xml version="1.0" encoding="UTF-8" standalone="yes"?>
<Relationships xmlns="http://schemas.openxmlformats.org/package/2006/relationships"><Relationship Id="rId3" Type="http://schemas.microsoft.com/office/2011/relationships/chartColorStyle" Target="colors32.xml"/><Relationship Id="rId2" Type="http://schemas.microsoft.com/office/2011/relationships/chartStyle" Target="style32.xml"/><Relationship Id="rId1" Type="http://schemas.openxmlformats.org/officeDocument/2006/relationships/package" Target="../embeddings/Microsoft_Excel_Worksheet31.xlsx"/></Relationships>
</file>

<file path=ppt/charts/_rels/chartEx6.xml.rels><?xml version="1.0" encoding="UTF-8" standalone="yes"?>
<Relationships xmlns="http://schemas.openxmlformats.org/package/2006/relationships"><Relationship Id="rId3" Type="http://schemas.microsoft.com/office/2011/relationships/chartColorStyle" Target="colors34.xml"/><Relationship Id="rId2" Type="http://schemas.microsoft.com/office/2011/relationships/chartStyle" Target="style34.xml"/><Relationship Id="rId1" Type="http://schemas.openxmlformats.org/officeDocument/2006/relationships/package" Target="../embeddings/Microsoft_Excel_Worksheet3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en-US" sz="2128" b="1" i="0" u="none" strike="noStrike" baseline="0" dirty="0"/>
              <a:t>Month–Year Revenue and Order Trends</a:t>
            </a:r>
            <a:endParaRPr lang="en-IN" dirty="0"/>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en-IN"/>
        </a:p>
      </c:txPr>
    </c:title>
    <c:autoTitleDeleted val="0"/>
    <c:plotArea>
      <c:layout>
        <c:manualLayout>
          <c:layoutTarget val="inner"/>
          <c:xMode val="edge"/>
          <c:yMode val="edge"/>
          <c:x val="0.10433740004287978"/>
          <c:y val="0.10623908142225418"/>
          <c:w val="0.81410759596522886"/>
          <c:h val="0.65324616379302358"/>
        </c:manualLayout>
      </c:layout>
      <c:barChart>
        <c:barDir val="col"/>
        <c:grouping val="clustered"/>
        <c:varyColors val="0"/>
        <c:ser>
          <c:idx val="0"/>
          <c:order val="0"/>
          <c:tx>
            <c:strRef>
              <c:f>Sheet1!$F$1</c:f>
              <c:strCache>
                <c:ptCount val="1"/>
              </c:strCache>
            </c:strRef>
          </c:tx>
          <c:spPr>
            <a:gradFill rotWithShape="1">
              <a:gsLst>
                <a:gs pos="0">
                  <a:schemeClr val="accent1">
                    <a:tint val="100000"/>
                    <a:shade val="100000"/>
                    <a:satMod val="130000"/>
                  </a:schemeClr>
                </a:gs>
                <a:gs pos="100000">
                  <a:schemeClr val="accent1">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cat>
            <c:strRef>
              <c:f>Sheet1!$A$2:$A$38</c:f>
              <c:strCache>
                <c:ptCount val="37"/>
                <c:pt idx="0">
                  <c:v>2012-03</c:v>
                </c:pt>
                <c:pt idx="1">
                  <c:v>2012-04</c:v>
                </c:pt>
                <c:pt idx="2">
                  <c:v>2012-05</c:v>
                </c:pt>
                <c:pt idx="3">
                  <c:v>2012-06</c:v>
                </c:pt>
                <c:pt idx="4">
                  <c:v>2012-07</c:v>
                </c:pt>
                <c:pt idx="5">
                  <c:v>2012-08</c:v>
                </c:pt>
                <c:pt idx="6">
                  <c:v>2012-09</c:v>
                </c:pt>
                <c:pt idx="7">
                  <c:v>2012-10</c:v>
                </c:pt>
                <c:pt idx="8">
                  <c:v>2012-11</c:v>
                </c:pt>
                <c:pt idx="9">
                  <c:v>2012-12</c:v>
                </c:pt>
                <c:pt idx="10">
                  <c:v>2013-01</c:v>
                </c:pt>
                <c:pt idx="11">
                  <c:v>2013-02</c:v>
                </c:pt>
                <c:pt idx="12">
                  <c:v>2013-03</c:v>
                </c:pt>
                <c:pt idx="13">
                  <c:v>2013-04</c:v>
                </c:pt>
                <c:pt idx="14">
                  <c:v>2013-05</c:v>
                </c:pt>
                <c:pt idx="15">
                  <c:v>2013-06</c:v>
                </c:pt>
                <c:pt idx="16">
                  <c:v>2013-07</c:v>
                </c:pt>
                <c:pt idx="17">
                  <c:v>2013-08</c:v>
                </c:pt>
                <c:pt idx="18">
                  <c:v>2013-09</c:v>
                </c:pt>
                <c:pt idx="19">
                  <c:v>2013-10</c:v>
                </c:pt>
                <c:pt idx="20">
                  <c:v>2013-11</c:v>
                </c:pt>
                <c:pt idx="21">
                  <c:v>2013-12</c:v>
                </c:pt>
                <c:pt idx="22">
                  <c:v>2014-01</c:v>
                </c:pt>
                <c:pt idx="23">
                  <c:v>2014-02</c:v>
                </c:pt>
                <c:pt idx="24">
                  <c:v>2014-03</c:v>
                </c:pt>
                <c:pt idx="25">
                  <c:v>2014-04</c:v>
                </c:pt>
                <c:pt idx="26">
                  <c:v>2014-05</c:v>
                </c:pt>
                <c:pt idx="27">
                  <c:v>2014-06</c:v>
                </c:pt>
                <c:pt idx="28">
                  <c:v>2014-07</c:v>
                </c:pt>
                <c:pt idx="29">
                  <c:v>2014-08</c:v>
                </c:pt>
                <c:pt idx="30">
                  <c:v>2014-09</c:v>
                </c:pt>
                <c:pt idx="31">
                  <c:v>2014-10</c:v>
                </c:pt>
                <c:pt idx="32">
                  <c:v>2014-11</c:v>
                </c:pt>
                <c:pt idx="33">
                  <c:v>2014-12</c:v>
                </c:pt>
                <c:pt idx="34">
                  <c:v>2015-01</c:v>
                </c:pt>
                <c:pt idx="35">
                  <c:v>2015-02</c:v>
                </c:pt>
                <c:pt idx="36">
                  <c:v>2015-03</c:v>
                </c:pt>
              </c:strCache>
            </c:strRef>
          </c:cat>
          <c:val>
            <c:numRef>
              <c:f>Sheet1!$F$2:$F$38</c:f>
              <c:numCache>
                <c:formatCode>General</c:formatCode>
                <c:ptCount val="37"/>
              </c:numCache>
            </c:numRef>
          </c:val>
          <c:extLst>
            <c:ext xmlns:c16="http://schemas.microsoft.com/office/drawing/2014/chart" uri="{C3380CC4-5D6E-409C-BE32-E72D297353CC}">
              <c16:uniqueId val="{00000000-7CBE-4B5D-8FEC-C3AE8EC3F93C}"/>
            </c:ext>
          </c:extLst>
        </c:ser>
        <c:ser>
          <c:idx val="2"/>
          <c:order val="2"/>
          <c:tx>
            <c:strRef>
              <c:f>Sheet1!$C$1</c:f>
              <c:strCache>
                <c:ptCount val="1"/>
                <c:pt idx="0">
                  <c:v>Orders_count</c:v>
                </c:pt>
              </c:strCache>
            </c:strRef>
          </c:tx>
          <c:spPr>
            <a:solidFill>
              <a:srgbClr val="33CCCC"/>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cat>
            <c:strRef>
              <c:f>Sheet1!$A$2:$A$38</c:f>
              <c:strCache>
                <c:ptCount val="37"/>
                <c:pt idx="0">
                  <c:v>2012-03</c:v>
                </c:pt>
                <c:pt idx="1">
                  <c:v>2012-04</c:v>
                </c:pt>
                <c:pt idx="2">
                  <c:v>2012-05</c:v>
                </c:pt>
                <c:pt idx="3">
                  <c:v>2012-06</c:v>
                </c:pt>
                <c:pt idx="4">
                  <c:v>2012-07</c:v>
                </c:pt>
                <c:pt idx="5">
                  <c:v>2012-08</c:v>
                </c:pt>
                <c:pt idx="6">
                  <c:v>2012-09</c:v>
                </c:pt>
                <c:pt idx="7">
                  <c:v>2012-10</c:v>
                </c:pt>
                <c:pt idx="8">
                  <c:v>2012-11</c:v>
                </c:pt>
                <c:pt idx="9">
                  <c:v>2012-12</c:v>
                </c:pt>
                <c:pt idx="10">
                  <c:v>2013-01</c:v>
                </c:pt>
                <c:pt idx="11">
                  <c:v>2013-02</c:v>
                </c:pt>
                <c:pt idx="12">
                  <c:v>2013-03</c:v>
                </c:pt>
                <c:pt idx="13">
                  <c:v>2013-04</c:v>
                </c:pt>
                <c:pt idx="14">
                  <c:v>2013-05</c:v>
                </c:pt>
                <c:pt idx="15">
                  <c:v>2013-06</c:v>
                </c:pt>
                <c:pt idx="16">
                  <c:v>2013-07</c:v>
                </c:pt>
                <c:pt idx="17">
                  <c:v>2013-08</c:v>
                </c:pt>
                <c:pt idx="18">
                  <c:v>2013-09</c:v>
                </c:pt>
                <c:pt idx="19">
                  <c:v>2013-10</c:v>
                </c:pt>
                <c:pt idx="20">
                  <c:v>2013-11</c:v>
                </c:pt>
                <c:pt idx="21">
                  <c:v>2013-12</c:v>
                </c:pt>
                <c:pt idx="22">
                  <c:v>2014-01</c:v>
                </c:pt>
                <c:pt idx="23">
                  <c:v>2014-02</c:v>
                </c:pt>
                <c:pt idx="24">
                  <c:v>2014-03</c:v>
                </c:pt>
                <c:pt idx="25">
                  <c:v>2014-04</c:v>
                </c:pt>
                <c:pt idx="26">
                  <c:v>2014-05</c:v>
                </c:pt>
                <c:pt idx="27">
                  <c:v>2014-06</c:v>
                </c:pt>
                <c:pt idx="28">
                  <c:v>2014-07</c:v>
                </c:pt>
                <c:pt idx="29">
                  <c:v>2014-08</c:v>
                </c:pt>
                <c:pt idx="30">
                  <c:v>2014-09</c:v>
                </c:pt>
                <c:pt idx="31">
                  <c:v>2014-10</c:v>
                </c:pt>
                <c:pt idx="32">
                  <c:v>2014-11</c:v>
                </c:pt>
                <c:pt idx="33">
                  <c:v>2014-12</c:v>
                </c:pt>
                <c:pt idx="34">
                  <c:v>2015-01</c:v>
                </c:pt>
                <c:pt idx="35">
                  <c:v>2015-02</c:v>
                </c:pt>
                <c:pt idx="36">
                  <c:v>2015-03</c:v>
                </c:pt>
              </c:strCache>
            </c:strRef>
          </c:cat>
          <c:val>
            <c:numRef>
              <c:f>Sheet1!$C$2:$C$38</c:f>
              <c:numCache>
                <c:formatCode>General</c:formatCode>
                <c:ptCount val="37"/>
                <c:pt idx="0">
                  <c:v>60</c:v>
                </c:pt>
                <c:pt idx="1">
                  <c:v>99</c:v>
                </c:pt>
                <c:pt idx="2">
                  <c:v>108</c:v>
                </c:pt>
                <c:pt idx="3">
                  <c:v>140</c:v>
                </c:pt>
                <c:pt idx="4">
                  <c:v>169</c:v>
                </c:pt>
                <c:pt idx="5">
                  <c:v>228</c:v>
                </c:pt>
                <c:pt idx="6">
                  <c:v>287</c:v>
                </c:pt>
                <c:pt idx="7">
                  <c:v>371</c:v>
                </c:pt>
                <c:pt idx="8">
                  <c:v>618</c:v>
                </c:pt>
                <c:pt idx="9">
                  <c:v>506</c:v>
                </c:pt>
                <c:pt idx="10">
                  <c:v>390</c:v>
                </c:pt>
                <c:pt idx="11">
                  <c:v>498</c:v>
                </c:pt>
                <c:pt idx="12">
                  <c:v>385</c:v>
                </c:pt>
                <c:pt idx="13">
                  <c:v>553</c:v>
                </c:pt>
                <c:pt idx="14">
                  <c:v>571</c:v>
                </c:pt>
                <c:pt idx="15">
                  <c:v>593</c:v>
                </c:pt>
                <c:pt idx="16">
                  <c:v>604</c:v>
                </c:pt>
                <c:pt idx="17">
                  <c:v>608</c:v>
                </c:pt>
                <c:pt idx="18">
                  <c:v>629</c:v>
                </c:pt>
                <c:pt idx="19">
                  <c:v>708</c:v>
                </c:pt>
                <c:pt idx="20">
                  <c:v>861</c:v>
                </c:pt>
                <c:pt idx="21">
                  <c:v>1047</c:v>
                </c:pt>
                <c:pt idx="22">
                  <c:v>982</c:v>
                </c:pt>
                <c:pt idx="23">
                  <c:v>1021</c:v>
                </c:pt>
                <c:pt idx="24">
                  <c:v>1066</c:v>
                </c:pt>
                <c:pt idx="25">
                  <c:v>1241</c:v>
                </c:pt>
                <c:pt idx="26">
                  <c:v>1368</c:v>
                </c:pt>
                <c:pt idx="27">
                  <c:v>1239</c:v>
                </c:pt>
                <c:pt idx="28">
                  <c:v>1286</c:v>
                </c:pt>
                <c:pt idx="29">
                  <c:v>1325</c:v>
                </c:pt>
                <c:pt idx="30">
                  <c:v>1424</c:v>
                </c:pt>
                <c:pt idx="31">
                  <c:v>1609</c:v>
                </c:pt>
                <c:pt idx="32">
                  <c:v>1985</c:v>
                </c:pt>
                <c:pt idx="33">
                  <c:v>2314</c:v>
                </c:pt>
                <c:pt idx="34">
                  <c:v>2098</c:v>
                </c:pt>
                <c:pt idx="35">
                  <c:v>2068</c:v>
                </c:pt>
                <c:pt idx="36">
                  <c:v>1254</c:v>
                </c:pt>
              </c:numCache>
            </c:numRef>
          </c:val>
          <c:extLst>
            <c:ext xmlns:c16="http://schemas.microsoft.com/office/drawing/2014/chart" uri="{C3380CC4-5D6E-409C-BE32-E72D297353CC}">
              <c16:uniqueId val="{00000001-7CBE-4B5D-8FEC-C3AE8EC3F93C}"/>
            </c:ext>
          </c:extLst>
        </c:ser>
        <c:dLbls>
          <c:showLegendKey val="0"/>
          <c:showVal val="0"/>
          <c:showCatName val="0"/>
          <c:showSerName val="0"/>
          <c:showPercent val="0"/>
          <c:showBubbleSize val="0"/>
        </c:dLbls>
        <c:gapWidth val="150"/>
        <c:axId val="2081017375"/>
        <c:axId val="2081013535"/>
      </c:barChart>
      <c:lineChart>
        <c:grouping val="standard"/>
        <c:varyColors val="0"/>
        <c:ser>
          <c:idx val="1"/>
          <c:order val="1"/>
          <c:tx>
            <c:strRef>
              <c:f>Sheet1!$B$1</c:f>
              <c:strCache>
                <c:ptCount val="1"/>
                <c:pt idx="0">
                  <c:v>Sales</c:v>
                </c:pt>
              </c:strCache>
            </c:strRef>
          </c:tx>
          <c:spPr>
            <a:ln w="34925" cap="rnd">
              <a:solidFill>
                <a:srgbClr val="0070C0">
                  <a:alpha val="90000"/>
                </a:srgbClr>
              </a:solidFill>
              <a:round/>
            </a:ln>
            <a:effectLst>
              <a:outerShdw blurRad="40000" dist="23000" dir="5400000" rotWithShape="0">
                <a:srgbClr val="000000">
                  <a:alpha val="35000"/>
                </a:srgbClr>
              </a:outerShdw>
            </a:effectLst>
          </c:spPr>
          <c:marker>
            <c:symbol val="circle"/>
            <c:size val="6"/>
            <c:spPr>
              <a:gradFill rotWithShape="1">
                <a:gsLst>
                  <a:gs pos="0">
                    <a:schemeClr val="accent2">
                      <a:tint val="100000"/>
                      <a:shade val="100000"/>
                      <a:satMod val="130000"/>
                    </a:schemeClr>
                  </a:gs>
                  <a:gs pos="100000">
                    <a:schemeClr val="accent2">
                      <a:tint val="50000"/>
                      <a:shade val="100000"/>
                      <a:satMod val="350000"/>
                    </a:schemeClr>
                  </a:gs>
                </a:gsLst>
                <a:lin ang="16200000" scaled="0"/>
              </a:gradFill>
              <a:ln w="9525">
                <a:solidFill>
                  <a:schemeClr val="accent2"/>
                </a:solidFill>
                <a:roun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marker>
          <c:cat>
            <c:strRef>
              <c:f>Sheet1!$A$2:$A$38</c:f>
              <c:strCache>
                <c:ptCount val="37"/>
                <c:pt idx="0">
                  <c:v>2012-03</c:v>
                </c:pt>
                <c:pt idx="1">
                  <c:v>2012-04</c:v>
                </c:pt>
                <c:pt idx="2">
                  <c:v>2012-05</c:v>
                </c:pt>
                <c:pt idx="3">
                  <c:v>2012-06</c:v>
                </c:pt>
                <c:pt idx="4">
                  <c:v>2012-07</c:v>
                </c:pt>
                <c:pt idx="5">
                  <c:v>2012-08</c:v>
                </c:pt>
                <c:pt idx="6">
                  <c:v>2012-09</c:v>
                </c:pt>
                <c:pt idx="7">
                  <c:v>2012-10</c:v>
                </c:pt>
                <c:pt idx="8">
                  <c:v>2012-11</c:v>
                </c:pt>
                <c:pt idx="9">
                  <c:v>2012-12</c:v>
                </c:pt>
                <c:pt idx="10">
                  <c:v>2013-01</c:v>
                </c:pt>
                <c:pt idx="11">
                  <c:v>2013-02</c:v>
                </c:pt>
                <c:pt idx="12">
                  <c:v>2013-03</c:v>
                </c:pt>
                <c:pt idx="13">
                  <c:v>2013-04</c:v>
                </c:pt>
                <c:pt idx="14">
                  <c:v>2013-05</c:v>
                </c:pt>
                <c:pt idx="15">
                  <c:v>2013-06</c:v>
                </c:pt>
                <c:pt idx="16">
                  <c:v>2013-07</c:v>
                </c:pt>
                <c:pt idx="17">
                  <c:v>2013-08</c:v>
                </c:pt>
                <c:pt idx="18">
                  <c:v>2013-09</c:v>
                </c:pt>
                <c:pt idx="19">
                  <c:v>2013-10</c:v>
                </c:pt>
                <c:pt idx="20">
                  <c:v>2013-11</c:v>
                </c:pt>
                <c:pt idx="21">
                  <c:v>2013-12</c:v>
                </c:pt>
                <c:pt idx="22">
                  <c:v>2014-01</c:v>
                </c:pt>
                <c:pt idx="23">
                  <c:v>2014-02</c:v>
                </c:pt>
                <c:pt idx="24">
                  <c:v>2014-03</c:v>
                </c:pt>
                <c:pt idx="25">
                  <c:v>2014-04</c:v>
                </c:pt>
                <c:pt idx="26">
                  <c:v>2014-05</c:v>
                </c:pt>
                <c:pt idx="27">
                  <c:v>2014-06</c:v>
                </c:pt>
                <c:pt idx="28">
                  <c:v>2014-07</c:v>
                </c:pt>
                <c:pt idx="29">
                  <c:v>2014-08</c:v>
                </c:pt>
                <c:pt idx="30">
                  <c:v>2014-09</c:v>
                </c:pt>
                <c:pt idx="31">
                  <c:v>2014-10</c:v>
                </c:pt>
                <c:pt idx="32">
                  <c:v>2014-11</c:v>
                </c:pt>
                <c:pt idx="33">
                  <c:v>2014-12</c:v>
                </c:pt>
                <c:pt idx="34">
                  <c:v>2015-01</c:v>
                </c:pt>
                <c:pt idx="35">
                  <c:v>2015-02</c:v>
                </c:pt>
                <c:pt idx="36">
                  <c:v>2015-03</c:v>
                </c:pt>
              </c:strCache>
            </c:strRef>
          </c:cat>
          <c:val>
            <c:numRef>
              <c:f>Sheet1!$B$2:$B$38</c:f>
              <c:numCache>
                <c:formatCode>General</c:formatCode>
                <c:ptCount val="37"/>
                <c:pt idx="0">
                  <c:v>2999.4</c:v>
                </c:pt>
                <c:pt idx="1">
                  <c:v>4949.01</c:v>
                </c:pt>
                <c:pt idx="2">
                  <c:v>5398.92</c:v>
                </c:pt>
                <c:pt idx="3">
                  <c:v>6998.6</c:v>
                </c:pt>
                <c:pt idx="4">
                  <c:v>8448.31</c:v>
                </c:pt>
                <c:pt idx="5">
                  <c:v>11397.72</c:v>
                </c:pt>
                <c:pt idx="6">
                  <c:v>14347.13</c:v>
                </c:pt>
                <c:pt idx="7">
                  <c:v>18546.29</c:v>
                </c:pt>
                <c:pt idx="8">
                  <c:v>30893.82</c:v>
                </c:pt>
                <c:pt idx="9">
                  <c:v>25294.94</c:v>
                </c:pt>
                <c:pt idx="10">
                  <c:v>19966.099999999999</c:v>
                </c:pt>
                <c:pt idx="11">
                  <c:v>26515.02</c:v>
                </c:pt>
                <c:pt idx="12">
                  <c:v>19896.150000000001</c:v>
                </c:pt>
                <c:pt idx="13">
                  <c:v>28584.47</c:v>
                </c:pt>
                <c:pt idx="14">
                  <c:v>29364.29</c:v>
                </c:pt>
                <c:pt idx="15">
                  <c:v>30544.07</c:v>
                </c:pt>
                <c:pt idx="16">
                  <c:v>31143.96</c:v>
                </c:pt>
                <c:pt idx="17">
                  <c:v>31373.919999999998</c:v>
                </c:pt>
                <c:pt idx="18">
                  <c:v>32723.65</c:v>
                </c:pt>
                <c:pt idx="19">
                  <c:v>38242.620000000003</c:v>
                </c:pt>
                <c:pt idx="20">
                  <c:v>46631.02</c:v>
                </c:pt>
                <c:pt idx="21">
                  <c:v>58262.6</c:v>
                </c:pt>
                <c:pt idx="22">
                  <c:v>56568.89</c:v>
                </c:pt>
                <c:pt idx="23">
                  <c:v>66012.52</c:v>
                </c:pt>
                <c:pt idx="24">
                  <c:v>68189.73</c:v>
                </c:pt>
                <c:pt idx="25">
                  <c:v>78725.429999999993</c:v>
                </c:pt>
                <c:pt idx="26">
                  <c:v>88935.27</c:v>
                </c:pt>
                <c:pt idx="27">
                  <c:v>80051.25</c:v>
                </c:pt>
                <c:pt idx="28">
                  <c:v>83288.55</c:v>
                </c:pt>
                <c:pt idx="29">
                  <c:v>84716.08</c:v>
                </c:pt>
                <c:pt idx="30">
                  <c:v>92232.49</c:v>
                </c:pt>
                <c:pt idx="31">
                  <c:v>103905.98</c:v>
                </c:pt>
                <c:pt idx="32">
                  <c:v>128162.98</c:v>
                </c:pt>
                <c:pt idx="33">
                  <c:v>144823.01999999999</c:v>
                </c:pt>
                <c:pt idx="34">
                  <c:v>132211.54</c:v>
                </c:pt>
                <c:pt idx="35">
                  <c:v>129212.94</c:v>
                </c:pt>
                <c:pt idx="36">
                  <c:v>78951.070000000007</c:v>
                </c:pt>
              </c:numCache>
            </c:numRef>
          </c:val>
          <c:smooth val="0"/>
          <c:extLst>
            <c:ext xmlns:c16="http://schemas.microsoft.com/office/drawing/2014/chart" uri="{C3380CC4-5D6E-409C-BE32-E72D297353CC}">
              <c16:uniqueId val="{00000002-7CBE-4B5D-8FEC-C3AE8EC3F93C}"/>
            </c:ext>
          </c:extLst>
        </c:ser>
        <c:dLbls>
          <c:showLegendKey val="0"/>
          <c:showVal val="0"/>
          <c:showCatName val="0"/>
          <c:showSerName val="0"/>
          <c:showPercent val="0"/>
          <c:showBubbleSize val="0"/>
        </c:dLbls>
        <c:marker val="1"/>
        <c:smooth val="0"/>
        <c:axId val="2119402079"/>
        <c:axId val="2119401599"/>
      </c:lineChart>
      <c:catAx>
        <c:axId val="2081017375"/>
        <c:scaling>
          <c:orientation val="minMax"/>
        </c:scaling>
        <c:delete val="0"/>
        <c:axPos val="b"/>
        <c:title>
          <c:tx>
            <c:rich>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r>
                  <a:rPr lang="en-US" dirty="0"/>
                  <a:t>Year</a:t>
                </a:r>
                <a:r>
                  <a:rPr lang="en-US" baseline="0" dirty="0"/>
                  <a:t> Month</a:t>
                </a:r>
                <a:endParaRPr lang="en-IN" dirty="0"/>
              </a:p>
            </c:rich>
          </c:tx>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81013535"/>
        <c:crosses val="autoZero"/>
        <c:auto val="1"/>
        <c:lblAlgn val="ctr"/>
        <c:lblOffset val="100"/>
        <c:noMultiLvlLbl val="0"/>
      </c:catAx>
      <c:valAx>
        <c:axId val="208101353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r>
                  <a:rPr lang="en-US" dirty="0"/>
                  <a:t>Revenue</a:t>
                </a:r>
                <a:endParaRPr lang="en-IN" dirty="0"/>
              </a:p>
            </c:rich>
          </c:tx>
          <c:overlay val="0"/>
          <c:spPr>
            <a:noFill/>
            <a:ln>
              <a:noFill/>
            </a:ln>
            <a:effectLst/>
          </c:spPr>
          <c:txPr>
            <a:bodyPr rot="-54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81017375"/>
        <c:crosses val="autoZero"/>
        <c:crossBetween val="between"/>
      </c:valAx>
      <c:valAx>
        <c:axId val="2119401599"/>
        <c:scaling>
          <c:orientation val="minMax"/>
        </c:scaling>
        <c:delete val="0"/>
        <c:axPos val="r"/>
        <c:title>
          <c:tx>
            <c:rich>
              <a:bodyPr rot="-54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r>
                  <a:rPr lang="en-US" dirty="0"/>
                  <a:t>Orders</a:t>
                </a:r>
                <a:r>
                  <a:rPr lang="en-US" baseline="0" dirty="0"/>
                  <a:t> Counts</a:t>
                </a:r>
                <a:endParaRPr lang="en-IN" dirty="0"/>
              </a:p>
            </c:rich>
          </c:tx>
          <c:overlay val="0"/>
          <c:spPr>
            <a:noFill/>
            <a:ln>
              <a:noFill/>
            </a:ln>
            <a:effectLst/>
          </c:spPr>
          <c:txPr>
            <a:bodyPr rot="-54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119402079"/>
        <c:crosses val="max"/>
        <c:crossBetween val="between"/>
      </c:valAx>
      <c:catAx>
        <c:axId val="2119402079"/>
        <c:scaling>
          <c:orientation val="minMax"/>
        </c:scaling>
        <c:delete val="1"/>
        <c:axPos val="b"/>
        <c:numFmt formatCode="General" sourceLinked="1"/>
        <c:majorTickMark val="out"/>
        <c:minorTickMark val="none"/>
        <c:tickLblPos val="nextTo"/>
        <c:crossAx val="2119401599"/>
        <c:crosses val="autoZero"/>
        <c:auto val="1"/>
        <c:lblAlgn val="ctr"/>
        <c:lblOffset val="100"/>
        <c:noMultiLvlLbl val="0"/>
      </c:catAx>
      <c:spPr>
        <a:noFill/>
        <a:ln>
          <a:noFill/>
        </a:ln>
        <a:effectLst/>
      </c:spPr>
    </c:plotArea>
    <c:legend>
      <c:legendPos val="b"/>
      <c:legendEntry>
        <c:idx val="0"/>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rot="60000"/>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[Chart in Microsoft PowerPoint]Sheet1!PivotTable1</c:name>
    <c:fmtId val="-1"/>
  </c:pivotSource>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862" b="0" i="0" u="none" strike="noStrike" baseline="0" dirty="0"/>
              <a:t>Quarterly Revenue, Volume and Profit Trends</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col"/>
        <c:grouping val="clustered"/>
        <c:varyColors val="0"/>
        <c:ser>
          <c:idx val="0"/>
          <c:order val="0"/>
          <c:tx>
            <c:strRef>
              <c:f>Sheet1!$I$2</c:f>
              <c:strCache>
                <c:ptCount val="1"/>
                <c:pt idx="0">
                  <c:v>Sum of Profit</c:v>
                </c:pt>
              </c:strCache>
            </c:strRef>
          </c:tx>
          <c:spPr>
            <a:solidFill>
              <a:srgbClr val="002060"/>
            </a:solidFill>
            <a:ln>
              <a:noFill/>
            </a:ln>
            <a:effectLst/>
          </c:spPr>
          <c:invertIfNegative val="0"/>
          <c:cat>
            <c:multiLvlStrRef>
              <c:f>Sheet1!$H$3:$H$19</c:f>
              <c:multiLvlStrCache>
                <c:ptCount val="13"/>
                <c:lvl>
                  <c:pt idx="0">
                    <c:v>1</c:v>
                  </c:pt>
                  <c:pt idx="1">
                    <c:v>2</c:v>
                  </c:pt>
                  <c:pt idx="2">
                    <c:v>3</c:v>
                  </c:pt>
                  <c:pt idx="3">
                    <c:v>4</c:v>
                  </c:pt>
                  <c:pt idx="4">
                    <c:v>1</c:v>
                  </c:pt>
                  <c:pt idx="5">
                    <c:v>2</c:v>
                  </c:pt>
                  <c:pt idx="6">
                    <c:v>3</c:v>
                  </c:pt>
                  <c:pt idx="7">
                    <c:v>4</c:v>
                  </c:pt>
                  <c:pt idx="8">
                    <c:v>1</c:v>
                  </c:pt>
                  <c:pt idx="9">
                    <c:v>2</c:v>
                  </c:pt>
                  <c:pt idx="10">
                    <c:v>3</c:v>
                  </c:pt>
                  <c:pt idx="11">
                    <c:v>4</c:v>
                  </c:pt>
                  <c:pt idx="12">
                    <c:v>1</c:v>
                  </c:pt>
                </c:lvl>
                <c:lvl>
                  <c:pt idx="0">
                    <c:v>2012</c:v>
                  </c:pt>
                  <c:pt idx="4">
                    <c:v>2013</c:v>
                  </c:pt>
                  <c:pt idx="8">
                    <c:v>2014</c:v>
                  </c:pt>
                  <c:pt idx="12">
                    <c:v>2015</c:v>
                  </c:pt>
                </c:lvl>
              </c:multiLvlStrCache>
            </c:multiLvlStrRef>
          </c:cat>
          <c:val>
            <c:numRef>
              <c:f>Sheet1!$I$3:$I$19</c:f>
              <c:numCache>
                <c:formatCode>General</c:formatCode>
                <c:ptCount val="13"/>
                <c:pt idx="0">
                  <c:v>1799.5</c:v>
                </c:pt>
                <c:pt idx="1">
                  <c:v>10065</c:v>
                </c:pt>
                <c:pt idx="2">
                  <c:v>19123.5</c:v>
                </c:pt>
                <c:pt idx="3">
                  <c:v>42456</c:v>
                </c:pt>
                <c:pt idx="4">
                  <c:v>38720</c:v>
                </c:pt>
                <c:pt idx="5">
                  <c:v>51216</c:v>
                </c:pt>
                <c:pt idx="6">
                  <c:v>55499</c:v>
                </c:pt>
                <c:pt idx="7">
                  <c:v>85700.5</c:v>
                </c:pt>
                <c:pt idx="8">
                  <c:v>115883</c:v>
                </c:pt>
                <c:pt idx="9">
                  <c:v>150545</c:v>
                </c:pt>
                <c:pt idx="10">
                  <c:v>152247.5</c:v>
                </c:pt>
                <c:pt idx="11">
                  <c:v>230741.5</c:v>
                </c:pt>
                <c:pt idx="12">
                  <c:v>208783.5</c:v>
                </c:pt>
              </c:numCache>
            </c:numRef>
          </c:val>
          <c:extLst>
            <c:ext xmlns:c16="http://schemas.microsoft.com/office/drawing/2014/chart" uri="{C3380CC4-5D6E-409C-BE32-E72D297353CC}">
              <c16:uniqueId val="{00000005-4866-40ED-A5C1-B382FDF11333}"/>
            </c:ext>
          </c:extLst>
        </c:ser>
        <c:ser>
          <c:idx val="1"/>
          <c:order val="1"/>
          <c:tx>
            <c:strRef>
              <c:f>Sheet1!$J$2</c:f>
              <c:strCache>
                <c:ptCount val="1"/>
                <c:pt idx="0">
                  <c:v>Sum of Revenue</c:v>
                </c:pt>
              </c:strCache>
            </c:strRef>
          </c:tx>
          <c:spPr>
            <a:solidFill>
              <a:srgbClr val="0070C0"/>
            </a:solidFill>
            <a:ln>
              <a:noFill/>
            </a:ln>
            <a:effectLst/>
          </c:spPr>
          <c:invertIfNegative val="0"/>
          <c:cat>
            <c:multiLvlStrRef>
              <c:f>Sheet1!$H$3:$H$19</c:f>
              <c:multiLvlStrCache>
                <c:ptCount val="13"/>
                <c:lvl>
                  <c:pt idx="0">
                    <c:v>1</c:v>
                  </c:pt>
                  <c:pt idx="1">
                    <c:v>2</c:v>
                  </c:pt>
                  <c:pt idx="2">
                    <c:v>3</c:v>
                  </c:pt>
                  <c:pt idx="3">
                    <c:v>4</c:v>
                  </c:pt>
                  <c:pt idx="4">
                    <c:v>1</c:v>
                  </c:pt>
                  <c:pt idx="5">
                    <c:v>2</c:v>
                  </c:pt>
                  <c:pt idx="6">
                    <c:v>3</c:v>
                  </c:pt>
                  <c:pt idx="7">
                    <c:v>4</c:v>
                  </c:pt>
                  <c:pt idx="8">
                    <c:v>1</c:v>
                  </c:pt>
                  <c:pt idx="9">
                    <c:v>2</c:v>
                  </c:pt>
                  <c:pt idx="10">
                    <c:v>3</c:v>
                  </c:pt>
                  <c:pt idx="11">
                    <c:v>4</c:v>
                  </c:pt>
                  <c:pt idx="12">
                    <c:v>1</c:v>
                  </c:pt>
                </c:lvl>
                <c:lvl>
                  <c:pt idx="0">
                    <c:v>2012</c:v>
                  </c:pt>
                  <c:pt idx="4">
                    <c:v>2013</c:v>
                  </c:pt>
                  <c:pt idx="8">
                    <c:v>2014</c:v>
                  </c:pt>
                  <c:pt idx="12">
                    <c:v>2015</c:v>
                  </c:pt>
                </c:lvl>
              </c:multiLvlStrCache>
            </c:multiLvlStrRef>
          </c:cat>
          <c:val>
            <c:numRef>
              <c:f>Sheet1!$J$3:$J$19</c:f>
              <c:numCache>
                <c:formatCode>General</c:formatCode>
                <c:ptCount val="13"/>
                <c:pt idx="0">
                  <c:v>2999.4</c:v>
                </c:pt>
                <c:pt idx="1">
                  <c:v>17346.53</c:v>
                </c:pt>
                <c:pt idx="2">
                  <c:v>34193.160000000003</c:v>
                </c:pt>
                <c:pt idx="3">
                  <c:v>74735.05</c:v>
                </c:pt>
                <c:pt idx="4">
                  <c:v>66377.27</c:v>
                </c:pt>
                <c:pt idx="5">
                  <c:v>88492.83</c:v>
                </c:pt>
                <c:pt idx="6">
                  <c:v>95241.53</c:v>
                </c:pt>
                <c:pt idx="7">
                  <c:v>143136.24</c:v>
                </c:pt>
                <c:pt idx="8">
                  <c:v>190771.14</c:v>
                </c:pt>
                <c:pt idx="9">
                  <c:v>247711.95</c:v>
                </c:pt>
                <c:pt idx="10">
                  <c:v>260237.12</c:v>
                </c:pt>
                <c:pt idx="11">
                  <c:v>376891.98</c:v>
                </c:pt>
                <c:pt idx="12">
                  <c:v>340375.55</c:v>
                </c:pt>
              </c:numCache>
            </c:numRef>
          </c:val>
          <c:extLst>
            <c:ext xmlns:c16="http://schemas.microsoft.com/office/drawing/2014/chart" uri="{C3380CC4-5D6E-409C-BE32-E72D297353CC}">
              <c16:uniqueId val="{00000006-4866-40ED-A5C1-B382FDF11333}"/>
            </c:ext>
          </c:extLst>
        </c:ser>
        <c:dLbls>
          <c:showLegendKey val="0"/>
          <c:showVal val="0"/>
          <c:showCatName val="0"/>
          <c:showSerName val="0"/>
          <c:showPercent val="0"/>
          <c:showBubbleSize val="0"/>
        </c:dLbls>
        <c:gapWidth val="219"/>
        <c:axId val="2030436431"/>
        <c:axId val="2030442671"/>
      </c:barChart>
      <c:lineChart>
        <c:grouping val="standard"/>
        <c:varyColors val="0"/>
        <c:ser>
          <c:idx val="2"/>
          <c:order val="2"/>
          <c:tx>
            <c:strRef>
              <c:f>Sheet1!$K$2</c:f>
              <c:strCache>
                <c:ptCount val="1"/>
                <c:pt idx="0">
                  <c:v>Sum of Sales_Volume</c:v>
                </c:pt>
              </c:strCache>
            </c:strRef>
          </c:tx>
          <c:spPr>
            <a:ln w="28575" cap="rnd">
              <a:solidFill>
                <a:schemeClr val="accent3"/>
              </a:solidFill>
              <a:round/>
            </a:ln>
            <a:effectLst/>
          </c:spPr>
          <c:marker>
            <c:symbol val="none"/>
          </c:marker>
          <c:cat>
            <c:multiLvlStrRef>
              <c:f>Sheet1!$H$3:$H$19</c:f>
              <c:multiLvlStrCache>
                <c:ptCount val="13"/>
                <c:lvl>
                  <c:pt idx="0">
                    <c:v>1</c:v>
                  </c:pt>
                  <c:pt idx="1">
                    <c:v>2</c:v>
                  </c:pt>
                  <c:pt idx="2">
                    <c:v>3</c:v>
                  </c:pt>
                  <c:pt idx="3">
                    <c:v>4</c:v>
                  </c:pt>
                  <c:pt idx="4">
                    <c:v>1</c:v>
                  </c:pt>
                  <c:pt idx="5">
                    <c:v>2</c:v>
                  </c:pt>
                  <c:pt idx="6">
                    <c:v>3</c:v>
                  </c:pt>
                  <c:pt idx="7">
                    <c:v>4</c:v>
                  </c:pt>
                  <c:pt idx="8">
                    <c:v>1</c:v>
                  </c:pt>
                  <c:pt idx="9">
                    <c:v>2</c:v>
                  </c:pt>
                  <c:pt idx="10">
                    <c:v>3</c:v>
                  </c:pt>
                  <c:pt idx="11">
                    <c:v>4</c:v>
                  </c:pt>
                  <c:pt idx="12">
                    <c:v>1</c:v>
                  </c:pt>
                </c:lvl>
                <c:lvl>
                  <c:pt idx="0">
                    <c:v>2012</c:v>
                  </c:pt>
                  <c:pt idx="4">
                    <c:v>2013</c:v>
                  </c:pt>
                  <c:pt idx="8">
                    <c:v>2014</c:v>
                  </c:pt>
                  <c:pt idx="12">
                    <c:v>2015</c:v>
                  </c:pt>
                </c:lvl>
              </c:multiLvlStrCache>
            </c:multiLvlStrRef>
          </c:cat>
          <c:val>
            <c:numRef>
              <c:f>Sheet1!$K$3:$K$19</c:f>
              <c:numCache>
                <c:formatCode>General</c:formatCode>
                <c:ptCount val="13"/>
                <c:pt idx="0">
                  <c:v>60</c:v>
                </c:pt>
                <c:pt idx="1">
                  <c:v>347</c:v>
                </c:pt>
                <c:pt idx="2">
                  <c:v>684</c:v>
                </c:pt>
                <c:pt idx="3">
                  <c:v>1495</c:v>
                </c:pt>
                <c:pt idx="4">
                  <c:v>1273</c:v>
                </c:pt>
                <c:pt idx="5">
                  <c:v>1717</c:v>
                </c:pt>
                <c:pt idx="6">
                  <c:v>1841</c:v>
                </c:pt>
                <c:pt idx="7">
                  <c:v>2616</c:v>
                </c:pt>
                <c:pt idx="8">
                  <c:v>3069</c:v>
                </c:pt>
                <c:pt idx="9">
                  <c:v>3848</c:v>
                </c:pt>
                <c:pt idx="10">
                  <c:v>4035</c:v>
                </c:pt>
                <c:pt idx="11">
                  <c:v>5908</c:v>
                </c:pt>
                <c:pt idx="12">
                  <c:v>5420</c:v>
                </c:pt>
              </c:numCache>
            </c:numRef>
          </c:val>
          <c:smooth val="0"/>
          <c:extLst>
            <c:ext xmlns:c16="http://schemas.microsoft.com/office/drawing/2014/chart" uri="{C3380CC4-5D6E-409C-BE32-E72D297353CC}">
              <c16:uniqueId val="{00000007-4866-40ED-A5C1-B382FDF11333}"/>
            </c:ext>
          </c:extLst>
        </c:ser>
        <c:dLbls>
          <c:showLegendKey val="0"/>
          <c:showVal val="0"/>
          <c:showCatName val="0"/>
          <c:showSerName val="0"/>
          <c:showPercent val="0"/>
          <c:showBubbleSize val="0"/>
        </c:dLbls>
        <c:marker val="1"/>
        <c:smooth val="0"/>
        <c:axId val="2088541135"/>
        <c:axId val="2088528175"/>
      </c:lineChart>
      <c:catAx>
        <c:axId val="2030436431"/>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Year / Quarter</a:t>
                </a:r>
                <a:endParaRPr lang="en-IN" dirty="0"/>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alpha val="97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30442671"/>
        <c:crosses val="autoZero"/>
        <c:auto val="1"/>
        <c:lblAlgn val="ctr"/>
        <c:lblOffset val="100"/>
        <c:noMultiLvlLbl val="0"/>
      </c:catAx>
      <c:valAx>
        <c:axId val="203044267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Profit / Revenue</a:t>
                </a:r>
                <a:endParaRPr lang="en-IN" dirty="0"/>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30436431"/>
        <c:crosses val="autoZero"/>
        <c:crossBetween val="between"/>
      </c:valAx>
      <c:valAx>
        <c:axId val="2088528175"/>
        <c:scaling>
          <c:orientation val="minMax"/>
        </c:scaling>
        <c:delete val="0"/>
        <c:axPos val="r"/>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Sales</a:t>
                </a:r>
                <a:r>
                  <a:rPr lang="en-US" baseline="0" dirty="0"/>
                  <a:t> Volume</a:t>
                </a:r>
                <a:endParaRPr lang="en-IN" dirty="0"/>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88541135"/>
        <c:crosses val="max"/>
        <c:crossBetween val="between"/>
      </c:valAx>
      <c:catAx>
        <c:axId val="2088541135"/>
        <c:scaling>
          <c:orientation val="minMax"/>
        </c:scaling>
        <c:delete val="1"/>
        <c:axPos val="b"/>
        <c:numFmt formatCode="General" sourceLinked="1"/>
        <c:majorTickMark val="out"/>
        <c:minorTickMark val="none"/>
        <c:tickLblPos val="nextTo"/>
        <c:crossAx val="2088528175"/>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bg2"/>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[Chart in Microsoft PowerPoint]Sheet1!PivotTable1</c:name>
    <c:fmtId val="-1"/>
  </c:pivotSource>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862" b="0" i="0" u="none" strike="noStrike" baseline="0" dirty="0"/>
              <a:t>Year-Over-Year (YoY) % change profit  per quarter</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areaChart>
        <c:grouping val="stacked"/>
        <c:varyColors val="0"/>
        <c:ser>
          <c:idx val="0"/>
          <c:order val="0"/>
          <c:tx>
            <c:strRef>
              <c:f>Sheet1!$P$8:$P$9</c:f>
              <c:strCache>
                <c:ptCount val="1"/>
                <c:pt idx="0">
                  <c:v>1</c:v>
                </c:pt>
              </c:strCache>
            </c:strRef>
          </c:tx>
          <c:spPr>
            <a:solidFill>
              <a:srgbClr val="33CCCC"/>
            </a:solidFill>
            <a:ln>
              <a:noFill/>
            </a:ln>
            <a:effectLst/>
          </c:spPr>
          <c:dLbls>
            <c:dLbl>
              <c:idx val="1"/>
              <c:layout>
                <c:manualLayout>
                  <c:x val="0"/>
                  <c:y val="-0.1821794481909519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EA2C-4A22-8DFB-491AC10B82ED}"/>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Sheet1!$O$10:$O$13</c:f>
              <c:strCache>
                <c:ptCount val="4"/>
                <c:pt idx="0">
                  <c:v>2012</c:v>
                </c:pt>
                <c:pt idx="1">
                  <c:v>2013</c:v>
                </c:pt>
                <c:pt idx="2">
                  <c:v>2014</c:v>
                </c:pt>
                <c:pt idx="3">
                  <c:v>2015</c:v>
                </c:pt>
              </c:strCache>
            </c:strRef>
          </c:cat>
          <c:val>
            <c:numRef>
              <c:f>Sheet1!$P$10:$P$13</c:f>
              <c:numCache>
                <c:formatCode>General</c:formatCode>
                <c:ptCount val="4"/>
                <c:pt idx="0">
                  <c:v>0</c:v>
                </c:pt>
                <c:pt idx="1">
                  <c:v>2051.7088079999999</c:v>
                </c:pt>
                <c:pt idx="2">
                  <c:v>199.28460699999999</c:v>
                </c:pt>
                <c:pt idx="3">
                  <c:v>80.167496999999997</c:v>
                </c:pt>
              </c:numCache>
            </c:numRef>
          </c:val>
          <c:extLst>
            <c:ext xmlns:c16="http://schemas.microsoft.com/office/drawing/2014/chart" uri="{C3380CC4-5D6E-409C-BE32-E72D297353CC}">
              <c16:uniqueId val="{00000009-EA2C-4A22-8DFB-491AC10B82ED}"/>
            </c:ext>
          </c:extLst>
        </c:ser>
        <c:ser>
          <c:idx val="1"/>
          <c:order val="1"/>
          <c:tx>
            <c:strRef>
              <c:f>Sheet1!$Q$8:$Q$9</c:f>
              <c:strCache>
                <c:ptCount val="1"/>
                <c:pt idx="0">
                  <c:v>2</c:v>
                </c:pt>
              </c:strCache>
            </c:strRef>
          </c:tx>
          <c:spPr>
            <a:solidFill>
              <a:srgbClr val="009999"/>
            </a:solidFill>
            <a:ln w="25400">
              <a:noFill/>
            </a:ln>
            <a:effectLst/>
          </c:spPr>
          <c:cat>
            <c:strRef>
              <c:f>Sheet1!$O$10:$O$13</c:f>
              <c:strCache>
                <c:ptCount val="4"/>
                <c:pt idx="0">
                  <c:v>2012</c:v>
                </c:pt>
                <c:pt idx="1">
                  <c:v>2013</c:v>
                </c:pt>
                <c:pt idx="2">
                  <c:v>2014</c:v>
                </c:pt>
                <c:pt idx="3">
                  <c:v>2015</c:v>
                </c:pt>
              </c:strCache>
            </c:strRef>
          </c:cat>
          <c:val>
            <c:numRef>
              <c:f>Sheet1!$Q$10:$Q$13</c:f>
              <c:numCache>
                <c:formatCode>General</c:formatCode>
                <c:ptCount val="4"/>
                <c:pt idx="0">
                  <c:v>0</c:v>
                </c:pt>
                <c:pt idx="1">
                  <c:v>408.85245900000001</c:v>
                </c:pt>
                <c:pt idx="2">
                  <c:v>193.94134600000001</c:v>
                </c:pt>
              </c:numCache>
            </c:numRef>
          </c:val>
          <c:extLst>
            <c:ext xmlns:c16="http://schemas.microsoft.com/office/drawing/2014/chart" uri="{C3380CC4-5D6E-409C-BE32-E72D297353CC}">
              <c16:uniqueId val="{0000000A-EA2C-4A22-8DFB-491AC10B82ED}"/>
            </c:ext>
          </c:extLst>
        </c:ser>
        <c:ser>
          <c:idx val="2"/>
          <c:order val="2"/>
          <c:tx>
            <c:strRef>
              <c:f>Sheet1!$R$8:$R$9</c:f>
              <c:strCache>
                <c:ptCount val="1"/>
                <c:pt idx="0">
                  <c:v>3</c:v>
                </c:pt>
              </c:strCache>
            </c:strRef>
          </c:tx>
          <c:spPr>
            <a:solidFill>
              <a:srgbClr val="006666"/>
            </a:solidFill>
            <a:ln w="25400">
              <a:noFill/>
            </a:ln>
            <a:effectLst/>
          </c:spPr>
          <c:cat>
            <c:strRef>
              <c:f>Sheet1!$O$10:$O$13</c:f>
              <c:strCache>
                <c:ptCount val="4"/>
                <c:pt idx="0">
                  <c:v>2012</c:v>
                </c:pt>
                <c:pt idx="1">
                  <c:v>2013</c:v>
                </c:pt>
                <c:pt idx="2">
                  <c:v>2014</c:v>
                </c:pt>
                <c:pt idx="3">
                  <c:v>2015</c:v>
                </c:pt>
              </c:strCache>
            </c:strRef>
          </c:cat>
          <c:val>
            <c:numRef>
              <c:f>Sheet1!$R$10:$R$13</c:f>
              <c:numCache>
                <c:formatCode>General</c:formatCode>
                <c:ptCount val="4"/>
                <c:pt idx="0">
                  <c:v>0</c:v>
                </c:pt>
                <c:pt idx="1">
                  <c:v>190.21361200000001</c:v>
                </c:pt>
                <c:pt idx="2">
                  <c:v>174.32476299999999</c:v>
                </c:pt>
              </c:numCache>
            </c:numRef>
          </c:val>
          <c:extLst>
            <c:ext xmlns:c16="http://schemas.microsoft.com/office/drawing/2014/chart" uri="{C3380CC4-5D6E-409C-BE32-E72D297353CC}">
              <c16:uniqueId val="{0000000B-EA2C-4A22-8DFB-491AC10B82ED}"/>
            </c:ext>
          </c:extLst>
        </c:ser>
        <c:ser>
          <c:idx val="3"/>
          <c:order val="3"/>
          <c:tx>
            <c:strRef>
              <c:f>Sheet1!$S$8:$S$9</c:f>
              <c:strCache>
                <c:ptCount val="1"/>
                <c:pt idx="0">
                  <c:v>4</c:v>
                </c:pt>
              </c:strCache>
            </c:strRef>
          </c:tx>
          <c:spPr>
            <a:solidFill>
              <a:srgbClr val="002060"/>
            </a:solidFill>
            <a:ln w="25400">
              <a:noFill/>
            </a:ln>
            <a:effectLst/>
          </c:spPr>
          <c:cat>
            <c:strRef>
              <c:f>Sheet1!$O$10:$O$13</c:f>
              <c:strCache>
                <c:ptCount val="4"/>
                <c:pt idx="0">
                  <c:v>2012</c:v>
                </c:pt>
                <c:pt idx="1">
                  <c:v>2013</c:v>
                </c:pt>
                <c:pt idx="2">
                  <c:v>2014</c:v>
                </c:pt>
                <c:pt idx="3">
                  <c:v>2015</c:v>
                </c:pt>
              </c:strCache>
            </c:strRef>
          </c:cat>
          <c:val>
            <c:numRef>
              <c:f>Sheet1!$S$10:$S$13</c:f>
              <c:numCache>
                <c:formatCode>General</c:formatCode>
                <c:ptCount val="4"/>
                <c:pt idx="0">
                  <c:v>0</c:v>
                </c:pt>
                <c:pt idx="1">
                  <c:v>101.85721700000001</c:v>
                </c:pt>
                <c:pt idx="2">
                  <c:v>169.24171999999999</c:v>
                </c:pt>
              </c:numCache>
            </c:numRef>
          </c:val>
          <c:extLst>
            <c:ext xmlns:c16="http://schemas.microsoft.com/office/drawing/2014/chart" uri="{C3380CC4-5D6E-409C-BE32-E72D297353CC}">
              <c16:uniqueId val="{0000000C-EA2C-4A22-8DFB-491AC10B82ED}"/>
            </c:ext>
          </c:extLst>
        </c:ser>
        <c:dLbls>
          <c:showLegendKey val="0"/>
          <c:showVal val="0"/>
          <c:showCatName val="0"/>
          <c:showSerName val="0"/>
          <c:showPercent val="0"/>
          <c:showBubbleSize val="0"/>
        </c:dLbls>
        <c:axId val="1854091488"/>
        <c:axId val="1854086208"/>
      </c:areaChart>
      <c:catAx>
        <c:axId val="18540914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854086208"/>
        <c:crosses val="autoZero"/>
        <c:auto val="1"/>
        <c:lblAlgn val="ctr"/>
        <c:lblOffset val="100"/>
        <c:noMultiLvlLbl val="0"/>
      </c:catAx>
      <c:valAx>
        <c:axId val="18540862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854091488"/>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bg2"/>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[Chart in Microsoft PowerPoint]Sheet1!PivotTable2</c:name>
    <c:fmtId val="-1"/>
  </c:pivotSource>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862" b="0" i="0" u="none" strike="noStrike" baseline="0" dirty="0"/>
              <a:t>Monthly One-Time vs Repeat Customers</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col"/>
        <c:grouping val="clustered"/>
        <c:varyColors val="0"/>
        <c:ser>
          <c:idx val="0"/>
          <c:order val="0"/>
          <c:tx>
            <c:strRef>
              <c:f>Sheet1!$N$6:$N$7</c:f>
              <c:strCache>
                <c:ptCount val="1"/>
                <c:pt idx="0">
                  <c:v>One_Time_Customer</c:v>
                </c:pt>
              </c:strCache>
            </c:strRef>
          </c:tx>
          <c:spPr>
            <a:solidFill>
              <a:srgbClr val="006666"/>
            </a:solidFill>
            <a:ln>
              <a:noFill/>
            </a:ln>
            <a:effectLst/>
          </c:spPr>
          <c:invertIfNegative val="0"/>
          <c:cat>
            <c:strRef>
              <c:f>Sheet1!$M$8:$M$19</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Sheet1!$N$8:$N$19</c:f>
              <c:numCache>
                <c:formatCode>General</c:formatCode>
                <c:ptCount val="12"/>
                <c:pt idx="0">
                  <c:v>3315</c:v>
                </c:pt>
                <c:pt idx="1">
                  <c:v>3434</c:v>
                </c:pt>
                <c:pt idx="2">
                  <c:v>2676</c:v>
                </c:pt>
                <c:pt idx="3">
                  <c:v>1822</c:v>
                </c:pt>
                <c:pt idx="4">
                  <c:v>1969</c:v>
                </c:pt>
                <c:pt idx="5">
                  <c:v>1911</c:v>
                </c:pt>
                <c:pt idx="6">
                  <c:v>1980</c:v>
                </c:pt>
                <c:pt idx="7">
                  <c:v>2090</c:v>
                </c:pt>
                <c:pt idx="8">
                  <c:v>2237</c:v>
                </c:pt>
                <c:pt idx="9">
                  <c:v>2592</c:v>
                </c:pt>
                <c:pt idx="10">
                  <c:v>3353</c:v>
                </c:pt>
                <c:pt idx="11">
                  <c:v>3726</c:v>
                </c:pt>
              </c:numCache>
            </c:numRef>
          </c:val>
          <c:extLst>
            <c:ext xmlns:c16="http://schemas.microsoft.com/office/drawing/2014/chart" uri="{C3380CC4-5D6E-409C-BE32-E72D297353CC}">
              <c16:uniqueId val="{00000003-931E-4F1E-8651-C52395F8613D}"/>
            </c:ext>
          </c:extLst>
        </c:ser>
        <c:dLbls>
          <c:showLegendKey val="0"/>
          <c:showVal val="0"/>
          <c:showCatName val="0"/>
          <c:showSerName val="0"/>
          <c:showPercent val="0"/>
          <c:showBubbleSize val="0"/>
        </c:dLbls>
        <c:gapWidth val="219"/>
        <c:axId val="1245920623"/>
        <c:axId val="1245921103"/>
      </c:barChart>
      <c:lineChart>
        <c:grouping val="standard"/>
        <c:varyColors val="0"/>
        <c:ser>
          <c:idx val="1"/>
          <c:order val="1"/>
          <c:tx>
            <c:strRef>
              <c:f>Sheet1!$O$6:$O$7</c:f>
              <c:strCache>
                <c:ptCount val="1"/>
                <c:pt idx="0">
                  <c:v>Repeat_Customer</c:v>
                </c:pt>
              </c:strCache>
            </c:strRef>
          </c:tx>
          <c:spPr>
            <a:ln w="28575" cap="rnd">
              <a:solidFill>
                <a:srgbClr val="33CCCC"/>
              </a:solidFill>
              <a:round/>
            </a:ln>
            <a:effectLst/>
          </c:spPr>
          <c:marker>
            <c:symbol val="circle"/>
            <c:size val="5"/>
            <c:spPr>
              <a:solidFill>
                <a:schemeClr val="accent3">
                  <a:lumMod val="20000"/>
                  <a:lumOff val="80000"/>
                </a:schemeClr>
              </a:solidFill>
              <a:ln w="9525">
                <a:solidFill>
                  <a:schemeClr val="accent2"/>
                </a:solidFill>
              </a:ln>
              <a:effectLst/>
            </c:spPr>
          </c:marker>
          <c:cat>
            <c:strRef>
              <c:f>Sheet1!$M$8:$M$19</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Sheet1!$O$8:$O$19</c:f>
              <c:numCache>
                <c:formatCode>General</c:formatCode>
                <c:ptCount val="12"/>
                <c:pt idx="0">
                  <c:v>155</c:v>
                </c:pt>
                <c:pt idx="1">
                  <c:v>153</c:v>
                </c:pt>
                <c:pt idx="2">
                  <c:v>89</c:v>
                </c:pt>
                <c:pt idx="3">
                  <c:v>71</c:v>
                </c:pt>
                <c:pt idx="4">
                  <c:v>78</c:v>
                </c:pt>
                <c:pt idx="5">
                  <c:v>61</c:v>
                </c:pt>
                <c:pt idx="6">
                  <c:v>79</c:v>
                </c:pt>
                <c:pt idx="7">
                  <c:v>71</c:v>
                </c:pt>
                <c:pt idx="8">
                  <c:v>103</c:v>
                </c:pt>
                <c:pt idx="9">
                  <c:v>96</c:v>
                </c:pt>
                <c:pt idx="10">
                  <c:v>111</c:v>
                </c:pt>
                <c:pt idx="11">
                  <c:v>141</c:v>
                </c:pt>
              </c:numCache>
            </c:numRef>
          </c:val>
          <c:smooth val="0"/>
          <c:extLst>
            <c:ext xmlns:c16="http://schemas.microsoft.com/office/drawing/2014/chart" uri="{C3380CC4-5D6E-409C-BE32-E72D297353CC}">
              <c16:uniqueId val="{00000004-931E-4F1E-8651-C52395F8613D}"/>
            </c:ext>
          </c:extLst>
        </c:ser>
        <c:dLbls>
          <c:showLegendKey val="0"/>
          <c:showVal val="0"/>
          <c:showCatName val="0"/>
          <c:showSerName val="0"/>
          <c:showPercent val="0"/>
          <c:showBubbleSize val="0"/>
        </c:dLbls>
        <c:marker val="1"/>
        <c:smooth val="0"/>
        <c:axId val="1905356816"/>
        <c:axId val="1905356336"/>
      </c:lineChart>
      <c:catAx>
        <c:axId val="1245920623"/>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Months</a:t>
                </a:r>
                <a:r>
                  <a:rPr lang="en-US" baseline="0" dirty="0"/>
                  <a:t> </a:t>
                </a:r>
                <a:endParaRPr lang="en-IN" dirty="0"/>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45921103"/>
        <c:crosses val="autoZero"/>
        <c:auto val="1"/>
        <c:lblAlgn val="ctr"/>
        <c:lblOffset val="100"/>
        <c:noMultiLvlLbl val="0"/>
      </c:catAx>
      <c:valAx>
        <c:axId val="124592110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One-Time</a:t>
                </a:r>
                <a:r>
                  <a:rPr lang="en-US" baseline="0" dirty="0"/>
                  <a:t> Customer</a:t>
                </a:r>
                <a:endParaRPr lang="en-IN" dirty="0"/>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45920623"/>
        <c:crosses val="autoZero"/>
        <c:crossBetween val="between"/>
      </c:valAx>
      <c:valAx>
        <c:axId val="1905356336"/>
        <c:scaling>
          <c:orientation val="minMax"/>
        </c:scaling>
        <c:delete val="0"/>
        <c:axPos val="r"/>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Repeat</a:t>
                </a:r>
                <a:r>
                  <a:rPr lang="en-US" baseline="0" dirty="0"/>
                  <a:t> Customer </a:t>
                </a:r>
                <a:endParaRPr lang="en-IN" dirty="0"/>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05356816"/>
        <c:crosses val="max"/>
        <c:crossBetween val="between"/>
      </c:valAx>
      <c:catAx>
        <c:axId val="1905356816"/>
        <c:scaling>
          <c:orientation val="minMax"/>
        </c:scaling>
        <c:delete val="1"/>
        <c:axPos val="b"/>
        <c:numFmt formatCode="General" sourceLinked="1"/>
        <c:majorTickMark val="out"/>
        <c:minorTickMark val="none"/>
        <c:tickLblPos val="nextTo"/>
        <c:crossAx val="1905356336"/>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bg2"/>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862" b="0" i="0" u="none" strike="noStrike" baseline="0" dirty="0"/>
              <a:t>Overall One-Time vs Repeat Customers</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doughnutChart>
        <c:varyColors val="1"/>
        <c:ser>
          <c:idx val="0"/>
          <c:order val="0"/>
          <c:tx>
            <c:strRef>
              <c:f>Sheet1!$D$7</c:f>
              <c:strCache>
                <c:ptCount val="1"/>
                <c:pt idx="0">
                  <c:v>user_id</c:v>
                </c:pt>
              </c:strCache>
            </c:strRef>
          </c:tx>
          <c:spPr>
            <a:solidFill>
              <a:srgbClr val="006666"/>
            </a:solidFill>
          </c:spPr>
          <c:dPt>
            <c:idx val="0"/>
            <c:bubble3D val="0"/>
            <c:spPr>
              <a:solidFill>
                <a:srgbClr val="006666"/>
              </a:solidFill>
              <a:ln>
                <a:noFill/>
              </a:ln>
              <a:effectLst/>
            </c:spPr>
            <c:extLst>
              <c:ext xmlns:c16="http://schemas.microsoft.com/office/drawing/2014/chart" uri="{C3380CC4-5D6E-409C-BE32-E72D297353CC}">
                <c16:uniqueId val="{00000003-C436-4B98-B685-8484572AD61B}"/>
              </c:ext>
            </c:extLst>
          </c:dPt>
          <c:dPt>
            <c:idx val="1"/>
            <c:bubble3D val="0"/>
            <c:spPr>
              <a:solidFill>
                <a:srgbClr val="33CCCC"/>
              </a:solidFill>
              <a:ln>
                <a:noFill/>
              </a:ln>
              <a:effectLst/>
            </c:spPr>
            <c:extLst>
              <c:ext xmlns:c16="http://schemas.microsoft.com/office/drawing/2014/chart" uri="{C3380CC4-5D6E-409C-BE32-E72D297353CC}">
                <c16:uniqueId val="{00000002-C436-4B98-B685-8484572AD61B}"/>
              </c:ext>
            </c:extLst>
          </c:dPt>
          <c:dLbls>
            <c:dLbl>
              <c:idx val="0"/>
              <c:layout>
                <c:manualLayout>
                  <c:x val="0.29596881667713926"/>
                  <c:y val="8.5316134612886868E-2"/>
                </c:manualLayout>
              </c:layout>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noAutofit/>
                </a:bodyPr>
                <a:lstStyle/>
                <a:p>
                  <a:pPr>
                    <a:defRPr sz="1197"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layout>
                    <c:manualLayout>
                      <c:w val="0.33035129957364989"/>
                      <c:h val="9.1594404046379738E-2"/>
                    </c:manualLayout>
                  </c15:layout>
                </c:ext>
                <c:ext xmlns:c16="http://schemas.microsoft.com/office/drawing/2014/chart" uri="{C3380CC4-5D6E-409C-BE32-E72D297353CC}">
                  <c16:uniqueId val="{00000003-C436-4B98-B685-8484572AD61B}"/>
                </c:ext>
              </c:extLst>
            </c:dLbl>
            <c:dLbl>
              <c:idx val="1"/>
              <c:layout>
                <c:manualLayout>
                  <c:x val="0.33007231532566256"/>
                  <c:y val="-9.2087256407560547E-2"/>
                </c:manualLayout>
              </c:layout>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noAutofit/>
                </a:bodyPr>
                <a:lstStyle/>
                <a:p>
                  <a:pPr>
                    <a:defRPr sz="1197"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layout>
                    <c:manualLayout>
                      <c:w val="0.30594588415277402"/>
                      <c:h val="9.9719750199987994E-2"/>
                    </c:manualLayout>
                  </c15:layout>
                </c:ext>
                <c:ext xmlns:c16="http://schemas.microsoft.com/office/drawing/2014/chart" uri="{C3380CC4-5D6E-409C-BE32-E72D297353CC}">
                  <c16:uniqueId val="{00000002-C436-4B98-B685-8484572AD61B}"/>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s>
          <c:cat>
            <c:strRef>
              <c:f>Sheet1!$C$8:$C$9</c:f>
              <c:strCache>
                <c:ptCount val="2"/>
                <c:pt idx="0">
                  <c:v>One_Time_Customer</c:v>
                </c:pt>
                <c:pt idx="1">
                  <c:v>Repeat_Customer</c:v>
                </c:pt>
              </c:strCache>
            </c:strRef>
          </c:cat>
          <c:val>
            <c:numRef>
              <c:f>Sheet1!$D$8:$D$9</c:f>
              <c:numCache>
                <c:formatCode>General</c:formatCode>
                <c:ptCount val="2"/>
                <c:pt idx="0">
                  <c:v>31105</c:v>
                </c:pt>
                <c:pt idx="1">
                  <c:v>591</c:v>
                </c:pt>
              </c:numCache>
            </c:numRef>
          </c:val>
          <c:extLst>
            <c:ext xmlns:c16="http://schemas.microsoft.com/office/drawing/2014/chart" uri="{C3380CC4-5D6E-409C-BE32-E72D297353CC}">
              <c16:uniqueId val="{00000000-C436-4B98-B685-8484572AD61B}"/>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bg2"/>
      </a:solidFill>
    </a:ln>
    <a:effectLst/>
  </c:spPr>
  <c:txPr>
    <a:bodyPr/>
    <a:lstStyle/>
    <a:p>
      <a:pPr>
        <a:defRPr/>
      </a:pPr>
      <a:endParaRPr lang="en-US"/>
    </a:p>
  </c:txPr>
  <c:externalData r:id="rId3">
    <c:autoUpdate val="0"/>
  </c:externalData>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[Chart in Microsoft PowerPoint]Sheet1!PivotTable5</c:name>
    <c:fmtId val="-1"/>
  </c:pivotSource>
  <c:chart>
    <c:title>
      <c:tx>
        <c:rich>
          <a:bodyPr rot="0" spcFirstLastPara="1" vertOverflow="ellipsis" vert="horz" wrap="square" anchor="ctr" anchorCtr="1"/>
          <a:lstStyle/>
          <a:p>
            <a:pPr>
              <a:defRPr lang="en-US" sz="1862" b="0" i="0" u="none" strike="noStrike" kern="1200" spc="0" baseline="0" dirty="0" smtClean="0">
                <a:solidFill>
                  <a:prstClr val="black">
                    <a:lumMod val="65000"/>
                    <a:lumOff val="35000"/>
                  </a:prstClr>
                </a:solidFill>
                <a:latin typeface="+mn-lt"/>
                <a:ea typeface="+mn-ea"/>
                <a:cs typeface="+mn-cs"/>
              </a:defRPr>
            </a:pPr>
            <a:r>
              <a:rPr lang="en-US" sz="1862" b="0" i="0" u="none" strike="noStrike" kern="1200" spc="0" baseline="0" dirty="0">
                <a:solidFill>
                  <a:prstClr val="black">
                    <a:lumMod val="65000"/>
                    <a:lumOff val="35000"/>
                  </a:prstClr>
                </a:solidFill>
                <a:latin typeface="+mn-lt"/>
                <a:ea typeface="+mn-ea"/>
                <a:cs typeface="+mn-cs"/>
              </a:rPr>
              <a:t>New vs Existing Customer</a:t>
            </a:r>
          </a:p>
        </c:rich>
      </c:tx>
      <c:overlay val="0"/>
      <c:spPr>
        <a:noFill/>
        <a:ln>
          <a:noFill/>
        </a:ln>
        <a:effectLst/>
      </c:spPr>
      <c:txPr>
        <a:bodyPr rot="0" spcFirstLastPara="1" vertOverflow="ellipsis" vert="horz" wrap="square" anchor="ctr" anchorCtr="1"/>
        <a:lstStyle/>
        <a:p>
          <a:pPr>
            <a:defRPr lang="en-US" sz="1862" b="0" i="0" u="none" strike="noStrike" kern="1200" spc="0" baseline="0" dirty="0" smtClean="0">
              <a:solidFill>
                <a:prstClr val="black">
                  <a:lumMod val="65000"/>
                  <a:lumOff val="35000"/>
                </a:prstClr>
              </a:solidFill>
              <a:latin typeface="+mn-lt"/>
              <a:ea typeface="+mn-ea"/>
              <a:cs typeface="+mn-cs"/>
            </a:defRPr>
          </a:pPr>
          <a:endParaRPr lang="en-IN"/>
        </a:p>
      </c:txPr>
    </c:title>
    <c:autoTitleDeleted val="0"/>
    <c:plotArea>
      <c:layout/>
      <c:barChart>
        <c:barDir val="col"/>
        <c:grouping val="clustered"/>
        <c:varyColors val="0"/>
        <c:ser>
          <c:idx val="1"/>
          <c:order val="1"/>
          <c:tx>
            <c:strRef>
              <c:f>Sheet1!$I$10:$I$11</c:f>
              <c:strCache>
                <c:ptCount val="1"/>
                <c:pt idx="0">
                  <c:v>New_Customer</c:v>
                </c:pt>
              </c:strCache>
            </c:strRef>
          </c:tx>
          <c:spPr>
            <a:solidFill>
              <a:srgbClr val="33CCCC"/>
            </a:solidFill>
            <a:ln>
              <a:noFill/>
            </a:ln>
            <a:effectLst/>
          </c:spPr>
          <c:invertIfNegative val="0"/>
          <c:cat>
            <c:strRef>
              <c:f>Sheet1!$G$12:$G$23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Sheet1!$I$12:$I$23</c:f>
              <c:numCache>
                <c:formatCode>General</c:formatCode>
                <c:ptCount val="12"/>
                <c:pt idx="0">
                  <c:v>3396</c:v>
                </c:pt>
                <c:pt idx="1">
                  <c:v>3513</c:v>
                </c:pt>
                <c:pt idx="2">
                  <c:v>2715</c:v>
                </c:pt>
                <c:pt idx="3">
                  <c:v>1854</c:v>
                </c:pt>
                <c:pt idx="4">
                  <c:v>2012</c:v>
                </c:pt>
                <c:pt idx="5">
                  <c:v>1942</c:v>
                </c:pt>
                <c:pt idx="6">
                  <c:v>2019</c:v>
                </c:pt>
                <c:pt idx="7">
                  <c:v>2121</c:v>
                </c:pt>
                <c:pt idx="8">
                  <c:v>2281</c:v>
                </c:pt>
                <c:pt idx="9">
                  <c:v>2634</c:v>
                </c:pt>
                <c:pt idx="10">
                  <c:v>3398</c:v>
                </c:pt>
                <c:pt idx="11">
                  <c:v>3794</c:v>
                </c:pt>
              </c:numCache>
            </c:numRef>
          </c:val>
          <c:extLst>
            <c:ext xmlns:c16="http://schemas.microsoft.com/office/drawing/2014/chart" uri="{C3380CC4-5D6E-409C-BE32-E72D297353CC}">
              <c16:uniqueId val="{00000003-2292-4DF6-8A02-E85C005D4CAA}"/>
            </c:ext>
          </c:extLst>
        </c:ser>
        <c:dLbls>
          <c:showLegendKey val="0"/>
          <c:showVal val="0"/>
          <c:showCatName val="0"/>
          <c:showSerName val="0"/>
          <c:showPercent val="0"/>
          <c:showBubbleSize val="0"/>
        </c:dLbls>
        <c:gapWidth val="219"/>
        <c:axId val="1245920623"/>
        <c:axId val="1245921103"/>
      </c:barChart>
      <c:lineChart>
        <c:grouping val="stacked"/>
        <c:varyColors val="0"/>
        <c:ser>
          <c:idx val="0"/>
          <c:order val="0"/>
          <c:tx>
            <c:strRef>
              <c:f>Sheet1!$H$10:$H$11</c:f>
              <c:strCache>
                <c:ptCount val="1"/>
                <c:pt idx="0">
                  <c:v>Existing_Customer</c:v>
                </c:pt>
              </c:strCache>
            </c:strRef>
          </c:tx>
          <c:spPr>
            <a:ln w="28575" cap="rnd">
              <a:solidFill>
                <a:srgbClr val="006666"/>
              </a:solidFill>
              <a:round/>
            </a:ln>
            <a:effectLst/>
          </c:spPr>
          <c:marker>
            <c:symbol val="circle"/>
            <c:size val="5"/>
            <c:spPr>
              <a:solidFill>
                <a:schemeClr val="accent1"/>
              </a:solidFill>
              <a:ln w="9525">
                <a:solidFill>
                  <a:schemeClr val="accent1"/>
                </a:solidFill>
              </a:ln>
              <a:effectLst/>
            </c:spPr>
          </c:marker>
          <c:cat>
            <c:strRef>
              <c:f>Sheet1!$G$12:$G$23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Sheet1!$H$12:$H$23</c:f>
              <c:numCache>
                <c:formatCode>General</c:formatCode>
                <c:ptCount val="12"/>
                <c:pt idx="0">
                  <c:v>74</c:v>
                </c:pt>
                <c:pt idx="1">
                  <c:v>74</c:v>
                </c:pt>
                <c:pt idx="2">
                  <c:v>50</c:v>
                </c:pt>
                <c:pt idx="3">
                  <c:v>39</c:v>
                </c:pt>
                <c:pt idx="4">
                  <c:v>35</c:v>
                </c:pt>
                <c:pt idx="5">
                  <c:v>30</c:v>
                </c:pt>
                <c:pt idx="6">
                  <c:v>40</c:v>
                </c:pt>
                <c:pt idx="7">
                  <c:v>40</c:v>
                </c:pt>
                <c:pt idx="8">
                  <c:v>59</c:v>
                </c:pt>
                <c:pt idx="9">
                  <c:v>54</c:v>
                </c:pt>
                <c:pt idx="10">
                  <c:v>66</c:v>
                </c:pt>
                <c:pt idx="11">
                  <c:v>73</c:v>
                </c:pt>
              </c:numCache>
            </c:numRef>
          </c:val>
          <c:smooth val="0"/>
          <c:extLst>
            <c:ext xmlns:c16="http://schemas.microsoft.com/office/drawing/2014/chart" uri="{C3380CC4-5D6E-409C-BE32-E72D297353CC}">
              <c16:uniqueId val="{00000002-2292-4DF6-8A02-E85C005D4CAA}"/>
            </c:ext>
          </c:extLst>
        </c:ser>
        <c:dLbls>
          <c:showLegendKey val="0"/>
          <c:showVal val="0"/>
          <c:showCatName val="0"/>
          <c:showSerName val="0"/>
          <c:showPercent val="0"/>
          <c:showBubbleSize val="0"/>
        </c:dLbls>
        <c:marker val="1"/>
        <c:smooth val="0"/>
        <c:axId val="1846124288"/>
        <c:axId val="1846121408"/>
      </c:lineChart>
      <c:catAx>
        <c:axId val="1245920623"/>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Months</a:t>
                </a:r>
                <a:endParaRPr lang="en-IN" dirty="0"/>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45921103"/>
        <c:crosses val="autoZero"/>
        <c:auto val="1"/>
        <c:lblAlgn val="ctr"/>
        <c:lblOffset val="100"/>
        <c:noMultiLvlLbl val="0"/>
      </c:catAx>
      <c:valAx>
        <c:axId val="124592110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New</a:t>
                </a:r>
                <a:r>
                  <a:rPr lang="en-US" baseline="0" dirty="0"/>
                  <a:t> Customer</a:t>
                </a:r>
                <a:endParaRPr lang="en-IN" dirty="0"/>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45920623"/>
        <c:crosses val="autoZero"/>
        <c:crossBetween val="between"/>
      </c:valAx>
      <c:valAx>
        <c:axId val="1846121408"/>
        <c:scaling>
          <c:orientation val="minMax"/>
        </c:scaling>
        <c:delete val="0"/>
        <c:axPos val="r"/>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Existing</a:t>
                </a:r>
                <a:r>
                  <a:rPr lang="en-US" baseline="0" dirty="0"/>
                  <a:t> Customer</a:t>
                </a:r>
                <a:endParaRPr lang="en-IN" dirty="0"/>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846124288"/>
        <c:crosses val="max"/>
        <c:crossBetween val="between"/>
      </c:valAx>
      <c:catAx>
        <c:axId val="1846124288"/>
        <c:scaling>
          <c:orientation val="minMax"/>
        </c:scaling>
        <c:delete val="1"/>
        <c:axPos val="b"/>
        <c:numFmt formatCode="General" sourceLinked="1"/>
        <c:majorTickMark val="out"/>
        <c:minorTickMark val="none"/>
        <c:tickLblPos val="nextTo"/>
        <c:crossAx val="1846121408"/>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bg2"/>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62" b="0" i="0" u="none" strike="noStrike" kern="1200" spc="0" baseline="0">
                <a:solidFill>
                  <a:prstClr val="black">
                    <a:lumMod val="65000"/>
                    <a:lumOff val="35000"/>
                  </a:prstClr>
                </a:solidFill>
                <a:latin typeface="+mn-lt"/>
                <a:ea typeface="+mn-ea"/>
                <a:cs typeface="+mn-cs"/>
              </a:defRPr>
            </a:pPr>
            <a:r>
              <a:rPr lang="en-US" sz="1862" b="0" i="0" u="none" strike="noStrike" baseline="0" dirty="0"/>
              <a:t>Overall </a:t>
            </a:r>
            <a:r>
              <a:rPr lang="en-US" sz="1862" b="0" i="0" u="none" strike="noStrike" kern="1200" spc="0" baseline="0" dirty="0">
                <a:solidFill>
                  <a:prstClr val="black">
                    <a:lumMod val="65000"/>
                    <a:lumOff val="35000"/>
                  </a:prstClr>
                </a:solidFill>
                <a:latin typeface="+mn-lt"/>
                <a:ea typeface="+mn-ea"/>
                <a:cs typeface="+mn-cs"/>
              </a:rPr>
              <a:t>New vs Existing Customer</a:t>
            </a:r>
            <a:endParaRPr lang="en-IN" sz="1862" b="0" i="0" u="none" strike="noStrike" kern="1200" spc="0" baseline="0" dirty="0">
              <a:solidFill>
                <a:prstClr val="black">
                  <a:lumMod val="65000"/>
                  <a:lumOff val="35000"/>
                </a:prstClr>
              </a:solidFill>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solidFill>
                  <a:prstClr val="black">
                    <a:lumMod val="65000"/>
                    <a:lumOff val="35000"/>
                  </a:prstClr>
                </a:solidFill>
              </a:defRPr>
            </a:pPr>
            <a:endParaRPr lang="en-IN" dirty="0"/>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62" b="0" i="0" u="none" strike="noStrike" kern="1200" spc="0" baseline="0">
              <a:solidFill>
                <a:prstClr val="black">
                  <a:lumMod val="65000"/>
                  <a:lumOff val="35000"/>
                </a:prstClr>
              </a:solidFill>
              <a:latin typeface="+mn-lt"/>
              <a:ea typeface="+mn-ea"/>
              <a:cs typeface="+mn-cs"/>
            </a:defRPr>
          </a:pPr>
          <a:endParaRPr lang="en-IN"/>
        </a:p>
      </c:txPr>
    </c:title>
    <c:autoTitleDeleted val="0"/>
    <c:plotArea>
      <c:layout>
        <c:manualLayout>
          <c:layoutTarget val="inner"/>
          <c:xMode val="edge"/>
          <c:yMode val="edge"/>
          <c:x val="0.20812493430587492"/>
          <c:y val="0.21689214679962665"/>
          <c:w val="0.56913457916247567"/>
          <c:h val="0.63279918601519158"/>
        </c:manualLayout>
      </c:layout>
      <c:doughnutChart>
        <c:varyColors val="1"/>
        <c:ser>
          <c:idx val="0"/>
          <c:order val="0"/>
          <c:tx>
            <c:strRef>
              <c:f>Sheet1!$D$7</c:f>
              <c:strCache>
                <c:ptCount val="1"/>
                <c:pt idx="0">
                  <c:v>user_id</c:v>
                </c:pt>
              </c:strCache>
            </c:strRef>
          </c:tx>
          <c:spPr>
            <a:solidFill>
              <a:srgbClr val="006666"/>
            </a:solidFill>
          </c:spPr>
          <c:dPt>
            <c:idx val="0"/>
            <c:bubble3D val="0"/>
            <c:spPr>
              <a:solidFill>
                <a:srgbClr val="006666"/>
              </a:solidFill>
              <a:ln>
                <a:noFill/>
              </a:ln>
              <a:effectLst/>
            </c:spPr>
            <c:extLst>
              <c:ext xmlns:c16="http://schemas.microsoft.com/office/drawing/2014/chart" uri="{C3380CC4-5D6E-409C-BE32-E72D297353CC}">
                <c16:uniqueId val="{00000001-368E-4B6B-A43C-7DC8D10814F8}"/>
              </c:ext>
            </c:extLst>
          </c:dPt>
          <c:dPt>
            <c:idx val="1"/>
            <c:bubble3D val="0"/>
            <c:spPr>
              <a:solidFill>
                <a:srgbClr val="33CCCC"/>
              </a:solidFill>
              <a:ln>
                <a:noFill/>
              </a:ln>
              <a:effectLst/>
            </c:spPr>
            <c:extLst>
              <c:ext xmlns:c16="http://schemas.microsoft.com/office/drawing/2014/chart" uri="{C3380CC4-5D6E-409C-BE32-E72D297353CC}">
                <c16:uniqueId val="{00000003-368E-4B6B-A43C-7DC8D10814F8}"/>
              </c:ext>
            </c:extLst>
          </c:dPt>
          <c:dLbls>
            <c:dLbl>
              <c:idx val="0"/>
              <c:layout>
                <c:manualLayout>
                  <c:x val="0.29109680609549404"/>
                  <c:y val="-3.6564057691237301E-2"/>
                </c:manualLayout>
              </c:layout>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noAutofit/>
                </a:bodyPr>
                <a:lstStyle/>
                <a:p>
                  <a:pPr>
                    <a:defRPr sz="1197"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layout>
                    <c:manualLayout>
                      <c:w val="0.33035129957364989"/>
                      <c:h val="9.1594404046379738E-2"/>
                    </c:manualLayout>
                  </c15:layout>
                </c:ext>
                <c:ext xmlns:c16="http://schemas.microsoft.com/office/drawing/2014/chart" uri="{C3380CC4-5D6E-409C-BE32-E72D297353CC}">
                  <c16:uniqueId val="{00000001-368E-4B6B-A43C-7DC8D10814F8}"/>
                </c:ext>
              </c:extLst>
            </c:dLbl>
            <c:dLbl>
              <c:idx val="1"/>
              <c:layout>
                <c:manualLayout>
                  <c:x val="0.2594296484012063"/>
                  <c:y val="8.3962016885791635E-2"/>
                </c:manualLayout>
              </c:layout>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noAutofit/>
                </a:bodyPr>
                <a:lstStyle/>
                <a:p>
                  <a:pPr>
                    <a:defRPr sz="1197"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layout>
                    <c:manualLayout>
                      <c:w val="0.30594588415277402"/>
                      <c:h val="9.9719750199987994E-2"/>
                    </c:manualLayout>
                  </c15:layout>
                </c:ext>
                <c:ext xmlns:c16="http://schemas.microsoft.com/office/drawing/2014/chart" uri="{C3380CC4-5D6E-409C-BE32-E72D297353CC}">
                  <c16:uniqueId val="{00000003-368E-4B6B-A43C-7DC8D10814F8}"/>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s>
          <c:cat>
            <c:strRef>
              <c:f>Sheet1!$C$8:$C$9</c:f>
              <c:strCache>
                <c:ptCount val="2"/>
                <c:pt idx="0">
                  <c:v>Existing_Customer</c:v>
                </c:pt>
                <c:pt idx="1">
                  <c:v>New_Customer</c:v>
                </c:pt>
              </c:strCache>
            </c:strRef>
          </c:cat>
          <c:val>
            <c:numRef>
              <c:f>Sheet1!$D$8:$D$9</c:f>
              <c:numCache>
                <c:formatCode>General</c:formatCode>
                <c:ptCount val="2"/>
                <c:pt idx="0">
                  <c:v>306</c:v>
                </c:pt>
                <c:pt idx="1">
                  <c:v>31390</c:v>
                </c:pt>
              </c:numCache>
            </c:numRef>
          </c:val>
          <c:extLst>
            <c:ext xmlns:c16="http://schemas.microsoft.com/office/drawing/2014/chart" uri="{C3380CC4-5D6E-409C-BE32-E72D297353CC}">
              <c16:uniqueId val="{00000004-368E-4B6B-A43C-7DC8D10814F8}"/>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bg2"/>
      </a:solidFill>
    </a:ln>
    <a:effectLst/>
  </c:spPr>
  <c:txPr>
    <a:bodyPr/>
    <a:lstStyle/>
    <a:p>
      <a:pPr>
        <a:defRPr/>
      </a:pPr>
      <a:endParaRPr lang="en-US"/>
    </a:p>
  </c:txPr>
  <c:externalData r:id="rId3">
    <c:autoUpdate val="0"/>
  </c:externalData>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Monthly</a:t>
            </a:r>
            <a:r>
              <a:rPr lang="en-US" baseline="0" dirty="0"/>
              <a:t> </a:t>
            </a:r>
            <a:r>
              <a:rPr lang="en-US" dirty="0"/>
              <a:t>Conversion</a:t>
            </a:r>
            <a:r>
              <a:rPr lang="en-US" baseline="0" dirty="0"/>
              <a:t> </a:t>
            </a:r>
            <a:r>
              <a:rPr lang="en-US" dirty="0"/>
              <a:t>Rates &amp; Session Counts</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col"/>
        <c:grouping val="clustered"/>
        <c:varyColors val="0"/>
        <c:ser>
          <c:idx val="0"/>
          <c:order val="0"/>
          <c:tx>
            <c:strRef>
              <c:f>Sheet1!$G$5</c:f>
              <c:strCache>
                <c:ptCount val="1"/>
                <c:pt idx="0">
                  <c:v>session_months</c:v>
                </c:pt>
              </c:strCache>
            </c:strRef>
          </c:tx>
          <c:spPr>
            <a:solidFill>
              <a:schemeClr val="accent1"/>
            </a:solidFill>
            <a:ln>
              <a:noFill/>
            </a:ln>
            <a:effectLst/>
          </c:spPr>
          <c:invertIfNegative val="0"/>
          <c:val>
            <c:numRef>
              <c:f>Sheet1!$G$6:$G$17</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val>
          <c:extLst>
            <c:ext xmlns:c16="http://schemas.microsoft.com/office/drawing/2014/chart" uri="{C3380CC4-5D6E-409C-BE32-E72D297353CC}">
              <c16:uniqueId val="{00000000-5D45-44EE-8C9A-15D54BF1504D}"/>
            </c:ext>
          </c:extLst>
        </c:ser>
        <c:dLbls>
          <c:showLegendKey val="0"/>
          <c:showVal val="0"/>
          <c:showCatName val="0"/>
          <c:showSerName val="0"/>
          <c:showPercent val="0"/>
          <c:showBubbleSize val="0"/>
        </c:dLbls>
        <c:gapWidth val="219"/>
        <c:axId val="2032494815"/>
        <c:axId val="2032484255"/>
      </c:barChart>
      <c:lineChart>
        <c:grouping val="standard"/>
        <c:varyColors val="0"/>
        <c:ser>
          <c:idx val="2"/>
          <c:order val="2"/>
          <c:tx>
            <c:strRef>
              <c:f>Sheet1!$I$5</c:f>
              <c:strCache>
                <c:ptCount val="1"/>
                <c:pt idx="0">
                  <c:v>session_counts</c:v>
                </c:pt>
              </c:strCache>
            </c:strRef>
          </c:tx>
          <c:spPr>
            <a:ln w="28575" cap="rnd">
              <a:solidFill>
                <a:srgbClr val="002060"/>
              </a:solidFill>
              <a:round/>
            </a:ln>
            <a:effectLst/>
          </c:spPr>
          <c:marker>
            <c:symbol val="circle"/>
            <c:size val="5"/>
            <c:spPr>
              <a:solidFill>
                <a:schemeClr val="accent6">
                  <a:lumMod val="40000"/>
                  <a:lumOff val="60000"/>
                </a:schemeClr>
              </a:solidFill>
              <a:ln w="9525">
                <a:solidFill>
                  <a:schemeClr val="tx1"/>
                </a:solidFill>
              </a:ln>
              <a:effectLst/>
            </c:spPr>
          </c:marker>
          <c:val>
            <c:numRef>
              <c:f>Sheet1!$I$6:$I$17</c:f>
              <c:numCache>
                <c:formatCode>General</c:formatCode>
                <c:ptCount val="12"/>
                <c:pt idx="0">
                  <c:v>46563</c:v>
                </c:pt>
                <c:pt idx="1">
                  <c:v>47231</c:v>
                </c:pt>
                <c:pt idx="2">
                  <c:v>38895</c:v>
                </c:pt>
                <c:pt idx="3">
                  <c:v>29058</c:v>
                </c:pt>
                <c:pt idx="4">
                  <c:v>30246</c:v>
                </c:pt>
                <c:pt idx="5">
                  <c:v>30003</c:v>
                </c:pt>
                <c:pt idx="6">
                  <c:v>32190</c:v>
                </c:pt>
                <c:pt idx="7">
                  <c:v>33867</c:v>
                </c:pt>
                <c:pt idx="8">
                  <c:v>35639</c:v>
                </c:pt>
                <c:pt idx="9">
                  <c:v>40482</c:v>
                </c:pt>
                <c:pt idx="10">
                  <c:v>53168</c:v>
                </c:pt>
                <c:pt idx="11">
                  <c:v>55529</c:v>
                </c:pt>
              </c:numCache>
            </c:numRef>
          </c:val>
          <c:smooth val="0"/>
          <c:extLst>
            <c:ext xmlns:c16="http://schemas.microsoft.com/office/drawing/2014/chart" uri="{C3380CC4-5D6E-409C-BE32-E72D297353CC}">
              <c16:uniqueId val="{00000002-5D45-44EE-8C9A-15D54BF1504D}"/>
            </c:ext>
          </c:extLst>
        </c:ser>
        <c:dLbls>
          <c:showLegendKey val="0"/>
          <c:showVal val="0"/>
          <c:showCatName val="0"/>
          <c:showSerName val="0"/>
          <c:showPercent val="0"/>
          <c:showBubbleSize val="0"/>
        </c:dLbls>
        <c:marker val="1"/>
        <c:smooth val="0"/>
        <c:axId val="2032494815"/>
        <c:axId val="2032484255"/>
      </c:lineChart>
      <c:lineChart>
        <c:grouping val="standard"/>
        <c:varyColors val="0"/>
        <c:ser>
          <c:idx val="1"/>
          <c:order val="1"/>
          <c:tx>
            <c:strRef>
              <c:f>Sheet1!$H$5</c:f>
              <c:strCache>
                <c:ptCount val="1"/>
                <c:pt idx="0">
                  <c:v>conversion_rate</c:v>
                </c:pt>
              </c:strCache>
            </c:strRef>
          </c:tx>
          <c:spPr>
            <a:ln w="28575" cap="rnd">
              <a:solidFill>
                <a:srgbClr val="00B0F0"/>
              </a:solidFill>
              <a:round/>
            </a:ln>
            <a:effectLst/>
          </c:spPr>
          <c:marker>
            <c:symbol val="circle"/>
            <c:size val="5"/>
            <c:spPr>
              <a:solidFill>
                <a:schemeClr val="accent6">
                  <a:lumMod val="40000"/>
                  <a:lumOff val="60000"/>
                </a:schemeClr>
              </a:solidFill>
              <a:ln w="9525">
                <a:solidFill>
                  <a:srgbClr val="00B0F0"/>
                </a:solidFill>
              </a:ln>
              <a:effectLst/>
            </c:spPr>
          </c:marker>
          <c:val>
            <c:numRef>
              <c:f>Sheet1!$H$6:$H$17</c:f>
              <c:numCache>
                <c:formatCode>General</c:formatCode>
                <c:ptCount val="12"/>
                <c:pt idx="0">
                  <c:v>7.4587118527586205E-2</c:v>
                </c:pt>
                <c:pt idx="1">
                  <c:v>7.5903537930596399E-2</c:v>
                </c:pt>
                <c:pt idx="2">
                  <c:v>7.10631186527831E-2</c:v>
                </c:pt>
                <c:pt idx="3">
                  <c:v>6.5145570927111193E-2</c:v>
                </c:pt>
                <c:pt idx="4">
                  <c:v>6.7678370693645407E-2</c:v>
                </c:pt>
                <c:pt idx="5">
                  <c:v>6.5760090657600898E-2</c:v>
                </c:pt>
                <c:pt idx="6">
                  <c:v>6.3963963963963893E-2</c:v>
                </c:pt>
                <c:pt idx="7">
                  <c:v>6.3778899813978204E-2</c:v>
                </c:pt>
                <c:pt idx="8">
                  <c:v>6.5658407923903594E-2</c:v>
                </c:pt>
                <c:pt idx="9">
                  <c:v>6.63998814287831E-2</c:v>
                </c:pt>
                <c:pt idx="10">
                  <c:v>6.5151971110442297E-2</c:v>
                </c:pt>
                <c:pt idx="11">
                  <c:v>6.9639287579462902E-2</c:v>
                </c:pt>
              </c:numCache>
            </c:numRef>
          </c:val>
          <c:smooth val="0"/>
          <c:extLst>
            <c:ext xmlns:c16="http://schemas.microsoft.com/office/drawing/2014/chart" uri="{C3380CC4-5D6E-409C-BE32-E72D297353CC}">
              <c16:uniqueId val="{00000001-5D45-44EE-8C9A-15D54BF1504D}"/>
            </c:ext>
          </c:extLst>
        </c:ser>
        <c:dLbls>
          <c:showLegendKey val="0"/>
          <c:showVal val="0"/>
          <c:showCatName val="0"/>
          <c:showSerName val="0"/>
          <c:showPercent val="0"/>
          <c:showBubbleSize val="0"/>
        </c:dLbls>
        <c:marker val="1"/>
        <c:smooth val="0"/>
        <c:axId val="2032501055"/>
        <c:axId val="2032502015"/>
      </c:lineChart>
      <c:catAx>
        <c:axId val="2032494815"/>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Months</a:t>
                </a:r>
                <a:r>
                  <a:rPr lang="en-US" baseline="0" dirty="0"/>
                  <a:t> </a:t>
                </a:r>
                <a:endParaRPr lang="en-IN" dirty="0"/>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32484255"/>
        <c:crosses val="autoZero"/>
        <c:auto val="1"/>
        <c:lblAlgn val="ctr"/>
        <c:lblOffset val="100"/>
        <c:noMultiLvlLbl val="0"/>
      </c:catAx>
      <c:valAx>
        <c:axId val="203248425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Session</a:t>
                </a:r>
                <a:r>
                  <a:rPr lang="en-US" baseline="0" dirty="0"/>
                  <a:t> Counts</a:t>
                </a:r>
                <a:endParaRPr lang="en-IN" dirty="0"/>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32494815"/>
        <c:crosses val="autoZero"/>
        <c:crossBetween val="between"/>
      </c:valAx>
      <c:valAx>
        <c:axId val="2032502015"/>
        <c:scaling>
          <c:orientation val="minMax"/>
        </c:scaling>
        <c:delete val="0"/>
        <c:axPos val="r"/>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Conversion</a:t>
                </a:r>
                <a:r>
                  <a:rPr lang="en-US" baseline="0" dirty="0"/>
                  <a:t> Rates</a:t>
                </a:r>
                <a:endParaRPr lang="en-IN" dirty="0"/>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32501055"/>
        <c:crosses val="max"/>
        <c:crossBetween val="between"/>
      </c:valAx>
      <c:catAx>
        <c:axId val="2032501055"/>
        <c:scaling>
          <c:orientation val="minMax"/>
        </c:scaling>
        <c:delete val="1"/>
        <c:axPos val="b"/>
        <c:majorTickMark val="out"/>
        <c:minorTickMark val="none"/>
        <c:tickLblPos val="nextTo"/>
        <c:crossAx val="2032502015"/>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bg2"/>
      </a:solid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Total</a:t>
            </a:r>
            <a:r>
              <a:rPr lang="en-US" baseline="0" dirty="0"/>
              <a:t> </a:t>
            </a:r>
            <a:r>
              <a:rPr lang="en-US" dirty="0"/>
              <a:t>Orders</a:t>
            </a:r>
            <a:r>
              <a:rPr lang="en-US" baseline="0" dirty="0"/>
              <a:t> By Time Buckets</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Sheet1!$H$3</c:f>
              <c:strCache>
                <c:ptCount val="1"/>
                <c:pt idx="0">
                  <c:v>Total_Orders</c:v>
                </c:pt>
              </c:strCache>
            </c:strRef>
          </c:tx>
          <c:spPr>
            <a:solidFill>
              <a:srgbClr val="0070C0"/>
            </a:solidFill>
          </c:spPr>
          <c:dPt>
            <c:idx val="0"/>
            <c:bubble3D val="0"/>
            <c:spPr>
              <a:solidFill>
                <a:srgbClr val="00B0F0"/>
              </a:solidFill>
              <a:ln w="19050">
                <a:solidFill>
                  <a:schemeClr val="lt1"/>
                </a:solidFill>
              </a:ln>
              <a:effectLst/>
            </c:spPr>
            <c:extLst>
              <c:ext xmlns:c16="http://schemas.microsoft.com/office/drawing/2014/chart" uri="{C3380CC4-5D6E-409C-BE32-E72D297353CC}">
                <c16:uniqueId val="{00000001-87D3-47D8-AED3-EC4578D21A73}"/>
              </c:ext>
            </c:extLst>
          </c:dPt>
          <c:dPt>
            <c:idx val="1"/>
            <c:bubble3D val="0"/>
            <c:spPr>
              <a:solidFill>
                <a:srgbClr val="002060"/>
              </a:solidFill>
              <a:ln w="19050">
                <a:solidFill>
                  <a:schemeClr val="lt1"/>
                </a:solidFill>
              </a:ln>
              <a:effectLst/>
            </c:spPr>
            <c:extLst>
              <c:ext xmlns:c16="http://schemas.microsoft.com/office/drawing/2014/chart" uri="{C3380CC4-5D6E-409C-BE32-E72D297353CC}">
                <c16:uniqueId val="{00000002-87D3-47D8-AED3-EC4578D21A73}"/>
              </c:ext>
            </c:extLst>
          </c:dPt>
          <c:dPt>
            <c:idx val="2"/>
            <c:bubble3D val="0"/>
            <c:spPr>
              <a:solidFill>
                <a:srgbClr val="33CCCC"/>
              </a:solidFill>
              <a:ln w="19050">
                <a:solidFill>
                  <a:schemeClr val="lt1"/>
                </a:solidFill>
              </a:ln>
              <a:effectLst/>
            </c:spPr>
            <c:extLst>
              <c:ext xmlns:c16="http://schemas.microsoft.com/office/drawing/2014/chart" uri="{C3380CC4-5D6E-409C-BE32-E72D297353CC}">
                <c16:uniqueId val="{00000003-87D3-47D8-AED3-EC4578D21A73}"/>
              </c:ext>
            </c:extLst>
          </c:dPt>
          <c:dPt>
            <c:idx val="3"/>
            <c:bubble3D val="0"/>
            <c:spPr>
              <a:solidFill>
                <a:srgbClr val="0070C0"/>
              </a:solidFill>
              <a:ln w="19050">
                <a:solidFill>
                  <a:schemeClr val="lt1"/>
                </a:solidFill>
              </a:ln>
              <a:effectLst/>
            </c:spPr>
            <c:extLst>
              <c:ext xmlns:c16="http://schemas.microsoft.com/office/drawing/2014/chart" uri="{C3380CC4-5D6E-409C-BE32-E72D297353CC}">
                <c16:uniqueId val="{00000005-87D3-47D8-AED3-EC4578D21A73}"/>
              </c:ext>
            </c:extLst>
          </c:dPt>
          <c:dPt>
            <c:idx val="4"/>
            <c:bubble3D val="0"/>
            <c:spPr>
              <a:solidFill>
                <a:srgbClr val="0066FF"/>
              </a:solidFill>
              <a:ln w="19050">
                <a:solidFill>
                  <a:schemeClr val="lt1"/>
                </a:solidFill>
              </a:ln>
              <a:effectLst/>
            </c:spPr>
            <c:extLst>
              <c:ext xmlns:c16="http://schemas.microsoft.com/office/drawing/2014/chart" uri="{C3380CC4-5D6E-409C-BE32-E72D297353CC}">
                <c16:uniqueId val="{00000004-87D3-47D8-AED3-EC4578D21A73}"/>
              </c:ext>
            </c:extLst>
          </c:dPt>
          <c:dLbls>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Sheet1!$G$4:$G$8</c:f>
              <c:strCache>
                <c:ptCount val="5"/>
                <c:pt idx="0">
                  <c:v>Afternoon</c:v>
                </c:pt>
                <c:pt idx="1">
                  <c:v>Early_Morning</c:v>
                </c:pt>
                <c:pt idx="2">
                  <c:v>Evening</c:v>
                </c:pt>
                <c:pt idx="3">
                  <c:v>Morning</c:v>
                </c:pt>
                <c:pt idx="4">
                  <c:v>Night</c:v>
                </c:pt>
              </c:strCache>
            </c:strRef>
          </c:cat>
          <c:val>
            <c:numRef>
              <c:f>Sheet1!$H$4:$H$8</c:f>
              <c:numCache>
                <c:formatCode>General</c:formatCode>
                <c:ptCount val="5"/>
                <c:pt idx="0">
                  <c:v>10697</c:v>
                </c:pt>
                <c:pt idx="1">
                  <c:v>3791</c:v>
                </c:pt>
                <c:pt idx="2">
                  <c:v>6082</c:v>
                </c:pt>
                <c:pt idx="3">
                  <c:v>8392</c:v>
                </c:pt>
                <c:pt idx="4">
                  <c:v>3351</c:v>
                </c:pt>
              </c:numCache>
            </c:numRef>
          </c:val>
          <c:extLst>
            <c:ext xmlns:c16="http://schemas.microsoft.com/office/drawing/2014/chart" uri="{C3380CC4-5D6E-409C-BE32-E72D297353CC}">
              <c16:uniqueId val="{00000000-87D3-47D8-AED3-EC4578D21A73}"/>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Conversion</a:t>
            </a:r>
            <a:r>
              <a:rPr lang="en-US" baseline="0" dirty="0"/>
              <a:t> Rate By Time Buckets </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Sheet1!$J$12</c:f>
              <c:strCache>
                <c:ptCount val="1"/>
                <c:pt idx="0">
                  <c:v>Time_wise_conversion_rate</c:v>
                </c:pt>
              </c:strCache>
            </c:strRef>
          </c:tx>
          <c:dPt>
            <c:idx val="0"/>
            <c:bubble3D val="0"/>
            <c:spPr>
              <a:solidFill>
                <a:srgbClr val="00B0F0"/>
              </a:solidFill>
              <a:ln w="19050">
                <a:solidFill>
                  <a:schemeClr val="lt1"/>
                </a:solidFill>
              </a:ln>
              <a:effectLst/>
            </c:spPr>
            <c:extLst>
              <c:ext xmlns:c16="http://schemas.microsoft.com/office/drawing/2014/chart" uri="{C3380CC4-5D6E-409C-BE32-E72D297353CC}">
                <c16:uniqueId val="{00000001-0339-4F9A-9BAD-01E04A8CD045}"/>
              </c:ext>
            </c:extLst>
          </c:dPt>
          <c:dPt>
            <c:idx val="1"/>
            <c:bubble3D val="0"/>
            <c:spPr>
              <a:solidFill>
                <a:srgbClr val="002060"/>
              </a:solidFill>
              <a:ln w="19050">
                <a:solidFill>
                  <a:schemeClr val="lt1"/>
                </a:solidFill>
              </a:ln>
              <a:effectLst/>
            </c:spPr>
            <c:extLst>
              <c:ext xmlns:c16="http://schemas.microsoft.com/office/drawing/2014/chart" uri="{C3380CC4-5D6E-409C-BE32-E72D297353CC}">
                <c16:uniqueId val="{00000003-0339-4F9A-9BAD-01E04A8CD045}"/>
              </c:ext>
            </c:extLst>
          </c:dPt>
          <c:dPt>
            <c:idx val="2"/>
            <c:bubble3D val="0"/>
            <c:spPr>
              <a:solidFill>
                <a:srgbClr val="33CCCC"/>
              </a:solidFill>
              <a:ln w="19050">
                <a:solidFill>
                  <a:schemeClr val="lt1"/>
                </a:solidFill>
              </a:ln>
              <a:effectLst/>
            </c:spPr>
            <c:extLst>
              <c:ext xmlns:c16="http://schemas.microsoft.com/office/drawing/2014/chart" uri="{C3380CC4-5D6E-409C-BE32-E72D297353CC}">
                <c16:uniqueId val="{00000005-0339-4F9A-9BAD-01E04A8CD045}"/>
              </c:ext>
            </c:extLst>
          </c:dPt>
          <c:dPt>
            <c:idx val="3"/>
            <c:bubble3D val="0"/>
            <c:spPr>
              <a:solidFill>
                <a:srgbClr val="00589A"/>
              </a:solidFill>
              <a:ln w="19050">
                <a:solidFill>
                  <a:schemeClr val="lt1"/>
                </a:solidFill>
              </a:ln>
              <a:effectLst/>
            </c:spPr>
            <c:extLst>
              <c:ext xmlns:c16="http://schemas.microsoft.com/office/drawing/2014/chart" uri="{C3380CC4-5D6E-409C-BE32-E72D297353CC}">
                <c16:uniqueId val="{00000007-0339-4F9A-9BAD-01E04A8CD045}"/>
              </c:ext>
            </c:extLst>
          </c:dPt>
          <c:dPt>
            <c:idx val="4"/>
            <c:bubble3D val="0"/>
            <c:spPr>
              <a:solidFill>
                <a:srgbClr val="0000FF"/>
              </a:solidFill>
              <a:ln w="19050">
                <a:solidFill>
                  <a:schemeClr val="lt1"/>
                </a:solidFill>
              </a:ln>
              <a:effectLst/>
            </c:spPr>
            <c:extLst>
              <c:ext xmlns:c16="http://schemas.microsoft.com/office/drawing/2014/chart" uri="{C3380CC4-5D6E-409C-BE32-E72D297353CC}">
                <c16:uniqueId val="{00000009-0339-4F9A-9BAD-01E04A8CD045}"/>
              </c:ext>
            </c:extLst>
          </c:dPt>
          <c:dLbls>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Sheet1!$I$13:$I$17</c:f>
              <c:strCache>
                <c:ptCount val="5"/>
                <c:pt idx="0">
                  <c:v>Afternoon</c:v>
                </c:pt>
                <c:pt idx="1">
                  <c:v>Early_Morning</c:v>
                </c:pt>
                <c:pt idx="2">
                  <c:v>Evening</c:v>
                </c:pt>
                <c:pt idx="3">
                  <c:v>Morning</c:v>
                </c:pt>
                <c:pt idx="4">
                  <c:v>Night</c:v>
                </c:pt>
              </c:strCache>
            </c:strRef>
          </c:cat>
          <c:val>
            <c:numRef>
              <c:f>Sheet1!$J$13:$J$17</c:f>
              <c:numCache>
                <c:formatCode>General</c:formatCode>
                <c:ptCount val="5"/>
                <c:pt idx="0">
                  <c:v>6.8833060493174697E-2</c:v>
                </c:pt>
                <c:pt idx="1">
                  <c:v>6.7766138944433202E-2</c:v>
                </c:pt>
                <c:pt idx="2">
                  <c:v>6.79852954776657E-2</c:v>
                </c:pt>
                <c:pt idx="3">
                  <c:v>6.8306542638072607E-2</c:v>
                </c:pt>
                <c:pt idx="4">
                  <c:v>6.8065432380320506E-2</c:v>
                </c:pt>
              </c:numCache>
            </c:numRef>
          </c:val>
          <c:extLst>
            <c:ext xmlns:c16="http://schemas.microsoft.com/office/drawing/2014/chart" uri="{C3380CC4-5D6E-409C-BE32-E72D297353CC}">
              <c16:uniqueId val="{0000000A-0339-4F9A-9BAD-01E04A8CD045}"/>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[Chart in Microsoft PowerPoint]Sheet1!PivotTable1</c:name>
    <c:fmtId val="-1"/>
  </c:pivotSource>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Orders</a:t>
            </a:r>
            <a:r>
              <a:rPr lang="en-US" baseline="0" dirty="0"/>
              <a:t> Distribution By Weekend &amp; Weekdays</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Sheet1!$E$4</c:f>
              <c:strCache>
                <c:ptCount val="1"/>
                <c:pt idx="0">
                  <c:v>Total</c:v>
                </c:pt>
              </c:strCache>
            </c:strRef>
          </c:tx>
          <c:dPt>
            <c:idx val="0"/>
            <c:bubble3D val="0"/>
            <c:spPr>
              <a:solidFill>
                <a:srgbClr val="0070C0"/>
              </a:solidFill>
              <a:ln>
                <a:noFill/>
              </a:ln>
              <a:effectLst/>
            </c:spPr>
            <c:extLst>
              <c:ext xmlns:c16="http://schemas.microsoft.com/office/drawing/2014/chart" uri="{C3380CC4-5D6E-409C-BE32-E72D297353CC}">
                <c16:uniqueId val="{00000006-2E03-495F-885F-4B424C492061}"/>
              </c:ext>
            </c:extLst>
          </c:dPt>
          <c:dPt>
            <c:idx val="1"/>
            <c:bubble3D val="0"/>
            <c:spPr>
              <a:solidFill>
                <a:srgbClr val="33CCCC"/>
              </a:solidFill>
              <a:ln>
                <a:noFill/>
              </a:ln>
              <a:effectLst/>
            </c:spPr>
            <c:extLst>
              <c:ext xmlns:c16="http://schemas.microsoft.com/office/drawing/2014/chart" uri="{C3380CC4-5D6E-409C-BE32-E72D297353CC}">
                <c16:uniqueId val="{00000005-2E03-495F-885F-4B424C492061}"/>
              </c:ext>
            </c:extLst>
          </c:dPt>
          <c:dLbls>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Sheet1!$D$5:$D$7</c:f>
              <c:strCache>
                <c:ptCount val="2"/>
                <c:pt idx="0">
                  <c:v>Weekdays</c:v>
                </c:pt>
                <c:pt idx="1">
                  <c:v>Weekend</c:v>
                </c:pt>
              </c:strCache>
            </c:strRef>
          </c:cat>
          <c:val>
            <c:numRef>
              <c:f>Sheet1!$E$5:$E$7</c:f>
              <c:numCache>
                <c:formatCode>General</c:formatCode>
                <c:ptCount val="2"/>
                <c:pt idx="0">
                  <c:v>27466</c:v>
                </c:pt>
                <c:pt idx="1">
                  <c:v>4847</c:v>
                </c:pt>
              </c:numCache>
            </c:numRef>
          </c:val>
          <c:extLst>
            <c:ext xmlns:c16="http://schemas.microsoft.com/office/drawing/2014/chart" uri="{C3380CC4-5D6E-409C-BE32-E72D297353CC}">
              <c16:uniqueId val="{00000003-2E03-495F-885F-4B424C492061}"/>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bg2"/>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[Chart 2 in Microsoft PowerPoint]Sheet1!PivotTable2</c:name>
    <c:fmtId val="-1"/>
  </c:pivotSource>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862" b="0" i="0" u="none" strike="noStrike" baseline="0" dirty="0"/>
              <a:t>Hourly Order Volume</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6.0348735623397487E-2"/>
          <c:y val="0.1301530303382214"/>
          <c:w val="0.91451698709777884"/>
          <c:h val="0.74447106333679314"/>
        </c:manualLayout>
      </c:layout>
      <c:lineChart>
        <c:grouping val="standard"/>
        <c:varyColors val="0"/>
        <c:ser>
          <c:idx val="0"/>
          <c:order val="0"/>
          <c:tx>
            <c:strRef>
              <c:f>Sheet1!$L$5</c:f>
              <c:strCache>
                <c:ptCount val="1"/>
                <c:pt idx="0">
                  <c:v>Total</c:v>
                </c:pt>
              </c:strCache>
            </c:strRef>
          </c:tx>
          <c:spPr>
            <a:ln w="28575" cap="rnd">
              <a:solidFill>
                <a:srgbClr val="0070C0"/>
              </a:solidFill>
              <a:round/>
            </a:ln>
            <a:effectLst/>
          </c:spPr>
          <c:marker>
            <c:symbol val="circle"/>
            <c:size val="5"/>
            <c:spPr>
              <a:solidFill>
                <a:schemeClr val="bg1">
                  <a:lumMod val="50000"/>
                </a:schemeClr>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Sheet1!$K$6:$K$30</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Sheet1!$L$6:$L$30</c:f>
              <c:numCache>
                <c:formatCode>General</c:formatCode>
                <c:ptCount val="24"/>
                <c:pt idx="0">
                  <c:v>823</c:v>
                </c:pt>
                <c:pt idx="1">
                  <c:v>721</c:v>
                </c:pt>
                <c:pt idx="2">
                  <c:v>586</c:v>
                </c:pt>
                <c:pt idx="3">
                  <c:v>546</c:v>
                </c:pt>
                <c:pt idx="4">
                  <c:v>549</c:v>
                </c:pt>
                <c:pt idx="5">
                  <c:v>566</c:v>
                </c:pt>
                <c:pt idx="6">
                  <c:v>684</c:v>
                </c:pt>
                <c:pt idx="7">
                  <c:v>756</c:v>
                </c:pt>
                <c:pt idx="8">
                  <c:v>1149</c:v>
                </c:pt>
                <c:pt idx="9">
                  <c:v>1661</c:v>
                </c:pt>
                <c:pt idx="10">
                  <c:v>1948</c:v>
                </c:pt>
                <c:pt idx="11">
                  <c:v>2194</c:v>
                </c:pt>
                <c:pt idx="12">
                  <c:v>2172</c:v>
                </c:pt>
                <c:pt idx="13">
                  <c:v>2085</c:v>
                </c:pt>
                <c:pt idx="14">
                  <c:v>2153</c:v>
                </c:pt>
                <c:pt idx="15">
                  <c:v>2188</c:v>
                </c:pt>
                <c:pt idx="16">
                  <c:v>2099</c:v>
                </c:pt>
                <c:pt idx="17">
                  <c:v>1922</c:v>
                </c:pt>
                <c:pt idx="18">
                  <c:v>1593</c:v>
                </c:pt>
                <c:pt idx="19">
                  <c:v>1378</c:v>
                </c:pt>
                <c:pt idx="20">
                  <c:v>1189</c:v>
                </c:pt>
                <c:pt idx="21">
                  <c:v>1192</c:v>
                </c:pt>
                <c:pt idx="22">
                  <c:v>1131</c:v>
                </c:pt>
                <c:pt idx="23">
                  <c:v>1028</c:v>
                </c:pt>
              </c:numCache>
            </c:numRef>
          </c:val>
          <c:smooth val="0"/>
          <c:extLst>
            <c:ext xmlns:c16="http://schemas.microsoft.com/office/drawing/2014/chart" uri="{C3380CC4-5D6E-409C-BE32-E72D297353CC}">
              <c16:uniqueId val="{00000003-DCF2-45CD-9273-6C677EBE358D}"/>
            </c:ext>
          </c:extLst>
        </c:ser>
        <c:dLbls>
          <c:dLblPos val="t"/>
          <c:showLegendKey val="0"/>
          <c:showVal val="1"/>
          <c:showCatName val="0"/>
          <c:showSerName val="0"/>
          <c:showPercent val="0"/>
          <c:showBubbleSize val="0"/>
        </c:dLbls>
        <c:marker val="1"/>
        <c:smooth val="0"/>
        <c:axId val="2014313360"/>
        <c:axId val="2014316240"/>
      </c:lineChart>
      <c:catAx>
        <c:axId val="20143133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14316240"/>
        <c:crosses val="autoZero"/>
        <c:auto val="1"/>
        <c:lblAlgn val="ctr"/>
        <c:lblOffset val="100"/>
        <c:noMultiLvlLbl val="0"/>
      </c:catAx>
      <c:valAx>
        <c:axId val="20143162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143133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bg2">
          <a:alpha val="86000"/>
        </a:schemeClr>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User</a:t>
            </a:r>
            <a:r>
              <a:rPr lang="en-US" baseline="0" dirty="0"/>
              <a:t> Distribution By Device Type</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pieChart>
        <c:varyColors val="1"/>
        <c:ser>
          <c:idx val="0"/>
          <c:order val="0"/>
          <c:spPr>
            <a:solidFill>
              <a:srgbClr val="00B0F0"/>
            </a:solidFill>
          </c:spPr>
          <c:dPt>
            <c:idx val="0"/>
            <c:bubble3D val="0"/>
            <c:spPr>
              <a:solidFill>
                <a:srgbClr val="00B0F0"/>
              </a:solidFill>
              <a:ln w="19050">
                <a:solidFill>
                  <a:schemeClr val="lt1"/>
                </a:solidFill>
              </a:ln>
              <a:effectLst/>
            </c:spPr>
            <c:extLst>
              <c:ext xmlns:c16="http://schemas.microsoft.com/office/drawing/2014/chart" uri="{C3380CC4-5D6E-409C-BE32-E72D297353CC}">
                <c16:uniqueId val="{00000002-78CE-49D6-8982-810AA71C630E}"/>
              </c:ext>
            </c:extLst>
          </c:dPt>
          <c:dPt>
            <c:idx val="1"/>
            <c:bubble3D val="0"/>
            <c:spPr>
              <a:solidFill>
                <a:srgbClr val="0070C0"/>
              </a:solidFill>
              <a:ln w="19050">
                <a:solidFill>
                  <a:schemeClr val="lt1"/>
                </a:solidFill>
              </a:ln>
              <a:effectLst/>
            </c:spPr>
            <c:extLst>
              <c:ext xmlns:c16="http://schemas.microsoft.com/office/drawing/2014/chart" uri="{C3380CC4-5D6E-409C-BE32-E72D297353CC}">
                <c16:uniqueId val="{00000001-78CE-49D6-8982-810AA71C630E}"/>
              </c:ext>
            </c:extLst>
          </c:dPt>
          <c:dLbls>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Sheet1!$H$3:$H$4</c:f>
              <c:strCache>
                <c:ptCount val="2"/>
                <c:pt idx="0">
                  <c:v>Mobile User Prct </c:v>
                </c:pt>
                <c:pt idx="1">
                  <c:v>Desktop Users Prct</c:v>
                </c:pt>
              </c:strCache>
            </c:strRef>
          </c:cat>
          <c:val>
            <c:numRef>
              <c:f>Sheet1!$I$3:$I$4</c:f>
              <c:numCache>
                <c:formatCode>General</c:formatCode>
                <c:ptCount val="2"/>
                <c:pt idx="0">
                  <c:v>33.941894612977002</c:v>
                </c:pt>
                <c:pt idx="1">
                  <c:v>73.184587059175001</c:v>
                </c:pt>
              </c:numCache>
            </c:numRef>
          </c:val>
          <c:extLst>
            <c:ext xmlns:c16="http://schemas.microsoft.com/office/drawing/2014/chart" uri="{C3380CC4-5D6E-409C-BE32-E72D297353CC}">
              <c16:uniqueId val="{00000000-78CE-49D6-8982-810AA71C630E}"/>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bg2"/>
      </a:solid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aseline="0" dirty="0"/>
              <a:t>Revenue Distribution By Device Type</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pieChart>
        <c:varyColors val="1"/>
        <c:ser>
          <c:idx val="0"/>
          <c:order val="0"/>
          <c:spPr>
            <a:solidFill>
              <a:srgbClr val="00B0F0"/>
            </a:solidFill>
          </c:spPr>
          <c:dPt>
            <c:idx val="0"/>
            <c:bubble3D val="0"/>
            <c:spPr>
              <a:solidFill>
                <a:srgbClr val="00B0F0"/>
              </a:solidFill>
              <a:ln w="19050">
                <a:solidFill>
                  <a:schemeClr val="lt1"/>
                </a:solidFill>
              </a:ln>
              <a:effectLst/>
            </c:spPr>
            <c:extLst>
              <c:ext xmlns:c16="http://schemas.microsoft.com/office/drawing/2014/chart" uri="{C3380CC4-5D6E-409C-BE32-E72D297353CC}">
                <c16:uniqueId val="{00000001-1CFF-4BB9-8555-B84F39B53D58}"/>
              </c:ext>
            </c:extLst>
          </c:dPt>
          <c:dPt>
            <c:idx val="1"/>
            <c:bubble3D val="0"/>
            <c:spPr>
              <a:solidFill>
                <a:srgbClr val="0070C0"/>
              </a:solidFill>
              <a:ln w="19050">
                <a:solidFill>
                  <a:schemeClr val="lt1"/>
                </a:solidFill>
              </a:ln>
              <a:effectLst/>
            </c:spPr>
            <c:extLst>
              <c:ext xmlns:c16="http://schemas.microsoft.com/office/drawing/2014/chart" uri="{C3380CC4-5D6E-409C-BE32-E72D297353CC}">
                <c16:uniqueId val="{00000003-1CFF-4BB9-8555-B84F39B53D58}"/>
              </c:ext>
            </c:extLst>
          </c:dPt>
          <c:dLbls>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Sheet1!$H$3:$H$4</c:f>
              <c:strCache>
                <c:ptCount val="2"/>
                <c:pt idx="0">
                  <c:v>Mobile </c:v>
                </c:pt>
                <c:pt idx="1">
                  <c:v>Desktop</c:v>
                </c:pt>
              </c:strCache>
            </c:strRef>
          </c:cat>
          <c:val>
            <c:numRef>
              <c:f>Sheet1!$I$3:$I$4</c:f>
              <c:numCache>
                <c:formatCode>General</c:formatCode>
                <c:ptCount val="2"/>
                <c:pt idx="0">
                  <c:v>14.07</c:v>
                </c:pt>
                <c:pt idx="1">
                  <c:v>85.92</c:v>
                </c:pt>
              </c:numCache>
            </c:numRef>
          </c:val>
          <c:extLst>
            <c:ext xmlns:c16="http://schemas.microsoft.com/office/drawing/2014/chart" uri="{C3380CC4-5D6E-409C-BE32-E72D297353CC}">
              <c16:uniqueId val="{00000004-1CFF-4BB9-8555-B84F39B53D58}"/>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bg2"/>
      </a:solid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User</a:t>
            </a:r>
            <a:r>
              <a:rPr lang="en-US" baseline="0" dirty="0"/>
              <a:t> Counts Based On Device Shift </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manualLayout>
          <c:layoutTarget val="inner"/>
          <c:xMode val="edge"/>
          <c:yMode val="edge"/>
          <c:x val="0.28932450770422413"/>
          <c:y val="0.1016021796458221"/>
          <c:w val="0.65375584718152202"/>
          <c:h val="0.81879475883575326"/>
        </c:manualLayout>
      </c:layout>
      <c:pieChart>
        <c:varyColors val="1"/>
        <c:ser>
          <c:idx val="0"/>
          <c:order val="0"/>
          <c:spPr>
            <a:solidFill>
              <a:srgbClr val="006666"/>
            </a:solidFill>
          </c:spPr>
          <c:dPt>
            <c:idx val="0"/>
            <c:bubble3D val="0"/>
            <c:spPr>
              <a:solidFill>
                <a:srgbClr val="00589A"/>
              </a:solidFill>
              <a:ln>
                <a:noFill/>
              </a:ln>
              <a:effectLst/>
            </c:spPr>
            <c:extLst>
              <c:ext xmlns:c16="http://schemas.microsoft.com/office/drawing/2014/chart" uri="{C3380CC4-5D6E-409C-BE32-E72D297353CC}">
                <c16:uniqueId val="{00000003-5E51-46E3-94D5-A694E127ABBF}"/>
              </c:ext>
            </c:extLst>
          </c:dPt>
          <c:dPt>
            <c:idx val="1"/>
            <c:bubble3D val="0"/>
            <c:spPr>
              <a:solidFill>
                <a:srgbClr val="33CCCC"/>
              </a:solidFill>
              <a:ln>
                <a:noFill/>
              </a:ln>
              <a:effectLst/>
            </c:spPr>
            <c:extLst>
              <c:ext xmlns:c16="http://schemas.microsoft.com/office/drawing/2014/chart" uri="{C3380CC4-5D6E-409C-BE32-E72D297353CC}">
                <c16:uniqueId val="{00000004-5E51-46E3-94D5-A694E127ABBF}"/>
              </c:ext>
            </c:extLst>
          </c:dPt>
          <c:dLbls>
            <c:dLbl>
              <c:idx val="0"/>
              <c:layout>
                <c:manualLayout>
                  <c:x val="-4.0861096356991922E-3"/>
                  <c:y val="0.19839009303401864"/>
                </c:manualLayout>
              </c:layout>
              <c:dLblPos val="bestFit"/>
              <c:showLegendKey val="0"/>
              <c:showVal val="0"/>
              <c:showCatName val="1"/>
              <c:showSerName val="0"/>
              <c:showPercent val="1"/>
              <c:showBubbleSize val="0"/>
              <c:extLst>
                <c:ext xmlns:c15="http://schemas.microsoft.com/office/drawing/2012/chart" uri="{CE6537A1-D6FC-4f65-9D91-7224C49458BB}">
                  <c15:layout>
                    <c:manualLayout>
                      <c:w val="0.24859357852932779"/>
                      <c:h val="0.11827340425110916"/>
                    </c:manualLayout>
                  </c15:layout>
                </c:ext>
                <c:ext xmlns:c16="http://schemas.microsoft.com/office/drawing/2014/chart" uri="{C3380CC4-5D6E-409C-BE32-E72D297353CC}">
                  <c16:uniqueId val="{00000003-5E51-46E3-94D5-A694E127ABBF}"/>
                </c:ext>
              </c:extLst>
            </c:dLbl>
            <c:dLbl>
              <c:idx val="1"/>
              <c:layout>
                <c:manualLayout>
                  <c:x val="-1.6344438542796789E-2"/>
                  <c:y val="2.6452012404535832E-2"/>
                </c:manualLayout>
              </c:layout>
              <c:dLblPos val="bestFit"/>
              <c:showLegendKey val="0"/>
              <c:showVal val="0"/>
              <c:showCatName val="1"/>
              <c:showSerName val="0"/>
              <c:showPercent val="1"/>
              <c:showBubbleSize val="0"/>
              <c:extLst>
                <c:ext xmlns:c15="http://schemas.microsoft.com/office/drawing/2012/chart" uri="{CE6537A1-D6FC-4f65-9D91-7224C49458BB}">
                  <c15:layout>
                    <c:manualLayout>
                      <c:w val="0.25370944294880882"/>
                      <c:h val="0.11827340425110916"/>
                    </c:manualLayout>
                  </c15:layout>
                </c:ext>
                <c:ext xmlns:c16="http://schemas.microsoft.com/office/drawing/2014/chart" uri="{C3380CC4-5D6E-409C-BE32-E72D297353CC}">
                  <c16:uniqueId val="{00000004-5E51-46E3-94D5-A694E127ABBF}"/>
                </c:ext>
              </c:extLst>
            </c:dLbl>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Sheet1!$F$9:$F$10</c:f>
              <c:strCache>
                <c:ptCount val="2"/>
                <c:pt idx="0">
                  <c:v>desktop_to_mobile</c:v>
                </c:pt>
                <c:pt idx="1">
                  <c:v>mobile_to_desktop</c:v>
                </c:pt>
              </c:strCache>
            </c:strRef>
          </c:cat>
          <c:val>
            <c:numRef>
              <c:f>Sheet1!$G$9:$G$10</c:f>
              <c:numCache>
                <c:formatCode>General</c:formatCode>
                <c:ptCount val="2"/>
                <c:pt idx="0">
                  <c:v>16827</c:v>
                </c:pt>
                <c:pt idx="1">
                  <c:v>11274</c:v>
                </c:pt>
              </c:numCache>
            </c:numRef>
          </c:val>
          <c:extLst>
            <c:ext xmlns:c16="http://schemas.microsoft.com/office/drawing/2014/chart" uri="{C3380CC4-5D6E-409C-BE32-E72D297353CC}">
              <c16:uniqueId val="{00000000-5E51-46E3-94D5-A694E127ABBF}"/>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862" b="0" i="0" u="none" strike="noStrike" kern="1200" spc="0" baseline="0" dirty="0">
                <a:solidFill>
                  <a:prstClr val="black">
                    <a:lumMod val="65000"/>
                    <a:lumOff val="35000"/>
                  </a:prstClr>
                </a:solidFill>
                <a:latin typeface="+mn-lt"/>
                <a:ea typeface="+mn-ea"/>
                <a:cs typeface="+mn-cs"/>
              </a:rPr>
              <a:t>User Conversion</a:t>
            </a:r>
            <a:r>
              <a:rPr lang="en-US" baseline="0" dirty="0"/>
              <a:t> Rate Based On Device Shift </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manualLayout>
          <c:layoutTarget val="inner"/>
          <c:xMode val="edge"/>
          <c:yMode val="edge"/>
          <c:x val="0.28932450770422413"/>
          <c:y val="0.1016021796458221"/>
          <c:w val="0.65375584718152202"/>
          <c:h val="0.81879475883575326"/>
        </c:manualLayout>
      </c:layout>
      <c:doughnutChart>
        <c:varyColors val="1"/>
        <c:ser>
          <c:idx val="0"/>
          <c:order val="0"/>
          <c:spPr>
            <a:solidFill>
              <a:srgbClr val="33CCCC"/>
            </a:solidFill>
          </c:spPr>
          <c:dPt>
            <c:idx val="0"/>
            <c:bubble3D val="0"/>
            <c:spPr>
              <a:solidFill>
                <a:srgbClr val="00589A"/>
              </a:solidFill>
              <a:ln>
                <a:noFill/>
              </a:ln>
              <a:effectLst/>
            </c:spPr>
            <c:extLst>
              <c:ext xmlns:c16="http://schemas.microsoft.com/office/drawing/2014/chart" uri="{C3380CC4-5D6E-409C-BE32-E72D297353CC}">
                <c16:uniqueId val="{00000002-882E-48B7-9680-B87381C12BC2}"/>
              </c:ext>
            </c:extLst>
          </c:dPt>
          <c:dPt>
            <c:idx val="1"/>
            <c:bubble3D val="0"/>
            <c:spPr>
              <a:solidFill>
                <a:srgbClr val="33CCCC"/>
              </a:solidFill>
              <a:ln>
                <a:noFill/>
              </a:ln>
              <a:effectLst/>
            </c:spPr>
            <c:extLst>
              <c:ext xmlns:c16="http://schemas.microsoft.com/office/drawing/2014/chart" uri="{C3380CC4-5D6E-409C-BE32-E72D297353CC}">
                <c16:uniqueId val="{00000001-882E-48B7-9680-B87381C12BC2}"/>
              </c:ext>
            </c:extLst>
          </c:dPt>
          <c:dLbls>
            <c:dLbl>
              <c:idx val="0"/>
              <c:layout>
                <c:manualLayout>
                  <c:x val="8.4834806263246708E-3"/>
                  <c:y val="0.43116780219393397"/>
                </c:manualLayout>
              </c:layout>
              <c:spPr>
                <a:solidFill>
                  <a:prstClr val="white"/>
                </a:solidFill>
                <a:ln w="9525" cap="flat" cmpd="sng" algn="ctr">
                  <a:solidFill>
                    <a:prstClr val="black">
                      <a:lumMod val="25000"/>
                      <a:lumOff val="75000"/>
                    </a:prst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33570"/>
                        <a:gd name="adj2" fmla="val -150568"/>
                      </a:avLst>
                    </a:prstGeom>
                    <a:noFill/>
                    <a:ln>
                      <a:noFill/>
                    </a:ln>
                  </c15:spPr>
                  <c15:layout>
                    <c:manualLayout>
                      <c:w val="0.26439344758996747"/>
                      <c:h val="0.11827340425110916"/>
                    </c:manualLayout>
                  </c15:layout>
                </c:ext>
                <c:ext xmlns:c16="http://schemas.microsoft.com/office/drawing/2014/chart" uri="{C3380CC4-5D6E-409C-BE32-E72D297353CC}">
                  <c16:uniqueId val="{00000002-882E-48B7-9680-B87381C12BC2}"/>
                </c:ext>
              </c:extLst>
            </c:dLbl>
            <c:dLbl>
              <c:idx val="1"/>
              <c:layout>
                <c:manualLayout>
                  <c:x val="-0.16694676511570999"/>
                  <c:y val="9.5227244656328994E-2"/>
                </c:manualLayout>
              </c:layout>
              <c:showLegendKey val="0"/>
              <c:showVal val="0"/>
              <c:showCatName val="1"/>
              <c:showSerName val="0"/>
              <c:showPercent val="1"/>
              <c:showBubbleSize val="0"/>
              <c:extLst>
                <c:ext xmlns:c15="http://schemas.microsoft.com/office/drawing/2012/chart" uri="{CE6537A1-D6FC-4f65-9D91-7224C49458BB}">
                  <c15:layout>
                    <c:manualLayout>
                      <c:w val="0.26071420232429315"/>
                      <c:h val="0.11827340425110916"/>
                    </c:manualLayout>
                  </c15:layout>
                </c:ext>
                <c:ext xmlns:c16="http://schemas.microsoft.com/office/drawing/2014/chart" uri="{C3380CC4-5D6E-409C-BE32-E72D297353CC}">
                  <c16:uniqueId val="{00000001-882E-48B7-9680-B87381C12BC2}"/>
                </c:ext>
              </c:extLst>
            </c:dLbl>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Sheet1!$F$9:$F$10</c:f>
              <c:strCache>
                <c:ptCount val="2"/>
                <c:pt idx="0">
                  <c:v>mobile_to_desktop</c:v>
                </c:pt>
                <c:pt idx="1">
                  <c:v>desktop_to_mobile</c:v>
                </c:pt>
              </c:strCache>
            </c:strRef>
          </c:cat>
          <c:val>
            <c:numRef>
              <c:f>Sheet1!$G$9:$G$10</c:f>
              <c:numCache>
                <c:formatCode>General</c:formatCode>
                <c:ptCount val="2"/>
                <c:pt idx="0">
                  <c:v>17.485186301094</c:v>
                </c:pt>
                <c:pt idx="1">
                  <c:v>15.099779952955</c:v>
                </c:pt>
              </c:numCache>
            </c:numRef>
          </c:val>
          <c:extLst>
            <c:ext xmlns:c16="http://schemas.microsoft.com/office/drawing/2014/chart" uri="{C3380CC4-5D6E-409C-BE32-E72D297353CC}">
              <c16:uniqueId val="{00000000-882E-48B7-9680-B87381C12BC2}"/>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r"/>
      <c:layout>
        <c:manualLayout>
          <c:xMode val="edge"/>
          <c:yMode val="edge"/>
          <c:x val="5.0869996629993718E-2"/>
          <c:y val="0.18249285014601721"/>
          <c:w val="0.27667310332351014"/>
          <c:h val="0.10176818164492775"/>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[Chart in Microsoft PowerPoint]Sheet1!PivotTable4</c:name>
    <c:fmtId val="-1"/>
  </c:pivotSource>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862" b="0" i="0" u="none" strike="noStrike" baseline="0" dirty="0"/>
              <a:t>Contribution of Orders, Sessions &amp; Revenue by Channel</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manualLayout>
          <c:layoutTarget val="inner"/>
          <c:xMode val="edge"/>
          <c:yMode val="edge"/>
          <c:x val="4.3916830708661418E-2"/>
          <c:y val="0.10833752815047262"/>
          <c:w val="0.93577066929133856"/>
          <c:h val="0.76262349637332238"/>
        </c:manualLayout>
      </c:layout>
      <c:barChart>
        <c:barDir val="col"/>
        <c:grouping val="clustered"/>
        <c:varyColors val="0"/>
        <c:ser>
          <c:idx val="0"/>
          <c:order val="0"/>
          <c:tx>
            <c:strRef>
              <c:f>Sheet1!$O$9</c:f>
              <c:strCache>
                <c:ptCount val="1"/>
                <c:pt idx="0">
                  <c:v>Sum of Total_orders_pct</c:v>
                </c:pt>
              </c:strCache>
            </c:strRef>
          </c:tx>
          <c:spPr>
            <a:solidFill>
              <a:srgbClr val="33CCCC"/>
            </a:solidFill>
            <a:ln>
              <a:noFill/>
            </a:ln>
            <a:effectLst/>
          </c:spPr>
          <c:invertIfNegative val="0"/>
          <c:dLbls>
            <c:dLbl>
              <c:idx val="0"/>
              <c:layout>
                <c:manualLayout>
                  <c:x val="-7.1170853947507301E-2"/>
                  <c:y val="2.1491706337832279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9-F4B4-4444-A992-EF94B75BCEA2}"/>
                </c:ext>
              </c:extLst>
            </c:dLbl>
            <c:dLbl>
              <c:idx val="1"/>
              <c:layout>
                <c:manualLayout>
                  <c:x val="-6.6087221522685341E-2"/>
                  <c:y val="5.3729265844580697E-3"/>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8-F4B4-4444-A992-EF94B75BCEA2}"/>
                </c:ext>
              </c:extLst>
            </c:dLbl>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cat>
            <c:strRef>
              <c:f>Sheet1!$N$10:$N$11</c:f>
              <c:strCache>
                <c:ptCount val="2"/>
                <c:pt idx="0">
                  <c:v>Free</c:v>
                </c:pt>
                <c:pt idx="1">
                  <c:v>Paid</c:v>
                </c:pt>
              </c:strCache>
            </c:strRef>
          </c:cat>
          <c:val>
            <c:numRef>
              <c:f>Sheet1!$O$10:$O$11</c:f>
              <c:numCache>
                <c:formatCode>General</c:formatCode>
                <c:ptCount val="2"/>
                <c:pt idx="0">
                  <c:v>18.933555999999999</c:v>
                </c:pt>
                <c:pt idx="1">
                  <c:v>81.066444000000004</c:v>
                </c:pt>
              </c:numCache>
            </c:numRef>
          </c:val>
          <c:extLst>
            <c:ext xmlns:c16="http://schemas.microsoft.com/office/drawing/2014/chart" uri="{C3380CC4-5D6E-409C-BE32-E72D297353CC}">
              <c16:uniqueId val="{00000003-F4B4-4444-A992-EF94B75BCEA2}"/>
            </c:ext>
          </c:extLst>
        </c:ser>
        <c:ser>
          <c:idx val="1"/>
          <c:order val="1"/>
          <c:tx>
            <c:strRef>
              <c:f>Sheet1!$P$9</c:f>
              <c:strCache>
                <c:ptCount val="1"/>
                <c:pt idx="0">
                  <c:v>Sum of Total_sessions_pct</c:v>
                </c:pt>
              </c:strCache>
            </c:strRef>
          </c:tx>
          <c:spPr>
            <a:solidFill>
              <a:srgbClr val="006666"/>
            </a:solidFill>
            <a:ln>
              <a:noFill/>
            </a:ln>
            <a:effectLst/>
          </c:spPr>
          <c:invertIfNegative val="0"/>
          <c:dLbls>
            <c:dLbl>
              <c:idx val="0"/>
              <c:layout>
                <c:manualLayout>
                  <c:x val="8.1338118797151124E-2"/>
                  <c:y val="-8.0593898766872021E-3"/>
                </c:manualLayout>
              </c:layout>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B-F4B4-4444-A992-EF94B75BCEA2}"/>
                </c:ext>
              </c:extLst>
            </c:dLbl>
            <c:dLbl>
              <c:idx val="1"/>
              <c:layout>
                <c:manualLayout>
                  <c:x val="8.1338118797151193E-2"/>
                  <c:y val="-1.3432316461145186E-2"/>
                </c:manualLayout>
              </c:layout>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A-F4B4-4444-A992-EF94B75BCEA2}"/>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Sheet1!$N$10:$N$11</c:f>
              <c:strCache>
                <c:ptCount val="2"/>
                <c:pt idx="0">
                  <c:v>Free</c:v>
                </c:pt>
                <c:pt idx="1">
                  <c:v>Paid</c:v>
                </c:pt>
              </c:strCache>
            </c:strRef>
          </c:cat>
          <c:val>
            <c:numRef>
              <c:f>Sheet1!$P$10:$P$11</c:f>
              <c:numCache>
                <c:formatCode>General</c:formatCode>
                <c:ptCount val="2"/>
                <c:pt idx="0">
                  <c:v>17.621718999999999</c:v>
                </c:pt>
                <c:pt idx="1">
                  <c:v>82.378281000000001</c:v>
                </c:pt>
              </c:numCache>
            </c:numRef>
          </c:val>
          <c:extLst>
            <c:ext xmlns:c16="http://schemas.microsoft.com/office/drawing/2014/chart" uri="{C3380CC4-5D6E-409C-BE32-E72D297353CC}">
              <c16:uniqueId val="{00000004-F4B4-4444-A992-EF94B75BCEA2}"/>
            </c:ext>
          </c:extLst>
        </c:ser>
        <c:dLbls>
          <c:showLegendKey val="0"/>
          <c:showVal val="0"/>
          <c:showCatName val="0"/>
          <c:showSerName val="0"/>
          <c:showPercent val="0"/>
          <c:showBubbleSize val="0"/>
        </c:dLbls>
        <c:gapWidth val="219"/>
        <c:axId val="1946231168"/>
        <c:axId val="1946232128"/>
      </c:barChart>
      <c:lineChart>
        <c:grouping val="standard"/>
        <c:varyColors val="0"/>
        <c:ser>
          <c:idx val="2"/>
          <c:order val="2"/>
          <c:tx>
            <c:strRef>
              <c:f>Sheet1!$Q$9</c:f>
              <c:strCache>
                <c:ptCount val="1"/>
                <c:pt idx="0">
                  <c:v>Sum of Total_revenue_pct</c:v>
                </c:pt>
              </c:strCache>
            </c:strRef>
          </c:tx>
          <c:spPr>
            <a:ln w="28575" cap="rnd">
              <a:solidFill>
                <a:srgbClr val="002060"/>
              </a:solidFill>
              <a:round/>
            </a:ln>
            <a:effectLst/>
          </c:spPr>
          <c:marker>
            <c:symbol val="none"/>
          </c:marker>
          <c:cat>
            <c:strRef>
              <c:f>Sheet1!$N$10:$N$11</c:f>
              <c:strCache>
                <c:ptCount val="2"/>
                <c:pt idx="0">
                  <c:v>Free</c:v>
                </c:pt>
                <c:pt idx="1">
                  <c:v>Paid</c:v>
                </c:pt>
              </c:strCache>
            </c:strRef>
          </c:cat>
          <c:val>
            <c:numRef>
              <c:f>Sheet1!$Q$10:$Q$11</c:f>
              <c:numCache>
                <c:formatCode>General</c:formatCode>
                <c:ptCount val="2"/>
                <c:pt idx="0">
                  <c:v>19.160751000000001</c:v>
                </c:pt>
                <c:pt idx="1">
                  <c:v>80.839248999999995</c:v>
                </c:pt>
              </c:numCache>
            </c:numRef>
          </c:val>
          <c:smooth val="0"/>
          <c:extLst>
            <c:ext xmlns:c16="http://schemas.microsoft.com/office/drawing/2014/chart" uri="{C3380CC4-5D6E-409C-BE32-E72D297353CC}">
              <c16:uniqueId val="{00000005-F4B4-4444-A992-EF94B75BCEA2}"/>
            </c:ext>
          </c:extLst>
        </c:ser>
        <c:dLbls>
          <c:showLegendKey val="0"/>
          <c:showVal val="0"/>
          <c:showCatName val="0"/>
          <c:showSerName val="0"/>
          <c:showPercent val="0"/>
          <c:showBubbleSize val="0"/>
        </c:dLbls>
        <c:marker val="1"/>
        <c:smooth val="0"/>
        <c:axId val="1946231168"/>
        <c:axId val="1946232128"/>
      </c:lineChart>
      <c:catAx>
        <c:axId val="19462311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46232128"/>
        <c:crosses val="autoZero"/>
        <c:auto val="1"/>
        <c:lblAlgn val="ctr"/>
        <c:lblOffset val="100"/>
        <c:noMultiLvlLbl val="0"/>
      </c:catAx>
      <c:valAx>
        <c:axId val="19462321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462311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[Chart 2 in Microsoft PowerPoint]Sheet1!PivotTable5</c:name>
    <c:fmtId val="-1"/>
  </c:pivotSource>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862" b="0" i="0" u="none" strike="noStrike" baseline="0" dirty="0"/>
              <a:t>Channel Comparison: Sessions, Orders &amp; Conversion Rate</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col"/>
        <c:grouping val="clustered"/>
        <c:varyColors val="0"/>
        <c:ser>
          <c:idx val="0"/>
          <c:order val="0"/>
          <c:tx>
            <c:strRef>
              <c:f>Sheet1!$P$8</c:f>
              <c:strCache>
                <c:ptCount val="1"/>
                <c:pt idx="0">
                  <c:v>Sum of website_session_counts</c:v>
                </c:pt>
              </c:strCache>
            </c:strRef>
          </c:tx>
          <c:spPr>
            <a:solidFill>
              <a:srgbClr val="006666"/>
            </a:solidFill>
            <a:ln>
              <a:noFill/>
            </a:ln>
            <a:effectLst/>
          </c:spPr>
          <c:invertIfNegative val="0"/>
          <c:cat>
            <c:strRef>
              <c:f>Sheet1!$O$9:$O$12</c:f>
              <c:strCache>
                <c:ptCount val="4"/>
                <c:pt idx="0">
                  <c:v>Direct</c:v>
                </c:pt>
                <c:pt idx="1">
                  <c:v>Organic_Search</c:v>
                </c:pt>
                <c:pt idx="2">
                  <c:v>Paid_Search</c:v>
                </c:pt>
                <c:pt idx="3">
                  <c:v>Paid_Social</c:v>
                </c:pt>
              </c:strCache>
            </c:strRef>
          </c:cat>
          <c:val>
            <c:numRef>
              <c:f>Sheet1!$P$9:$P$12</c:f>
              <c:numCache>
                <c:formatCode>General</c:formatCode>
                <c:ptCount val="4"/>
                <c:pt idx="0">
                  <c:v>39917</c:v>
                </c:pt>
                <c:pt idx="1">
                  <c:v>43411</c:v>
                </c:pt>
                <c:pt idx="2">
                  <c:v>378858</c:v>
                </c:pt>
                <c:pt idx="3">
                  <c:v>10685</c:v>
                </c:pt>
              </c:numCache>
            </c:numRef>
          </c:val>
          <c:extLst>
            <c:ext xmlns:c16="http://schemas.microsoft.com/office/drawing/2014/chart" uri="{C3380CC4-5D6E-409C-BE32-E72D297353CC}">
              <c16:uniqueId val="{00000003-7382-49F9-8F5C-E82C85BF31C3}"/>
            </c:ext>
          </c:extLst>
        </c:ser>
        <c:ser>
          <c:idx val="1"/>
          <c:order val="1"/>
          <c:tx>
            <c:strRef>
              <c:f>Sheet1!$Q$8</c:f>
              <c:strCache>
                <c:ptCount val="1"/>
                <c:pt idx="0">
                  <c:v>Sum of orders_counts</c:v>
                </c:pt>
              </c:strCache>
            </c:strRef>
          </c:tx>
          <c:spPr>
            <a:solidFill>
              <a:srgbClr val="33CCCC"/>
            </a:solidFill>
            <a:ln>
              <a:noFill/>
            </a:ln>
            <a:effectLst/>
          </c:spPr>
          <c:invertIfNegative val="0"/>
          <c:cat>
            <c:strRef>
              <c:f>Sheet1!$O$9:$O$12</c:f>
              <c:strCache>
                <c:ptCount val="4"/>
                <c:pt idx="0">
                  <c:v>Direct</c:v>
                </c:pt>
                <c:pt idx="1">
                  <c:v>Organic_Search</c:v>
                </c:pt>
                <c:pt idx="2">
                  <c:v>Paid_Search</c:v>
                </c:pt>
                <c:pt idx="3">
                  <c:v>Paid_Social</c:v>
                </c:pt>
              </c:strCache>
            </c:strRef>
          </c:cat>
          <c:val>
            <c:numRef>
              <c:f>Sheet1!$Q$9:$Q$12</c:f>
              <c:numCache>
                <c:formatCode>General</c:formatCode>
                <c:ptCount val="4"/>
                <c:pt idx="0">
                  <c:v>2856</c:v>
                </c:pt>
                <c:pt idx="1">
                  <c:v>3262</c:v>
                </c:pt>
                <c:pt idx="2">
                  <c:v>25852</c:v>
                </c:pt>
                <c:pt idx="3">
                  <c:v>343</c:v>
                </c:pt>
              </c:numCache>
            </c:numRef>
          </c:val>
          <c:extLst>
            <c:ext xmlns:c16="http://schemas.microsoft.com/office/drawing/2014/chart" uri="{C3380CC4-5D6E-409C-BE32-E72D297353CC}">
              <c16:uniqueId val="{00000004-7382-49F9-8F5C-E82C85BF31C3}"/>
            </c:ext>
          </c:extLst>
        </c:ser>
        <c:dLbls>
          <c:showLegendKey val="0"/>
          <c:showVal val="0"/>
          <c:showCatName val="0"/>
          <c:showSerName val="0"/>
          <c:showPercent val="0"/>
          <c:showBubbleSize val="0"/>
        </c:dLbls>
        <c:gapWidth val="219"/>
        <c:axId val="115626416"/>
        <c:axId val="115628336"/>
      </c:barChart>
      <c:lineChart>
        <c:grouping val="standard"/>
        <c:varyColors val="0"/>
        <c:ser>
          <c:idx val="2"/>
          <c:order val="2"/>
          <c:tx>
            <c:strRef>
              <c:f>Sheet1!$R$8</c:f>
              <c:strCache>
                <c:ptCount val="1"/>
                <c:pt idx="0">
                  <c:v>Sum of conversion_rate</c:v>
                </c:pt>
              </c:strCache>
            </c:strRef>
          </c:tx>
          <c:spPr>
            <a:ln w="28575" cap="rnd">
              <a:solidFill>
                <a:srgbClr val="00589A"/>
              </a:solidFill>
              <a:round/>
            </a:ln>
            <a:effectLst/>
          </c:spPr>
          <c:marker>
            <c:symbol val="circle"/>
            <c:size val="5"/>
            <c:spPr>
              <a:solidFill>
                <a:schemeClr val="accent4">
                  <a:lumMod val="60000"/>
                  <a:lumOff val="40000"/>
                </a:schemeClr>
              </a:solidFill>
              <a:ln w="9525">
                <a:solidFill>
                  <a:schemeClr val="accent3"/>
                </a:solidFill>
              </a:ln>
              <a:effectLst/>
            </c:spPr>
          </c:marker>
          <c:dLbls>
            <c:dLbl>
              <c:idx val="0"/>
              <c:layout>
                <c:manualLayout>
                  <c:x val="-4.8312556397990002E-2"/>
                  <c:y val="6.4122560362686459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B-7382-49F9-8F5C-E82C85BF31C3}"/>
                </c:ext>
              </c:extLst>
            </c:dLbl>
            <c:dLbl>
              <c:idx val="1"/>
              <c:layout>
                <c:manualLayout>
                  <c:x val="-1.6659502206203509E-2"/>
                  <c:y val="0.11430543369000638"/>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A-7382-49F9-8F5C-E82C85BF31C3}"/>
                </c:ext>
              </c:extLst>
            </c:dLbl>
            <c:dLbl>
              <c:idx val="2"/>
              <c:layout>
                <c:manualLayout>
                  <c:x val="1.6659502206203325E-2"/>
                  <c:y val="-3.345524888487994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382-49F9-8F5C-E82C85BF31C3}"/>
                </c:ext>
              </c:extLst>
            </c:dLbl>
            <c:dLbl>
              <c:idx val="3"/>
              <c:layout>
                <c:manualLayout>
                  <c:x val="-2.4989253309305293E-2"/>
                  <c:y val="7.527430999097981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C-7382-49F9-8F5C-E82C85BF31C3}"/>
                </c:ext>
              </c:extLst>
            </c:dLbl>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cat>
            <c:strRef>
              <c:f>Sheet1!$O$9:$O$12</c:f>
              <c:strCache>
                <c:ptCount val="4"/>
                <c:pt idx="0">
                  <c:v>Direct</c:v>
                </c:pt>
                <c:pt idx="1">
                  <c:v>Organic_Search</c:v>
                </c:pt>
                <c:pt idx="2">
                  <c:v>Paid_Search</c:v>
                </c:pt>
                <c:pt idx="3">
                  <c:v>Paid_Social</c:v>
                </c:pt>
              </c:strCache>
            </c:strRef>
          </c:cat>
          <c:val>
            <c:numRef>
              <c:f>Sheet1!$R$9:$R$12</c:f>
              <c:numCache>
                <c:formatCode>General</c:formatCode>
                <c:ptCount val="4"/>
                <c:pt idx="0">
                  <c:v>7.154846</c:v>
                </c:pt>
                <c:pt idx="1">
                  <c:v>7.5142249999999997</c:v>
                </c:pt>
                <c:pt idx="2">
                  <c:v>6.8236650000000001</c:v>
                </c:pt>
                <c:pt idx="3">
                  <c:v>3.210108</c:v>
                </c:pt>
              </c:numCache>
            </c:numRef>
          </c:val>
          <c:smooth val="0"/>
          <c:extLst>
            <c:ext xmlns:c16="http://schemas.microsoft.com/office/drawing/2014/chart" uri="{C3380CC4-5D6E-409C-BE32-E72D297353CC}">
              <c16:uniqueId val="{00000005-7382-49F9-8F5C-E82C85BF31C3}"/>
            </c:ext>
          </c:extLst>
        </c:ser>
        <c:dLbls>
          <c:showLegendKey val="0"/>
          <c:showVal val="0"/>
          <c:showCatName val="0"/>
          <c:showSerName val="0"/>
          <c:showPercent val="0"/>
          <c:showBubbleSize val="0"/>
        </c:dLbls>
        <c:marker val="1"/>
        <c:smooth val="0"/>
        <c:axId val="2014317200"/>
        <c:axId val="2014315280"/>
      </c:lineChart>
      <c:catAx>
        <c:axId val="115626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5628336"/>
        <c:crosses val="autoZero"/>
        <c:auto val="1"/>
        <c:lblAlgn val="ctr"/>
        <c:lblOffset val="100"/>
        <c:noMultiLvlLbl val="0"/>
      </c:catAx>
      <c:valAx>
        <c:axId val="1156283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5626416"/>
        <c:crosses val="autoZero"/>
        <c:crossBetween val="between"/>
      </c:valAx>
      <c:valAx>
        <c:axId val="2014315280"/>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14317200"/>
        <c:crosses val="max"/>
        <c:crossBetween val="between"/>
      </c:valAx>
      <c:catAx>
        <c:axId val="2014317200"/>
        <c:scaling>
          <c:orientation val="minMax"/>
        </c:scaling>
        <c:delete val="1"/>
        <c:axPos val="b"/>
        <c:numFmt formatCode="General" sourceLinked="1"/>
        <c:majorTickMark val="out"/>
        <c:minorTickMark val="none"/>
        <c:tickLblPos val="nextTo"/>
        <c:crossAx val="2014315280"/>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862" b="0" i="0" u="none" strike="noStrike" baseline="0" dirty="0"/>
              <a:t>Channel Shift Path Distribution</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Sheet1!$H$7</c:f>
              <c:strCache>
                <c:ptCount val="1"/>
                <c:pt idx="0">
                  <c:v>channel_counts</c:v>
                </c:pt>
              </c:strCache>
            </c:strRef>
          </c:tx>
          <c:spPr>
            <a:solidFill>
              <a:srgbClr val="00666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Sheet1!$G$8:$G$19</c:f>
              <c:strCache>
                <c:ptCount val="12"/>
                <c:pt idx="0">
                  <c:v>Paid_Search_to_Organic_Search</c:v>
                </c:pt>
                <c:pt idx="1">
                  <c:v>Paid_Search_to_Direct</c:v>
                </c:pt>
                <c:pt idx="2">
                  <c:v>Paid_Search_to_Paid_Search</c:v>
                </c:pt>
                <c:pt idx="3">
                  <c:v>Organic_Search_to_Paid_Search</c:v>
                </c:pt>
                <c:pt idx="4">
                  <c:v>Direct_to_Organic_Search</c:v>
                </c:pt>
                <c:pt idx="5">
                  <c:v>Organic_Search_to_Direct</c:v>
                </c:pt>
                <c:pt idx="6">
                  <c:v>Direct_to_Paid_Search</c:v>
                </c:pt>
                <c:pt idx="7">
                  <c:v>Paid_Social_to_Paid_Search</c:v>
                </c:pt>
                <c:pt idx="8">
                  <c:v>Paid_Social_to_Direct</c:v>
                </c:pt>
                <c:pt idx="9">
                  <c:v>Paid_Social_to_Organic_Search</c:v>
                </c:pt>
                <c:pt idx="10">
                  <c:v>Organic_Search_to_Organic_Search</c:v>
                </c:pt>
                <c:pt idx="11">
                  <c:v>Direct_to_Direct</c:v>
                </c:pt>
              </c:strCache>
            </c:strRef>
          </c:cat>
          <c:val>
            <c:numRef>
              <c:f>Sheet1!$H$8:$H$19</c:f>
              <c:numCache>
                <c:formatCode>General</c:formatCode>
                <c:ptCount val="12"/>
                <c:pt idx="0">
                  <c:v>15515</c:v>
                </c:pt>
                <c:pt idx="1">
                  <c:v>14791</c:v>
                </c:pt>
                <c:pt idx="2">
                  <c:v>3548</c:v>
                </c:pt>
                <c:pt idx="3">
                  <c:v>710</c:v>
                </c:pt>
                <c:pt idx="4">
                  <c:v>677</c:v>
                </c:pt>
                <c:pt idx="5">
                  <c:v>666</c:v>
                </c:pt>
                <c:pt idx="6">
                  <c:v>662</c:v>
                </c:pt>
                <c:pt idx="7">
                  <c:v>567</c:v>
                </c:pt>
                <c:pt idx="8">
                  <c:v>565</c:v>
                </c:pt>
                <c:pt idx="9">
                  <c:v>563</c:v>
                </c:pt>
                <c:pt idx="10">
                  <c:v>185</c:v>
                </c:pt>
                <c:pt idx="11">
                  <c:v>169</c:v>
                </c:pt>
              </c:numCache>
            </c:numRef>
          </c:val>
          <c:extLst>
            <c:ext xmlns:c16="http://schemas.microsoft.com/office/drawing/2014/chart" uri="{C3380CC4-5D6E-409C-BE32-E72D297353CC}">
              <c16:uniqueId val="{00000000-3795-4911-8910-5F6A03B2F821}"/>
            </c:ext>
          </c:extLst>
        </c:ser>
        <c:dLbls>
          <c:dLblPos val="outEnd"/>
          <c:showLegendKey val="0"/>
          <c:showVal val="1"/>
          <c:showCatName val="0"/>
          <c:showSerName val="0"/>
          <c:showPercent val="0"/>
          <c:showBubbleSize val="0"/>
        </c:dLbls>
        <c:gapWidth val="182"/>
        <c:axId val="2005136912"/>
        <c:axId val="2005135472"/>
      </c:barChart>
      <c:catAx>
        <c:axId val="20051369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05135472"/>
        <c:crosses val="autoZero"/>
        <c:auto val="1"/>
        <c:lblAlgn val="ctr"/>
        <c:lblOffset val="100"/>
        <c:noMultiLvlLbl val="0"/>
      </c:catAx>
      <c:valAx>
        <c:axId val="20051354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051369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Session</a:t>
            </a:r>
            <a:r>
              <a:rPr lang="en-US" baseline="0" dirty="0"/>
              <a:t>s Distribution Based on Funnel Stage</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Sheet1!$C$7</c:f>
              <c:strCache>
                <c:ptCount val="1"/>
                <c:pt idx="0">
                  <c:v>sessions_counts</c:v>
                </c:pt>
              </c:strCache>
            </c:strRef>
          </c:tx>
          <c:dPt>
            <c:idx val="0"/>
            <c:bubble3D val="0"/>
            <c:spPr>
              <a:solidFill>
                <a:srgbClr val="00B0F0"/>
              </a:solidFill>
              <a:ln w="19050">
                <a:solidFill>
                  <a:schemeClr val="lt1"/>
                </a:solidFill>
              </a:ln>
              <a:effectLst/>
            </c:spPr>
            <c:extLst>
              <c:ext xmlns:c16="http://schemas.microsoft.com/office/drawing/2014/chart" uri="{C3380CC4-5D6E-409C-BE32-E72D297353CC}">
                <c16:uniqueId val="{00000003-C7B0-4A48-B5D1-7FE7ACB55834}"/>
              </c:ext>
            </c:extLst>
          </c:dPt>
          <c:dPt>
            <c:idx val="1"/>
            <c:bubble3D val="0"/>
            <c:spPr>
              <a:solidFill>
                <a:srgbClr val="009999"/>
              </a:solidFill>
              <a:ln w="19050">
                <a:solidFill>
                  <a:schemeClr val="lt1"/>
                </a:solidFill>
              </a:ln>
              <a:effectLst/>
            </c:spPr>
            <c:extLst>
              <c:ext xmlns:c16="http://schemas.microsoft.com/office/drawing/2014/chart" uri="{C3380CC4-5D6E-409C-BE32-E72D297353CC}">
                <c16:uniqueId val="{00000002-C7B0-4A48-B5D1-7FE7ACB55834}"/>
              </c:ext>
            </c:extLst>
          </c:dPt>
          <c:dPt>
            <c:idx val="2"/>
            <c:bubble3D val="0"/>
            <c:spPr>
              <a:solidFill>
                <a:srgbClr val="0070C0"/>
              </a:solidFill>
              <a:ln w="19050">
                <a:solidFill>
                  <a:schemeClr val="lt1"/>
                </a:solidFill>
              </a:ln>
              <a:effectLst/>
            </c:spPr>
            <c:extLst>
              <c:ext xmlns:c16="http://schemas.microsoft.com/office/drawing/2014/chart" uri="{C3380CC4-5D6E-409C-BE32-E72D297353CC}">
                <c16:uniqueId val="{00000001-C7B0-4A48-B5D1-7FE7ACB55834}"/>
              </c:ext>
            </c:extLst>
          </c:dPt>
          <c:dLbls>
            <c:dLbl>
              <c:idx val="2"/>
              <c:dLblPos val="outEnd"/>
              <c:showLegendKey val="0"/>
              <c:showVal val="0"/>
              <c:showCatName val="1"/>
              <c:showSerName val="0"/>
              <c:showPercent val="1"/>
              <c:showBubbleSize val="0"/>
              <c:extLst>
                <c:ext xmlns:c15="http://schemas.microsoft.com/office/drawing/2012/chart" uri="{CE6537A1-D6FC-4f65-9D91-7224C49458BB}">
                  <c15:layout>
                    <c:manualLayout>
                      <c:w val="0.27443762303149605"/>
                      <c:h val="0.10479477701803783"/>
                    </c:manualLayout>
                  </c15:layout>
                </c:ext>
                <c:ext xmlns:c16="http://schemas.microsoft.com/office/drawing/2014/chart" uri="{C3380CC4-5D6E-409C-BE32-E72D297353CC}">
                  <c16:uniqueId val="{00000001-C7B0-4A48-B5D1-7FE7ACB55834}"/>
                </c:ext>
              </c:extLst>
            </c:dLbl>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Sheet1!$B$8:$B$10</c:f>
              <c:strCache>
                <c:ptCount val="3"/>
                <c:pt idx="0">
                  <c:v>Beyond_Cart_Page</c:v>
                </c:pt>
                <c:pt idx="1">
                  <c:v>Cart_Abandonment</c:v>
                </c:pt>
                <c:pt idx="2">
                  <c:v>Not_Yet_Reached_To_Cart</c:v>
                </c:pt>
              </c:strCache>
            </c:strRef>
          </c:cat>
          <c:val>
            <c:numRef>
              <c:f>Sheet1!$C$8:$C$10</c:f>
              <c:numCache>
                <c:formatCode>General</c:formatCode>
                <c:ptCount val="3"/>
                <c:pt idx="0">
                  <c:v>64484</c:v>
                </c:pt>
                <c:pt idx="1">
                  <c:v>30469</c:v>
                </c:pt>
                <c:pt idx="2">
                  <c:v>377918</c:v>
                </c:pt>
              </c:numCache>
            </c:numRef>
          </c:val>
          <c:extLst>
            <c:ext xmlns:c16="http://schemas.microsoft.com/office/drawing/2014/chart" uri="{C3380CC4-5D6E-409C-BE32-E72D297353CC}">
              <c16:uniqueId val="{00000000-C7B0-4A48-B5D1-7FE7ACB55834}"/>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baseline="0">
                <a:solidFill>
                  <a:schemeClr val="tx1">
                    <a:lumMod val="65000"/>
                    <a:lumOff val="35000"/>
                  </a:schemeClr>
                </a:solidFill>
                <a:latin typeface="+mn-lt"/>
                <a:ea typeface="+mn-ea"/>
                <a:cs typeface="+mn-cs"/>
              </a:defRPr>
            </a:pPr>
            <a:r>
              <a:rPr lang="en-US" sz="1862" b="0" i="0" u="none" strike="noStrike" baseline="0" dirty="0">
                <a:solidFill>
                  <a:prstClr val="black">
                    <a:lumMod val="65000"/>
                    <a:lumOff val="35000"/>
                  </a:prstClr>
                </a:solidFill>
                <a:latin typeface="Arial"/>
              </a:rPr>
              <a:t>Bounce Rates By Page Views</a:t>
            </a:r>
          </a:p>
        </c:rich>
      </c:tx>
      <c:overlay val="0"/>
      <c:spPr>
        <a:noFill/>
        <a:ln>
          <a:noFill/>
        </a:ln>
        <a:effectLst/>
      </c:spPr>
      <c:txPr>
        <a:bodyPr rot="0" spcFirstLastPara="1" vertOverflow="ellipsis" vert="horz" wrap="square" anchor="ctr" anchorCtr="1"/>
        <a:lstStyle/>
        <a:p>
          <a:pPr>
            <a:defRPr sz="1862" b="0" i="0" u="none" strike="noStrike"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Sheet1!$J$3</c:f>
              <c:strCache>
                <c:ptCount val="1"/>
                <c:pt idx="0">
                  <c:v>bounce_rates</c:v>
                </c:pt>
              </c:strCache>
            </c:strRef>
          </c:tx>
          <c:spPr>
            <a:solidFill>
              <a:srgbClr val="006666"/>
            </a:solidFill>
            <a:ln w="19050">
              <a:solidFill>
                <a:schemeClr val="lt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Sheet1!$I$4:$I$9</c:f>
              <c:strCache>
                <c:ptCount val="6"/>
                <c:pt idx="0">
                  <c:v>/home</c:v>
                </c:pt>
                <c:pt idx="1">
                  <c:v>/lander-1</c:v>
                </c:pt>
                <c:pt idx="2">
                  <c:v>/lander-2</c:v>
                </c:pt>
                <c:pt idx="3">
                  <c:v>/lander-3</c:v>
                </c:pt>
                <c:pt idx="4">
                  <c:v>/lander-4</c:v>
                </c:pt>
                <c:pt idx="5">
                  <c:v>/lander-5</c:v>
                </c:pt>
              </c:strCache>
            </c:strRef>
          </c:cat>
          <c:val>
            <c:numRef>
              <c:f>Sheet1!$J$4:$J$9</c:f>
              <c:numCache>
                <c:formatCode>General</c:formatCode>
                <c:ptCount val="6"/>
                <c:pt idx="0">
                  <c:v>0.41683100000000001</c:v>
                </c:pt>
                <c:pt idx="1">
                  <c:v>0.53243399999999996</c:v>
                </c:pt>
                <c:pt idx="2">
                  <c:v>0.45169599999999999</c:v>
                </c:pt>
                <c:pt idx="3">
                  <c:v>0.50294899999999998</c:v>
                </c:pt>
                <c:pt idx="4">
                  <c:v>0.51688900000000004</c:v>
                </c:pt>
                <c:pt idx="5">
                  <c:v>0.368674</c:v>
                </c:pt>
              </c:numCache>
            </c:numRef>
          </c:val>
          <c:extLst>
            <c:ext xmlns:c16="http://schemas.microsoft.com/office/drawing/2014/chart" uri="{C3380CC4-5D6E-409C-BE32-E72D297353CC}">
              <c16:uniqueId val="{00000000-863F-421D-B6A1-827B844B0B16}"/>
            </c:ext>
          </c:extLst>
        </c:ser>
        <c:dLbls>
          <c:dLblPos val="inEnd"/>
          <c:showLegendKey val="0"/>
          <c:showVal val="1"/>
          <c:showCatName val="0"/>
          <c:showSerName val="0"/>
          <c:showPercent val="0"/>
          <c:showBubbleSize val="0"/>
        </c:dLbls>
        <c:gapWidth val="100"/>
        <c:axId val="837348112"/>
        <c:axId val="837345712"/>
      </c:barChart>
      <c:catAx>
        <c:axId val="837348112"/>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baseline="0">
                <a:solidFill>
                  <a:schemeClr val="tx1">
                    <a:lumMod val="65000"/>
                    <a:lumOff val="35000"/>
                  </a:schemeClr>
                </a:solidFill>
                <a:latin typeface="+mn-lt"/>
                <a:ea typeface="+mn-ea"/>
                <a:cs typeface="+mn-cs"/>
              </a:defRPr>
            </a:pPr>
            <a:endParaRPr lang="en-US"/>
          </a:p>
        </c:txPr>
        <c:crossAx val="837345712"/>
        <c:crosses val="autoZero"/>
        <c:auto val="1"/>
        <c:lblAlgn val="ctr"/>
        <c:lblOffset val="100"/>
        <c:noMultiLvlLbl val="0"/>
      </c:catAx>
      <c:valAx>
        <c:axId val="83734571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baseline="0">
                <a:solidFill>
                  <a:schemeClr val="tx1">
                    <a:lumMod val="65000"/>
                    <a:lumOff val="35000"/>
                  </a:schemeClr>
                </a:solidFill>
                <a:latin typeface="+mn-lt"/>
                <a:ea typeface="+mn-ea"/>
                <a:cs typeface="+mn-cs"/>
              </a:defRPr>
            </a:pPr>
            <a:endParaRPr lang="en-US"/>
          </a:p>
        </c:txPr>
        <c:crossAx val="8373481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862" b="0" i="0" u="none" strike="noStrike" baseline="0" dirty="0"/>
              <a:t>Relative Growth (%) by Product</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areaChart>
        <c:grouping val="standard"/>
        <c:varyColors val="0"/>
        <c:ser>
          <c:idx val="0"/>
          <c:order val="0"/>
          <c:tx>
            <c:strRef>
              <c:f>Sheet1!$H$8</c:f>
              <c:strCache>
                <c:ptCount val="1"/>
                <c:pt idx="0">
                  <c:v>relative_growth_%</c:v>
                </c:pt>
              </c:strCache>
            </c:strRef>
          </c:tx>
          <c:spPr>
            <a:solidFill>
              <a:srgbClr val="009999"/>
            </a:solidFill>
            <a:ln w="25400">
              <a:noFill/>
            </a:ln>
            <a:effectLst/>
          </c:spPr>
          <c:dLbls>
            <c:dLbl>
              <c:idx val="0"/>
              <c:layout>
                <c:manualLayout>
                  <c:x val="6.8750000000000006E-2"/>
                  <c:y val="-0.37265622707577345"/>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78C-473D-88C7-5D10FBA991B3}"/>
                </c:ext>
              </c:extLst>
            </c:dLbl>
            <c:dLbl>
              <c:idx val="1"/>
              <c:layout>
                <c:manualLayout>
                  <c:x val="5.7812500000000003E-2"/>
                  <c:y val="-0.24140623514971496"/>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78C-473D-88C7-5D10FBA991B3}"/>
                </c:ext>
              </c:extLst>
            </c:dLbl>
            <c:dLbl>
              <c:idx val="2"/>
              <c:layout>
                <c:manualLayout>
                  <c:x val="2.3437499999999886E-2"/>
                  <c:y val="-0.1992187377449104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78C-473D-88C7-5D10FBA991B3}"/>
                </c:ext>
              </c:extLst>
            </c:dLbl>
            <c:dLbl>
              <c:idx val="3"/>
              <c:layout>
                <c:manualLayout>
                  <c:x val="9.3749999999999997E-3"/>
                  <c:y val="-0.20390623745655528"/>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78C-473D-88C7-5D10FBA991B3}"/>
                </c:ext>
              </c:extLst>
            </c:dLbl>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cat>
            <c:strRef>
              <c:f>Sheet1!$G$9:$G$12</c:f>
              <c:strCache>
                <c:ptCount val="4"/>
                <c:pt idx="0">
                  <c:v>The Original Mr. Fuzzy</c:v>
                </c:pt>
                <c:pt idx="1">
                  <c:v>The Birthday Sugar Panda</c:v>
                </c:pt>
                <c:pt idx="2">
                  <c:v>The Forever Love Bear</c:v>
                </c:pt>
                <c:pt idx="3">
                  <c:v>The Hudson River Mini bear</c:v>
                </c:pt>
              </c:strCache>
            </c:strRef>
          </c:cat>
          <c:val>
            <c:numRef>
              <c:f>Sheet1!$H$9:$H$12</c:f>
              <c:numCache>
                <c:formatCode>General</c:formatCode>
                <c:ptCount val="4"/>
                <c:pt idx="0">
                  <c:v>100</c:v>
                </c:pt>
                <c:pt idx="1">
                  <c:v>44.924176000000003</c:v>
                </c:pt>
                <c:pt idx="2">
                  <c:v>39.212739999999997</c:v>
                </c:pt>
                <c:pt idx="3">
                  <c:v>33.483708999999998</c:v>
                </c:pt>
              </c:numCache>
            </c:numRef>
          </c:val>
          <c:extLst>
            <c:ext xmlns:c16="http://schemas.microsoft.com/office/drawing/2014/chart" uri="{C3380CC4-5D6E-409C-BE32-E72D297353CC}">
              <c16:uniqueId val="{00000000-214F-40CA-97C5-D249568F833D}"/>
            </c:ext>
          </c:extLst>
        </c:ser>
        <c:dLbls>
          <c:showLegendKey val="0"/>
          <c:showVal val="0"/>
          <c:showCatName val="0"/>
          <c:showSerName val="0"/>
          <c:showPercent val="0"/>
          <c:showBubbleSize val="0"/>
        </c:dLbls>
        <c:axId val="1909413648"/>
        <c:axId val="1909418928"/>
      </c:areaChart>
      <c:catAx>
        <c:axId val="19094136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09418928"/>
        <c:crosses val="autoZero"/>
        <c:auto val="1"/>
        <c:lblAlgn val="ctr"/>
        <c:lblOffset val="100"/>
        <c:noMultiLvlLbl val="1"/>
      </c:catAx>
      <c:valAx>
        <c:axId val="19094189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09413648"/>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bg2"/>
      </a:solid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[Chart in Microsoft PowerPoint]Sheet1!PivotTable1</c:name>
    <c:fmtId val="-1"/>
  </c:pivotSource>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Monthly Product </a:t>
            </a:r>
            <a:r>
              <a:rPr lang="en-US" baseline="0" dirty="0"/>
              <a:t> Items Sold </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manualLayout>
          <c:layoutTarget val="inner"/>
          <c:xMode val="edge"/>
          <c:yMode val="edge"/>
          <c:x val="0.19866366587327994"/>
          <c:y val="0.11344072502655085"/>
          <c:w val="0.80133633412672012"/>
          <c:h val="0.57881045822365529"/>
        </c:manualLayout>
      </c:layout>
      <c:barChart>
        <c:barDir val="col"/>
        <c:grouping val="clustered"/>
        <c:varyColors val="0"/>
        <c:ser>
          <c:idx val="0"/>
          <c:order val="0"/>
          <c:tx>
            <c:strRef>
              <c:f>Sheet1!$Q$5:$Q$6</c:f>
              <c:strCache>
                <c:ptCount val="1"/>
                <c:pt idx="0">
                  <c:v>The Birthday Sugar Panda</c:v>
                </c:pt>
              </c:strCache>
            </c:strRef>
          </c:tx>
          <c:spPr>
            <a:solidFill>
              <a:srgbClr val="009999"/>
            </a:solidFill>
            <a:ln>
              <a:noFill/>
            </a:ln>
            <a:effectLst/>
          </c:spPr>
          <c:invertIfNegative val="0"/>
          <c:cat>
            <c:strRef>
              <c:f>Sheet1!$P$7:$P$18</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Sheet1!$Q$7:$Q$18</c:f>
              <c:numCache>
                <c:formatCode>General</c:formatCode>
                <c:ptCount val="12"/>
                <c:pt idx="0">
                  <c:v>650</c:v>
                </c:pt>
                <c:pt idx="1">
                  <c:v>616</c:v>
                </c:pt>
                <c:pt idx="2">
                  <c:v>507</c:v>
                </c:pt>
                <c:pt idx="3">
                  <c:v>267</c:v>
                </c:pt>
                <c:pt idx="4">
                  <c:v>299</c:v>
                </c:pt>
                <c:pt idx="5">
                  <c:v>288</c:v>
                </c:pt>
                <c:pt idx="6">
                  <c:v>276</c:v>
                </c:pt>
                <c:pt idx="7">
                  <c:v>294</c:v>
                </c:pt>
                <c:pt idx="8">
                  <c:v>317</c:v>
                </c:pt>
                <c:pt idx="9">
                  <c:v>368</c:v>
                </c:pt>
                <c:pt idx="10">
                  <c:v>425</c:v>
                </c:pt>
                <c:pt idx="11">
                  <c:v>678</c:v>
                </c:pt>
              </c:numCache>
            </c:numRef>
          </c:val>
          <c:extLst>
            <c:ext xmlns:c16="http://schemas.microsoft.com/office/drawing/2014/chart" uri="{C3380CC4-5D6E-409C-BE32-E72D297353CC}">
              <c16:uniqueId val="{00000003-24D3-4384-9E99-002B8A6555A8}"/>
            </c:ext>
          </c:extLst>
        </c:ser>
        <c:ser>
          <c:idx val="1"/>
          <c:order val="1"/>
          <c:tx>
            <c:strRef>
              <c:f>Sheet1!$R$5:$R$6</c:f>
              <c:strCache>
                <c:ptCount val="1"/>
                <c:pt idx="0">
                  <c:v>The Forever Love Bear</c:v>
                </c:pt>
              </c:strCache>
            </c:strRef>
          </c:tx>
          <c:spPr>
            <a:solidFill>
              <a:srgbClr val="006666"/>
            </a:solidFill>
            <a:ln>
              <a:noFill/>
            </a:ln>
            <a:effectLst/>
          </c:spPr>
          <c:invertIfNegative val="0"/>
          <c:cat>
            <c:strRef>
              <c:f>Sheet1!$P$7:$P$18</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Sheet1!$R$7:$R$18</c:f>
              <c:numCache>
                <c:formatCode>General</c:formatCode>
                <c:ptCount val="12"/>
                <c:pt idx="0">
                  <c:v>624</c:v>
                </c:pt>
                <c:pt idx="1">
                  <c:v>1157</c:v>
                </c:pt>
                <c:pt idx="2">
                  <c:v>481</c:v>
                </c:pt>
                <c:pt idx="3">
                  <c:v>308</c:v>
                </c:pt>
                <c:pt idx="4">
                  <c:v>328</c:v>
                </c:pt>
                <c:pt idx="5">
                  <c:v>335</c:v>
                </c:pt>
                <c:pt idx="6">
                  <c:v>339</c:v>
                </c:pt>
                <c:pt idx="7">
                  <c:v>335</c:v>
                </c:pt>
                <c:pt idx="8">
                  <c:v>349</c:v>
                </c:pt>
                <c:pt idx="9">
                  <c:v>419</c:v>
                </c:pt>
                <c:pt idx="10">
                  <c:v>551</c:v>
                </c:pt>
                <c:pt idx="11">
                  <c:v>570</c:v>
                </c:pt>
              </c:numCache>
            </c:numRef>
          </c:val>
          <c:extLst>
            <c:ext xmlns:c16="http://schemas.microsoft.com/office/drawing/2014/chart" uri="{C3380CC4-5D6E-409C-BE32-E72D297353CC}">
              <c16:uniqueId val="{00000004-24D3-4384-9E99-002B8A6555A8}"/>
            </c:ext>
          </c:extLst>
        </c:ser>
        <c:ser>
          <c:idx val="2"/>
          <c:order val="2"/>
          <c:tx>
            <c:strRef>
              <c:f>Sheet1!$S$5:$S$6</c:f>
              <c:strCache>
                <c:ptCount val="1"/>
                <c:pt idx="0">
                  <c:v>The Hudson River Mini bear</c:v>
                </c:pt>
              </c:strCache>
            </c:strRef>
          </c:tx>
          <c:spPr>
            <a:solidFill>
              <a:srgbClr val="33CCCC"/>
            </a:solidFill>
            <a:ln>
              <a:noFill/>
            </a:ln>
            <a:effectLst/>
          </c:spPr>
          <c:invertIfNegative val="0"/>
          <c:cat>
            <c:strRef>
              <c:f>Sheet1!$P$7:$P$18</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Sheet1!$S$7:$S$18</c:f>
              <c:numCache>
                <c:formatCode>General</c:formatCode>
                <c:ptCount val="12"/>
                <c:pt idx="0">
                  <c:v>610</c:v>
                </c:pt>
                <c:pt idx="1">
                  <c:v>746</c:v>
                </c:pt>
                <c:pt idx="2">
                  <c:v>548</c:v>
                </c:pt>
                <c:pt idx="3">
                  <c:v>259</c:v>
                </c:pt>
                <c:pt idx="4">
                  <c:v>298</c:v>
                </c:pt>
                <c:pt idx="5">
                  <c:v>249</c:v>
                </c:pt>
                <c:pt idx="6">
                  <c:v>264</c:v>
                </c:pt>
                <c:pt idx="7">
                  <c:v>303</c:v>
                </c:pt>
                <c:pt idx="8">
                  <c:v>327</c:v>
                </c:pt>
                <c:pt idx="9">
                  <c:v>377</c:v>
                </c:pt>
                <c:pt idx="10">
                  <c:v>449</c:v>
                </c:pt>
                <c:pt idx="11">
                  <c:v>588</c:v>
                </c:pt>
              </c:numCache>
            </c:numRef>
          </c:val>
          <c:extLst>
            <c:ext xmlns:c16="http://schemas.microsoft.com/office/drawing/2014/chart" uri="{C3380CC4-5D6E-409C-BE32-E72D297353CC}">
              <c16:uniqueId val="{00000005-24D3-4384-9E99-002B8A6555A8}"/>
            </c:ext>
          </c:extLst>
        </c:ser>
        <c:ser>
          <c:idx val="3"/>
          <c:order val="3"/>
          <c:tx>
            <c:strRef>
              <c:f>Sheet1!$T$5:$T$6</c:f>
              <c:strCache>
                <c:ptCount val="1"/>
                <c:pt idx="0">
                  <c:v>The Original Mr. Fuzzy</c:v>
                </c:pt>
              </c:strCache>
            </c:strRef>
          </c:tx>
          <c:spPr>
            <a:solidFill>
              <a:srgbClr val="00589A"/>
            </a:solidFill>
            <a:ln>
              <a:noFill/>
            </a:ln>
            <a:effectLst/>
          </c:spPr>
          <c:invertIfNegative val="0"/>
          <c:cat>
            <c:strRef>
              <c:f>Sheet1!$P$7:$P$18</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Sheet1!$T$7:$T$18</c:f>
              <c:numCache>
                <c:formatCode>General</c:formatCode>
                <c:ptCount val="12"/>
                <c:pt idx="0">
                  <c:v>2463</c:v>
                </c:pt>
                <c:pt idx="1">
                  <c:v>2033</c:v>
                </c:pt>
                <c:pt idx="2">
                  <c:v>2029</c:v>
                </c:pt>
                <c:pt idx="3">
                  <c:v>1475</c:v>
                </c:pt>
                <c:pt idx="4">
                  <c:v>1627</c:v>
                </c:pt>
                <c:pt idx="5">
                  <c:v>1536</c:v>
                </c:pt>
                <c:pt idx="6">
                  <c:v>1639</c:v>
                </c:pt>
                <c:pt idx="7">
                  <c:v>1696</c:v>
                </c:pt>
                <c:pt idx="8">
                  <c:v>1880</c:v>
                </c:pt>
                <c:pt idx="9">
                  <c:v>2147</c:v>
                </c:pt>
                <c:pt idx="10">
                  <c:v>2793</c:v>
                </c:pt>
                <c:pt idx="11">
                  <c:v>2908</c:v>
                </c:pt>
              </c:numCache>
            </c:numRef>
          </c:val>
          <c:extLst>
            <c:ext xmlns:c16="http://schemas.microsoft.com/office/drawing/2014/chart" uri="{C3380CC4-5D6E-409C-BE32-E72D297353CC}">
              <c16:uniqueId val="{00000006-24D3-4384-9E99-002B8A6555A8}"/>
            </c:ext>
          </c:extLst>
        </c:ser>
        <c:dLbls>
          <c:showLegendKey val="0"/>
          <c:showVal val="0"/>
          <c:showCatName val="0"/>
          <c:showSerName val="0"/>
          <c:showPercent val="0"/>
          <c:showBubbleSize val="0"/>
        </c:dLbls>
        <c:gapWidth val="219"/>
        <c:overlap val="-27"/>
        <c:axId val="1801974336"/>
        <c:axId val="1801991136"/>
      </c:barChart>
      <c:catAx>
        <c:axId val="18019743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801991136"/>
        <c:crosses val="autoZero"/>
        <c:auto val="1"/>
        <c:lblAlgn val="ctr"/>
        <c:lblOffset val="100"/>
        <c:noMultiLvlLbl val="0"/>
      </c:catAx>
      <c:valAx>
        <c:axId val="18019911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801974336"/>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[Chart in Microsoft PowerPoint]Sheet1!PivotTable11</c:name>
    <c:fmtId val="-1"/>
  </c:pivotSource>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862" b="0" i="0" u="none" strike="noStrike" baseline="0" dirty="0"/>
              <a:t>First Product vs Second Product Purchased</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col"/>
        <c:grouping val="percentStacked"/>
        <c:varyColors val="0"/>
        <c:ser>
          <c:idx val="0"/>
          <c:order val="0"/>
          <c:tx>
            <c:strRef>
              <c:f>Sheet1!$O$9:$O$10</c:f>
              <c:strCache>
                <c:ptCount val="1"/>
                <c:pt idx="0">
                  <c:v>First_Product_Purchased</c:v>
                </c:pt>
              </c:strCache>
            </c:strRef>
          </c:tx>
          <c:spPr>
            <a:solidFill>
              <a:srgbClr val="006666"/>
            </a:solidFill>
            <a:ln>
              <a:noFill/>
            </a:ln>
            <a:effectLst/>
          </c:spPr>
          <c:invertIfNegative val="0"/>
          <c:cat>
            <c:strRef>
              <c:f>Sheet1!$N$11:$N$14</c:f>
              <c:strCache>
                <c:ptCount val="4"/>
                <c:pt idx="0">
                  <c:v>The Birthday Sugar Panda</c:v>
                </c:pt>
                <c:pt idx="1">
                  <c:v>The Forever Love Bear</c:v>
                </c:pt>
                <c:pt idx="2">
                  <c:v>The Hudson River Mini bear</c:v>
                </c:pt>
                <c:pt idx="3">
                  <c:v>The Original Mr. Fuzzy</c:v>
                </c:pt>
              </c:strCache>
            </c:strRef>
          </c:cat>
          <c:val>
            <c:numRef>
              <c:f>Sheet1!$O$11:$O$14</c:f>
              <c:numCache>
                <c:formatCode>General</c:formatCode>
                <c:ptCount val="4"/>
                <c:pt idx="0">
                  <c:v>3068</c:v>
                </c:pt>
                <c:pt idx="1">
                  <c:v>4803</c:v>
                </c:pt>
                <c:pt idx="2">
                  <c:v>581</c:v>
                </c:pt>
                <c:pt idx="3">
                  <c:v>23861</c:v>
                </c:pt>
              </c:numCache>
            </c:numRef>
          </c:val>
          <c:extLst>
            <c:ext xmlns:c16="http://schemas.microsoft.com/office/drawing/2014/chart" uri="{C3380CC4-5D6E-409C-BE32-E72D297353CC}">
              <c16:uniqueId val="{00000003-ACFC-46E5-8CA4-3A058DD18362}"/>
            </c:ext>
          </c:extLst>
        </c:ser>
        <c:ser>
          <c:idx val="1"/>
          <c:order val="1"/>
          <c:tx>
            <c:strRef>
              <c:f>Sheet1!$P$9:$P$10</c:f>
              <c:strCache>
                <c:ptCount val="1"/>
                <c:pt idx="0">
                  <c:v>Second_Product_Purchased</c:v>
                </c:pt>
              </c:strCache>
            </c:strRef>
          </c:tx>
          <c:spPr>
            <a:solidFill>
              <a:srgbClr val="33CCCC"/>
            </a:solidFill>
            <a:ln>
              <a:noFill/>
            </a:ln>
            <a:effectLst/>
          </c:spPr>
          <c:invertIfNegative val="0"/>
          <c:cat>
            <c:strRef>
              <c:f>Sheet1!$N$11:$N$14</c:f>
              <c:strCache>
                <c:ptCount val="4"/>
                <c:pt idx="0">
                  <c:v>The Birthday Sugar Panda</c:v>
                </c:pt>
                <c:pt idx="1">
                  <c:v>The Forever Love Bear</c:v>
                </c:pt>
                <c:pt idx="2">
                  <c:v>The Hudson River Mini bear</c:v>
                </c:pt>
                <c:pt idx="3">
                  <c:v>The Original Mr. Fuzzy</c:v>
                </c:pt>
              </c:strCache>
            </c:strRef>
          </c:cat>
          <c:val>
            <c:numRef>
              <c:f>Sheet1!$P$11:$P$14</c:f>
              <c:numCache>
                <c:formatCode>General</c:formatCode>
                <c:ptCount val="4"/>
                <c:pt idx="0">
                  <c:v>1917</c:v>
                </c:pt>
                <c:pt idx="1">
                  <c:v>993</c:v>
                </c:pt>
                <c:pt idx="2">
                  <c:v>4437</c:v>
                </c:pt>
                <c:pt idx="3">
                  <c:v>365</c:v>
                </c:pt>
              </c:numCache>
            </c:numRef>
          </c:val>
          <c:extLst>
            <c:ext xmlns:c16="http://schemas.microsoft.com/office/drawing/2014/chart" uri="{C3380CC4-5D6E-409C-BE32-E72D297353CC}">
              <c16:uniqueId val="{00000004-ACFC-46E5-8CA4-3A058DD18362}"/>
            </c:ext>
          </c:extLst>
        </c:ser>
        <c:dLbls>
          <c:showLegendKey val="0"/>
          <c:showVal val="0"/>
          <c:showCatName val="0"/>
          <c:showSerName val="0"/>
          <c:showPercent val="0"/>
          <c:showBubbleSize val="0"/>
        </c:dLbls>
        <c:gapWidth val="95"/>
        <c:overlap val="100"/>
        <c:axId val="40246688"/>
        <c:axId val="40257728"/>
      </c:barChart>
      <c:catAx>
        <c:axId val="402466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0257728"/>
        <c:crosses val="autoZero"/>
        <c:auto val="1"/>
        <c:lblAlgn val="ctr"/>
        <c:lblOffset val="100"/>
        <c:noMultiLvlLbl val="0"/>
      </c:catAx>
      <c:valAx>
        <c:axId val="40257728"/>
        <c:scaling>
          <c:orientation val="minMax"/>
        </c:scaling>
        <c:delete val="0"/>
        <c:axPos val="l"/>
        <c:majorGridlines>
          <c:spPr>
            <a:ln w="9525" cap="flat" cmpd="sng" algn="ctr">
              <a:solidFill>
                <a:schemeClr val="tx1">
                  <a:lumMod val="15000"/>
                  <a:lumOff val="85000"/>
                </a:schemeClr>
              </a:solidFill>
              <a:round/>
            </a:ln>
            <a:effectLst/>
          </c:spPr>
        </c:majorGridlines>
        <c:title>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0246688"/>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95000"/>
      </a:schemeClr>
    </a:solidFill>
    <a:ln>
      <a:solidFill>
        <a:schemeClr val="bg2"/>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[Chart in Microsoft PowerPoint]Sheet1!PivotTable1</c:name>
    <c:fmtId val="-1"/>
  </c:pivotSource>
  <c:chart>
    <c:title>
      <c:tx>
        <c:rich>
          <a:bodyPr rot="0" spcFirstLastPara="1" vertOverflow="ellipsis" vert="horz" wrap="square" anchor="ctr" anchorCtr="1"/>
          <a:lstStyle/>
          <a:p>
            <a:pPr>
              <a:defRPr sz="1862" b="0" i="0" u="none" strike="noStrike" kern="1200" spc="0" baseline="0">
                <a:solidFill>
                  <a:schemeClr val="tx1"/>
                </a:solidFill>
                <a:latin typeface="+mn-lt"/>
                <a:ea typeface="+mn-ea"/>
                <a:cs typeface="+mn-cs"/>
              </a:defRPr>
            </a:pPr>
            <a:r>
              <a:rPr lang="en-IN" sz="2400" b="0" i="0" u="none" strike="noStrike" baseline="0" dirty="0">
                <a:solidFill>
                  <a:schemeClr val="tx1"/>
                </a:solidFill>
                <a:latin typeface="Aptos Narrow" panose="020B0004020202020204" pitchFamily="34" charset="0"/>
              </a:rPr>
              <a:t>Cross-Sell Product Combinations</a:t>
            </a:r>
            <a:endParaRPr lang="en-US" sz="2400" b="0" dirty="0">
              <a:solidFill>
                <a:schemeClr val="tx1"/>
              </a:solidFill>
              <a:latin typeface="Aptos Narrow" panose="020B0004020202020204" pitchFamily="34" charset="0"/>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0600023602544521E-2"/>
          <c:y val="0.10603912401574801"/>
          <c:w val="0.83054990374142967"/>
          <c:h val="0.54235099742514026"/>
        </c:manualLayout>
      </c:layout>
      <c:barChart>
        <c:barDir val="col"/>
        <c:grouping val="clustered"/>
        <c:varyColors val="0"/>
        <c:ser>
          <c:idx val="0"/>
          <c:order val="0"/>
          <c:tx>
            <c:strRef>
              <c:f>Sheet1!$P$15</c:f>
              <c:strCache>
                <c:ptCount val="1"/>
                <c:pt idx="0">
                  <c:v>Sum of order_counts</c:v>
                </c:pt>
              </c:strCache>
            </c:strRef>
          </c:tx>
          <c:spPr>
            <a:solidFill>
              <a:srgbClr val="0070C0"/>
            </a:solidFill>
            <a:ln>
              <a:noFill/>
            </a:ln>
            <a:effectLst/>
          </c:spPr>
          <c:invertIfNegative val="0"/>
          <c:cat>
            <c:strRef>
              <c:f>Sheet1!$O$16:$O$22</c:f>
              <c:strCache>
                <c:ptCount val="6"/>
                <c:pt idx="0">
                  <c:v>The Forever Love Bear + The Birthday Sugar Panda</c:v>
                </c:pt>
                <c:pt idx="1">
                  <c:v>The Hudson River Mini bear + The Birthday Sugar Panda</c:v>
                </c:pt>
                <c:pt idx="2">
                  <c:v>The Hudson River Mini bear + The Forever Love Bear</c:v>
                </c:pt>
                <c:pt idx="3">
                  <c:v>The Original Mr. Fuzzy + The Birthday Sugar Panda</c:v>
                </c:pt>
                <c:pt idx="4">
                  <c:v>The Original Mr. Fuzzy + The Forever Love Bear</c:v>
                </c:pt>
                <c:pt idx="5">
                  <c:v>The Original Mr. Fuzzy + The Hudson River Mini bear</c:v>
                </c:pt>
              </c:strCache>
            </c:strRef>
          </c:cat>
          <c:val>
            <c:numRef>
              <c:f>Sheet1!$P$16:$P$22</c:f>
              <c:numCache>
                <c:formatCode>General</c:formatCode>
                <c:ptCount val="6"/>
                <c:pt idx="0">
                  <c:v>136</c:v>
                </c:pt>
                <c:pt idx="1">
                  <c:v>22</c:v>
                </c:pt>
                <c:pt idx="2">
                  <c:v>9</c:v>
                </c:pt>
                <c:pt idx="3">
                  <c:v>1759</c:v>
                </c:pt>
                <c:pt idx="4">
                  <c:v>872</c:v>
                </c:pt>
                <c:pt idx="5">
                  <c:v>3126</c:v>
                </c:pt>
              </c:numCache>
            </c:numRef>
          </c:val>
          <c:extLst>
            <c:ext xmlns:c16="http://schemas.microsoft.com/office/drawing/2014/chart" uri="{C3380CC4-5D6E-409C-BE32-E72D297353CC}">
              <c16:uniqueId val="{00000000-F92C-4760-9EA9-74AAEB2A3330}"/>
            </c:ext>
          </c:extLst>
        </c:ser>
        <c:dLbls>
          <c:showLegendKey val="0"/>
          <c:showVal val="0"/>
          <c:showCatName val="0"/>
          <c:showSerName val="0"/>
          <c:showPercent val="0"/>
          <c:showBubbleSize val="0"/>
        </c:dLbls>
        <c:gapWidth val="182"/>
        <c:axId val="2063983360"/>
        <c:axId val="2063984320"/>
      </c:barChart>
      <c:lineChart>
        <c:grouping val="standard"/>
        <c:varyColors val="0"/>
        <c:ser>
          <c:idx val="1"/>
          <c:order val="1"/>
          <c:tx>
            <c:strRef>
              <c:f>Sheet1!$Q$15</c:f>
              <c:strCache>
                <c:ptCount val="1"/>
                <c:pt idx="0">
                  <c:v>Sum of Total_revenue</c:v>
                </c:pt>
              </c:strCache>
            </c:strRef>
          </c:tx>
          <c:spPr>
            <a:ln w="28575" cap="rnd">
              <a:solidFill>
                <a:srgbClr val="002060"/>
              </a:solidFill>
              <a:round/>
            </a:ln>
            <a:effectLst/>
          </c:spPr>
          <c:marker>
            <c:symbol val="circle"/>
            <c:size val="5"/>
            <c:spPr>
              <a:solidFill>
                <a:schemeClr val="accent1"/>
              </a:solidFill>
              <a:ln w="9525">
                <a:solidFill>
                  <a:srgbClr val="00206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Sheet1!$O$16:$O$22</c:f>
              <c:strCache>
                <c:ptCount val="6"/>
                <c:pt idx="0">
                  <c:v>The Forever Love Bear + The Birthday Sugar Panda</c:v>
                </c:pt>
                <c:pt idx="1">
                  <c:v>The Hudson River Mini bear + The Birthday Sugar Panda</c:v>
                </c:pt>
                <c:pt idx="2">
                  <c:v>The Hudson River Mini bear + The Forever Love Bear</c:v>
                </c:pt>
                <c:pt idx="3">
                  <c:v>The Original Mr. Fuzzy + The Birthday Sugar Panda</c:v>
                </c:pt>
                <c:pt idx="4">
                  <c:v>The Original Mr. Fuzzy + The Forever Love Bear</c:v>
                </c:pt>
                <c:pt idx="5">
                  <c:v>The Original Mr. Fuzzy + The Hudson River Mini bear</c:v>
                </c:pt>
              </c:strCache>
            </c:strRef>
          </c:cat>
          <c:val>
            <c:numRef>
              <c:f>Sheet1!$Q$16:$Q$22</c:f>
              <c:numCache>
                <c:formatCode>General</c:formatCode>
                <c:ptCount val="6"/>
                <c:pt idx="0">
                  <c:v>14413.28</c:v>
                </c:pt>
                <c:pt idx="1">
                  <c:v>1671.56</c:v>
                </c:pt>
                <c:pt idx="2">
                  <c:v>809.82</c:v>
                </c:pt>
                <c:pt idx="3">
                  <c:v>168828.82000000199</c:v>
                </c:pt>
                <c:pt idx="4">
                  <c:v>95902.559999999707</c:v>
                </c:pt>
                <c:pt idx="5">
                  <c:v>250017.48000001299</c:v>
                </c:pt>
              </c:numCache>
            </c:numRef>
          </c:val>
          <c:smooth val="0"/>
          <c:extLst>
            <c:ext xmlns:c16="http://schemas.microsoft.com/office/drawing/2014/chart" uri="{C3380CC4-5D6E-409C-BE32-E72D297353CC}">
              <c16:uniqueId val="{00000001-F92C-4760-9EA9-74AAEB2A3330}"/>
            </c:ext>
          </c:extLst>
        </c:ser>
        <c:dLbls>
          <c:showLegendKey val="0"/>
          <c:showVal val="0"/>
          <c:showCatName val="0"/>
          <c:showSerName val="0"/>
          <c:showPercent val="0"/>
          <c:showBubbleSize val="0"/>
        </c:dLbls>
        <c:marker val="1"/>
        <c:smooth val="0"/>
        <c:axId val="1567362799"/>
        <c:axId val="1567366639"/>
      </c:lineChart>
      <c:catAx>
        <c:axId val="2063983360"/>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Product</a:t>
                </a:r>
                <a:r>
                  <a:rPr lang="en-US" baseline="0" dirty="0"/>
                  <a:t> Combos</a:t>
                </a:r>
                <a:endParaRPr lang="en-IN" dirty="0"/>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2063984320"/>
        <c:crosses val="autoZero"/>
        <c:auto val="1"/>
        <c:lblAlgn val="ctr"/>
        <c:lblOffset val="100"/>
        <c:noMultiLvlLbl val="0"/>
      </c:catAx>
      <c:valAx>
        <c:axId val="206398432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Total</a:t>
                </a:r>
                <a:r>
                  <a:rPr lang="en-US" baseline="0" dirty="0"/>
                  <a:t> Orders</a:t>
                </a:r>
                <a:endParaRPr lang="en-IN" dirty="0"/>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2063983360"/>
        <c:crosses val="autoZero"/>
        <c:crossBetween val="between"/>
      </c:valAx>
      <c:valAx>
        <c:axId val="1567366639"/>
        <c:scaling>
          <c:orientation val="minMax"/>
        </c:scaling>
        <c:delete val="0"/>
        <c:axPos val="r"/>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Total</a:t>
                </a:r>
                <a:r>
                  <a:rPr lang="en-US" baseline="0" dirty="0"/>
                  <a:t> Revenue</a:t>
                </a:r>
                <a:endParaRPr lang="en-IN" dirty="0"/>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67362799"/>
        <c:crosses val="max"/>
        <c:crossBetween val="between"/>
      </c:valAx>
      <c:catAx>
        <c:axId val="1567362799"/>
        <c:scaling>
          <c:orientation val="minMax"/>
        </c:scaling>
        <c:delete val="1"/>
        <c:axPos val="b"/>
        <c:numFmt formatCode="General" sourceLinked="1"/>
        <c:majorTickMark val="out"/>
        <c:minorTickMark val="none"/>
        <c:tickLblPos val="nextTo"/>
        <c:crossAx val="1567366639"/>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Users</a:t>
            </a:r>
            <a:r>
              <a:rPr lang="en-US" baseline="0" dirty="0"/>
              <a:t> Distribution Based On Upsell &amp; No Upsell</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tx>
            <c:strRef>
              <c:f>Sheet1!$D$8</c:f>
              <c:strCache>
                <c:ptCount val="1"/>
                <c:pt idx="0">
                  <c:v>user_counts</c:v>
                </c:pt>
              </c:strCache>
            </c:strRef>
          </c:tx>
          <c:dPt>
            <c:idx val="0"/>
            <c:bubble3D val="0"/>
            <c:spPr>
              <a:solidFill>
                <a:srgbClr val="009999"/>
              </a:solidFill>
              <a:ln w="19050">
                <a:solidFill>
                  <a:schemeClr val="lt1"/>
                </a:solidFill>
              </a:ln>
              <a:effectLst/>
            </c:spPr>
            <c:extLst>
              <c:ext xmlns:c16="http://schemas.microsoft.com/office/drawing/2014/chart" uri="{C3380CC4-5D6E-409C-BE32-E72D297353CC}">
                <c16:uniqueId val="{00000002-D715-40F7-9490-E57C88F088A6}"/>
              </c:ext>
            </c:extLst>
          </c:dPt>
          <c:dPt>
            <c:idx val="1"/>
            <c:bubble3D val="0"/>
            <c:spPr>
              <a:solidFill>
                <a:srgbClr val="33CCCC"/>
              </a:solidFill>
              <a:ln w="19050">
                <a:solidFill>
                  <a:schemeClr val="lt1"/>
                </a:solidFill>
              </a:ln>
              <a:effectLst/>
            </c:spPr>
            <c:extLst>
              <c:ext xmlns:c16="http://schemas.microsoft.com/office/drawing/2014/chart" uri="{C3380CC4-5D6E-409C-BE32-E72D297353CC}">
                <c16:uniqueId val="{00000001-D715-40F7-9490-E57C88F088A6}"/>
              </c:ext>
            </c:extLst>
          </c:dPt>
          <c:dLbls>
            <c:dLbl>
              <c:idx val="0"/>
              <c:layout>
                <c:manualLayout>
                  <c:x val="9.920243882976934E-2"/>
                  <c:y val="7.4987052291870859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2-D715-40F7-9490-E57C88F088A6}"/>
                </c:ext>
              </c:extLst>
            </c:dLbl>
            <c:dLbl>
              <c:idx val="1"/>
              <c:layout>
                <c:manualLayout>
                  <c:x val="-0.14040960572828895"/>
                  <c:y val="-5.3562180208479186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D715-40F7-9490-E57C88F088A6}"/>
                </c:ext>
              </c:extLst>
            </c:dLbl>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Sheet1!$C$9:$C$10</c:f>
              <c:strCache>
                <c:ptCount val="2"/>
                <c:pt idx="0">
                  <c:v>no_upsell</c:v>
                </c:pt>
                <c:pt idx="1">
                  <c:v>up_sell</c:v>
                </c:pt>
              </c:strCache>
            </c:strRef>
          </c:cat>
          <c:val>
            <c:numRef>
              <c:f>Sheet1!$D$9:$D$10</c:f>
              <c:numCache>
                <c:formatCode>General</c:formatCode>
                <c:ptCount val="2"/>
                <c:pt idx="0">
                  <c:v>30450</c:v>
                </c:pt>
                <c:pt idx="1">
                  <c:v>1246</c:v>
                </c:pt>
              </c:numCache>
            </c:numRef>
          </c:val>
          <c:extLst>
            <c:ext xmlns:c16="http://schemas.microsoft.com/office/drawing/2014/chart" uri="{C3380CC4-5D6E-409C-BE32-E72D297353CC}">
              <c16:uniqueId val="{00000000-D715-40F7-9490-E57C88F088A6}"/>
            </c:ext>
          </c:extLst>
        </c:ser>
        <c:dLbls>
          <c:showLegendKey val="0"/>
          <c:showVal val="0"/>
          <c:showCatName val="0"/>
          <c:showSerName val="0"/>
          <c:showPercent val="0"/>
          <c:showBubbleSize val="0"/>
          <c:showLeaderLines val="0"/>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862" b="0" i="0" u="none" strike="noStrike" baseline="0" dirty="0"/>
              <a:t>Distribution of Upsell Rates (Second Purchase &gt; First Purchase Price)</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Sheet1!$F$7</c:f>
              <c:strCache>
                <c:ptCount val="1"/>
                <c:pt idx="0">
                  <c:v>Upsell_Rates</c:v>
                </c:pt>
              </c:strCache>
            </c:strRef>
          </c:tx>
          <c:dPt>
            <c:idx val="0"/>
            <c:bubble3D val="0"/>
            <c:spPr>
              <a:solidFill>
                <a:srgbClr val="006666"/>
              </a:solidFill>
              <a:ln w="19050">
                <a:solidFill>
                  <a:schemeClr val="lt1"/>
                </a:solidFill>
              </a:ln>
              <a:effectLst/>
            </c:spPr>
            <c:extLst>
              <c:ext xmlns:c16="http://schemas.microsoft.com/office/drawing/2014/chart" uri="{C3380CC4-5D6E-409C-BE32-E72D297353CC}">
                <c16:uniqueId val="{00000001-4965-42D1-BE12-3D79A7CEBDD4}"/>
              </c:ext>
            </c:extLst>
          </c:dPt>
          <c:dPt>
            <c:idx val="1"/>
            <c:bubble3D val="0"/>
            <c:spPr>
              <a:solidFill>
                <a:srgbClr val="009999"/>
              </a:solidFill>
              <a:ln w="19050">
                <a:solidFill>
                  <a:schemeClr val="lt1"/>
                </a:solidFill>
              </a:ln>
              <a:effectLst/>
            </c:spPr>
            <c:extLst>
              <c:ext xmlns:c16="http://schemas.microsoft.com/office/drawing/2014/chart" uri="{C3380CC4-5D6E-409C-BE32-E72D297353CC}">
                <c16:uniqueId val="{00000002-4965-42D1-BE12-3D79A7CEBDD4}"/>
              </c:ext>
            </c:extLst>
          </c:dPt>
          <c:dPt>
            <c:idx val="2"/>
            <c:bubble3D val="0"/>
            <c:spPr>
              <a:solidFill>
                <a:srgbClr val="0070C0"/>
              </a:solidFill>
              <a:ln w="19050">
                <a:solidFill>
                  <a:schemeClr val="lt1"/>
                </a:solidFill>
              </a:ln>
              <a:effectLst/>
            </c:spPr>
            <c:extLst>
              <c:ext xmlns:c16="http://schemas.microsoft.com/office/drawing/2014/chart" uri="{C3380CC4-5D6E-409C-BE32-E72D297353CC}">
                <c16:uniqueId val="{00000004-4965-42D1-BE12-3D79A7CEBDD4}"/>
              </c:ext>
            </c:extLst>
          </c:dPt>
          <c:dPt>
            <c:idx val="3"/>
            <c:bubble3D val="0"/>
            <c:spPr>
              <a:solidFill>
                <a:srgbClr val="33CCCC"/>
              </a:solidFill>
              <a:ln w="19050">
                <a:solidFill>
                  <a:schemeClr val="lt1"/>
                </a:solidFill>
              </a:ln>
              <a:effectLst/>
            </c:spPr>
            <c:extLst>
              <c:ext xmlns:c16="http://schemas.microsoft.com/office/drawing/2014/chart" uri="{C3380CC4-5D6E-409C-BE32-E72D297353CC}">
                <c16:uniqueId val="{00000003-4965-42D1-BE12-3D79A7CEBDD4}"/>
              </c:ext>
            </c:extLst>
          </c:dPt>
          <c:dLbls>
            <c:dLbl>
              <c:idx val="1"/>
              <c:layout>
                <c:manualLayout>
                  <c:x val="-6.4062499999999994E-2"/>
                  <c:y val="-4.9218746972271965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2-4965-42D1-BE12-3D79A7CEBDD4}"/>
                </c:ext>
              </c:extLst>
            </c:dLbl>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Sheet1!$E$8:$E$11</c:f>
              <c:strCache>
                <c:ptCount val="4"/>
                <c:pt idx="0">
                  <c:v>The Birthday Sugar Panda</c:v>
                </c:pt>
                <c:pt idx="1">
                  <c:v>The Forever Love Bear</c:v>
                </c:pt>
                <c:pt idx="2">
                  <c:v>The Hudson River Mini bear</c:v>
                </c:pt>
                <c:pt idx="3">
                  <c:v>The Original Mr. Fuzzy</c:v>
                </c:pt>
              </c:strCache>
            </c:strRef>
          </c:cat>
          <c:val>
            <c:numRef>
              <c:f>Sheet1!$F$8:$F$11</c:f>
              <c:numCache>
                <c:formatCode>General</c:formatCode>
                <c:ptCount val="4"/>
                <c:pt idx="0">
                  <c:v>7.8837000000000004E-2</c:v>
                </c:pt>
                <c:pt idx="1">
                  <c:v>0.163906</c:v>
                </c:pt>
                <c:pt idx="2">
                  <c:v>8.7679999999999998E-3</c:v>
                </c:pt>
                <c:pt idx="3">
                  <c:v>4.5776999999999998E-2</c:v>
                </c:pt>
              </c:numCache>
            </c:numRef>
          </c:val>
          <c:extLst>
            <c:ext xmlns:c16="http://schemas.microsoft.com/office/drawing/2014/chart" uri="{C3380CC4-5D6E-409C-BE32-E72D297353CC}">
              <c16:uniqueId val="{00000000-4965-42D1-BE12-3D79A7CEBDD4}"/>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bg2"/>
      </a:solidFill>
    </a:ln>
    <a:effectLst/>
  </c:spPr>
  <c:txPr>
    <a:bodyPr/>
    <a:lstStyle/>
    <a:p>
      <a:pPr>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862" b="0" i="0" u="none" strike="noStrike" baseline="0" dirty="0"/>
              <a:t>Customer Distribution by RFM Segment</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Sheet1!$G$7</c:f>
              <c:strCache>
                <c:ptCount val="1"/>
                <c:pt idx="0">
                  <c:v>user_counts</c:v>
                </c:pt>
              </c:strCache>
            </c:strRef>
          </c:tx>
          <c:dPt>
            <c:idx val="0"/>
            <c:bubble3D val="0"/>
            <c:spPr>
              <a:solidFill>
                <a:srgbClr val="0066FF"/>
              </a:solidFill>
              <a:ln w="19050">
                <a:solidFill>
                  <a:schemeClr val="lt1"/>
                </a:solidFill>
              </a:ln>
              <a:effectLst/>
            </c:spPr>
            <c:extLst>
              <c:ext xmlns:c16="http://schemas.microsoft.com/office/drawing/2014/chart" uri="{C3380CC4-5D6E-409C-BE32-E72D297353CC}">
                <c16:uniqueId val="{00000001-A7C9-4AB2-A378-7FE2EDF2A5E8}"/>
              </c:ext>
            </c:extLst>
          </c:dPt>
          <c:dPt>
            <c:idx val="1"/>
            <c:bubble3D val="0"/>
            <c:spPr>
              <a:solidFill>
                <a:srgbClr val="009999"/>
              </a:solidFill>
              <a:ln w="19050">
                <a:solidFill>
                  <a:schemeClr val="lt1"/>
                </a:solidFill>
              </a:ln>
              <a:effectLst/>
            </c:spPr>
            <c:extLst>
              <c:ext xmlns:c16="http://schemas.microsoft.com/office/drawing/2014/chart" uri="{C3380CC4-5D6E-409C-BE32-E72D297353CC}">
                <c16:uniqueId val="{00000002-A7C9-4AB2-A378-7FE2EDF2A5E8}"/>
              </c:ext>
            </c:extLst>
          </c:dPt>
          <c:dPt>
            <c:idx val="2"/>
            <c:bubble3D val="0"/>
            <c:spPr>
              <a:solidFill>
                <a:srgbClr val="006666"/>
              </a:solidFill>
              <a:ln w="19050">
                <a:solidFill>
                  <a:schemeClr val="lt1"/>
                </a:solidFill>
              </a:ln>
              <a:effectLst/>
            </c:spPr>
            <c:extLst>
              <c:ext xmlns:c16="http://schemas.microsoft.com/office/drawing/2014/chart" uri="{C3380CC4-5D6E-409C-BE32-E72D297353CC}">
                <c16:uniqueId val="{00000003-A7C9-4AB2-A378-7FE2EDF2A5E8}"/>
              </c:ext>
            </c:extLst>
          </c:dPt>
          <c:dLbls>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Sheet1!$F$8:$F$10</c:f>
              <c:strCache>
                <c:ptCount val="3"/>
                <c:pt idx="0">
                  <c:v>High_Value_Cust</c:v>
                </c:pt>
                <c:pt idx="1">
                  <c:v>Low_Value_Cust</c:v>
                </c:pt>
                <c:pt idx="2">
                  <c:v>Medium_Value_Cust</c:v>
                </c:pt>
              </c:strCache>
            </c:strRef>
          </c:cat>
          <c:val>
            <c:numRef>
              <c:f>Sheet1!$G$8:$G$10</c:f>
              <c:numCache>
                <c:formatCode>General</c:formatCode>
                <c:ptCount val="3"/>
                <c:pt idx="0">
                  <c:v>13888</c:v>
                </c:pt>
                <c:pt idx="1">
                  <c:v>8875</c:v>
                </c:pt>
                <c:pt idx="2">
                  <c:v>8933</c:v>
                </c:pt>
              </c:numCache>
            </c:numRef>
          </c:val>
          <c:extLst>
            <c:ext xmlns:c16="http://schemas.microsoft.com/office/drawing/2014/chart" uri="{C3380CC4-5D6E-409C-BE32-E72D297353CC}">
              <c16:uniqueId val="{00000000-A7C9-4AB2-A378-7FE2EDF2A5E8}"/>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1" dirty="0"/>
              <a:t>Traffic by Campaign</a:t>
            </a:r>
          </a:p>
        </c:rich>
      </c:tx>
      <c:layout>
        <c:manualLayout>
          <c:xMode val="edge"/>
          <c:yMode val="edge"/>
          <c:x val="0.26702445212619369"/>
          <c:y val="0"/>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total_sessions</c:v>
                </c:pt>
              </c:strCache>
            </c:strRef>
          </c:tx>
          <c:dPt>
            <c:idx val="0"/>
            <c:bubble3D val="0"/>
            <c:spPr>
              <a:solidFill>
                <a:srgbClr val="009999"/>
              </a:solidFill>
              <a:ln w="19050">
                <a:solidFill>
                  <a:schemeClr val="lt1"/>
                </a:solidFill>
              </a:ln>
              <a:effectLst/>
            </c:spPr>
            <c:extLst>
              <c:ext xmlns:c16="http://schemas.microsoft.com/office/drawing/2014/chart" uri="{C3380CC4-5D6E-409C-BE32-E72D297353CC}">
                <c16:uniqueId val="{00000001-6F3F-4E54-B1C0-AE15626B892E}"/>
              </c:ext>
            </c:extLst>
          </c:dPt>
          <c:dPt>
            <c:idx val="1"/>
            <c:bubble3D val="0"/>
            <c:spPr>
              <a:solidFill>
                <a:srgbClr val="FFCCCC"/>
              </a:solidFill>
              <a:ln w="19050">
                <a:solidFill>
                  <a:schemeClr val="lt1"/>
                </a:solidFill>
              </a:ln>
              <a:effectLst/>
            </c:spPr>
            <c:extLst>
              <c:ext xmlns:c16="http://schemas.microsoft.com/office/drawing/2014/chart" uri="{C3380CC4-5D6E-409C-BE32-E72D297353CC}">
                <c16:uniqueId val="{00000002-6F3F-4E54-B1C0-AE15626B892E}"/>
              </c:ext>
            </c:extLst>
          </c:dPt>
          <c:dPt>
            <c:idx val="2"/>
            <c:bubble3D val="0"/>
            <c:spPr>
              <a:solidFill>
                <a:srgbClr val="FFCC66"/>
              </a:solidFill>
              <a:ln w="19050">
                <a:solidFill>
                  <a:schemeClr val="lt1"/>
                </a:solidFill>
              </a:ln>
              <a:effectLst/>
            </c:spPr>
            <c:extLst>
              <c:ext xmlns:c16="http://schemas.microsoft.com/office/drawing/2014/chart" uri="{C3380CC4-5D6E-409C-BE32-E72D297353CC}">
                <c16:uniqueId val="{00000004-6F3F-4E54-B1C0-AE15626B892E}"/>
              </c:ext>
            </c:extLst>
          </c:dPt>
          <c:dPt>
            <c:idx val="3"/>
            <c:bubble3D val="0"/>
            <c:spPr>
              <a:solidFill>
                <a:srgbClr val="00B0F0"/>
              </a:solidFill>
              <a:ln w="19050">
                <a:solidFill>
                  <a:schemeClr val="lt1"/>
                </a:solidFill>
              </a:ln>
              <a:effectLst/>
            </c:spPr>
            <c:extLst>
              <c:ext xmlns:c16="http://schemas.microsoft.com/office/drawing/2014/chart" uri="{C3380CC4-5D6E-409C-BE32-E72D297353CC}">
                <c16:uniqueId val="{00000003-6F3F-4E54-B1C0-AE15626B892E}"/>
              </c:ext>
            </c:extLst>
          </c:dPt>
          <c:dPt>
            <c:idx val="4"/>
            <c:bubble3D val="0"/>
            <c:spPr>
              <a:solidFill>
                <a:srgbClr val="00589A"/>
              </a:solidFill>
              <a:ln w="19050">
                <a:solidFill>
                  <a:schemeClr val="lt1"/>
                </a:solidFill>
              </a:ln>
              <a:effectLst/>
            </c:spPr>
            <c:extLst>
              <c:ext xmlns:c16="http://schemas.microsoft.com/office/drawing/2014/chart" uri="{C3380CC4-5D6E-409C-BE32-E72D297353CC}">
                <c16:uniqueId val="{00000005-6F3F-4E54-B1C0-AE15626B892E}"/>
              </c:ext>
            </c:extLst>
          </c:dPt>
          <c:dLbls>
            <c:dLbl>
              <c:idx val="0"/>
              <c:layout>
                <c:manualLayout>
                  <c:x val="-9.221735743008147E-2"/>
                  <c:y val="-8.3978443328720342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6F3F-4E54-B1C0-AE15626B892E}"/>
                </c:ext>
              </c:extLst>
            </c:dLbl>
            <c:dLbl>
              <c:idx val="1"/>
              <c:layout>
                <c:manualLayout>
                  <c:x val="-0.24151730237134483"/>
                  <c:y val="0.1744024121089517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2-6F3F-4E54-B1C0-AE15626B892E}"/>
                </c:ext>
              </c:extLst>
            </c:dLbl>
            <c:dLbl>
              <c:idx val="2"/>
              <c:layout>
                <c:manualLayout>
                  <c:x val="-0.31374677597772832"/>
                  <c:y val="4.0875565338035547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4-6F3F-4E54-B1C0-AE15626B892E}"/>
                </c:ext>
              </c:extLst>
            </c:dLbl>
            <c:dLbl>
              <c:idx val="3"/>
              <c:layout>
                <c:manualLayout>
                  <c:x val="7.2229473606383487E-2"/>
                  <c:y val="8.1751130676071121E-3"/>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6F3F-4E54-B1C0-AE15626B892E}"/>
                </c:ext>
              </c:extLst>
            </c:dLbl>
            <c:dLbl>
              <c:idx val="4"/>
              <c:layout>
                <c:manualLayout>
                  <c:x val="0.10218680147657672"/>
                  <c:y val="0.10797228427978327"/>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6F3F-4E54-B1C0-AE15626B892E}"/>
                </c:ext>
              </c:extLst>
            </c:dLbl>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Sheet1!$A$2:$A$6</c:f>
              <c:strCache>
                <c:ptCount val="5"/>
                <c:pt idx="0">
                  <c:v>nonbrand</c:v>
                </c:pt>
                <c:pt idx="1">
                  <c:v>brand</c:v>
                </c:pt>
                <c:pt idx="2">
                  <c:v>desktop_targeted</c:v>
                </c:pt>
                <c:pt idx="3">
                  <c:v>pilot</c:v>
                </c:pt>
                <c:pt idx="4">
                  <c:v>Direct</c:v>
                </c:pt>
              </c:strCache>
            </c:strRef>
          </c:cat>
          <c:val>
            <c:numRef>
              <c:f>Sheet1!$B$2:$B$6</c:f>
              <c:numCache>
                <c:formatCode>General</c:formatCode>
                <c:ptCount val="5"/>
                <c:pt idx="0">
                  <c:v>337615</c:v>
                </c:pt>
                <c:pt idx="1">
                  <c:v>41243</c:v>
                </c:pt>
                <c:pt idx="2">
                  <c:v>5590</c:v>
                </c:pt>
                <c:pt idx="3">
                  <c:v>5095</c:v>
                </c:pt>
                <c:pt idx="4">
                  <c:v>83328</c:v>
                </c:pt>
              </c:numCache>
            </c:numRef>
          </c:val>
          <c:extLst>
            <c:ext xmlns:c16="http://schemas.microsoft.com/office/drawing/2014/chart" uri="{C3380CC4-5D6E-409C-BE32-E72D297353CC}">
              <c16:uniqueId val="{00000000-6F3F-4E54-B1C0-AE15626B892E}"/>
            </c:ext>
          </c:extLst>
        </c:ser>
        <c:dLbls>
          <c:showLegendKey val="0"/>
          <c:showVal val="0"/>
          <c:showCatName val="0"/>
          <c:showSerName val="0"/>
          <c:showPercent val="0"/>
          <c:showBubbleSize val="0"/>
          <c:showLeaderLines val="0"/>
        </c:dLbls>
        <c:firstSliceAng val="69"/>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1" dirty="0"/>
              <a:t>Revenue Share by Campaign</a:t>
            </a:r>
          </a:p>
        </c:rich>
      </c:tx>
      <c:layout>
        <c:manualLayout>
          <c:xMode val="edge"/>
          <c:yMode val="edge"/>
          <c:x val="0.20431089895285112"/>
          <c:y val="0"/>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Revenue</c:v>
                </c:pt>
              </c:strCache>
            </c:strRef>
          </c:tx>
          <c:dPt>
            <c:idx val="0"/>
            <c:bubble3D val="0"/>
            <c:spPr>
              <a:solidFill>
                <a:srgbClr val="FFCC66"/>
              </a:solidFill>
              <a:ln w="19050">
                <a:solidFill>
                  <a:schemeClr val="lt1"/>
                </a:solidFill>
              </a:ln>
              <a:effectLst/>
            </c:spPr>
            <c:extLst>
              <c:ext xmlns:c16="http://schemas.microsoft.com/office/drawing/2014/chart" uri="{C3380CC4-5D6E-409C-BE32-E72D297353CC}">
                <c16:uniqueId val="{00000003-5269-494F-A041-F1E673D9D60A}"/>
              </c:ext>
            </c:extLst>
          </c:dPt>
          <c:dPt>
            <c:idx val="1"/>
            <c:bubble3D val="0"/>
            <c:spPr>
              <a:solidFill>
                <a:srgbClr val="FFCCCC"/>
              </a:solidFill>
              <a:ln w="19050">
                <a:solidFill>
                  <a:schemeClr val="lt1"/>
                </a:solidFill>
              </a:ln>
              <a:effectLst/>
            </c:spPr>
            <c:extLst>
              <c:ext xmlns:c16="http://schemas.microsoft.com/office/drawing/2014/chart" uri="{C3380CC4-5D6E-409C-BE32-E72D297353CC}">
                <c16:uniqueId val="{00000002-5269-494F-A041-F1E673D9D60A}"/>
              </c:ext>
            </c:extLst>
          </c:dPt>
          <c:dPt>
            <c:idx val="2"/>
            <c:bubble3D val="0"/>
            <c:spPr>
              <a:solidFill>
                <a:srgbClr val="00B0F0"/>
              </a:solidFill>
              <a:ln w="19050">
                <a:solidFill>
                  <a:schemeClr val="lt1"/>
                </a:solidFill>
              </a:ln>
              <a:effectLst/>
            </c:spPr>
            <c:extLst>
              <c:ext xmlns:c16="http://schemas.microsoft.com/office/drawing/2014/chart" uri="{C3380CC4-5D6E-409C-BE32-E72D297353CC}">
                <c16:uniqueId val="{00000004-5269-494F-A041-F1E673D9D60A}"/>
              </c:ext>
            </c:extLst>
          </c:dPt>
          <c:dPt>
            <c:idx val="3"/>
            <c:bubble3D val="0"/>
            <c:spPr>
              <a:solidFill>
                <a:srgbClr val="009999"/>
              </a:solidFill>
              <a:ln w="19050">
                <a:solidFill>
                  <a:schemeClr val="lt1"/>
                </a:solidFill>
              </a:ln>
              <a:effectLst/>
            </c:spPr>
            <c:extLst>
              <c:ext xmlns:c16="http://schemas.microsoft.com/office/drawing/2014/chart" uri="{C3380CC4-5D6E-409C-BE32-E72D297353CC}">
                <c16:uniqueId val="{00000001-5269-494F-A041-F1E673D9D60A}"/>
              </c:ext>
            </c:extLst>
          </c:dPt>
          <c:dPt>
            <c:idx val="4"/>
            <c:bubble3D val="0"/>
            <c:spPr>
              <a:solidFill>
                <a:srgbClr val="00589A"/>
              </a:solidFill>
              <a:ln w="19050">
                <a:solidFill>
                  <a:schemeClr val="lt1"/>
                </a:solidFill>
              </a:ln>
              <a:effectLst/>
            </c:spPr>
            <c:extLst>
              <c:ext xmlns:c16="http://schemas.microsoft.com/office/drawing/2014/chart" uri="{C3380CC4-5D6E-409C-BE32-E72D297353CC}">
                <c16:uniqueId val="{00000005-5269-494F-A041-F1E673D9D60A}"/>
              </c:ext>
            </c:extLst>
          </c:dPt>
          <c:dLbls>
            <c:dLbl>
              <c:idx val="0"/>
              <c:layout>
                <c:manualLayout>
                  <c:x val="-0.27883930948250146"/>
                  <c:y val="7.0850995121752358E-2"/>
                </c:manualLayout>
              </c:layout>
              <c:dLblPos val="bestFit"/>
              <c:showLegendKey val="0"/>
              <c:showVal val="0"/>
              <c:showCatName val="1"/>
              <c:showSerName val="0"/>
              <c:showPercent val="1"/>
              <c:showBubbleSize val="0"/>
              <c:extLst>
                <c:ext xmlns:c15="http://schemas.microsoft.com/office/drawing/2012/chart" uri="{CE6537A1-D6FC-4f65-9D91-7224C49458BB}">
                  <c15:layout>
                    <c:manualLayout>
                      <c:w val="0.2337513886862268"/>
                      <c:h val="0.12184311289490257"/>
                    </c:manualLayout>
                  </c15:layout>
                </c:ext>
                <c:ext xmlns:c16="http://schemas.microsoft.com/office/drawing/2014/chart" uri="{C3380CC4-5D6E-409C-BE32-E72D297353CC}">
                  <c16:uniqueId val="{00000003-5269-494F-A041-F1E673D9D60A}"/>
                </c:ext>
              </c:extLst>
            </c:dLbl>
            <c:dLbl>
              <c:idx val="1"/>
              <c:layout>
                <c:manualLayout>
                  <c:x val="8.0288361485233883E-2"/>
                  <c:y val="2.725038273913552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2-5269-494F-A041-F1E673D9D60A}"/>
                </c:ext>
              </c:extLst>
            </c:dLbl>
            <c:dLbl>
              <c:idx val="2"/>
              <c:layout>
                <c:manualLayout>
                  <c:x val="4.773902574797674E-2"/>
                  <c:y val="8.4476186491320104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4-5269-494F-A041-F1E673D9D60A}"/>
                </c:ext>
              </c:extLst>
            </c:dLbl>
            <c:dLbl>
              <c:idx val="3"/>
              <c:layout>
                <c:manualLayout>
                  <c:x val="0.1779363686970048"/>
                  <c:y val="-0.1008264161348015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5269-494F-A041-F1E673D9D60A}"/>
                </c:ext>
              </c:extLst>
            </c:dLbl>
            <c:dLbl>
              <c:idx val="4"/>
              <c:layout>
                <c:manualLayout>
                  <c:x val="-0.13453725438066219"/>
                  <c:y val="0.144427028517418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5269-494F-A041-F1E673D9D60A}"/>
                </c:ext>
              </c:extLst>
            </c:dLbl>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Sheet1!$A$2:$A$6</c:f>
              <c:strCache>
                <c:ptCount val="5"/>
                <c:pt idx="0">
                  <c:v>desktop_targeted</c:v>
                </c:pt>
                <c:pt idx="1">
                  <c:v>brand</c:v>
                </c:pt>
                <c:pt idx="2">
                  <c:v>pilot</c:v>
                </c:pt>
                <c:pt idx="3">
                  <c:v>nonbrand</c:v>
                </c:pt>
                <c:pt idx="4">
                  <c:v>Direct</c:v>
                </c:pt>
              </c:strCache>
            </c:strRef>
          </c:cat>
          <c:val>
            <c:numRef>
              <c:f>Sheet1!$B$2:$B$6</c:f>
              <c:numCache>
                <c:formatCode>General</c:formatCode>
                <c:ptCount val="5"/>
                <c:pt idx="0">
                  <c:v>18516.1006469727</c:v>
                </c:pt>
                <c:pt idx="1">
                  <c:v>194839.706640244</c:v>
                </c:pt>
                <c:pt idx="2">
                  <c:v>3743.2301292419402</c:v>
                </c:pt>
                <c:pt idx="3">
                  <c:v>1349977.7360248601</c:v>
                </c:pt>
                <c:pt idx="4">
                  <c:v>371433.04272079503</c:v>
                </c:pt>
              </c:numCache>
            </c:numRef>
          </c:val>
          <c:extLst>
            <c:ext xmlns:c16="http://schemas.microsoft.com/office/drawing/2014/chart" uri="{C3380CC4-5D6E-409C-BE32-E72D297353CC}">
              <c16:uniqueId val="{00000000-5269-494F-A041-F1E673D9D60A}"/>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1" baseline="0" dirty="0"/>
              <a:t>Sessions &amp; Users Interacted by Campaign</a:t>
            </a:r>
            <a:endParaRPr lang="en-IN" b="1" dirty="0"/>
          </a:p>
        </c:rich>
      </c:tx>
      <c:layout>
        <c:manualLayout>
          <c:xMode val="edge"/>
          <c:yMode val="edge"/>
          <c:x val="0.1945370417765038"/>
          <c:y val="0"/>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col"/>
        <c:grouping val="clustered"/>
        <c:varyColors val="0"/>
        <c:ser>
          <c:idx val="0"/>
          <c:order val="0"/>
          <c:tx>
            <c:strRef>
              <c:f>Sheet1!$B$1</c:f>
              <c:strCache>
                <c:ptCount val="1"/>
                <c:pt idx="0">
                  <c:v>unique_users_reached</c:v>
                </c:pt>
              </c:strCache>
            </c:strRef>
          </c:tx>
          <c:spPr>
            <a:solidFill>
              <a:srgbClr val="009999"/>
            </a:solidFill>
            <a:ln>
              <a:noFill/>
            </a:ln>
            <a:effectLst/>
          </c:spPr>
          <c:invertIfNegative val="0"/>
          <c:dLbls>
            <c:dLbl>
              <c:idx val="3"/>
              <c:layout>
                <c:manualLayout>
                  <c:x val="-2.3646067156320328E-2"/>
                  <c:y val="-1.64893663062953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FD4-4132-A538-586C6179C532}"/>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nonbrand</c:v>
                </c:pt>
                <c:pt idx="1">
                  <c:v>brand</c:v>
                </c:pt>
                <c:pt idx="2">
                  <c:v>desktop_targeted</c:v>
                </c:pt>
                <c:pt idx="3">
                  <c:v>pilot</c:v>
                </c:pt>
              </c:strCache>
            </c:strRef>
          </c:cat>
          <c:val>
            <c:numRef>
              <c:f>Sheet1!$B$2:$B$5</c:f>
              <c:numCache>
                <c:formatCode>General</c:formatCode>
                <c:ptCount val="4"/>
                <c:pt idx="0">
                  <c:v>337615</c:v>
                </c:pt>
                <c:pt idx="1">
                  <c:v>36439</c:v>
                </c:pt>
                <c:pt idx="2">
                  <c:v>5590</c:v>
                </c:pt>
                <c:pt idx="3">
                  <c:v>5095</c:v>
                </c:pt>
              </c:numCache>
            </c:numRef>
          </c:val>
          <c:extLst>
            <c:ext xmlns:c16="http://schemas.microsoft.com/office/drawing/2014/chart" uri="{C3380CC4-5D6E-409C-BE32-E72D297353CC}">
              <c16:uniqueId val="{00000000-9380-49CC-BDDF-EE7006E00E12}"/>
            </c:ext>
          </c:extLst>
        </c:ser>
        <c:ser>
          <c:idx val="1"/>
          <c:order val="1"/>
          <c:tx>
            <c:strRef>
              <c:f>Sheet1!$C$1</c:f>
              <c:strCache>
                <c:ptCount val="1"/>
                <c:pt idx="0">
                  <c:v>total_sessions</c:v>
                </c:pt>
              </c:strCache>
            </c:strRef>
          </c:tx>
          <c:spPr>
            <a:solidFill>
              <a:srgbClr val="006666"/>
            </a:solidFill>
            <a:ln>
              <a:noFill/>
            </a:ln>
            <a:effectLst/>
          </c:spPr>
          <c:invertIfNegative val="0"/>
          <c:dLbls>
            <c:dLbl>
              <c:idx val="0"/>
              <c:layout>
                <c:manualLayout>
                  <c:x val="7.4027226864305767E-2"/>
                  <c:y val="-2.6428883836944991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380-49CC-BDDF-EE7006E00E12}"/>
                </c:ext>
              </c:extLst>
            </c:dLbl>
            <c:dLbl>
              <c:idx val="1"/>
              <c:layout>
                <c:manualLayout>
                  <c:x val="2.8304527918705143E-2"/>
                  <c:y val="-5.766368540872761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380-49CC-BDDF-EE7006E00E12}"/>
                </c:ext>
              </c:extLst>
            </c:dLbl>
            <c:dLbl>
              <c:idx val="2"/>
              <c:layout>
                <c:manualLayout>
                  <c:x val="1.0886356891809591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380-49CC-BDDF-EE7006E00E12}"/>
                </c:ext>
              </c:extLst>
            </c:dLbl>
            <c:dLbl>
              <c:idx val="3"/>
              <c:layout>
                <c:manualLayout>
                  <c:x val="2.3646067156320241E-2"/>
                  <c:y val="-1.923759402401128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FD4-4132-A538-586C6179C532}"/>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nonbrand</c:v>
                </c:pt>
                <c:pt idx="1">
                  <c:v>brand</c:v>
                </c:pt>
                <c:pt idx="2">
                  <c:v>desktop_targeted</c:v>
                </c:pt>
                <c:pt idx="3">
                  <c:v>pilot</c:v>
                </c:pt>
              </c:strCache>
            </c:strRef>
          </c:cat>
          <c:val>
            <c:numRef>
              <c:f>Sheet1!$C$2:$C$5</c:f>
              <c:numCache>
                <c:formatCode>General</c:formatCode>
                <c:ptCount val="4"/>
                <c:pt idx="0">
                  <c:v>337615</c:v>
                </c:pt>
                <c:pt idx="1">
                  <c:v>41243</c:v>
                </c:pt>
                <c:pt idx="2">
                  <c:v>5590</c:v>
                </c:pt>
                <c:pt idx="3">
                  <c:v>5095</c:v>
                </c:pt>
              </c:numCache>
            </c:numRef>
          </c:val>
          <c:extLst>
            <c:ext xmlns:c16="http://schemas.microsoft.com/office/drawing/2014/chart" uri="{C3380CC4-5D6E-409C-BE32-E72D297353CC}">
              <c16:uniqueId val="{00000004-9380-49CC-BDDF-EE7006E00E12}"/>
            </c:ext>
          </c:extLst>
        </c:ser>
        <c:dLbls>
          <c:showLegendKey val="0"/>
          <c:showVal val="1"/>
          <c:showCatName val="0"/>
          <c:showSerName val="0"/>
          <c:showPercent val="0"/>
          <c:showBubbleSize val="0"/>
        </c:dLbls>
        <c:gapWidth val="219"/>
        <c:overlap val="-27"/>
        <c:axId val="1027800639"/>
        <c:axId val="1027804479"/>
      </c:barChart>
      <c:lineChart>
        <c:grouping val="standard"/>
        <c:varyColors val="0"/>
        <c:ser>
          <c:idx val="2"/>
          <c:order val="2"/>
          <c:tx>
            <c:strRef>
              <c:f>Sheet1!$D$1</c:f>
              <c:strCache>
                <c:ptCount val="1"/>
                <c:pt idx="0">
                  <c:v>Series 3</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nonbrand</c:v>
                </c:pt>
                <c:pt idx="1">
                  <c:v>brand</c:v>
                </c:pt>
                <c:pt idx="2">
                  <c:v>desktop_targeted</c:v>
                </c:pt>
                <c:pt idx="3">
                  <c:v>pilot</c:v>
                </c:pt>
              </c:strCache>
            </c:strRef>
          </c:cat>
          <c:val>
            <c:numRef>
              <c:f>Sheet1!$D$2:$D$5</c:f>
            </c:numRef>
          </c:val>
          <c:smooth val="0"/>
          <c:extLst>
            <c:ext xmlns:c16="http://schemas.microsoft.com/office/drawing/2014/chart" uri="{C3380CC4-5D6E-409C-BE32-E72D297353CC}">
              <c16:uniqueId val="{00000005-9380-49CC-BDDF-EE7006E00E12}"/>
            </c:ext>
          </c:extLst>
        </c:ser>
        <c:ser>
          <c:idx val="3"/>
          <c:order val="3"/>
          <c:tx>
            <c:strRef>
              <c:f>Sheet1!$E$1</c:f>
              <c:strCache>
                <c:ptCount val="1"/>
                <c:pt idx="0">
                  <c:v>Repeat_rate</c:v>
                </c:pt>
              </c:strCache>
            </c:strRef>
          </c:tx>
          <c:spPr>
            <a:ln w="28575" cap="rnd">
              <a:solidFill>
                <a:srgbClr val="FFCC66"/>
              </a:solidFill>
              <a:round/>
            </a:ln>
            <a:effectLst/>
          </c:spPr>
          <c:marker>
            <c:symbol val="circle"/>
            <c:size val="5"/>
            <c:spPr>
              <a:solidFill>
                <a:schemeClr val="accent4"/>
              </a:solidFill>
              <a:ln w="9525">
                <a:solidFill>
                  <a:schemeClr val="accent4"/>
                </a:solidFill>
              </a:ln>
              <a:effectLst/>
            </c:spPr>
          </c:marker>
          <c:dLbls>
            <c:dLbl>
              <c:idx val="2"/>
              <c:layout>
                <c:manualLayout>
                  <c:x val="4.7292134312640392E-2"/>
                  <c:y val="3.29787326125907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FD4-4132-A538-586C6179C532}"/>
                </c:ext>
              </c:extLst>
            </c:dLbl>
            <c:dLbl>
              <c:idx val="3"/>
              <c:layout>
                <c:manualLayout>
                  <c:x val="0"/>
                  <c:y val="4.946809891888626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FD4-4132-A538-586C6179C532}"/>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nonbrand</c:v>
                </c:pt>
                <c:pt idx="1">
                  <c:v>brand</c:v>
                </c:pt>
                <c:pt idx="2">
                  <c:v>desktop_targeted</c:v>
                </c:pt>
                <c:pt idx="3">
                  <c:v>pilot</c:v>
                </c:pt>
              </c:strCache>
            </c:strRef>
          </c:cat>
          <c:val>
            <c:numRef>
              <c:f>Sheet1!$E$2:$E$5</c:f>
              <c:numCache>
                <c:formatCode>General</c:formatCode>
                <c:ptCount val="4"/>
                <c:pt idx="0">
                  <c:v>0</c:v>
                </c:pt>
                <c:pt idx="1">
                  <c:v>63.584123366389399</c:v>
                </c:pt>
                <c:pt idx="2">
                  <c:v>0</c:v>
                </c:pt>
                <c:pt idx="3">
                  <c:v>0</c:v>
                </c:pt>
              </c:numCache>
            </c:numRef>
          </c:val>
          <c:smooth val="0"/>
          <c:extLst>
            <c:ext xmlns:c16="http://schemas.microsoft.com/office/drawing/2014/chart" uri="{C3380CC4-5D6E-409C-BE32-E72D297353CC}">
              <c16:uniqueId val="{00000000-2FD4-4132-A538-586C6179C532}"/>
            </c:ext>
          </c:extLst>
        </c:ser>
        <c:dLbls>
          <c:showLegendKey val="0"/>
          <c:showVal val="1"/>
          <c:showCatName val="0"/>
          <c:showSerName val="0"/>
          <c:showPercent val="0"/>
          <c:showBubbleSize val="0"/>
        </c:dLbls>
        <c:marker val="1"/>
        <c:smooth val="0"/>
        <c:axId val="2021866240"/>
        <c:axId val="2021868160"/>
      </c:lineChart>
      <c:catAx>
        <c:axId val="10278006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27804479"/>
        <c:crosses val="autoZero"/>
        <c:auto val="1"/>
        <c:lblAlgn val="ctr"/>
        <c:lblOffset val="100"/>
        <c:noMultiLvlLbl val="0"/>
      </c:catAx>
      <c:valAx>
        <c:axId val="102780447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27800639"/>
        <c:crosses val="autoZero"/>
        <c:crossBetween val="between"/>
      </c:valAx>
      <c:valAx>
        <c:axId val="2021868160"/>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21866240"/>
        <c:crosses val="max"/>
        <c:crossBetween val="between"/>
      </c:valAx>
      <c:catAx>
        <c:axId val="2021866240"/>
        <c:scaling>
          <c:orientation val="minMax"/>
        </c:scaling>
        <c:delete val="1"/>
        <c:axPos val="b"/>
        <c:numFmt formatCode="General" sourceLinked="1"/>
        <c:majorTickMark val="out"/>
        <c:minorTickMark val="none"/>
        <c:tickLblPos val="nextTo"/>
        <c:crossAx val="2021868160"/>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1" dirty="0"/>
              <a:t>Refund Rate by Campaign</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refund_rate</c:v>
                </c:pt>
              </c:strCache>
            </c:strRef>
          </c:tx>
          <c:spPr>
            <a:solidFill>
              <a:srgbClr val="009999"/>
            </a:solidFill>
            <a:ln>
              <a:noFill/>
            </a:ln>
            <a:effectLst/>
          </c:spPr>
          <c:invertIfNegative val="0"/>
          <c:dLbls>
            <c:dLbl>
              <c:idx val="0"/>
              <c:dLblPos val="outEnd"/>
              <c:showLegendKey val="0"/>
              <c:showVal val="1"/>
              <c:showCatName val="0"/>
              <c:showSerName val="0"/>
              <c:showPercent val="0"/>
              <c:showBubbleSize val="0"/>
              <c:extLst>
                <c:ext xmlns:c15="http://schemas.microsoft.com/office/drawing/2012/chart" uri="{CE6537A1-D6FC-4f65-9D91-7224C49458BB}">
                  <c15:layout>
                    <c:manualLayout>
                      <c:w val="0.17941466104845938"/>
                      <c:h val="4.6060296548918453E-2"/>
                    </c:manualLayout>
                  </c15:layout>
                </c:ext>
                <c:ext xmlns:c16="http://schemas.microsoft.com/office/drawing/2014/chart" uri="{C3380CC4-5D6E-409C-BE32-E72D297353CC}">
                  <c16:uniqueId val="{00000003-69BD-467E-98A3-B001292FD76B}"/>
                </c:ext>
              </c:extLst>
            </c:dLbl>
            <c:dLbl>
              <c:idx val="1"/>
              <c:dLblPos val="outEnd"/>
              <c:showLegendKey val="0"/>
              <c:showVal val="1"/>
              <c:showCatName val="0"/>
              <c:showSerName val="0"/>
              <c:showPercent val="0"/>
              <c:showBubbleSize val="0"/>
              <c:extLst>
                <c:ext xmlns:c15="http://schemas.microsoft.com/office/drawing/2012/chart" uri="{CE6537A1-D6FC-4f65-9D91-7224C49458BB}">
                  <c15:layout>
                    <c:manualLayout>
                      <c:w val="0.17941466104845938"/>
                      <c:h val="4.6060296548918453E-2"/>
                    </c:manualLayout>
                  </c15:layout>
                </c:ext>
                <c:ext xmlns:c16="http://schemas.microsoft.com/office/drawing/2014/chart" uri="{C3380CC4-5D6E-409C-BE32-E72D297353CC}">
                  <c16:uniqueId val="{00000004-69BD-467E-98A3-B001292FD76B}"/>
                </c:ext>
              </c:extLst>
            </c:dLbl>
            <c:dLbl>
              <c:idx val="2"/>
              <c:dLblPos val="outEnd"/>
              <c:showLegendKey val="0"/>
              <c:showVal val="1"/>
              <c:showCatName val="0"/>
              <c:showSerName val="0"/>
              <c:showPercent val="0"/>
              <c:showBubbleSize val="0"/>
              <c:extLst>
                <c:ext xmlns:c15="http://schemas.microsoft.com/office/drawing/2012/chart" uri="{CE6537A1-D6FC-4f65-9D91-7224C49458BB}">
                  <c15:layout>
                    <c:manualLayout>
                      <c:w val="0.17941466104845938"/>
                      <c:h val="4.6060296548918453E-2"/>
                    </c:manualLayout>
                  </c15:layout>
                </c:ext>
                <c:ext xmlns:c16="http://schemas.microsoft.com/office/drawing/2014/chart" uri="{C3380CC4-5D6E-409C-BE32-E72D297353CC}">
                  <c16:uniqueId val="{00000005-69BD-467E-98A3-B001292FD76B}"/>
                </c:ext>
              </c:extLst>
            </c:dLbl>
            <c:dLbl>
              <c:idx val="3"/>
              <c:dLblPos val="outEnd"/>
              <c:showLegendKey val="0"/>
              <c:showVal val="1"/>
              <c:showCatName val="0"/>
              <c:showSerName val="0"/>
              <c:showPercent val="0"/>
              <c:showBubbleSize val="0"/>
              <c:extLst>
                <c:ext xmlns:c15="http://schemas.microsoft.com/office/drawing/2012/chart" uri="{CE6537A1-D6FC-4f65-9D91-7224C49458BB}">
                  <c15:layout>
                    <c:manualLayout>
                      <c:w val="0.17941466104845938"/>
                      <c:h val="4.6060296548918453E-2"/>
                    </c:manualLayout>
                  </c15:layout>
                </c:ext>
                <c:ext xmlns:c16="http://schemas.microsoft.com/office/drawing/2014/chart" uri="{C3380CC4-5D6E-409C-BE32-E72D297353CC}">
                  <c16:uniqueId val="{00000006-69BD-467E-98A3-B001292FD76B}"/>
                </c:ext>
              </c:extLst>
            </c:dLbl>
            <c:spPr>
              <a:noFill/>
              <a:ln>
                <a:noFill/>
              </a:ln>
              <a:effectLst/>
            </c:spPr>
            <c:txPr>
              <a:bodyPr rot="0" spcFirstLastPara="1" vertOverflow="overflow" horzOverflow="overflow" vert="horz" wrap="square" lIns="38100" tIns="19050" rIns="38100" bIns="19050" anchor="ctr" anchorCtr="1">
                <a:no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desktop_targeted</c:v>
                </c:pt>
                <c:pt idx="1">
                  <c:v>brand</c:v>
                </c:pt>
                <c:pt idx="2">
                  <c:v>pilot</c:v>
                </c:pt>
                <c:pt idx="3">
                  <c:v>nonbrand</c:v>
                </c:pt>
              </c:strCache>
            </c:strRef>
          </c:cat>
          <c:val>
            <c:numRef>
              <c:f>Sheet1!$B$2:$B$5</c:f>
              <c:numCache>
                <c:formatCode>General</c:formatCode>
                <c:ptCount val="4"/>
                <c:pt idx="0">
                  <c:v>6.5972222222220003</c:v>
                </c:pt>
                <c:pt idx="1">
                  <c:v>5.4171855541709997</c:v>
                </c:pt>
                <c:pt idx="2">
                  <c:v>5.4545454545450003</c:v>
                </c:pt>
                <c:pt idx="3">
                  <c:v>5.3401060070669999</c:v>
                </c:pt>
              </c:numCache>
            </c:numRef>
          </c:val>
          <c:extLst>
            <c:ext xmlns:c16="http://schemas.microsoft.com/office/drawing/2014/chart" uri="{C3380CC4-5D6E-409C-BE32-E72D297353CC}">
              <c16:uniqueId val="{00000000-69BD-467E-98A3-B001292FD76B}"/>
            </c:ext>
          </c:extLst>
        </c:ser>
        <c:ser>
          <c:idx val="1"/>
          <c:order val="1"/>
          <c:tx>
            <c:strRef>
              <c:f>Sheet1!$C$1</c:f>
              <c:strCache>
                <c:ptCount val="1"/>
                <c:pt idx="0">
                  <c:v>Column1</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desktop_targeted</c:v>
                </c:pt>
                <c:pt idx="1">
                  <c:v>brand</c:v>
                </c:pt>
                <c:pt idx="2">
                  <c:v>pilot</c:v>
                </c:pt>
                <c:pt idx="3">
                  <c:v>nonbrand</c:v>
                </c:pt>
              </c:strCache>
            </c:strRef>
          </c:cat>
          <c:val>
            <c:numRef>
              <c:f>Sheet1!$C$2:$C$5</c:f>
            </c:numRef>
          </c:val>
          <c:extLst>
            <c:ext xmlns:c16="http://schemas.microsoft.com/office/drawing/2014/chart" uri="{C3380CC4-5D6E-409C-BE32-E72D297353CC}">
              <c16:uniqueId val="{00000001-69BD-467E-98A3-B001292FD76B}"/>
            </c:ext>
          </c:extLst>
        </c:ser>
        <c:ser>
          <c:idx val="2"/>
          <c:order val="2"/>
          <c:tx>
            <c:strRef>
              <c:f>Sheet1!$D$1</c:f>
              <c:strCache>
                <c:ptCount val="1"/>
                <c:pt idx="0">
                  <c:v>Series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desktop_targeted</c:v>
                </c:pt>
                <c:pt idx="1">
                  <c:v>brand</c:v>
                </c:pt>
                <c:pt idx="2">
                  <c:v>pilot</c:v>
                </c:pt>
                <c:pt idx="3">
                  <c:v>nonbrand</c:v>
                </c:pt>
              </c:strCache>
            </c:strRef>
          </c:cat>
          <c:val>
            <c:numRef>
              <c:f>Sheet1!$D$2:$D$5</c:f>
            </c:numRef>
          </c:val>
          <c:extLst>
            <c:ext xmlns:c16="http://schemas.microsoft.com/office/drawing/2014/chart" uri="{C3380CC4-5D6E-409C-BE32-E72D297353CC}">
              <c16:uniqueId val="{00000002-69BD-467E-98A3-B001292FD76B}"/>
            </c:ext>
          </c:extLst>
        </c:ser>
        <c:dLbls>
          <c:dLblPos val="outEnd"/>
          <c:showLegendKey val="0"/>
          <c:showVal val="1"/>
          <c:showCatName val="0"/>
          <c:showSerName val="0"/>
          <c:showPercent val="0"/>
          <c:showBubbleSize val="0"/>
        </c:dLbls>
        <c:gapWidth val="219"/>
        <c:axId val="2025986032"/>
        <c:axId val="2015487264"/>
      </c:barChart>
      <c:catAx>
        <c:axId val="2025986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15487264"/>
        <c:crosses val="autoZero"/>
        <c:auto val="1"/>
        <c:lblAlgn val="ctr"/>
        <c:lblOffset val="100"/>
        <c:noMultiLvlLbl val="0"/>
      </c:catAx>
      <c:valAx>
        <c:axId val="20154872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259860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1" dirty="0"/>
              <a:t>Conversion</a:t>
            </a:r>
            <a:r>
              <a:rPr lang="en-US" b="1" baseline="0" dirty="0"/>
              <a:t> </a:t>
            </a:r>
            <a:r>
              <a:rPr lang="en-US" b="1" dirty="0"/>
              <a:t>Rate &amp;</a:t>
            </a:r>
            <a:r>
              <a:rPr lang="en-US" b="1" baseline="0" dirty="0"/>
              <a:t> Revenue per Session</a:t>
            </a:r>
            <a:r>
              <a:rPr lang="en-US" b="1" dirty="0"/>
              <a:t> by Campaign</a:t>
            </a:r>
          </a:p>
        </c:rich>
      </c:tx>
      <c:layout>
        <c:manualLayout>
          <c:xMode val="edge"/>
          <c:yMode val="edge"/>
          <c:x val="0.16732048866218144"/>
          <c:y val="0"/>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Conversion_Rate</c:v>
                </c:pt>
              </c:strCache>
            </c:strRef>
          </c:tx>
          <c:spPr>
            <a:solidFill>
              <a:srgbClr val="006666"/>
            </a:solidFill>
            <a:ln>
              <a:noFill/>
            </a:ln>
            <a:effectLst/>
          </c:spPr>
          <c:invertIfNegative val="0"/>
          <c:dLbls>
            <c:dLbl>
              <c:idx val="0"/>
              <c:layout>
                <c:manualLayout>
                  <c:x val="-4.7906025729308821E-3"/>
                  <c:y val="5.065366157171914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A4D-478A-A84A-7B11F45B546F}"/>
                </c:ext>
              </c:extLst>
            </c:dLbl>
            <c:dLbl>
              <c:idx val="1"/>
              <c:layout>
                <c:manualLayout>
                  <c:x val="-2.3953012864655729E-3"/>
                  <c:y val="4.643252310740936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A4D-478A-A84A-7B11F45B546F}"/>
                </c:ext>
              </c:extLst>
            </c:dLbl>
            <c:dLbl>
              <c:idx val="2"/>
              <c:layout>
                <c:manualLayout>
                  <c:x val="-4.3913349627770111E-17"/>
                  <c:y val="2.110569232154970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A4D-478A-A84A-7B11F45B546F}"/>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desktop_targeted</c:v>
                </c:pt>
                <c:pt idx="1">
                  <c:v>brand</c:v>
                </c:pt>
                <c:pt idx="2">
                  <c:v>pilot</c:v>
                </c:pt>
                <c:pt idx="3">
                  <c:v>nonbrand</c:v>
                </c:pt>
              </c:strCache>
            </c:strRef>
          </c:cat>
          <c:val>
            <c:numRef>
              <c:f>Sheet1!$B$2:$B$5</c:f>
              <c:numCache>
                <c:formatCode>General</c:formatCode>
                <c:ptCount val="4"/>
                <c:pt idx="0">
                  <c:v>5.1520572450805</c:v>
                </c:pt>
                <c:pt idx="1">
                  <c:v>7.7879882646752003</c:v>
                </c:pt>
                <c:pt idx="2">
                  <c:v>1.0794896957800999</c:v>
                </c:pt>
                <c:pt idx="3">
                  <c:v>6.7058631873583003</c:v>
                </c:pt>
              </c:numCache>
            </c:numRef>
          </c:val>
          <c:extLst>
            <c:ext xmlns:c16="http://schemas.microsoft.com/office/drawing/2014/chart" uri="{C3380CC4-5D6E-409C-BE32-E72D297353CC}">
              <c16:uniqueId val="{00000000-AB87-4529-9E7A-895ABFC15228}"/>
            </c:ext>
          </c:extLst>
        </c:ser>
        <c:ser>
          <c:idx val="1"/>
          <c:order val="1"/>
          <c:tx>
            <c:strRef>
              <c:f>Sheet1!$C$1</c:f>
              <c:strCache>
                <c:ptCount val="1"/>
                <c:pt idx="0">
                  <c:v>revenue_per_session</c:v>
                </c:pt>
              </c:strCache>
            </c:strRef>
          </c:tx>
          <c:spPr>
            <a:solidFill>
              <a:srgbClr val="009999"/>
            </a:solidFill>
            <a:ln>
              <a:noFill/>
            </a:ln>
            <a:effectLst/>
          </c:spPr>
          <c:invertIfNegative val="0"/>
          <c:dLbls>
            <c:dLbl>
              <c:idx val="0"/>
              <c:layout>
                <c:manualLayout>
                  <c:x val="-8.7826699255540221E-17"/>
                  <c:y val="-8.4422769286199607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1A4D-478A-A84A-7B11F45B546F}"/>
                </c:ext>
              </c:extLst>
            </c:dLbl>
            <c:dLbl>
              <c:idx val="1"/>
              <c:layout>
                <c:manualLayout>
                  <c:x val="0"/>
                  <c:y val="-3.376910771447953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A4D-478A-A84A-7B11F45B546F}"/>
                </c:ext>
              </c:extLst>
            </c:dLbl>
            <c:dLbl>
              <c:idx val="2"/>
              <c:layout>
                <c:manualLayout>
                  <c:x val="-4.3913349627770111E-17"/>
                  <c:y val="-3.376910771447953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A4D-478A-A84A-7B11F45B546F}"/>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desktop_targeted</c:v>
                </c:pt>
                <c:pt idx="1">
                  <c:v>brand</c:v>
                </c:pt>
                <c:pt idx="2">
                  <c:v>pilot</c:v>
                </c:pt>
                <c:pt idx="3">
                  <c:v>nonbrand</c:v>
                </c:pt>
              </c:strCache>
            </c:strRef>
          </c:cat>
          <c:val>
            <c:numRef>
              <c:f>Sheet1!$C$2:$C$5</c:f>
              <c:numCache>
                <c:formatCode>General</c:formatCode>
                <c:ptCount val="4"/>
                <c:pt idx="0">
                  <c:v>3.3123614749999999</c:v>
                </c:pt>
                <c:pt idx="1">
                  <c:v>4.7241885080000001</c:v>
                </c:pt>
                <c:pt idx="2">
                  <c:v>0.73468697299999997</c:v>
                </c:pt>
                <c:pt idx="3">
                  <c:v>3.9985715559999999</c:v>
                </c:pt>
              </c:numCache>
            </c:numRef>
          </c:val>
          <c:extLst>
            <c:ext xmlns:c16="http://schemas.microsoft.com/office/drawing/2014/chart" uri="{C3380CC4-5D6E-409C-BE32-E72D297353CC}">
              <c16:uniqueId val="{00000001-AB87-4529-9E7A-895ABFC15228}"/>
            </c:ext>
          </c:extLst>
        </c:ser>
        <c:ser>
          <c:idx val="2"/>
          <c:order val="2"/>
          <c:tx>
            <c:strRef>
              <c:f>Sheet1!$D$1</c:f>
              <c:strCache>
                <c:ptCount val="1"/>
                <c:pt idx="0">
                  <c:v>Series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desktop_targeted</c:v>
                </c:pt>
                <c:pt idx="1">
                  <c:v>brand</c:v>
                </c:pt>
                <c:pt idx="2">
                  <c:v>pilot</c:v>
                </c:pt>
                <c:pt idx="3">
                  <c:v>nonbrand</c:v>
                </c:pt>
              </c:strCache>
            </c:strRef>
          </c:cat>
          <c:val>
            <c:numRef>
              <c:f>Sheet1!$D$2:$D$5</c:f>
            </c:numRef>
          </c:val>
          <c:extLst>
            <c:ext xmlns:c16="http://schemas.microsoft.com/office/drawing/2014/chart" uri="{C3380CC4-5D6E-409C-BE32-E72D297353CC}">
              <c16:uniqueId val="{00000002-AB87-4529-9E7A-895ABFC15228}"/>
            </c:ext>
          </c:extLst>
        </c:ser>
        <c:dLbls>
          <c:dLblPos val="outEnd"/>
          <c:showLegendKey val="0"/>
          <c:showVal val="1"/>
          <c:showCatName val="0"/>
          <c:showSerName val="0"/>
          <c:showPercent val="0"/>
          <c:showBubbleSize val="0"/>
        </c:dLbls>
        <c:gapWidth val="182"/>
        <c:axId val="1497023856"/>
        <c:axId val="1497022896"/>
      </c:barChart>
      <c:catAx>
        <c:axId val="149702385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97022896"/>
        <c:crosses val="autoZero"/>
        <c:auto val="1"/>
        <c:lblAlgn val="ctr"/>
        <c:lblOffset val="100"/>
        <c:noMultiLvlLbl val="0"/>
      </c:catAx>
      <c:valAx>
        <c:axId val="149702289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9702385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b="1" dirty="0"/>
              <a:t>Bounce rate and Pageviews by Campaign</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bounce_rate</c:v>
                </c:pt>
              </c:strCache>
            </c:strRef>
          </c:tx>
          <c:spPr>
            <a:solidFill>
              <a:srgbClr val="006666"/>
            </a:solidFill>
            <a:ln>
              <a:noFill/>
            </a:ln>
            <a:effectLst/>
          </c:spPr>
          <c:invertIfNegative val="0"/>
          <c:cat>
            <c:strRef>
              <c:f>Sheet1!$A$2:$A$6</c:f>
              <c:strCache>
                <c:ptCount val="4"/>
                <c:pt idx="0">
                  <c:v>desktop_targeted</c:v>
                </c:pt>
                <c:pt idx="1">
                  <c:v>brand</c:v>
                </c:pt>
                <c:pt idx="2">
                  <c:v>pilot</c:v>
                </c:pt>
                <c:pt idx="3">
                  <c:v>nonbrand</c:v>
                </c:pt>
              </c:strCache>
            </c:strRef>
          </c:cat>
          <c:val>
            <c:numRef>
              <c:f>Sheet1!$B$2:$B$6</c:f>
              <c:numCache>
                <c:formatCode>General</c:formatCode>
                <c:ptCount val="5"/>
                <c:pt idx="0">
                  <c:v>69.033989266546996</c:v>
                </c:pt>
                <c:pt idx="1">
                  <c:v>39.335159905923</c:v>
                </c:pt>
                <c:pt idx="2">
                  <c:v>87.065750736015005</c:v>
                </c:pt>
                <c:pt idx="3">
                  <c:v>45.577358825880999</c:v>
                </c:pt>
              </c:numCache>
            </c:numRef>
          </c:val>
          <c:extLst>
            <c:ext xmlns:c16="http://schemas.microsoft.com/office/drawing/2014/chart" uri="{C3380CC4-5D6E-409C-BE32-E72D297353CC}">
              <c16:uniqueId val="{00000000-2AA8-477D-890F-8AADC99173C3}"/>
            </c:ext>
          </c:extLst>
        </c:ser>
        <c:ser>
          <c:idx val="1"/>
          <c:order val="1"/>
          <c:tx>
            <c:strRef>
              <c:f>Sheet1!$C$1</c:f>
              <c:strCache>
                <c:ptCount val="1"/>
                <c:pt idx="0">
                  <c:v>PG</c:v>
                </c:pt>
              </c:strCache>
            </c:strRef>
          </c:tx>
          <c:spPr>
            <a:solidFill>
              <a:schemeClr val="accent2"/>
            </a:solidFill>
            <a:ln>
              <a:noFill/>
            </a:ln>
            <a:effectLst/>
          </c:spPr>
          <c:invertIfNegative val="0"/>
          <c:cat>
            <c:strRef>
              <c:f>Sheet1!$A$2:$A$6</c:f>
              <c:strCache>
                <c:ptCount val="4"/>
                <c:pt idx="0">
                  <c:v>desktop_targeted</c:v>
                </c:pt>
                <c:pt idx="1">
                  <c:v>brand</c:v>
                </c:pt>
                <c:pt idx="2">
                  <c:v>pilot</c:v>
                </c:pt>
                <c:pt idx="3">
                  <c:v>nonbrand</c:v>
                </c:pt>
              </c:strCache>
            </c:strRef>
          </c:cat>
          <c:val>
            <c:numRef>
              <c:f>Sheet1!$C$2:$C$6</c:f>
            </c:numRef>
          </c:val>
          <c:extLst>
            <c:ext xmlns:c16="http://schemas.microsoft.com/office/drawing/2014/chart" uri="{C3380CC4-5D6E-409C-BE32-E72D297353CC}">
              <c16:uniqueId val="{00000001-2AA8-477D-890F-8AADC99173C3}"/>
            </c:ext>
          </c:extLst>
        </c:ser>
        <c:dLbls>
          <c:showLegendKey val="0"/>
          <c:showVal val="0"/>
          <c:showCatName val="0"/>
          <c:showSerName val="0"/>
          <c:showPercent val="0"/>
          <c:showBubbleSize val="0"/>
        </c:dLbls>
        <c:gapWidth val="219"/>
        <c:overlap val="-27"/>
        <c:axId val="29732016"/>
        <c:axId val="1889988816"/>
      </c:barChart>
      <c:lineChart>
        <c:grouping val="standard"/>
        <c:varyColors val="0"/>
        <c:ser>
          <c:idx val="2"/>
          <c:order val="2"/>
          <c:tx>
            <c:strRef>
              <c:f>Sheet1!$D$1</c:f>
              <c:strCache>
                <c:ptCount val="1"/>
                <c:pt idx="0">
                  <c:v>Pageviews</c:v>
                </c:pt>
              </c:strCache>
            </c:strRef>
          </c:tx>
          <c:spPr>
            <a:ln w="28575" cap="rnd">
              <a:solidFill>
                <a:srgbClr val="FFCC66"/>
              </a:solidFill>
              <a:round/>
            </a:ln>
            <a:effectLst/>
          </c:spPr>
          <c:marker>
            <c:symbol val="none"/>
          </c:marker>
          <c:cat>
            <c:strRef>
              <c:f>Sheet1!$A$2:$A$6</c:f>
              <c:strCache>
                <c:ptCount val="4"/>
                <c:pt idx="0">
                  <c:v>desktop_targeted</c:v>
                </c:pt>
                <c:pt idx="1">
                  <c:v>brand</c:v>
                </c:pt>
                <c:pt idx="2">
                  <c:v>pilot</c:v>
                </c:pt>
                <c:pt idx="3">
                  <c:v>nonbrand</c:v>
                </c:pt>
              </c:strCache>
            </c:strRef>
          </c:cat>
          <c:val>
            <c:numRef>
              <c:f>Sheet1!$D$2:$D$6</c:f>
              <c:numCache>
                <c:formatCode>General</c:formatCode>
                <c:ptCount val="5"/>
                <c:pt idx="0">
                  <c:v>1.9420390000000001</c:v>
                </c:pt>
                <c:pt idx="1">
                  <c:v>2.6704159999999999</c:v>
                </c:pt>
                <c:pt idx="2">
                  <c:v>1.3252200000000001</c:v>
                </c:pt>
                <c:pt idx="3">
                  <c:v>2.488944</c:v>
                </c:pt>
                <c:pt idx="4">
                  <c:v>2.6410689999999999</c:v>
                </c:pt>
              </c:numCache>
            </c:numRef>
          </c:val>
          <c:smooth val="0"/>
          <c:extLst>
            <c:ext xmlns:c16="http://schemas.microsoft.com/office/drawing/2014/chart" uri="{C3380CC4-5D6E-409C-BE32-E72D297353CC}">
              <c16:uniqueId val="{00000002-2AA8-477D-890F-8AADC99173C3}"/>
            </c:ext>
          </c:extLst>
        </c:ser>
        <c:dLbls>
          <c:showLegendKey val="0"/>
          <c:showVal val="0"/>
          <c:showCatName val="0"/>
          <c:showSerName val="0"/>
          <c:showPercent val="0"/>
          <c:showBubbleSize val="0"/>
        </c:dLbls>
        <c:marker val="1"/>
        <c:smooth val="0"/>
        <c:axId val="1947649040"/>
        <c:axId val="1947640880"/>
      </c:lineChart>
      <c:catAx>
        <c:axId val="297320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889988816"/>
        <c:crosses val="autoZero"/>
        <c:auto val="1"/>
        <c:lblAlgn val="ctr"/>
        <c:lblOffset val="100"/>
        <c:noMultiLvlLbl val="0"/>
      </c:catAx>
      <c:valAx>
        <c:axId val="18899888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9732016"/>
        <c:crosses val="autoZero"/>
        <c:crossBetween val="between"/>
      </c:valAx>
      <c:valAx>
        <c:axId val="1947640880"/>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47649040"/>
        <c:crosses val="max"/>
        <c:crossBetween val="between"/>
      </c:valAx>
      <c:catAx>
        <c:axId val="1947649040"/>
        <c:scaling>
          <c:orientation val="minMax"/>
        </c:scaling>
        <c:delete val="1"/>
        <c:axPos val="b"/>
        <c:numFmt formatCode="General" sourceLinked="1"/>
        <c:majorTickMark val="out"/>
        <c:minorTickMark val="none"/>
        <c:tickLblPos val="nextTo"/>
        <c:crossAx val="1947640880"/>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1" dirty="0"/>
              <a:t>First</a:t>
            </a:r>
            <a:r>
              <a:rPr lang="en-US" b="1" baseline="0" dirty="0"/>
              <a:t> Touch Analysis</a:t>
            </a:r>
            <a:endParaRPr lang="en-IN" b="1"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col"/>
        <c:grouping val="clustered"/>
        <c:varyColors val="0"/>
        <c:ser>
          <c:idx val="0"/>
          <c:order val="0"/>
          <c:tx>
            <c:strRef>
              <c:f>Sheet1!$B$1</c:f>
              <c:strCache>
                <c:ptCount val="1"/>
                <c:pt idx="0">
                  <c:v>Orders</c:v>
                </c:pt>
              </c:strCache>
            </c:strRef>
          </c:tx>
          <c:spPr>
            <a:solidFill>
              <a:srgbClr val="006666"/>
            </a:solidFill>
            <a:ln>
              <a:noFill/>
            </a:ln>
            <a:effectLst/>
          </c:spPr>
          <c:invertIfNegative val="0"/>
          <c:cat>
            <c:strRef>
              <c:f>Sheet1!$A$2:$A$5</c:f>
              <c:strCache>
                <c:ptCount val="4"/>
                <c:pt idx="0">
                  <c:v>nonbrand</c:v>
                </c:pt>
                <c:pt idx="1">
                  <c:v>brand</c:v>
                </c:pt>
                <c:pt idx="2">
                  <c:v>desktop_targeted</c:v>
                </c:pt>
                <c:pt idx="3">
                  <c:v>pilot</c:v>
                </c:pt>
              </c:strCache>
            </c:strRef>
          </c:cat>
          <c:val>
            <c:numRef>
              <c:f>Sheet1!$B$2:$B$5</c:f>
              <c:numCache>
                <c:formatCode>General</c:formatCode>
                <c:ptCount val="4"/>
                <c:pt idx="0">
                  <c:v>27871</c:v>
                </c:pt>
                <c:pt idx="1">
                  <c:v>5860</c:v>
                </c:pt>
                <c:pt idx="2">
                  <c:v>373</c:v>
                </c:pt>
                <c:pt idx="3">
                  <c:v>159</c:v>
                </c:pt>
              </c:numCache>
            </c:numRef>
          </c:val>
          <c:extLst>
            <c:ext xmlns:c16="http://schemas.microsoft.com/office/drawing/2014/chart" uri="{C3380CC4-5D6E-409C-BE32-E72D297353CC}">
              <c16:uniqueId val="{00000000-07F8-414C-B165-AAA0B726D099}"/>
            </c:ext>
          </c:extLst>
        </c:ser>
        <c:dLbls>
          <c:showLegendKey val="0"/>
          <c:showVal val="0"/>
          <c:showCatName val="0"/>
          <c:showSerName val="0"/>
          <c:showPercent val="0"/>
          <c:showBubbleSize val="0"/>
        </c:dLbls>
        <c:gapWidth val="219"/>
        <c:axId val="1223618048"/>
        <c:axId val="1223615648"/>
      </c:barChart>
      <c:lineChart>
        <c:grouping val="standard"/>
        <c:varyColors val="0"/>
        <c:ser>
          <c:idx val="1"/>
          <c:order val="1"/>
          <c:tx>
            <c:strRef>
              <c:f>Sheet1!$C$1</c:f>
              <c:strCache>
                <c:ptCount val="1"/>
                <c:pt idx="0">
                  <c:v>Revenue</c:v>
                </c:pt>
              </c:strCache>
            </c:strRef>
          </c:tx>
          <c:spPr>
            <a:ln w="28575" cap="rnd">
              <a:solidFill>
                <a:srgbClr val="FFC000"/>
              </a:solidFill>
              <a:round/>
            </a:ln>
            <a:effectLst/>
          </c:spPr>
          <c:marker>
            <c:symbol val="none"/>
          </c:marker>
          <c:cat>
            <c:strRef>
              <c:f>Sheet1!$A$2:$A$5</c:f>
              <c:strCache>
                <c:ptCount val="4"/>
                <c:pt idx="0">
                  <c:v>nonbrand</c:v>
                </c:pt>
                <c:pt idx="1">
                  <c:v>brand</c:v>
                </c:pt>
                <c:pt idx="2">
                  <c:v>desktop_targeted</c:v>
                </c:pt>
                <c:pt idx="3">
                  <c:v>pilot</c:v>
                </c:pt>
              </c:strCache>
            </c:strRef>
          </c:cat>
          <c:val>
            <c:numRef>
              <c:f>Sheet1!$C$2:$C$5</c:f>
              <c:numCache>
                <c:formatCode>General</c:formatCode>
                <c:ptCount val="4"/>
                <c:pt idx="0">
                  <c:v>1592231</c:v>
                </c:pt>
                <c:pt idx="1">
                  <c:v>338796</c:v>
                </c:pt>
                <c:pt idx="2">
                  <c:v>22919</c:v>
                </c:pt>
                <c:pt idx="3">
                  <c:v>9996</c:v>
                </c:pt>
              </c:numCache>
            </c:numRef>
          </c:val>
          <c:smooth val="0"/>
          <c:extLst>
            <c:ext xmlns:c16="http://schemas.microsoft.com/office/drawing/2014/chart" uri="{C3380CC4-5D6E-409C-BE32-E72D297353CC}">
              <c16:uniqueId val="{00000001-07F8-414C-B165-AAA0B726D099}"/>
            </c:ext>
          </c:extLst>
        </c:ser>
        <c:dLbls>
          <c:showLegendKey val="0"/>
          <c:showVal val="0"/>
          <c:showCatName val="0"/>
          <c:showSerName val="0"/>
          <c:showPercent val="0"/>
          <c:showBubbleSize val="0"/>
        </c:dLbls>
        <c:marker val="1"/>
        <c:smooth val="0"/>
        <c:axId val="981017824"/>
        <c:axId val="981020704"/>
      </c:lineChart>
      <c:catAx>
        <c:axId val="1223618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23615648"/>
        <c:crosses val="autoZero"/>
        <c:auto val="1"/>
        <c:lblAlgn val="ctr"/>
        <c:lblOffset val="100"/>
        <c:noMultiLvlLbl val="0"/>
      </c:catAx>
      <c:valAx>
        <c:axId val="12236156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23618048"/>
        <c:crosses val="autoZero"/>
        <c:crossBetween val="between"/>
      </c:valAx>
      <c:valAx>
        <c:axId val="981020704"/>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81017824"/>
        <c:crosses val="max"/>
        <c:crossBetween val="between"/>
      </c:valAx>
      <c:catAx>
        <c:axId val="981017824"/>
        <c:scaling>
          <c:orientation val="minMax"/>
        </c:scaling>
        <c:delete val="1"/>
        <c:axPos val="b"/>
        <c:numFmt formatCode="General" sourceLinked="1"/>
        <c:majorTickMark val="out"/>
        <c:minorTickMark val="none"/>
        <c:tickLblPos val="nextTo"/>
        <c:crossAx val="981020704"/>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accent1">
          <a:shade val="15000"/>
        </a:schemeClr>
      </a:solidFill>
    </a:ln>
    <a:effectLst/>
  </c:spPr>
  <c:txPr>
    <a:bodyPr/>
    <a:lstStyle/>
    <a:p>
      <a:pPr>
        <a:defRPr/>
      </a:pPr>
      <a:endParaRPr lang="en-US"/>
    </a:p>
  </c:txPr>
  <c:externalData r:id="rId3">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b="1" dirty="0"/>
              <a:t>Last Touch Attribution Analysis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orders_attributed</c:v>
                </c:pt>
              </c:strCache>
            </c:strRef>
          </c:tx>
          <c:spPr>
            <a:solidFill>
              <a:srgbClr val="006666"/>
            </a:solidFill>
            <a:ln>
              <a:noFill/>
            </a:ln>
            <a:effectLst/>
          </c:spPr>
          <c:invertIfNegative val="0"/>
          <c:cat>
            <c:strRef>
              <c:f>Sheet1!$A$2:$A$5</c:f>
              <c:strCache>
                <c:ptCount val="4"/>
                <c:pt idx="0">
                  <c:v>nonbrand</c:v>
                </c:pt>
                <c:pt idx="1">
                  <c:v>brand</c:v>
                </c:pt>
                <c:pt idx="2">
                  <c:v>desktop_targeted</c:v>
                </c:pt>
                <c:pt idx="3">
                  <c:v>pilot</c:v>
                </c:pt>
              </c:strCache>
            </c:strRef>
          </c:cat>
          <c:val>
            <c:numRef>
              <c:f>Sheet1!$B$2:$B$5</c:f>
              <c:numCache>
                <c:formatCode>General</c:formatCode>
                <c:ptCount val="4"/>
                <c:pt idx="0">
                  <c:v>22640</c:v>
                </c:pt>
                <c:pt idx="1">
                  <c:v>3212</c:v>
                </c:pt>
                <c:pt idx="2">
                  <c:v>288</c:v>
                </c:pt>
                <c:pt idx="3">
                  <c:v>55</c:v>
                </c:pt>
              </c:numCache>
            </c:numRef>
          </c:val>
          <c:extLst>
            <c:ext xmlns:c16="http://schemas.microsoft.com/office/drawing/2014/chart" uri="{C3380CC4-5D6E-409C-BE32-E72D297353CC}">
              <c16:uniqueId val="{00000000-6C22-48B1-A567-E758A59D3B88}"/>
            </c:ext>
          </c:extLst>
        </c:ser>
        <c:dLbls>
          <c:showLegendKey val="0"/>
          <c:showVal val="0"/>
          <c:showCatName val="0"/>
          <c:showSerName val="0"/>
          <c:showPercent val="0"/>
          <c:showBubbleSize val="0"/>
        </c:dLbls>
        <c:gapWidth val="219"/>
        <c:axId val="1313802464"/>
        <c:axId val="1313803424"/>
      </c:barChart>
      <c:lineChart>
        <c:grouping val="standard"/>
        <c:varyColors val="0"/>
        <c:ser>
          <c:idx val="1"/>
          <c:order val="1"/>
          <c:tx>
            <c:strRef>
              <c:f>Sheet1!$C$1</c:f>
              <c:strCache>
                <c:ptCount val="1"/>
                <c:pt idx="0">
                  <c:v>revenue_attributed</c:v>
                </c:pt>
              </c:strCache>
            </c:strRef>
          </c:tx>
          <c:spPr>
            <a:ln w="28575" cap="rnd">
              <a:solidFill>
                <a:srgbClr val="FFC000"/>
              </a:solidFill>
              <a:round/>
            </a:ln>
            <a:effectLst/>
          </c:spPr>
          <c:marker>
            <c:symbol val="none"/>
          </c:marker>
          <c:cat>
            <c:strRef>
              <c:f>Sheet1!$A$2:$A$5</c:f>
              <c:strCache>
                <c:ptCount val="4"/>
                <c:pt idx="0">
                  <c:v>nonbrand</c:v>
                </c:pt>
                <c:pt idx="1">
                  <c:v>brand</c:v>
                </c:pt>
                <c:pt idx="2">
                  <c:v>desktop_targeted</c:v>
                </c:pt>
                <c:pt idx="3">
                  <c:v>pilot</c:v>
                </c:pt>
              </c:strCache>
            </c:strRef>
          </c:cat>
          <c:val>
            <c:numRef>
              <c:f>Sheet1!$C$2:$C$5</c:f>
              <c:numCache>
                <c:formatCode>General</c:formatCode>
                <c:ptCount val="4"/>
                <c:pt idx="0">
                  <c:v>1289969.88406372</c:v>
                </c:pt>
                <c:pt idx="1">
                  <c:v>186233.44636154201</c:v>
                </c:pt>
                <c:pt idx="2">
                  <c:v>17630.2906227112</c:v>
                </c:pt>
                <c:pt idx="3">
                  <c:v>3597.2601242065398</c:v>
                </c:pt>
              </c:numCache>
            </c:numRef>
          </c:val>
          <c:smooth val="0"/>
          <c:extLst>
            <c:ext xmlns:c16="http://schemas.microsoft.com/office/drawing/2014/chart" uri="{C3380CC4-5D6E-409C-BE32-E72D297353CC}">
              <c16:uniqueId val="{00000001-6C22-48B1-A567-E758A59D3B88}"/>
            </c:ext>
          </c:extLst>
        </c:ser>
        <c:dLbls>
          <c:showLegendKey val="0"/>
          <c:showVal val="0"/>
          <c:showCatName val="0"/>
          <c:showSerName val="0"/>
          <c:showPercent val="0"/>
          <c:showBubbleSize val="0"/>
        </c:dLbls>
        <c:marker val="1"/>
        <c:smooth val="0"/>
        <c:axId val="1260348592"/>
        <c:axId val="1260348112"/>
      </c:lineChart>
      <c:catAx>
        <c:axId val="13138024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13803424"/>
        <c:crosses val="autoZero"/>
        <c:auto val="1"/>
        <c:lblAlgn val="ctr"/>
        <c:lblOffset val="100"/>
        <c:noMultiLvlLbl val="0"/>
      </c:catAx>
      <c:valAx>
        <c:axId val="13138034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13802464"/>
        <c:crosses val="autoZero"/>
        <c:crossBetween val="between"/>
      </c:valAx>
      <c:valAx>
        <c:axId val="1260348112"/>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60348592"/>
        <c:crosses val="max"/>
        <c:crossBetween val="between"/>
      </c:valAx>
      <c:catAx>
        <c:axId val="1260348592"/>
        <c:scaling>
          <c:orientation val="minMax"/>
        </c:scaling>
        <c:delete val="1"/>
        <c:axPos val="b"/>
        <c:numFmt formatCode="General" sourceLinked="1"/>
        <c:majorTickMark val="out"/>
        <c:minorTickMark val="none"/>
        <c:tickLblPos val="nextTo"/>
        <c:crossAx val="1260348112"/>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500" b="1" dirty="0"/>
              <a:t>Retargeting Effectiveness by</a:t>
            </a:r>
            <a:r>
              <a:rPr lang="en-US" sz="1500" b="1" baseline="0" dirty="0"/>
              <a:t> Campaign</a:t>
            </a:r>
            <a:endParaRPr lang="en-US" sz="1500" b="1"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Conversion Rate (%)</c:v>
                </c:pt>
              </c:strCache>
            </c:strRef>
          </c:tx>
          <c:spPr>
            <a:solidFill>
              <a:srgbClr val="006666"/>
            </a:solidFill>
            <a:ln>
              <a:noFill/>
            </a:ln>
            <a:effectLst/>
          </c:spPr>
          <c:invertIfNegative val="0"/>
          <c:dLbls>
            <c:dLbl>
              <c:idx val="0"/>
              <c:layout>
                <c:manualLayout>
                  <c:x val="-4.1324858441709925E-2"/>
                  <c:y val="-8.945060424939667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D28-4D07-988E-44BCD1B3B367}"/>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brand</c:v>
                </c:pt>
                <c:pt idx="1">
                  <c:v>No Campaign</c:v>
                </c:pt>
              </c:strCache>
            </c:strRef>
          </c:cat>
          <c:val>
            <c:numRef>
              <c:f>Sheet1!$B$2:$B$3</c:f>
              <c:numCache>
                <c:formatCode>General</c:formatCode>
                <c:ptCount val="2"/>
                <c:pt idx="0">
                  <c:v>8.16</c:v>
                </c:pt>
                <c:pt idx="1">
                  <c:v>7.66</c:v>
                </c:pt>
              </c:numCache>
            </c:numRef>
          </c:val>
          <c:extLst>
            <c:ext xmlns:c16="http://schemas.microsoft.com/office/drawing/2014/chart" uri="{C3380CC4-5D6E-409C-BE32-E72D297353CC}">
              <c16:uniqueId val="{00000000-CD28-4D07-988E-44BCD1B3B367}"/>
            </c:ext>
          </c:extLst>
        </c:ser>
        <c:dLbls>
          <c:dLblPos val="outEnd"/>
          <c:showLegendKey val="0"/>
          <c:showVal val="1"/>
          <c:showCatName val="0"/>
          <c:showSerName val="0"/>
          <c:showPercent val="0"/>
          <c:showBubbleSize val="0"/>
        </c:dLbls>
        <c:gapWidth val="219"/>
        <c:axId val="1108041088"/>
        <c:axId val="1108038208"/>
      </c:barChart>
      <c:catAx>
        <c:axId val="110804108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08038208"/>
        <c:crosses val="autoZero"/>
        <c:auto val="1"/>
        <c:lblAlgn val="ctr"/>
        <c:lblOffset val="100"/>
        <c:noMultiLvlLbl val="0"/>
      </c:catAx>
      <c:valAx>
        <c:axId val="110803820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0804108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500" b="1" dirty="0"/>
              <a:t>Retargeted Revenue and Sessions by Campaign </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retargeting_sessions</c:v>
                </c:pt>
              </c:strCache>
            </c:strRef>
          </c:tx>
          <c:spPr>
            <a:solidFill>
              <a:srgbClr val="006666"/>
            </a:solidFill>
            <a:ln>
              <a:noFill/>
            </a:ln>
            <a:effectLst/>
          </c:spPr>
          <c:invertIfNegative val="0"/>
          <c:cat>
            <c:strRef>
              <c:f>Sheet1!$A$2:$A$3</c:f>
              <c:strCache>
                <c:ptCount val="2"/>
                <c:pt idx="0">
                  <c:v>No campaign</c:v>
                </c:pt>
                <c:pt idx="1">
                  <c:v>brand</c:v>
                </c:pt>
              </c:strCache>
            </c:strRef>
          </c:cat>
          <c:val>
            <c:numRef>
              <c:f>Sheet1!$B$2:$B$3</c:f>
              <c:numCache>
                <c:formatCode>General</c:formatCode>
                <c:ptCount val="2"/>
                <c:pt idx="0">
                  <c:v>52329</c:v>
                </c:pt>
                <c:pt idx="1">
                  <c:v>26224</c:v>
                </c:pt>
              </c:numCache>
            </c:numRef>
          </c:val>
          <c:extLst>
            <c:ext xmlns:c16="http://schemas.microsoft.com/office/drawing/2014/chart" uri="{C3380CC4-5D6E-409C-BE32-E72D297353CC}">
              <c16:uniqueId val="{00000000-11A6-4ACA-BF1A-6A9BD3718CC5}"/>
            </c:ext>
          </c:extLst>
        </c:ser>
        <c:dLbls>
          <c:showLegendKey val="0"/>
          <c:showVal val="0"/>
          <c:showCatName val="0"/>
          <c:showSerName val="0"/>
          <c:showPercent val="0"/>
          <c:showBubbleSize val="0"/>
        </c:dLbls>
        <c:gapWidth val="219"/>
        <c:axId val="86794960"/>
        <c:axId val="86795920"/>
      </c:barChart>
      <c:lineChart>
        <c:grouping val="standard"/>
        <c:varyColors val="0"/>
        <c:ser>
          <c:idx val="1"/>
          <c:order val="1"/>
          <c:tx>
            <c:strRef>
              <c:f>Sheet1!$C$1</c:f>
              <c:strCache>
                <c:ptCount val="1"/>
                <c:pt idx="0">
                  <c:v>revenue</c:v>
                </c:pt>
              </c:strCache>
            </c:strRef>
          </c:tx>
          <c:spPr>
            <a:ln w="28575" cap="rnd">
              <a:solidFill>
                <a:srgbClr val="FFC000"/>
              </a:solidFill>
              <a:round/>
            </a:ln>
            <a:effectLst/>
          </c:spPr>
          <c:marker>
            <c:symbol val="none"/>
          </c:marker>
          <c:cat>
            <c:strRef>
              <c:f>Sheet1!$A$2:$A$3</c:f>
              <c:strCache>
                <c:ptCount val="2"/>
                <c:pt idx="0">
                  <c:v>No campaign</c:v>
                </c:pt>
                <c:pt idx="1">
                  <c:v>brand</c:v>
                </c:pt>
              </c:strCache>
            </c:strRef>
          </c:cat>
          <c:val>
            <c:numRef>
              <c:f>Sheet1!$C$2:$C$3</c:f>
              <c:numCache>
                <c:formatCode>General</c:formatCode>
                <c:ptCount val="2"/>
                <c:pt idx="0">
                  <c:v>242641.71832084699</c:v>
                </c:pt>
                <c:pt idx="1">
                  <c:v>129593.124412537</c:v>
                </c:pt>
              </c:numCache>
            </c:numRef>
          </c:val>
          <c:smooth val="0"/>
          <c:extLst>
            <c:ext xmlns:c16="http://schemas.microsoft.com/office/drawing/2014/chart" uri="{C3380CC4-5D6E-409C-BE32-E72D297353CC}">
              <c16:uniqueId val="{00000001-11A6-4ACA-BF1A-6A9BD3718CC5}"/>
            </c:ext>
          </c:extLst>
        </c:ser>
        <c:dLbls>
          <c:showLegendKey val="0"/>
          <c:showVal val="0"/>
          <c:showCatName val="0"/>
          <c:showSerName val="0"/>
          <c:showPercent val="0"/>
          <c:showBubbleSize val="0"/>
        </c:dLbls>
        <c:marker val="1"/>
        <c:smooth val="0"/>
        <c:axId val="1503154703"/>
        <c:axId val="1503153263"/>
      </c:lineChart>
      <c:catAx>
        <c:axId val="86794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86795920"/>
        <c:crosses val="autoZero"/>
        <c:auto val="1"/>
        <c:lblAlgn val="ctr"/>
        <c:lblOffset val="100"/>
        <c:noMultiLvlLbl val="0"/>
      </c:catAx>
      <c:valAx>
        <c:axId val="867959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86794960"/>
        <c:crosses val="autoZero"/>
        <c:crossBetween val="between"/>
      </c:valAx>
      <c:valAx>
        <c:axId val="1503153263"/>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03154703"/>
        <c:crosses val="max"/>
        <c:crossBetween val="between"/>
      </c:valAx>
      <c:catAx>
        <c:axId val="1503154703"/>
        <c:scaling>
          <c:orientation val="minMax"/>
        </c:scaling>
        <c:delete val="1"/>
        <c:axPos val="b"/>
        <c:numFmt formatCode="General" sourceLinked="1"/>
        <c:majorTickMark val="out"/>
        <c:minorTickMark val="none"/>
        <c:tickLblPos val="nextTo"/>
        <c:crossAx val="1503153263"/>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750" b="1" dirty="0"/>
              <a:t>Unique Users Reached by Campaign</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Unique Users</c:v>
                </c:pt>
              </c:strCache>
            </c:strRef>
          </c:tx>
          <c:spPr>
            <a:solidFill>
              <a:srgbClr val="00999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nonbrand</c:v>
                </c:pt>
                <c:pt idx="1">
                  <c:v>brand</c:v>
                </c:pt>
                <c:pt idx="2">
                  <c:v>desktop_targeted</c:v>
                </c:pt>
                <c:pt idx="3">
                  <c:v>pilot</c:v>
                </c:pt>
              </c:strCache>
            </c:strRef>
          </c:cat>
          <c:val>
            <c:numRef>
              <c:f>Sheet1!$B$2:$B$5</c:f>
              <c:numCache>
                <c:formatCode>General</c:formatCode>
                <c:ptCount val="4"/>
                <c:pt idx="0">
                  <c:v>337615</c:v>
                </c:pt>
                <c:pt idx="1">
                  <c:v>36439</c:v>
                </c:pt>
                <c:pt idx="2">
                  <c:v>5590</c:v>
                </c:pt>
                <c:pt idx="3">
                  <c:v>5095</c:v>
                </c:pt>
              </c:numCache>
            </c:numRef>
          </c:val>
          <c:extLst>
            <c:ext xmlns:c16="http://schemas.microsoft.com/office/drawing/2014/chart" uri="{C3380CC4-5D6E-409C-BE32-E72D297353CC}">
              <c16:uniqueId val="{00000000-31DF-4130-A305-3AB56535ECD7}"/>
            </c:ext>
          </c:extLst>
        </c:ser>
        <c:dLbls>
          <c:dLblPos val="outEnd"/>
          <c:showLegendKey val="0"/>
          <c:showVal val="1"/>
          <c:showCatName val="0"/>
          <c:showSerName val="0"/>
          <c:showPercent val="0"/>
          <c:showBubbleSize val="0"/>
        </c:dLbls>
        <c:gapWidth val="182"/>
        <c:axId val="1220096544"/>
        <c:axId val="1220092704"/>
      </c:barChart>
      <c:catAx>
        <c:axId val="122009654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20092704"/>
        <c:crosses val="autoZero"/>
        <c:auto val="1"/>
        <c:lblAlgn val="ctr"/>
        <c:lblOffset val="100"/>
        <c:noMultiLvlLbl val="0"/>
      </c:catAx>
      <c:valAx>
        <c:axId val="122009270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200965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accent1">
          <a:shade val="15000"/>
        </a:schemeClr>
      </a:solidFill>
    </a:ln>
    <a:effectLst/>
  </c:spPr>
  <c:txPr>
    <a:bodyPr/>
    <a:lstStyle/>
    <a:p>
      <a:pPr>
        <a:defRPr/>
      </a:pPr>
      <a:endParaRPr lang="en-US"/>
    </a:p>
  </c:txPr>
  <c:externalData r:id="rId3">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850" b="1" dirty="0"/>
              <a:t>Average Frequency and Conversion Rate by Campaign</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Avg Frequency</c:v>
                </c:pt>
              </c:strCache>
            </c:strRef>
          </c:tx>
          <c:spPr>
            <a:solidFill>
              <a:srgbClr val="009999"/>
            </a:solidFill>
            <a:ln>
              <a:noFill/>
            </a:ln>
            <a:effectLst/>
          </c:spPr>
          <c:invertIfNegative val="0"/>
          <c:cat>
            <c:strRef>
              <c:f>Sheet1!$A$2:$A$5</c:f>
              <c:strCache>
                <c:ptCount val="4"/>
                <c:pt idx="0">
                  <c:v>brand</c:v>
                </c:pt>
                <c:pt idx="1">
                  <c:v>nonbrand</c:v>
                </c:pt>
                <c:pt idx="2">
                  <c:v>desktop_targeted</c:v>
                </c:pt>
                <c:pt idx="3">
                  <c:v>pilot</c:v>
                </c:pt>
              </c:strCache>
            </c:strRef>
          </c:cat>
          <c:val>
            <c:numRef>
              <c:f>Sheet1!$B$2:$B$5</c:f>
              <c:numCache>
                <c:formatCode>General</c:formatCode>
                <c:ptCount val="4"/>
                <c:pt idx="0">
                  <c:v>1.1299999999999999</c:v>
                </c:pt>
                <c:pt idx="1">
                  <c:v>1</c:v>
                </c:pt>
                <c:pt idx="2">
                  <c:v>1</c:v>
                </c:pt>
                <c:pt idx="3">
                  <c:v>1</c:v>
                </c:pt>
              </c:numCache>
            </c:numRef>
          </c:val>
          <c:extLst>
            <c:ext xmlns:c16="http://schemas.microsoft.com/office/drawing/2014/chart" uri="{C3380CC4-5D6E-409C-BE32-E72D297353CC}">
              <c16:uniqueId val="{00000000-A171-466E-ADE7-D7F881702C95}"/>
            </c:ext>
          </c:extLst>
        </c:ser>
        <c:dLbls>
          <c:showLegendKey val="0"/>
          <c:showVal val="0"/>
          <c:showCatName val="0"/>
          <c:showSerName val="0"/>
          <c:showPercent val="0"/>
          <c:showBubbleSize val="0"/>
        </c:dLbls>
        <c:gapWidth val="219"/>
        <c:overlap val="-27"/>
        <c:axId val="1167091360"/>
        <c:axId val="1167091840"/>
      </c:barChart>
      <c:lineChart>
        <c:grouping val="standard"/>
        <c:varyColors val="0"/>
        <c:ser>
          <c:idx val="1"/>
          <c:order val="1"/>
          <c:tx>
            <c:strRef>
              <c:f>Sheet1!$C$1</c:f>
              <c:strCache>
                <c:ptCount val="1"/>
                <c:pt idx="0">
                  <c:v>Conversion Rate</c:v>
                </c:pt>
              </c:strCache>
            </c:strRef>
          </c:tx>
          <c:spPr>
            <a:ln w="28575" cap="rnd">
              <a:solidFill>
                <a:srgbClr val="FFC000"/>
              </a:solidFill>
              <a:round/>
            </a:ln>
            <a:effectLst/>
          </c:spPr>
          <c:marker>
            <c:symbol val="none"/>
          </c:marker>
          <c:cat>
            <c:strRef>
              <c:f>Sheet1!$A$2:$A$5</c:f>
              <c:strCache>
                <c:ptCount val="4"/>
                <c:pt idx="0">
                  <c:v>brand</c:v>
                </c:pt>
                <c:pt idx="1">
                  <c:v>nonbrand</c:v>
                </c:pt>
                <c:pt idx="2">
                  <c:v>desktop_targeted</c:v>
                </c:pt>
                <c:pt idx="3">
                  <c:v>pilot</c:v>
                </c:pt>
              </c:strCache>
            </c:strRef>
          </c:cat>
          <c:val>
            <c:numRef>
              <c:f>Sheet1!$C$2:$C$5</c:f>
              <c:numCache>
                <c:formatCode>0.00%</c:formatCode>
                <c:ptCount val="4"/>
                <c:pt idx="0">
                  <c:v>8.7300000000000003E-2</c:v>
                </c:pt>
                <c:pt idx="1">
                  <c:v>6.7100000000000007E-2</c:v>
                </c:pt>
                <c:pt idx="2">
                  <c:v>5.1499999999999997E-2</c:v>
                </c:pt>
                <c:pt idx="3">
                  <c:v>1.0800000000000001E-2</c:v>
                </c:pt>
              </c:numCache>
            </c:numRef>
          </c:val>
          <c:smooth val="0"/>
          <c:extLst>
            <c:ext xmlns:c16="http://schemas.microsoft.com/office/drawing/2014/chart" uri="{C3380CC4-5D6E-409C-BE32-E72D297353CC}">
              <c16:uniqueId val="{00000001-A171-466E-ADE7-D7F881702C95}"/>
            </c:ext>
          </c:extLst>
        </c:ser>
        <c:dLbls>
          <c:showLegendKey val="0"/>
          <c:showVal val="0"/>
          <c:showCatName val="0"/>
          <c:showSerName val="0"/>
          <c:showPercent val="0"/>
          <c:showBubbleSize val="0"/>
        </c:dLbls>
        <c:marker val="1"/>
        <c:smooth val="0"/>
        <c:axId val="1274822000"/>
        <c:axId val="1274818640"/>
      </c:lineChart>
      <c:catAx>
        <c:axId val="11670913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67091840"/>
        <c:crosses val="autoZero"/>
        <c:auto val="1"/>
        <c:lblAlgn val="ctr"/>
        <c:lblOffset val="100"/>
        <c:noMultiLvlLbl val="0"/>
      </c:catAx>
      <c:valAx>
        <c:axId val="11670918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67091360"/>
        <c:crosses val="autoZero"/>
        <c:crossBetween val="between"/>
      </c:valAx>
      <c:valAx>
        <c:axId val="1274818640"/>
        <c:scaling>
          <c:orientation val="minMax"/>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74822000"/>
        <c:crosses val="max"/>
        <c:crossBetween val="between"/>
      </c:valAx>
      <c:catAx>
        <c:axId val="1274822000"/>
        <c:scaling>
          <c:orientation val="minMax"/>
        </c:scaling>
        <c:delete val="1"/>
        <c:axPos val="b"/>
        <c:numFmt formatCode="General" sourceLinked="1"/>
        <c:majorTickMark val="out"/>
        <c:minorTickMark val="none"/>
        <c:tickLblPos val="nextTo"/>
        <c:crossAx val="1274818640"/>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b="1" dirty="0"/>
              <a:t>New vs Repeat</a:t>
            </a:r>
            <a:r>
              <a:rPr lang="en-IN" b="1" baseline="0" dirty="0"/>
              <a:t> Users by Campaign</a:t>
            </a:r>
            <a:r>
              <a:rPr lang="en-IN" b="1" dirty="0"/>
              <a:t> </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stacked"/>
        <c:varyColors val="0"/>
        <c:ser>
          <c:idx val="0"/>
          <c:order val="0"/>
          <c:tx>
            <c:strRef>
              <c:f>Sheet1!$B$1</c:f>
              <c:strCache>
                <c:ptCount val="1"/>
                <c:pt idx="0">
                  <c:v>New Users</c:v>
                </c:pt>
              </c:strCache>
            </c:strRef>
          </c:tx>
          <c:spPr>
            <a:solidFill>
              <a:srgbClr val="33CCCC"/>
            </a:solidFill>
            <a:ln>
              <a:noFill/>
            </a:ln>
            <a:effectLst/>
          </c:spPr>
          <c:invertIfNegative val="0"/>
          <c:dLbls>
            <c:dLbl>
              <c:idx val="0"/>
              <c:layout>
                <c:manualLayout>
                  <c:x val="-0.10548892727403396"/>
                  <c:y val="9.7002568377162715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062-4B45-835A-C21A8774B747}"/>
                </c:ext>
              </c:extLst>
            </c:dLbl>
            <c:dLbl>
              <c:idx val="2"/>
              <c:layout>
                <c:manualLayout>
                  <c:x val="9.1729501977420774E-2"/>
                  <c:y val="-4.6798944117972011E-1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062-4B45-835A-C21A8774B747}"/>
                </c:ext>
              </c:extLst>
            </c:dLbl>
            <c:dLbl>
              <c:idx val="3"/>
              <c:layout>
                <c:manualLayout>
                  <c:x val="0.13300777786726017"/>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062-4B45-835A-C21A8774B747}"/>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brand</c:v>
                </c:pt>
                <c:pt idx="1">
                  <c:v>nonbrand</c:v>
                </c:pt>
                <c:pt idx="2">
                  <c:v>desktop_targeted</c:v>
                </c:pt>
                <c:pt idx="3">
                  <c:v>pilot</c:v>
                </c:pt>
              </c:strCache>
            </c:strRef>
          </c:cat>
          <c:val>
            <c:numRef>
              <c:f>Sheet1!$B$2:$B$5</c:f>
              <c:numCache>
                <c:formatCode>General</c:formatCode>
                <c:ptCount val="4"/>
                <c:pt idx="0">
                  <c:v>15019</c:v>
                </c:pt>
                <c:pt idx="1">
                  <c:v>337615</c:v>
                </c:pt>
                <c:pt idx="2">
                  <c:v>5590</c:v>
                </c:pt>
                <c:pt idx="3">
                  <c:v>5095</c:v>
                </c:pt>
              </c:numCache>
            </c:numRef>
          </c:val>
          <c:extLst>
            <c:ext xmlns:c16="http://schemas.microsoft.com/office/drawing/2014/chart" uri="{C3380CC4-5D6E-409C-BE32-E72D297353CC}">
              <c16:uniqueId val="{00000000-7062-4B45-835A-C21A8774B747}"/>
            </c:ext>
          </c:extLst>
        </c:ser>
        <c:ser>
          <c:idx val="1"/>
          <c:order val="1"/>
          <c:tx>
            <c:strRef>
              <c:f>Sheet1!$C$1</c:f>
              <c:strCache>
                <c:ptCount val="1"/>
                <c:pt idx="0">
                  <c:v>Repeat Users</c:v>
                </c:pt>
              </c:strCache>
            </c:strRef>
          </c:tx>
          <c:spPr>
            <a:solidFill>
              <a:srgbClr val="006666"/>
            </a:solidFill>
            <a:ln>
              <a:noFill/>
            </a:ln>
            <a:effectLst/>
          </c:spPr>
          <c:invertIfNegative val="0"/>
          <c:dLbls>
            <c:delete val="1"/>
          </c:dLbls>
          <c:cat>
            <c:strRef>
              <c:f>Sheet1!$A$2:$A$5</c:f>
              <c:strCache>
                <c:ptCount val="4"/>
                <c:pt idx="0">
                  <c:v>brand</c:v>
                </c:pt>
                <c:pt idx="1">
                  <c:v>nonbrand</c:v>
                </c:pt>
                <c:pt idx="2">
                  <c:v>desktop_targeted</c:v>
                </c:pt>
                <c:pt idx="3">
                  <c:v>pilot</c:v>
                </c:pt>
              </c:strCache>
            </c:strRef>
          </c:cat>
          <c:val>
            <c:numRef>
              <c:f>Sheet1!$C$2:$C$5</c:f>
              <c:numCache>
                <c:formatCode>General</c:formatCode>
                <c:ptCount val="4"/>
                <c:pt idx="0">
                  <c:v>22268</c:v>
                </c:pt>
                <c:pt idx="1">
                  <c:v>0</c:v>
                </c:pt>
                <c:pt idx="2">
                  <c:v>0</c:v>
                </c:pt>
                <c:pt idx="3">
                  <c:v>0</c:v>
                </c:pt>
              </c:numCache>
            </c:numRef>
          </c:val>
          <c:extLst>
            <c:ext xmlns:c16="http://schemas.microsoft.com/office/drawing/2014/chart" uri="{C3380CC4-5D6E-409C-BE32-E72D297353CC}">
              <c16:uniqueId val="{00000001-7062-4B45-835A-C21A8774B747}"/>
            </c:ext>
          </c:extLst>
        </c:ser>
        <c:dLbls>
          <c:dLblPos val="ctr"/>
          <c:showLegendKey val="0"/>
          <c:showVal val="1"/>
          <c:showCatName val="0"/>
          <c:showSerName val="0"/>
          <c:showPercent val="0"/>
          <c:showBubbleSize val="0"/>
        </c:dLbls>
        <c:gapWidth val="150"/>
        <c:overlap val="100"/>
        <c:axId val="908916624"/>
        <c:axId val="908914704"/>
      </c:barChart>
      <c:catAx>
        <c:axId val="90891662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08914704"/>
        <c:crosses val="autoZero"/>
        <c:auto val="1"/>
        <c:lblAlgn val="ctr"/>
        <c:lblOffset val="100"/>
        <c:noMultiLvlLbl val="0"/>
      </c:catAx>
      <c:valAx>
        <c:axId val="90891470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08916624"/>
        <c:crosses val="autoZero"/>
        <c:crossBetween val="between"/>
      </c:valAx>
      <c:spPr>
        <a:noFill/>
        <a:ln>
          <a:solidFill>
            <a:schemeClr val="tx1"/>
          </a:solid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b="1" dirty="0"/>
              <a:t>Funnel Value Comparison by Campaign</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Sessions</c:v>
                </c:pt>
              </c:strCache>
            </c:strRef>
          </c:tx>
          <c:spPr>
            <a:solidFill>
              <a:srgbClr val="00666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nonbrand</c:v>
                </c:pt>
                <c:pt idx="1">
                  <c:v>brand</c:v>
                </c:pt>
                <c:pt idx="2">
                  <c:v>desktop_targeted</c:v>
                </c:pt>
                <c:pt idx="3">
                  <c:v>pilot</c:v>
                </c:pt>
              </c:strCache>
            </c:strRef>
          </c:cat>
          <c:val>
            <c:numRef>
              <c:f>Sheet1!$B$2:$B$5</c:f>
              <c:numCache>
                <c:formatCode>General</c:formatCode>
                <c:ptCount val="4"/>
                <c:pt idx="0">
                  <c:v>337615</c:v>
                </c:pt>
                <c:pt idx="1">
                  <c:v>41243</c:v>
                </c:pt>
                <c:pt idx="2">
                  <c:v>5590</c:v>
                </c:pt>
                <c:pt idx="3">
                  <c:v>5095</c:v>
                </c:pt>
              </c:numCache>
            </c:numRef>
          </c:val>
          <c:extLst>
            <c:ext xmlns:c16="http://schemas.microsoft.com/office/drawing/2014/chart" uri="{C3380CC4-5D6E-409C-BE32-E72D297353CC}">
              <c16:uniqueId val="{00000000-26D7-4C7D-96EA-88862D5E1D48}"/>
            </c:ext>
          </c:extLst>
        </c:ser>
        <c:ser>
          <c:idx val="1"/>
          <c:order val="1"/>
          <c:tx>
            <c:strRef>
              <c:f>Sheet1!$C$1</c:f>
              <c:strCache>
                <c:ptCount val="1"/>
                <c:pt idx="0">
                  <c:v>Product Views</c:v>
                </c:pt>
              </c:strCache>
            </c:strRef>
          </c:tx>
          <c:spPr>
            <a:solidFill>
              <a:srgbClr val="00999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nonbrand</c:v>
                </c:pt>
                <c:pt idx="1">
                  <c:v>brand</c:v>
                </c:pt>
                <c:pt idx="2">
                  <c:v>desktop_targeted</c:v>
                </c:pt>
                <c:pt idx="3">
                  <c:v>pilot</c:v>
                </c:pt>
              </c:strCache>
            </c:strRef>
          </c:cat>
          <c:val>
            <c:numRef>
              <c:f>Sheet1!$C$2:$C$5</c:f>
              <c:numCache>
                <c:formatCode>General</c:formatCode>
                <c:ptCount val="4"/>
                <c:pt idx="0">
                  <c:v>183739</c:v>
                </c:pt>
                <c:pt idx="1">
                  <c:v>25020</c:v>
                </c:pt>
                <c:pt idx="2">
                  <c:v>1731</c:v>
                </c:pt>
                <c:pt idx="3">
                  <c:v>659</c:v>
                </c:pt>
              </c:numCache>
            </c:numRef>
          </c:val>
          <c:extLst>
            <c:ext xmlns:c16="http://schemas.microsoft.com/office/drawing/2014/chart" uri="{C3380CC4-5D6E-409C-BE32-E72D297353CC}">
              <c16:uniqueId val="{00000001-26D7-4C7D-96EA-88862D5E1D48}"/>
            </c:ext>
          </c:extLst>
        </c:ser>
        <c:ser>
          <c:idx val="2"/>
          <c:order val="2"/>
          <c:tx>
            <c:strRef>
              <c:f>Sheet1!$D$1</c:f>
              <c:strCache>
                <c:ptCount val="1"/>
                <c:pt idx="0">
                  <c:v>Cart</c:v>
                </c:pt>
              </c:strCache>
            </c:strRef>
          </c:tx>
          <c:spPr>
            <a:solidFill>
              <a:srgbClr val="33CCC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nonbrand</c:v>
                </c:pt>
                <c:pt idx="1">
                  <c:v>brand</c:v>
                </c:pt>
                <c:pt idx="2">
                  <c:v>desktop_targeted</c:v>
                </c:pt>
                <c:pt idx="3">
                  <c:v>pilot</c:v>
                </c:pt>
              </c:strCache>
            </c:strRef>
          </c:cat>
          <c:val>
            <c:numRef>
              <c:f>Sheet1!$D$2:$D$5</c:f>
              <c:numCache>
                <c:formatCode>General</c:formatCode>
                <c:ptCount val="4"/>
                <c:pt idx="0">
                  <c:v>66666</c:v>
                </c:pt>
                <c:pt idx="1">
                  <c:v>9186</c:v>
                </c:pt>
                <c:pt idx="2">
                  <c:v>731</c:v>
                </c:pt>
                <c:pt idx="3">
                  <c:v>219</c:v>
                </c:pt>
              </c:numCache>
            </c:numRef>
          </c:val>
          <c:extLst>
            <c:ext xmlns:c16="http://schemas.microsoft.com/office/drawing/2014/chart" uri="{C3380CC4-5D6E-409C-BE32-E72D297353CC}">
              <c16:uniqueId val="{00000002-26D7-4C7D-96EA-88862D5E1D48}"/>
            </c:ext>
          </c:extLst>
        </c:ser>
        <c:ser>
          <c:idx val="3"/>
          <c:order val="3"/>
          <c:tx>
            <c:strRef>
              <c:f>Sheet1!$E$1</c:f>
              <c:strCache>
                <c:ptCount val="1"/>
                <c:pt idx="0">
                  <c:v>Checkout</c:v>
                </c:pt>
              </c:strCache>
            </c:strRef>
          </c:tx>
          <c:spPr>
            <a:solidFill>
              <a:srgbClr val="0066FF"/>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nonbrand</c:v>
                </c:pt>
                <c:pt idx="1">
                  <c:v>brand</c:v>
                </c:pt>
                <c:pt idx="2">
                  <c:v>desktop_targeted</c:v>
                </c:pt>
                <c:pt idx="3">
                  <c:v>pilot</c:v>
                </c:pt>
              </c:strCache>
            </c:strRef>
          </c:cat>
          <c:val>
            <c:numRef>
              <c:f>Sheet1!$E$2:$E$5</c:f>
              <c:numCache>
                <c:formatCode>General</c:formatCode>
                <c:ptCount val="4"/>
                <c:pt idx="0">
                  <c:v>36645</c:v>
                </c:pt>
                <c:pt idx="1">
                  <c:v>5041</c:v>
                </c:pt>
                <c:pt idx="2">
                  <c:v>436</c:v>
                </c:pt>
                <c:pt idx="3">
                  <c:v>99</c:v>
                </c:pt>
              </c:numCache>
            </c:numRef>
          </c:val>
          <c:extLst>
            <c:ext xmlns:c16="http://schemas.microsoft.com/office/drawing/2014/chart" uri="{C3380CC4-5D6E-409C-BE32-E72D297353CC}">
              <c16:uniqueId val="{00000003-26D7-4C7D-96EA-88862D5E1D48}"/>
            </c:ext>
          </c:extLst>
        </c:ser>
        <c:ser>
          <c:idx val="4"/>
          <c:order val="4"/>
          <c:tx>
            <c:strRef>
              <c:f>Sheet1!$F$1</c:f>
              <c:strCache>
                <c:ptCount val="1"/>
                <c:pt idx="0">
                  <c:v>Purchases</c:v>
                </c:pt>
              </c:strCache>
            </c:strRef>
          </c:tx>
          <c:spPr>
            <a:solidFill>
              <a:srgbClr val="00B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nonbrand</c:v>
                </c:pt>
                <c:pt idx="1">
                  <c:v>brand</c:v>
                </c:pt>
                <c:pt idx="2">
                  <c:v>desktop_targeted</c:v>
                </c:pt>
                <c:pt idx="3">
                  <c:v>pilot</c:v>
                </c:pt>
              </c:strCache>
            </c:strRef>
          </c:cat>
          <c:val>
            <c:numRef>
              <c:f>Sheet1!$F$2:$F$5</c:f>
              <c:numCache>
                <c:formatCode>General</c:formatCode>
                <c:ptCount val="4"/>
                <c:pt idx="0">
                  <c:v>22640</c:v>
                </c:pt>
                <c:pt idx="1">
                  <c:v>3212</c:v>
                </c:pt>
                <c:pt idx="2">
                  <c:v>288</c:v>
                </c:pt>
                <c:pt idx="3">
                  <c:v>55</c:v>
                </c:pt>
              </c:numCache>
            </c:numRef>
          </c:val>
          <c:extLst>
            <c:ext xmlns:c16="http://schemas.microsoft.com/office/drawing/2014/chart" uri="{C3380CC4-5D6E-409C-BE32-E72D297353CC}">
              <c16:uniqueId val="{00000004-26D7-4C7D-96EA-88862D5E1D48}"/>
            </c:ext>
          </c:extLst>
        </c:ser>
        <c:dLbls>
          <c:dLblPos val="outEnd"/>
          <c:showLegendKey val="0"/>
          <c:showVal val="1"/>
          <c:showCatName val="0"/>
          <c:showSerName val="0"/>
          <c:showPercent val="0"/>
          <c:showBubbleSize val="0"/>
        </c:dLbls>
        <c:gapWidth val="219"/>
        <c:overlap val="-27"/>
        <c:axId val="1220085024"/>
        <c:axId val="1220085504"/>
      </c:barChart>
      <c:catAx>
        <c:axId val="1220085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20085504"/>
        <c:crosses val="autoZero"/>
        <c:auto val="1"/>
        <c:lblAlgn val="ctr"/>
        <c:lblOffset val="100"/>
        <c:noMultiLvlLbl val="0"/>
      </c:catAx>
      <c:valAx>
        <c:axId val="12200855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200850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1" dirty="0"/>
              <a:t>Drop Rate Before Product</a:t>
            </a:r>
            <a:r>
              <a:rPr lang="en-US" b="1" baseline="0" dirty="0"/>
              <a:t> Page by Campaign</a:t>
            </a:r>
            <a:endParaRPr lang="en-US" b="1"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Drop Before Product (%)</c:v>
                </c:pt>
              </c:strCache>
            </c:strRef>
          </c:tx>
          <c:spPr>
            <a:solidFill>
              <a:srgbClr val="00999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nonbrand</c:v>
                </c:pt>
                <c:pt idx="1">
                  <c:v>brand</c:v>
                </c:pt>
                <c:pt idx="2">
                  <c:v>desktop_targeted</c:v>
                </c:pt>
                <c:pt idx="3">
                  <c:v>pilot</c:v>
                </c:pt>
              </c:strCache>
            </c:strRef>
          </c:cat>
          <c:val>
            <c:numRef>
              <c:f>Sheet1!$B$2:$B$5</c:f>
              <c:numCache>
                <c:formatCode>General</c:formatCode>
                <c:ptCount val="4"/>
                <c:pt idx="0">
                  <c:v>45.58</c:v>
                </c:pt>
                <c:pt idx="1">
                  <c:v>39.340000000000003</c:v>
                </c:pt>
                <c:pt idx="2">
                  <c:v>69.03</c:v>
                </c:pt>
                <c:pt idx="3">
                  <c:v>87.07</c:v>
                </c:pt>
              </c:numCache>
            </c:numRef>
          </c:val>
          <c:extLst>
            <c:ext xmlns:c16="http://schemas.microsoft.com/office/drawing/2014/chart" uri="{C3380CC4-5D6E-409C-BE32-E72D297353CC}">
              <c16:uniqueId val="{00000000-E492-4330-8848-A9C5AE3171E5}"/>
            </c:ext>
          </c:extLst>
        </c:ser>
        <c:dLbls>
          <c:dLblPos val="outEnd"/>
          <c:showLegendKey val="0"/>
          <c:showVal val="1"/>
          <c:showCatName val="0"/>
          <c:showSerName val="0"/>
          <c:showPercent val="0"/>
          <c:showBubbleSize val="0"/>
        </c:dLbls>
        <c:gapWidth val="219"/>
        <c:overlap val="-27"/>
        <c:axId val="1218125888"/>
        <c:axId val="1218129248"/>
      </c:barChart>
      <c:catAx>
        <c:axId val="12181258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18129248"/>
        <c:crosses val="autoZero"/>
        <c:auto val="1"/>
        <c:lblAlgn val="ctr"/>
        <c:lblOffset val="100"/>
        <c:noMultiLvlLbl val="0"/>
      </c:catAx>
      <c:valAx>
        <c:axId val="12181292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1812588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500" b="1" dirty="0"/>
              <a:t>Drop</a:t>
            </a:r>
            <a:r>
              <a:rPr lang="en-US" sz="1500" b="1" baseline="0" dirty="0"/>
              <a:t> Rate Between Product Page and Cart</a:t>
            </a:r>
            <a:endParaRPr lang="en-US" sz="1500" b="1"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Drop Before Cart (%)</c:v>
                </c:pt>
              </c:strCache>
            </c:strRef>
          </c:tx>
          <c:spPr>
            <a:solidFill>
              <a:srgbClr val="00999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nonbrand</c:v>
                </c:pt>
                <c:pt idx="1">
                  <c:v>brand</c:v>
                </c:pt>
                <c:pt idx="2">
                  <c:v>desktop_targeted</c:v>
                </c:pt>
                <c:pt idx="3">
                  <c:v>pilot</c:v>
                </c:pt>
              </c:strCache>
            </c:strRef>
          </c:cat>
          <c:val>
            <c:numRef>
              <c:f>Sheet1!$B$2:$B$5</c:f>
              <c:numCache>
                <c:formatCode>General</c:formatCode>
                <c:ptCount val="4"/>
                <c:pt idx="0">
                  <c:v>80.25</c:v>
                </c:pt>
                <c:pt idx="1">
                  <c:v>77.73</c:v>
                </c:pt>
                <c:pt idx="2">
                  <c:v>86.92</c:v>
                </c:pt>
                <c:pt idx="3">
                  <c:v>95.7</c:v>
                </c:pt>
              </c:numCache>
            </c:numRef>
          </c:val>
          <c:extLst>
            <c:ext xmlns:c16="http://schemas.microsoft.com/office/drawing/2014/chart" uri="{C3380CC4-5D6E-409C-BE32-E72D297353CC}">
              <c16:uniqueId val="{00000000-0E37-4BCB-AD64-14FDEB2999B8}"/>
            </c:ext>
          </c:extLst>
        </c:ser>
        <c:dLbls>
          <c:dLblPos val="outEnd"/>
          <c:showLegendKey val="0"/>
          <c:showVal val="1"/>
          <c:showCatName val="0"/>
          <c:showSerName val="0"/>
          <c:showPercent val="0"/>
          <c:showBubbleSize val="0"/>
        </c:dLbls>
        <c:gapWidth val="182"/>
        <c:axId val="858702944"/>
        <c:axId val="858701984"/>
      </c:barChart>
      <c:catAx>
        <c:axId val="85870294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858701984"/>
        <c:crosses val="autoZero"/>
        <c:auto val="1"/>
        <c:lblAlgn val="ctr"/>
        <c:lblOffset val="100"/>
        <c:noMultiLvlLbl val="0"/>
      </c:catAx>
      <c:valAx>
        <c:axId val="85870198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8587029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1" dirty="0"/>
              <a:t>Drop Rate Between Cart and Billing</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Drop Before Checkout (%)</c:v>
                </c:pt>
              </c:strCache>
            </c:strRef>
          </c:tx>
          <c:spPr>
            <a:solidFill>
              <a:srgbClr val="00999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nonbrand</c:v>
                </c:pt>
                <c:pt idx="1">
                  <c:v>brand</c:v>
                </c:pt>
                <c:pt idx="2">
                  <c:v>desktop_targeted</c:v>
                </c:pt>
                <c:pt idx="3">
                  <c:v>pilot</c:v>
                </c:pt>
              </c:strCache>
            </c:strRef>
          </c:cat>
          <c:val>
            <c:numRef>
              <c:f>Sheet1!$B$2:$B$5</c:f>
              <c:numCache>
                <c:formatCode>General</c:formatCode>
                <c:ptCount val="4"/>
                <c:pt idx="0">
                  <c:v>89.15</c:v>
                </c:pt>
                <c:pt idx="1">
                  <c:v>87.78</c:v>
                </c:pt>
                <c:pt idx="2">
                  <c:v>92.2</c:v>
                </c:pt>
                <c:pt idx="3">
                  <c:v>98.06</c:v>
                </c:pt>
              </c:numCache>
            </c:numRef>
          </c:val>
          <c:extLst>
            <c:ext xmlns:c16="http://schemas.microsoft.com/office/drawing/2014/chart" uri="{C3380CC4-5D6E-409C-BE32-E72D297353CC}">
              <c16:uniqueId val="{00000000-1DA3-425A-8235-2B2E6EEBF2EE}"/>
            </c:ext>
          </c:extLst>
        </c:ser>
        <c:dLbls>
          <c:showLegendKey val="0"/>
          <c:showVal val="0"/>
          <c:showCatName val="0"/>
          <c:showSerName val="0"/>
          <c:showPercent val="0"/>
          <c:showBubbleSize val="0"/>
        </c:dLbls>
        <c:gapWidth val="182"/>
        <c:axId val="967594448"/>
        <c:axId val="967598288"/>
      </c:barChart>
      <c:catAx>
        <c:axId val="96759444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67598288"/>
        <c:crosses val="autoZero"/>
        <c:auto val="1"/>
        <c:lblAlgn val="ctr"/>
        <c:lblOffset val="100"/>
        <c:noMultiLvlLbl val="0"/>
      </c:catAx>
      <c:valAx>
        <c:axId val="96759828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675944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1" dirty="0"/>
              <a:t>Multi</a:t>
            </a:r>
            <a:r>
              <a:rPr lang="en-US" b="1" baseline="0" dirty="0"/>
              <a:t> Ad vs Single Ad Users </a:t>
            </a:r>
            <a:endParaRPr lang="en-US" b="1"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tx>
            <c:strRef>
              <c:f>Sheet1!$B$1</c:f>
              <c:strCache>
                <c:ptCount val="1"/>
                <c:pt idx="0">
                  <c:v>Users</c:v>
                </c:pt>
              </c:strCache>
            </c:strRef>
          </c:tx>
          <c:spPr>
            <a:solidFill>
              <a:srgbClr val="006666"/>
            </a:solidFill>
          </c:spPr>
          <c:dPt>
            <c:idx val="0"/>
            <c:bubble3D val="0"/>
            <c:spPr>
              <a:solidFill>
                <a:srgbClr val="006666"/>
              </a:solidFill>
              <a:ln w="19050">
                <a:solidFill>
                  <a:schemeClr val="lt1"/>
                </a:solidFill>
              </a:ln>
              <a:effectLst/>
            </c:spPr>
            <c:extLst>
              <c:ext xmlns:c16="http://schemas.microsoft.com/office/drawing/2014/chart" uri="{C3380CC4-5D6E-409C-BE32-E72D297353CC}">
                <c16:uniqueId val="{00000002-9CF2-489B-8A16-27E9606F037A}"/>
              </c:ext>
            </c:extLst>
          </c:dPt>
          <c:dPt>
            <c:idx val="1"/>
            <c:bubble3D val="0"/>
            <c:spPr>
              <a:solidFill>
                <a:srgbClr val="009999"/>
              </a:solidFill>
              <a:ln w="19050">
                <a:solidFill>
                  <a:schemeClr val="lt1"/>
                </a:solidFill>
              </a:ln>
              <a:effectLst/>
            </c:spPr>
            <c:extLst>
              <c:ext xmlns:c16="http://schemas.microsoft.com/office/drawing/2014/chart" uri="{C3380CC4-5D6E-409C-BE32-E72D297353CC}">
                <c16:uniqueId val="{00000001-9CF2-489B-8A16-27E9606F037A}"/>
              </c:ext>
            </c:extLst>
          </c:dPt>
          <c:dLbls>
            <c:dLbl>
              <c:idx val="0"/>
              <c:layout>
                <c:manualLayout>
                  <c:x val="-5.162078423487701E-2"/>
                  <c:y val="-0.11797424431458464"/>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2-9CF2-489B-8A16-27E9606F037A}"/>
                </c:ext>
              </c:extLst>
            </c:dLbl>
            <c:dLbl>
              <c:idx val="1"/>
              <c:layout>
                <c:manualLayout>
                  <c:x val="-0.15830373832028949"/>
                  <c:y val="-7.2599534962821344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9CF2-489B-8A16-27E9606F037A}"/>
                </c:ext>
              </c:extLst>
            </c:dLbl>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Sheet1!$A$2:$A$3</c:f>
              <c:strCache>
                <c:ptCount val="2"/>
                <c:pt idx="0">
                  <c:v>Single Ad</c:v>
                </c:pt>
                <c:pt idx="1">
                  <c:v>Multiple Ads</c:v>
                </c:pt>
              </c:strCache>
            </c:strRef>
          </c:cat>
          <c:val>
            <c:numRef>
              <c:f>Sheet1!$B$2:$B$3</c:f>
              <c:numCache>
                <c:formatCode>General</c:formatCode>
                <c:ptCount val="2"/>
                <c:pt idx="0">
                  <c:v>345650</c:v>
                </c:pt>
                <c:pt idx="1">
                  <c:v>48668</c:v>
                </c:pt>
              </c:numCache>
            </c:numRef>
          </c:val>
          <c:extLst>
            <c:ext xmlns:c16="http://schemas.microsoft.com/office/drawing/2014/chart" uri="{C3380CC4-5D6E-409C-BE32-E72D297353CC}">
              <c16:uniqueId val="{00000000-9CF2-489B-8A16-27E9606F037A}"/>
            </c:ext>
          </c:extLst>
        </c:ser>
        <c:dLbls>
          <c:showLegendKey val="0"/>
          <c:showVal val="0"/>
          <c:showCatName val="0"/>
          <c:showSerName val="0"/>
          <c:showPercent val="0"/>
          <c:showBubbleSize val="0"/>
          <c:showLeaderLines val="0"/>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1" dirty="0"/>
              <a:t>Conversion Rate by Ad Exposure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Conversion Rate</c:v>
                </c:pt>
              </c:strCache>
            </c:strRef>
          </c:tx>
          <c:spPr>
            <a:solidFill>
              <a:srgbClr val="00999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Single Ad</c:v>
                </c:pt>
                <c:pt idx="1">
                  <c:v>Multiple Ads</c:v>
                </c:pt>
              </c:strCache>
            </c:strRef>
          </c:cat>
          <c:val>
            <c:numRef>
              <c:f>Sheet1!$B$2:$B$3</c:f>
              <c:numCache>
                <c:formatCode>0.00%</c:formatCode>
                <c:ptCount val="2"/>
                <c:pt idx="0">
                  <c:v>6.6400000000000001E-2</c:v>
                </c:pt>
                <c:pt idx="1">
                  <c:v>7.3800000000000004E-2</c:v>
                </c:pt>
              </c:numCache>
            </c:numRef>
          </c:val>
          <c:extLst>
            <c:ext xmlns:c16="http://schemas.microsoft.com/office/drawing/2014/chart" uri="{C3380CC4-5D6E-409C-BE32-E72D297353CC}">
              <c16:uniqueId val="{00000000-E710-405C-98B4-54852174C673}"/>
            </c:ext>
          </c:extLst>
        </c:ser>
        <c:dLbls>
          <c:dLblPos val="outEnd"/>
          <c:showLegendKey val="0"/>
          <c:showVal val="1"/>
          <c:showCatName val="0"/>
          <c:showSerName val="0"/>
          <c:showPercent val="0"/>
          <c:showBubbleSize val="0"/>
        </c:dLbls>
        <c:gapWidth val="219"/>
        <c:overlap val="-27"/>
        <c:axId val="1314056928"/>
        <c:axId val="1314047808"/>
      </c:barChart>
      <c:catAx>
        <c:axId val="13140569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14047808"/>
        <c:crosses val="autoZero"/>
        <c:auto val="1"/>
        <c:lblAlgn val="ctr"/>
        <c:lblOffset val="100"/>
        <c:noMultiLvlLbl val="0"/>
      </c:catAx>
      <c:valAx>
        <c:axId val="131404780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140569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1" dirty="0"/>
              <a:t>Multiple</a:t>
            </a:r>
            <a:r>
              <a:rPr lang="en-US" b="1" baseline="0" dirty="0"/>
              <a:t> Ads Source Overlap</a:t>
            </a:r>
            <a:endParaRPr lang="en-US" b="1"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Users</c:v>
                </c:pt>
              </c:strCache>
            </c:strRef>
          </c:tx>
          <c:spPr>
            <a:solidFill>
              <a:srgbClr val="00999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3"/>
                <c:pt idx="0">
                  <c:v>Google Ads Combo</c:v>
                </c:pt>
                <c:pt idx="1">
                  <c:v>Bing Ads Combo</c:v>
                </c:pt>
                <c:pt idx="2">
                  <c:v>Google-Bing</c:v>
                </c:pt>
              </c:strCache>
              <c:extLst/>
            </c:strRef>
          </c:cat>
          <c:val>
            <c:numRef>
              <c:f>Sheet1!$B$2:$B$5</c:f>
              <c:numCache>
                <c:formatCode>General</c:formatCode>
                <c:ptCount val="3"/>
                <c:pt idx="0">
                  <c:v>13127</c:v>
                </c:pt>
                <c:pt idx="1">
                  <c:v>661</c:v>
                </c:pt>
                <c:pt idx="2">
                  <c:v>153</c:v>
                </c:pt>
              </c:numCache>
              <c:extLst/>
            </c:numRef>
          </c:val>
          <c:extLst>
            <c:ext xmlns:c16="http://schemas.microsoft.com/office/drawing/2014/chart" uri="{C3380CC4-5D6E-409C-BE32-E72D297353CC}">
              <c16:uniqueId val="{00000000-12DF-4653-BF22-2163027A330D}"/>
            </c:ext>
          </c:extLst>
        </c:ser>
        <c:dLbls>
          <c:showLegendKey val="0"/>
          <c:showVal val="0"/>
          <c:showCatName val="0"/>
          <c:showSerName val="0"/>
          <c:showPercent val="0"/>
          <c:showBubbleSize val="0"/>
        </c:dLbls>
        <c:gapWidth val="182"/>
        <c:axId val="981014944"/>
        <c:axId val="981023104"/>
      </c:barChart>
      <c:catAx>
        <c:axId val="98101494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81023104"/>
        <c:crosses val="autoZero"/>
        <c:auto val="1"/>
        <c:lblAlgn val="ctr"/>
        <c:lblOffset val="100"/>
        <c:noMultiLvlLbl val="0"/>
      </c:catAx>
      <c:valAx>
        <c:axId val="98102310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810149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tx1"/>
      </a:solidFill>
    </a:ln>
    <a:effectLst/>
  </c:spPr>
  <c:txPr>
    <a:bodyPr/>
    <a:lstStyle/>
    <a:p>
      <a:pPr>
        <a:defRPr/>
      </a:pPr>
      <a:endParaRPr lang="en-US"/>
    </a:p>
  </c:txPr>
  <c:externalData r:id="rId3">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2000" b="1" dirty="0"/>
              <a:t>Conversion rate Trend by Advertisement</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1"/>
          <c:order val="1"/>
          <c:tx>
            <c:strRef>
              <c:f>Sheet1!$C$1</c:f>
              <c:strCache>
                <c:ptCount val="1"/>
                <c:pt idx="0">
                  <c:v>g_ad_1</c:v>
                </c:pt>
              </c:strCache>
            </c:strRef>
          </c:tx>
          <c:spPr>
            <a:ln w="28575" cap="rnd">
              <a:solidFill>
                <a:srgbClr val="FF0000"/>
              </a:solidFill>
              <a:round/>
            </a:ln>
            <a:effectLst/>
          </c:spPr>
          <c:marker>
            <c:symbol val="none"/>
          </c:marker>
          <c:cat>
            <c:multiLvlStrRef>
              <c:f>Sheet1!$A$2:$B$14</c:f>
              <c:multiLvlStrCache>
                <c:ptCount val="13"/>
                <c:lvl>
                  <c:pt idx="0">
                    <c:v>Q1</c:v>
                  </c:pt>
                  <c:pt idx="1">
                    <c:v>Q2</c:v>
                  </c:pt>
                  <c:pt idx="2">
                    <c:v>Q3</c:v>
                  </c:pt>
                  <c:pt idx="3">
                    <c:v>Q4</c:v>
                  </c:pt>
                  <c:pt idx="4">
                    <c:v>Q1</c:v>
                  </c:pt>
                  <c:pt idx="5">
                    <c:v>Q2</c:v>
                  </c:pt>
                  <c:pt idx="6">
                    <c:v>Q3</c:v>
                  </c:pt>
                  <c:pt idx="7">
                    <c:v>Q4</c:v>
                  </c:pt>
                  <c:pt idx="8">
                    <c:v>Q1</c:v>
                  </c:pt>
                  <c:pt idx="9">
                    <c:v>Q2</c:v>
                  </c:pt>
                  <c:pt idx="10">
                    <c:v>Q3</c:v>
                  </c:pt>
                  <c:pt idx="11">
                    <c:v>Q4</c:v>
                  </c:pt>
                  <c:pt idx="12">
                    <c:v>Q1</c:v>
                  </c:pt>
                </c:lvl>
                <c:lvl>
                  <c:pt idx="0">
                    <c:v>2012</c:v>
                  </c:pt>
                  <c:pt idx="1">
                    <c:v>2012</c:v>
                  </c:pt>
                  <c:pt idx="2">
                    <c:v>2012</c:v>
                  </c:pt>
                  <c:pt idx="3">
                    <c:v>2012</c:v>
                  </c:pt>
                  <c:pt idx="4">
                    <c:v>2013</c:v>
                  </c:pt>
                  <c:pt idx="5">
                    <c:v>2013</c:v>
                  </c:pt>
                  <c:pt idx="6">
                    <c:v>2013</c:v>
                  </c:pt>
                  <c:pt idx="7">
                    <c:v>2013</c:v>
                  </c:pt>
                  <c:pt idx="8">
                    <c:v>2014</c:v>
                  </c:pt>
                  <c:pt idx="9">
                    <c:v>2014</c:v>
                  </c:pt>
                  <c:pt idx="10">
                    <c:v>2014</c:v>
                  </c:pt>
                  <c:pt idx="11">
                    <c:v>2014</c:v>
                  </c:pt>
                  <c:pt idx="12">
                    <c:v>2015</c:v>
                  </c:pt>
                </c:lvl>
              </c:multiLvlStrCache>
            </c:multiLvlStrRef>
          </c:cat>
          <c:val>
            <c:numRef>
              <c:f>Sheet1!$C$2:$C$14</c:f>
              <c:numCache>
                <c:formatCode>General</c:formatCode>
                <c:ptCount val="13"/>
                <c:pt idx="0">
                  <c:v>3.24</c:v>
                </c:pt>
                <c:pt idx="1">
                  <c:v>2.84</c:v>
                </c:pt>
                <c:pt idx="2">
                  <c:v>3.84</c:v>
                </c:pt>
                <c:pt idx="3">
                  <c:v>4.3600000000000003</c:v>
                </c:pt>
                <c:pt idx="4">
                  <c:v>6.12</c:v>
                </c:pt>
                <c:pt idx="5">
                  <c:v>6.85</c:v>
                </c:pt>
                <c:pt idx="6">
                  <c:v>6.39</c:v>
                </c:pt>
                <c:pt idx="7">
                  <c:v>6.29</c:v>
                </c:pt>
                <c:pt idx="8">
                  <c:v>6.93</c:v>
                </c:pt>
                <c:pt idx="9">
                  <c:v>7.02</c:v>
                </c:pt>
                <c:pt idx="10">
                  <c:v>7.03</c:v>
                </c:pt>
                <c:pt idx="11">
                  <c:v>7.82</c:v>
                </c:pt>
                <c:pt idx="12">
                  <c:v>8.61</c:v>
                </c:pt>
              </c:numCache>
            </c:numRef>
          </c:val>
          <c:smooth val="0"/>
          <c:extLst>
            <c:ext xmlns:c16="http://schemas.microsoft.com/office/drawing/2014/chart" uri="{C3380CC4-5D6E-409C-BE32-E72D297353CC}">
              <c16:uniqueId val="{00000001-64DE-4E8A-A91F-3DD961B159E6}"/>
            </c:ext>
          </c:extLst>
        </c:ser>
        <c:ser>
          <c:idx val="2"/>
          <c:order val="2"/>
          <c:tx>
            <c:strRef>
              <c:f>Sheet1!$D$1</c:f>
              <c:strCache>
                <c:ptCount val="1"/>
                <c:pt idx="0">
                  <c:v>g_ad_2</c:v>
                </c:pt>
              </c:strCache>
            </c:strRef>
          </c:tx>
          <c:spPr>
            <a:ln w="28575" cap="rnd">
              <a:solidFill>
                <a:srgbClr val="C00000"/>
              </a:solidFill>
              <a:round/>
            </a:ln>
            <a:effectLst/>
          </c:spPr>
          <c:marker>
            <c:symbol val="none"/>
          </c:marker>
          <c:cat>
            <c:multiLvlStrRef>
              <c:f>Sheet1!$A$2:$B$14</c:f>
              <c:multiLvlStrCache>
                <c:ptCount val="13"/>
                <c:lvl>
                  <c:pt idx="0">
                    <c:v>Q1</c:v>
                  </c:pt>
                  <c:pt idx="1">
                    <c:v>Q2</c:v>
                  </c:pt>
                  <c:pt idx="2">
                    <c:v>Q3</c:v>
                  </c:pt>
                  <c:pt idx="3">
                    <c:v>Q4</c:v>
                  </c:pt>
                  <c:pt idx="4">
                    <c:v>Q1</c:v>
                  </c:pt>
                  <c:pt idx="5">
                    <c:v>Q2</c:v>
                  </c:pt>
                  <c:pt idx="6">
                    <c:v>Q3</c:v>
                  </c:pt>
                  <c:pt idx="7">
                    <c:v>Q4</c:v>
                  </c:pt>
                  <c:pt idx="8">
                    <c:v>Q1</c:v>
                  </c:pt>
                  <c:pt idx="9">
                    <c:v>Q2</c:v>
                  </c:pt>
                  <c:pt idx="10">
                    <c:v>Q3</c:v>
                  </c:pt>
                  <c:pt idx="11">
                    <c:v>Q4</c:v>
                  </c:pt>
                  <c:pt idx="12">
                    <c:v>Q1</c:v>
                  </c:pt>
                </c:lvl>
                <c:lvl>
                  <c:pt idx="0">
                    <c:v>2012</c:v>
                  </c:pt>
                  <c:pt idx="1">
                    <c:v>2012</c:v>
                  </c:pt>
                  <c:pt idx="2">
                    <c:v>2012</c:v>
                  </c:pt>
                  <c:pt idx="3">
                    <c:v>2012</c:v>
                  </c:pt>
                  <c:pt idx="4">
                    <c:v>2013</c:v>
                  </c:pt>
                  <c:pt idx="5">
                    <c:v>2013</c:v>
                  </c:pt>
                  <c:pt idx="6">
                    <c:v>2013</c:v>
                  </c:pt>
                  <c:pt idx="7">
                    <c:v>2013</c:v>
                  </c:pt>
                  <c:pt idx="8">
                    <c:v>2014</c:v>
                  </c:pt>
                  <c:pt idx="9">
                    <c:v>2014</c:v>
                  </c:pt>
                  <c:pt idx="10">
                    <c:v>2014</c:v>
                  </c:pt>
                  <c:pt idx="11">
                    <c:v>2014</c:v>
                  </c:pt>
                  <c:pt idx="12">
                    <c:v>2015</c:v>
                  </c:pt>
                </c:lvl>
              </c:multiLvlStrCache>
            </c:multiLvlStrRef>
          </c:cat>
          <c:val>
            <c:numRef>
              <c:f>Sheet1!$D$2:$D$14</c:f>
              <c:numCache>
                <c:formatCode>General</c:formatCode>
                <c:ptCount val="13"/>
                <c:pt idx="0">
                  <c:v>0</c:v>
                </c:pt>
                <c:pt idx="1">
                  <c:v>5.96</c:v>
                </c:pt>
                <c:pt idx="2">
                  <c:v>5.65</c:v>
                </c:pt>
                <c:pt idx="3">
                  <c:v>5.31</c:v>
                </c:pt>
                <c:pt idx="4">
                  <c:v>6.95</c:v>
                </c:pt>
                <c:pt idx="5">
                  <c:v>7.13</c:v>
                </c:pt>
                <c:pt idx="6">
                  <c:v>6.99</c:v>
                </c:pt>
                <c:pt idx="7">
                  <c:v>7.54</c:v>
                </c:pt>
                <c:pt idx="8">
                  <c:v>7.98</c:v>
                </c:pt>
                <c:pt idx="9">
                  <c:v>7.83</c:v>
                </c:pt>
                <c:pt idx="10">
                  <c:v>7.35</c:v>
                </c:pt>
                <c:pt idx="11">
                  <c:v>7.74</c:v>
                </c:pt>
                <c:pt idx="12">
                  <c:v>8.17</c:v>
                </c:pt>
              </c:numCache>
            </c:numRef>
          </c:val>
          <c:smooth val="0"/>
          <c:extLst>
            <c:ext xmlns:c16="http://schemas.microsoft.com/office/drawing/2014/chart" uri="{C3380CC4-5D6E-409C-BE32-E72D297353CC}">
              <c16:uniqueId val="{00000002-64DE-4E8A-A91F-3DD961B159E6}"/>
            </c:ext>
          </c:extLst>
        </c:ser>
        <c:ser>
          <c:idx val="3"/>
          <c:order val="3"/>
          <c:tx>
            <c:strRef>
              <c:f>Sheet1!$E$1</c:f>
              <c:strCache>
                <c:ptCount val="1"/>
                <c:pt idx="0">
                  <c:v>b_ad_1</c:v>
                </c:pt>
              </c:strCache>
            </c:strRef>
          </c:tx>
          <c:spPr>
            <a:ln w="28575" cap="rnd">
              <a:solidFill>
                <a:srgbClr val="00B050"/>
              </a:solidFill>
              <a:round/>
            </a:ln>
            <a:effectLst/>
          </c:spPr>
          <c:marker>
            <c:symbol val="none"/>
          </c:marker>
          <c:cat>
            <c:multiLvlStrRef>
              <c:f>Sheet1!$A$2:$B$14</c:f>
              <c:multiLvlStrCache>
                <c:ptCount val="13"/>
                <c:lvl>
                  <c:pt idx="0">
                    <c:v>Q1</c:v>
                  </c:pt>
                  <c:pt idx="1">
                    <c:v>Q2</c:v>
                  </c:pt>
                  <c:pt idx="2">
                    <c:v>Q3</c:v>
                  </c:pt>
                  <c:pt idx="3">
                    <c:v>Q4</c:v>
                  </c:pt>
                  <c:pt idx="4">
                    <c:v>Q1</c:v>
                  </c:pt>
                  <c:pt idx="5">
                    <c:v>Q2</c:v>
                  </c:pt>
                  <c:pt idx="6">
                    <c:v>Q3</c:v>
                  </c:pt>
                  <c:pt idx="7">
                    <c:v>Q4</c:v>
                  </c:pt>
                  <c:pt idx="8">
                    <c:v>Q1</c:v>
                  </c:pt>
                  <c:pt idx="9">
                    <c:v>Q2</c:v>
                  </c:pt>
                  <c:pt idx="10">
                    <c:v>Q3</c:v>
                  </c:pt>
                  <c:pt idx="11">
                    <c:v>Q4</c:v>
                  </c:pt>
                  <c:pt idx="12">
                    <c:v>Q1</c:v>
                  </c:pt>
                </c:lvl>
                <c:lvl>
                  <c:pt idx="0">
                    <c:v>2012</c:v>
                  </c:pt>
                  <c:pt idx="1">
                    <c:v>2012</c:v>
                  </c:pt>
                  <c:pt idx="2">
                    <c:v>2012</c:v>
                  </c:pt>
                  <c:pt idx="3">
                    <c:v>2012</c:v>
                  </c:pt>
                  <c:pt idx="4">
                    <c:v>2013</c:v>
                  </c:pt>
                  <c:pt idx="5">
                    <c:v>2013</c:v>
                  </c:pt>
                  <c:pt idx="6">
                    <c:v>2013</c:v>
                  </c:pt>
                  <c:pt idx="7">
                    <c:v>2013</c:v>
                  </c:pt>
                  <c:pt idx="8">
                    <c:v>2014</c:v>
                  </c:pt>
                  <c:pt idx="9">
                    <c:v>2014</c:v>
                  </c:pt>
                  <c:pt idx="10">
                    <c:v>2014</c:v>
                  </c:pt>
                  <c:pt idx="11">
                    <c:v>2014</c:v>
                  </c:pt>
                  <c:pt idx="12">
                    <c:v>2015</c:v>
                  </c:pt>
                </c:lvl>
              </c:multiLvlStrCache>
            </c:multiLvlStrRef>
          </c:cat>
          <c:val>
            <c:numRef>
              <c:f>Sheet1!$E$2:$E$14</c:f>
              <c:numCache>
                <c:formatCode>General</c:formatCode>
                <c:ptCount val="13"/>
                <c:pt idx="2">
                  <c:v>4.08</c:v>
                </c:pt>
                <c:pt idx="3">
                  <c:v>4.97</c:v>
                </c:pt>
                <c:pt idx="4">
                  <c:v>6.93</c:v>
                </c:pt>
                <c:pt idx="5">
                  <c:v>6.9</c:v>
                </c:pt>
                <c:pt idx="6">
                  <c:v>6.97</c:v>
                </c:pt>
                <c:pt idx="7">
                  <c:v>6.01</c:v>
                </c:pt>
                <c:pt idx="8">
                  <c:v>7.04</c:v>
                </c:pt>
                <c:pt idx="9">
                  <c:v>6.95</c:v>
                </c:pt>
                <c:pt idx="10">
                  <c:v>6.98</c:v>
                </c:pt>
                <c:pt idx="11">
                  <c:v>8.41</c:v>
                </c:pt>
                <c:pt idx="12">
                  <c:v>8.5</c:v>
                </c:pt>
              </c:numCache>
            </c:numRef>
          </c:val>
          <c:smooth val="0"/>
          <c:extLst>
            <c:ext xmlns:c16="http://schemas.microsoft.com/office/drawing/2014/chart" uri="{C3380CC4-5D6E-409C-BE32-E72D297353CC}">
              <c16:uniqueId val="{00000003-64DE-4E8A-A91F-3DD961B159E6}"/>
            </c:ext>
          </c:extLst>
        </c:ser>
        <c:ser>
          <c:idx val="4"/>
          <c:order val="4"/>
          <c:tx>
            <c:strRef>
              <c:f>Sheet1!$F$1</c:f>
              <c:strCache>
                <c:ptCount val="1"/>
                <c:pt idx="0">
                  <c:v>b_ad_2</c:v>
                </c:pt>
              </c:strCache>
            </c:strRef>
          </c:tx>
          <c:spPr>
            <a:ln w="28575" cap="rnd">
              <a:solidFill>
                <a:srgbClr val="7030A0"/>
              </a:solidFill>
              <a:round/>
            </a:ln>
            <a:effectLst/>
          </c:spPr>
          <c:marker>
            <c:symbol val="none"/>
          </c:marker>
          <c:cat>
            <c:multiLvlStrRef>
              <c:f>Sheet1!$A$2:$B$14</c:f>
              <c:multiLvlStrCache>
                <c:ptCount val="13"/>
                <c:lvl>
                  <c:pt idx="0">
                    <c:v>Q1</c:v>
                  </c:pt>
                  <c:pt idx="1">
                    <c:v>Q2</c:v>
                  </c:pt>
                  <c:pt idx="2">
                    <c:v>Q3</c:v>
                  </c:pt>
                  <c:pt idx="3">
                    <c:v>Q4</c:v>
                  </c:pt>
                  <c:pt idx="4">
                    <c:v>Q1</c:v>
                  </c:pt>
                  <c:pt idx="5">
                    <c:v>Q2</c:v>
                  </c:pt>
                  <c:pt idx="6">
                    <c:v>Q3</c:v>
                  </c:pt>
                  <c:pt idx="7">
                    <c:v>Q4</c:v>
                  </c:pt>
                  <c:pt idx="8">
                    <c:v>Q1</c:v>
                  </c:pt>
                  <c:pt idx="9">
                    <c:v>Q2</c:v>
                  </c:pt>
                  <c:pt idx="10">
                    <c:v>Q3</c:v>
                  </c:pt>
                  <c:pt idx="11">
                    <c:v>Q4</c:v>
                  </c:pt>
                  <c:pt idx="12">
                    <c:v>Q1</c:v>
                  </c:pt>
                </c:lvl>
                <c:lvl>
                  <c:pt idx="0">
                    <c:v>2012</c:v>
                  </c:pt>
                  <c:pt idx="1">
                    <c:v>2012</c:v>
                  </c:pt>
                  <c:pt idx="2">
                    <c:v>2012</c:v>
                  </c:pt>
                  <c:pt idx="3">
                    <c:v>2012</c:v>
                  </c:pt>
                  <c:pt idx="4">
                    <c:v>2013</c:v>
                  </c:pt>
                  <c:pt idx="5">
                    <c:v>2013</c:v>
                  </c:pt>
                  <c:pt idx="6">
                    <c:v>2013</c:v>
                  </c:pt>
                  <c:pt idx="7">
                    <c:v>2013</c:v>
                  </c:pt>
                  <c:pt idx="8">
                    <c:v>2014</c:v>
                  </c:pt>
                  <c:pt idx="9">
                    <c:v>2014</c:v>
                  </c:pt>
                  <c:pt idx="10">
                    <c:v>2014</c:v>
                  </c:pt>
                  <c:pt idx="11">
                    <c:v>2014</c:v>
                  </c:pt>
                  <c:pt idx="12">
                    <c:v>2015</c:v>
                  </c:pt>
                </c:lvl>
              </c:multiLvlStrCache>
            </c:multiLvlStrRef>
          </c:cat>
          <c:val>
            <c:numRef>
              <c:f>Sheet1!$F$2:$F$14</c:f>
              <c:numCache>
                <c:formatCode>General</c:formatCode>
                <c:ptCount val="13"/>
                <c:pt idx="1">
                  <c:v>1.64</c:v>
                </c:pt>
                <c:pt idx="2">
                  <c:v>7.26</c:v>
                </c:pt>
                <c:pt idx="3">
                  <c:v>5.35</c:v>
                </c:pt>
                <c:pt idx="4">
                  <c:v>7.39</c:v>
                </c:pt>
                <c:pt idx="5">
                  <c:v>5.41</c:v>
                </c:pt>
                <c:pt idx="6">
                  <c:v>7.21</c:v>
                </c:pt>
                <c:pt idx="7">
                  <c:v>10</c:v>
                </c:pt>
                <c:pt idx="8">
                  <c:v>10.08</c:v>
                </c:pt>
                <c:pt idx="9">
                  <c:v>8.9</c:v>
                </c:pt>
                <c:pt idx="10">
                  <c:v>8.4499999999999993</c:v>
                </c:pt>
                <c:pt idx="11">
                  <c:v>9.6999999999999993</c:v>
                </c:pt>
                <c:pt idx="12">
                  <c:v>10.01</c:v>
                </c:pt>
              </c:numCache>
            </c:numRef>
          </c:val>
          <c:smooth val="0"/>
          <c:extLst>
            <c:ext xmlns:c16="http://schemas.microsoft.com/office/drawing/2014/chart" uri="{C3380CC4-5D6E-409C-BE32-E72D297353CC}">
              <c16:uniqueId val="{00000004-64DE-4E8A-A91F-3DD961B159E6}"/>
            </c:ext>
          </c:extLst>
        </c:ser>
        <c:ser>
          <c:idx val="5"/>
          <c:order val="5"/>
          <c:tx>
            <c:strRef>
              <c:f>Sheet1!$G$1</c:f>
              <c:strCache>
                <c:ptCount val="1"/>
                <c:pt idx="0">
                  <c:v>social_ad_1</c:v>
                </c:pt>
              </c:strCache>
            </c:strRef>
          </c:tx>
          <c:spPr>
            <a:ln w="28575" cap="rnd">
              <a:solidFill>
                <a:schemeClr val="accent6"/>
              </a:solidFill>
              <a:round/>
            </a:ln>
            <a:effectLst/>
          </c:spPr>
          <c:marker>
            <c:symbol val="none"/>
          </c:marker>
          <c:cat>
            <c:multiLvlStrRef>
              <c:f>Sheet1!$A$2:$B$14</c:f>
              <c:multiLvlStrCache>
                <c:ptCount val="13"/>
                <c:lvl>
                  <c:pt idx="0">
                    <c:v>Q1</c:v>
                  </c:pt>
                  <c:pt idx="1">
                    <c:v>Q2</c:v>
                  </c:pt>
                  <c:pt idx="2">
                    <c:v>Q3</c:v>
                  </c:pt>
                  <c:pt idx="3">
                    <c:v>Q4</c:v>
                  </c:pt>
                  <c:pt idx="4">
                    <c:v>Q1</c:v>
                  </c:pt>
                  <c:pt idx="5">
                    <c:v>Q2</c:v>
                  </c:pt>
                  <c:pt idx="6">
                    <c:v>Q3</c:v>
                  </c:pt>
                  <c:pt idx="7">
                    <c:v>Q4</c:v>
                  </c:pt>
                  <c:pt idx="8">
                    <c:v>Q1</c:v>
                  </c:pt>
                  <c:pt idx="9">
                    <c:v>Q2</c:v>
                  </c:pt>
                  <c:pt idx="10">
                    <c:v>Q3</c:v>
                  </c:pt>
                  <c:pt idx="11">
                    <c:v>Q4</c:v>
                  </c:pt>
                  <c:pt idx="12">
                    <c:v>Q1</c:v>
                  </c:pt>
                </c:lvl>
                <c:lvl>
                  <c:pt idx="0">
                    <c:v>2012</c:v>
                  </c:pt>
                  <c:pt idx="1">
                    <c:v>2012</c:v>
                  </c:pt>
                  <c:pt idx="2">
                    <c:v>2012</c:v>
                  </c:pt>
                  <c:pt idx="3">
                    <c:v>2012</c:v>
                  </c:pt>
                  <c:pt idx="4">
                    <c:v>2013</c:v>
                  </c:pt>
                  <c:pt idx="5">
                    <c:v>2013</c:v>
                  </c:pt>
                  <c:pt idx="6">
                    <c:v>2013</c:v>
                  </c:pt>
                  <c:pt idx="7">
                    <c:v>2013</c:v>
                  </c:pt>
                  <c:pt idx="8">
                    <c:v>2014</c:v>
                  </c:pt>
                  <c:pt idx="9">
                    <c:v>2014</c:v>
                  </c:pt>
                  <c:pt idx="10">
                    <c:v>2014</c:v>
                  </c:pt>
                  <c:pt idx="11">
                    <c:v>2014</c:v>
                  </c:pt>
                  <c:pt idx="12">
                    <c:v>2015</c:v>
                  </c:pt>
                </c:lvl>
              </c:multiLvlStrCache>
            </c:multiLvlStrRef>
          </c:cat>
          <c:val>
            <c:numRef>
              <c:f>Sheet1!$G$2:$G$14</c:f>
              <c:numCache>
                <c:formatCode>General</c:formatCode>
                <c:ptCount val="13"/>
                <c:pt idx="8">
                  <c:v>1.08</c:v>
                </c:pt>
              </c:numCache>
            </c:numRef>
          </c:val>
          <c:smooth val="0"/>
          <c:extLst>
            <c:ext xmlns:c16="http://schemas.microsoft.com/office/drawing/2014/chart" uri="{C3380CC4-5D6E-409C-BE32-E72D297353CC}">
              <c16:uniqueId val="{00000005-64DE-4E8A-A91F-3DD961B159E6}"/>
            </c:ext>
          </c:extLst>
        </c:ser>
        <c:ser>
          <c:idx val="6"/>
          <c:order val="6"/>
          <c:tx>
            <c:strRef>
              <c:f>Sheet1!$H$1</c:f>
              <c:strCache>
                <c:ptCount val="1"/>
                <c:pt idx="0">
                  <c:v>social_ad_2</c:v>
                </c:pt>
              </c:strCache>
            </c:strRef>
          </c:tx>
          <c:spPr>
            <a:ln w="28575" cap="rnd">
              <a:solidFill>
                <a:schemeClr val="accent1">
                  <a:lumMod val="60000"/>
                </a:schemeClr>
              </a:solidFill>
              <a:round/>
            </a:ln>
            <a:effectLst/>
          </c:spPr>
          <c:marker>
            <c:symbol val="none"/>
          </c:marker>
          <c:dPt>
            <c:idx val="11"/>
            <c:marker>
              <c:symbol val="none"/>
            </c:marker>
            <c:bubble3D val="0"/>
            <c:spPr>
              <a:ln w="28575" cap="rnd">
                <a:solidFill>
                  <a:srgbClr val="0066FF"/>
                </a:solidFill>
                <a:round/>
              </a:ln>
              <a:effectLst/>
            </c:spPr>
            <c:extLst>
              <c:ext xmlns:c16="http://schemas.microsoft.com/office/drawing/2014/chart" uri="{C3380CC4-5D6E-409C-BE32-E72D297353CC}">
                <c16:uniqueId val="{00000007-64DE-4E8A-A91F-3DD961B159E6}"/>
              </c:ext>
            </c:extLst>
          </c:dPt>
          <c:cat>
            <c:multiLvlStrRef>
              <c:f>Sheet1!$A$2:$B$14</c:f>
              <c:multiLvlStrCache>
                <c:ptCount val="13"/>
                <c:lvl>
                  <c:pt idx="0">
                    <c:v>Q1</c:v>
                  </c:pt>
                  <c:pt idx="1">
                    <c:v>Q2</c:v>
                  </c:pt>
                  <c:pt idx="2">
                    <c:v>Q3</c:v>
                  </c:pt>
                  <c:pt idx="3">
                    <c:v>Q4</c:v>
                  </c:pt>
                  <c:pt idx="4">
                    <c:v>Q1</c:v>
                  </c:pt>
                  <c:pt idx="5">
                    <c:v>Q2</c:v>
                  </c:pt>
                  <c:pt idx="6">
                    <c:v>Q3</c:v>
                  </c:pt>
                  <c:pt idx="7">
                    <c:v>Q4</c:v>
                  </c:pt>
                  <c:pt idx="8">
                    <c:v>Q1</c:v>
                  </c:pt>
                  <c:pt idx="9">
                    <c:v>Q2</c:v>
                  </c:pt>
                  <c:pt idx="10">
                    <c:v>Q3</c:v>
                  </c:pt>
                  <c:pt idx="11">
                    <c:v>Q4</c:v>
                  </c:pt>
                  <c:pt idx="12">
                    <c:v>Q1</c:v>
                  </c:pt>
                </c:lvl>
                <c:lvl>
                  <c:pt idx="0">
                    <c:v>2012</c:v>
                  </c:pt>
                  <c:pt idx="1">
                    <c:v>2012</c:v>
                  </c:pt>
                  <c:pt idx="2">
                    <c:v>2012</c:v>
                  </c:pt>
                  <c:pt idx="3">
                    <c:v>2012</c:v>
                  </c:pt>
                  <c:pt idx="4">
                    <c:v>2013</c:v>
                  </c:pt>
                  <c:pt idx="5">
                    <c:v>2013</c:v>
                  </c:pt>
                  <c:pt idx="6">
                    <c:v>2013</c:v>
                  </c:pt>
                  <c:pt idx="7">
                    <c:v>2013</c:v>
                  </c:pt>
                  <c:pt idx="8">
                    <c:v>2014</c:v>
                  </c:pt>
                  <c:pt idx="9">
                    <c:v>2014</c:v>
                  </c:pt>
                  <c:pt idx="10">
                    <c:v>2014</c:v>
                  </c:pt>
                  <c:pt idx="11">
                    <c:v>2014</c:v>
                  </c:pt>
                  <c:pt idx="12">
                    <c:v>2015</c:v>
                  </c:pt>
                </c:lvl>
              </c:multiLvlStrCache>
            </c:multiLvlStrRef>
          </c:cat>
          <c:val>
            <c:numRef>
              <c:f>Sheet1!$H$2:$H$14</c:f>
              <c:numCache>
                <c:formatCode>General</c:formatCode>
                <c:ptCount val="13"/>
                <c:pt idx="10">
                  <c:v>4.97</c:v>
                </c:pt>
                <c:pt idx="11">
                  <c:v>5.2</c:v>
                </c:pt>
              </c:numCache>
            </c:numRef>
          </c:val>
          <c:smooth val="0"/>
          <c:extLst>
            <c:ext xmlns:c16="http://schemas.microsoft.com/office/drawing/2014/chart" uri="{C3380CC4-5D6E-409C-BE32-E72D297353CC}">
              <c16:uniqueId val="{00000006-64DE-4E8A-A91F-3DD961B159E6}"/>
            </c:ext>
          </c:extLst>
        </c:ser>
        <c:dLbls>
          <c:showLegendKey val="0"/>
          <c:showVal val="0"/>
          <c:showCatName val="0"/>
          <c:showSerName val="0"/>
          <c:showPercent val="0"/>
          <c:showBubbleSize val="0"/>
        </c:dLbls>
        <c:smooth val="0"/>
        <c:axId val="773694592"/>
        <c:axId val="773694112"/>
        <c:extLst>
          <c:ext xmlns:c15="http://schemas.microsoft.com/office/drawing/2012/chart" uri="{02D57815-91ED-43cb-92C2-25804820EDAC}">
            <c15:filteredLineSeries>
              <c15:ser>
                <c:idx val="0"/>
                <c:order val="0"/>
                <c:tx>
                  <c:strRef>
                    <c:extLst>
                      <c:ext uri="{02D57815-91ED-43cb-92C2-25804820EDAC}">
                        <c15:formulaRef>
                          <c15:sqref>Sheet1!$B$1</c15:sqref>
                        </c15:formulaRef>
                      </c:ext>
                    </c:extLst>
                    <c:strCache>
                      <c:ptCount val="1"/>
                      <c:pt idx="0">
                        <c:v>Quarter</c:v>
                      </c:pt>
                    </c:strCache>
                  </c:strRef>
                </c:tx>
                <c:spPr>
                  <a:ln w="28575" cap="rnd">
                    <a:solidFill>
                      <a:schemeClr val="accent1"/>
                    </a:solidFill>
                    <a:round/>
                  </a:ln>
                  <a:effectLst/>
                </c:spPr>
                <c:marker>
                  <c:symbol val="none"/>
                </c:marker>
                <c:cat>
                  <c:multiLvlStrRef>
                    <c:extLst>
                      <c:ext uri="{02D57815-91ED-43cb-92C2-25804820EDAC}">
                        <c15:formulaRef>
                          <c15:sqref>Sheet1!$A$2:$B$14</c15:sqref>
                        </c15:formulaRef>
                      </c:ext>
                    </c:extLst>
                    <c:multiLvlStrCache>
                      <c:ptCount val="13"/>
                      <c:lvl>
                        <c:pt idx="0">
                          <c:v>Q1</c:v>
                        </c:pt>
                        <c:pt idx="1">
                          <c:v>Q2</c:v>
                        </c:pt>
                        <c:pt idx="2">
                          <c:v>Q3</c:v>
                        </c:pt>
                        <c:pt idx="3">
                          <c:v>Q4</c:v>
                        </c:pt>
                        <c:pt idx="4">
                          <c:v>Q1</c:v>
                        </c:pt>
                        <c:pt idx="5">
                          <c:v>Q2</c:v>
                        </c:pt>
                        <c:pt idx="6">
                          <c:v>Q3</c:v>
                        </c:pt>
                        <c:pt idx="7">
                          <c:v>Q4</c:v>
                        </c:pt>
                        <c:pt idx="8">
                          <c:v>Q1</c:v>
                        </c:pt>
                        <c:pt idx="9">
                          <c:v>Q2</c:v>
                        </c:pt>
                        <c:pt idx="10">
                          <c:v>Q3</c:v>
                        </c:pt>
                        <c:pt idx="11">
                          <c:v>Q4</c:v>
                        </c:pt>
                        <c:pt idx="12">
                          <c:v>Q1</c:v>
                        </c:pt>
                      </c:lvl>
                      <c:lvl>
                        <c:pt idx="0">
                          <c:v>2012</c:v>
                        </c:pt>
                        <c:pt idx="1">
                          <c:v>2012</c:v>
                        </c:pt>
                        <c:pt idx="2">
                          <c:v>2012</c:v>
                        </c:pt>
                        <c:pt idx="3">
                          <c:v>2012</c:v>
                        </c:pt>
                        <c:pt idx="4">
                          <c:v>2013</c:v>
                        </c:pt>
                        <c:pt idx="5">
                          <c:v>2013</c:v>
                        </c:pt>
                        <c:pt idx="6">
                          <c:v>2013</c:v>
                        </c:pt>
                        <c:pt idx="7">
                          <c:v>2013</c:v>
                        </c:pt>
                        <c:pt idx="8">
                          <c:v>2014</c:v>
                        </c:pt>
                        <c:pt idx="9">
                          <c:v>2014</c:v>
                        </c:pt>
                        <c:pt idx="10">
                          <c:v>2014</c:v>
                        </c:pt>
                        <c:pt idx="11">
                          <c:v>2014</c:v>
                        </c:pt>
                        <c:pt idx="12">
                          <c:v>2015</c:v>
                        </c:pt>
                      </c:lvl>
                    </c:multiLvlStrCache>
                  </c:multiLvlStrRef>
                </c:cat>
                <c:val>
                  <c:numRef>
                    <c:extLst>
                      <c:ext uri="{02D57815-91ED-43cb-92C2-25804820EDAC}">
                        <c15:formulaRef>
                          <c15:sqref>Sheet1!$B$2:$B$14</c15:sqref>
                        </c15:formulaRef>
                      </c:ext>
                    </c:extLst>
                    <c:numCache>
                      <c:formatCode>General</c:formatCode>
                      <c:ptCount val="13"/>
                      <c:pt idx="0">
                        <c:v>0</c:v>
                      </c:pt>
                      <c:pt idx="1">
                        <c:v>0</c:v>
                      </c:pt>
                      <c:pt idx="2">
                        <c:v>0</c:v>
                      </c:pt>
                      <c:pt idx="3">
                        <c:v>0</c:v>
                      </c:pt>
                      <c:pt idx="4">
                        <c:v>0</c:v>
                      </c:pt>
                      <c:pt idx="5">
                        <c:v>0</c:v>
                      </c:pt>
                      <c:pt idx="6">
                        <c:v>0</c:v>
                      </c:pt>
                      <c:pt idx="7">
                        <c:v>0</c:v>
                      </c:pt>
                      <c:pt idx="8">
                        <c:v>0</c:v>
                      </c:pt>
                      <c:pt idx="9">
                        <c:v>0</c:v>
                      </c:pt>
                      <c:pt idx="10">
                        <c:v>0</c:v>
                      </c:pt>
                      <c:pt idx="11">
                        <c:v>0</c:v>
                      </c:pt>
                      <c:pt idx="12">
                        <c:v>0</c:v>
                      </c:pt>
                    </c:numCache>
                  </c:numRef>
                </c:val>
                <c:smooth val="0"/>
                <c:extLst>
                  <c:ext xmlns:c16="http://schemas.microsoft.com/office/drawing/2014/chart" uri="{C3380CC4-5D6E-409C-BE32-E72D297353CC}">
                    <c16:uniqueId val="{00000000-64DE-4E8A-A91F-3DD961B159E6}"/>
                  </c:ext>
                </c:extLst>
              </c15:ser>
            </c15:filteredLineSeries>
          </c:ext>
        </c:extLst>
      </c:lineChart>
      <c:catAx>
        <c:axId val="773694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73694112"/>
        <c:crosses val="autoZero"/>
        <c:auto val="1"/>
        <c:lblAlgn val="ctr"/>
        <c:lblOffset val="100"/>
        <c:noMultiLvlLbl val="0"/>
      </c:catAx>
      <c:valAx>
        <c:axId val="7736941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736945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Sheet1!$I$7:$I$13</cx:f>
        <cx:lvl ptCount="7">
          <cx:pt idx="0">Monday</cx:pt>
          <cx:pt idx="1">Friday</cx:pt>
          <cx:pt idx="2">Wednesday</cx:pt>
          <cx:pt idx="3">Thursday</cx:pt>
          <cx:pt idx="4">Tuesday</cx:pt>
          <cx:pt idx="5">Sunday</cx:pt>
          <cx:pt idx="6">Saturday</cx:pt>
        </cx:lvl>
      </cx:strDim>
      <cx:numDim type="val">
        <cx:f>Sheet1!$J$7:$J$13</cx:f>
        <cx:lvl ptCount="7" formatCode="General">
          <cx:pt idx="0">5662</cx:pt>
          <cx:pt idx="1">5571</cx:pt>
          <cx:pt idx="2">5499</cx:pt>
          <cx:pt idx="3">5414</cx:pt>
          <cx:pt idx="4">5320</cx:pt>
          <cx:pt idx="5">2538</cx:pt>
          <cx:pt idx="6">2309</cx:pt>
        </cx:lvl>
      </cx:numDim>
    </cx:data>
  </cx:chartData>
  <cx:chart>
    <cx:title pos="t" align="ctr" overlay="0">
      <cx:tx>
        <cx:txData>
          <cx:v>Orders By Day Name</cx:v>
        </cx:txData>
      </cx:tx>
      <cx:txPr>
        <a:bodyPr spcFirstLastPara="1" vertOverflow="ellipsis" horzOverflow="overflow" wrap="square" lIns="0" tIns="0" rIns="0" bIns="0" anchor="ctr" anchorCtr="1"/>
        <a:lstStyle/>
        <a:p>
          <a:pPr algn="ctr" rtl="0">
            <a:defRPr/>
          </a:pPr>
          <a:r>
            <a:rPr lang="en-US" sz="1862" b="0" i="0" u="none" strike="noStrike" baseline="0" dirty="0">
              <a:solidFill>
                <a:prstClr val="black">
                  <a:lumMod val="65000"/>
                  <a:lumOff val="35000"/>
                </a:prstClr>
              </a:solidFill>
              <a:latin typeface="Arial"/>
            </a:rPr>
            <a:t>Orders By Day Name</a:t>
          </a:r>
        </a:p>
      </cx:txPr>
    </cx:title>
    <cx:plotArea>
      <cx:plotAreaRegion>
        <cx:series layoutId="funnel" uniqueId="{793C376F-FAEC-4A69-B6AC-3ECED10D8414}">
          <cx:tx>
            <cx:txData>
              <cx:f>Sheet1!$J$6</cx:f>
              <cx:v>order_counts</cx:v>
            </cx:txData>
          </cx:tx>
          <cx:spPr>
            <a:solidFill>
              <a:srgbClr val="00589A"/>
            </a:solidFill>
          </cx:spPr>
          <cx:dataLabels pos="ctr">
            <cx:visibility seriesName="0" categoryName="0" value="1"/>
          </cx:dataLabels>
          <cx:dataId val="0"/>
        </cx:series>
      </cx:plotAreaRegion>
      <cx:axis id="0">
        <cx:catScaling gapWidth="0.0599999987"/>
        <cx:tickLabels/>
      </cx:axis>
    </cx:plotArea>
    <cx:legend pos="b" align="ctr" overlay="0"/>
  </cx:chart>
  <cx:spPr>
    <a:ln>
      <a:solidFill>
        <a:schemeClr val="bg2"/>
      </a:solidFill>
    </a:ln>
  </cx:spPr>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Sheet1!$A$6:$A$10</cx:f>
        <cx:lvl ptCount="5">
          <cx:pt idx="0">home</cx:pt>
          <cx:pt idx="1">products</cx:pt>
          <cx:pt idx="2">cart</cx:pt>
          <cx:pt idx="3">billing</cx:pt>
          <cx:pt idx="4">shipping</cx:pt>
        </cx:lvl>
      </cx:strDim>
      <cx:numDim type="val">
        <cx:f>Sheet1!$B$6:$B$10</cx:f>
        <cx:lvl ptCount="5" formatCode="General">
          <cx:pt idx="0">100</cx:pt>
          <cx:pt idx="1">58.316857591439998</cx:pt>
          <cx:pt idx="2">21.197180192000001</cx:pt>
          <cx:pt idx="3">11.621358000000001</cx:pt>
          <cx:pt idx="4">11.621358000000001</cx:pt>
        </cx:lvl>
      </cx:numDim>
    </cx:data>
  </cx:chartData>
  <cx:chart>
    <cx:title pos="t" align="ctr" overlay="0">
      <cx:tx>
        <cx:rich>
          <a:bodyPr spcFirstLastPara="1" vertOverflow="ellipsis" horzOverflow="overflow" wrap="square" lIns="0" tIns="0" rIns="0" bIns="0" anchor="ctr" anchorCtr="1"/>
          <a:lstStyle/>
          <a:p>
            <a:pPr algn="ctr" rtl="0">
              <a:defRPr/>
            </a:pPr>
            <a:r>
              <a:rPr lang="en-US" dirty="0"/>
              <a:t>User Drop-off Across Funnel Stages</a:t>
            </a:r>
            <a:endParaRPr lang="en-US" sz="1862" b="0" i="0" u="none" strike="noStrike" baseline="0" dirty="0">
              <a:solidFill>
                <a:prstClr val="black">
                  <a:lumMod val="65000"/>
                  <a:lumOff val="35000"/>
                </a:prstClr>
              </a:solidFill>
              <a:latin typeface="Arial"/>
            </a:endParaRPr>
          </a:p>
        </cx:rich>
      </cx:tx>
    </cx:title>
    <cx:plotArea>
      <cx:plotAreaRegion>
        <cx:series layoutId="funnel" uniqueId="{7424A6D5-5640-4E0B-B8B1-06EE104AA1DE}">
          <cx:spPr>
            <a:solidFill>
              <a:srgbClr val="00589A"/>
            </a:solidFill>
          </cx:spPr>
          <cx:dataLabels>
            <cx:visibility seriesName="0" categoryName="0" value="1"/>
          </cx:dataLabels>
          <cx:dataId val="0"/>
        </cx:series>
      </cx:plotAreaRegion>
      <cx:axis id="0">
        <cx:catScaling gapWidth="0.0599999987"/>
        <cx:tickLabels/>
      </cx:axis>
    </cx:plotArea>
  </cx:chart>
  <cx:spPr>
    <a:ln>
      <a:solidFill>
        <a:schemeClr val="bg2"/>
      </a:solidFill>
    </a:ln>
  </cx:spPr>
</cx:chartSpace>
</file>

<file path=ppt/charts/chartEx3.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Sheet1!$A$2:$A$5</cx:f>
        <cx:lvl ptCount="4">
          <cx:pt idx="0">The Original Mr. Fuzzy</cx:pt>
          <cx:pt idx="1">The Forever Love Bear</cx:pt>
          <cx:pt idx="2">The Birthday Sugar Panda</cx:pt>
          <cx:pt idx="3">The Hudson River Mini bear</cx:pt>
        </cx:lvl>
      </cx:strDim>
      <cx:numDim type="val">
        <cx:f>Sheet1!$B$2:$B$5</cx:f>
        <cx:lvl ptCount="4" formatCode="dd-mm-yyyy">
          <cx:pt idx="0">40987</cx:pt>
          <cx:pt idx="1">41280</cx:pt>
          <cx:pt idx="2">41620</cx:pt>
          <cx:pt idx="3">41675</cx:pt>
        </cx:lvl>
      </cx:numDim>
    </cx:data>
  </cx:chartData>
  <cx:chart>
    <cx:title pos="t" align="ctr" overlay="0">
      <cx:tx>
        <cx:rich>
          <a:bodyPr rot="0" spcFirstLastPara="1" vertOverflow="ellipsis" vert="horz" wrap="square" lIns="38100" tIns="19050" rIns="38100" bIns="19050" anchor="ctr" anchorCtr="1" compatLnSpc="0"/>
          <a:lstStyle/>
          <a:p>
            <a:pPr algn="ctr" rtl="0">
              <a:defRPr sz="1862" b="0" i="0" u="none" strike="noStrike" kern="1200" spc="0" baseline="0">
                <a:solidFill>
                  <a:prstClr val="black">
                    <a:lumMod val="65000"/>
                    <a:lumOff val="35000"/>
                  </a:prstClr>
                </a:solidFill>
                <a:latin typeface="+mn-lt"/>
                <a:ea typeface="+mn-ea"/>
                <a:cs typeface="+mn-cs"/>
              </a:defRPr>
            </a:pPr>
            <a:r>
              <a:rPr lang="en-IN" sz="1862" b="0" i="0" u="none" strike="noStrike" kern="1200" spc="0" baseline="0" dirty="0">
                <a:solidFill>
                  <a:prstClr val="black">
                    <a:lumMod val="65000"/>
                    <a:lumOff val="35000"/>
                  </a:prstClr>
                </a:solidFill>
                <a:latin typeface="Arial"/>
                <a:ea typeface="Calibri" panose="020F0502020204030204" pitchFamily="34" charset="0"/>
                <a:cs typeface="Calibri" panose="020F0502020204030204" pitchFamily="34" charset="0"/>
              </a:rPr>
              <a:t>Cumulative Launch Impact</a:t>
            </a:r>
            <a:endParaRPr lang="en-US" dirty="0"/>
          </a:p>
        </cx:rich>
      </cx:tx>
    </cx:title>
    <cx:plotArea>
      <cx:plotAreaRegion>
        <cx:series layoutId="waterfall" uniqueId="{4E8F2224-9814-4121-ABF9-AA8C0624F478}">
          <cx:tx>
            <cx:txData>
              <cx:f>Sheet1!$B$1</cx:f>
              <cx:v>launch_datee</cx:v>
            </cx:txData>
          </cx:tx>
          <cx:spPr>
            <a:solidFill>
              <a:srgbClr val="00589A"/>
            </a:solidFill>
          </cx:spPr>
          <cx:dataLabels>
            <cx:visibility seriesName="0" categoryName="0" value="1"/>
          </cx:dataLabels>
          <cx:dataId val="0"/>
          <cx:layoutPr>
            <cx:subtotals/>
          </cx:layoutPr>
        </cx:series>
      </cx:plotAreaRegion>
      <cx:axis id="0">
        <cx:catScaling/>
        <cx:majorGridlines/>
        <cx:tickLabels/>
      </cx:axis>
      <cx:axis id="1">
        <cx:valScaling/>
        <cx:majorGridlines/>
        <cx:tickLabels/>
      </cx:axis>
    </cx:plotArea>
  </cx:chart>
  <cx:spPr>
    <a:ln>
      <a:solidFill>
        <a:schemeClr val="tx1"/>
      </a:solidFill>
    </a:ln>
  </cx:spPr>
</cx:chartSpace>
</file>

<file path=ppt/charts/chartEx4.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Sheet1!$I$4:$I$40028</cx:f>
        <cx:lvl ptCount="40025">
          <cx:pt idx="0">First_Product_Purchased</cx:pt>
          <cx:pt idx="1">First_Product_Purchased</cx:pt>
          <cx:pt idx="2">First_Product_Purchased</cx:pt>
          <cx:pt idx="3">First_Product_Purchased</cx:pt>
          <cx:pt idx="4">First_Product_Purchased</cx:pt>
          <cx:pt idx="5">First_Product_Purchased</cx:pt>
          <cx:pt idx="6">First_Product_Purchased</cx:pt>
          <cx:pt idx="7">First_Product_Purchased</cx:pt>
          <cx:pt idx="8">First_Product_Purchased</cx:pt>
          <cx:pt idx="9">First_Product_Purchased</cx:pt>
          <cx:pt idx="10">First_Product_Purchased</cx:pt>
          <cx:pt idx="11">First_Product_Purchased</cx:pt>
          <cx:pt idx="12">First_Product_Purchased</cx:pt>
          <cx:pt idx="13">First_Product_Purchased</cx:pt>
          <cx:pt idx="14">First_Product_Purchased</cx:pt>
          <cx:pt idx="15">First_Product_Purchased</cx:pt>
          <cx:pt idx="16">First_Product_Purchased</cx:pt>
          <cx:pt idx="17">First_Product_Purchased</cx:pt>
          <cx:pt idx="18">First_Product_Purchased</cx:pt>
          <cx:pt idx="19">First_Product_Purchased</cx:pt>
          <cx:pt idx="20">First_Product_Purchased</cx:pt>
          <cx:pt idx="21">First_Product_Purchased</cx:pt>
          <cx:pt idx="22">First_Product_Purchased</cx:pt>
          <cx:pt idx="23">First_Product_Purchased</cx:pt>
          <cx:pt idx="24">First_Product_Purchased</cx:pt>
          <cx:pt idx="25">First_Product_Purchased</cx:pt>
          <cx:pt idx="26">First_Product_Purchased</cx:pt>
          <cx:pt idx="27">First_Product_Purchased</cx:pt>
          <cx:pt idx="28">First_Product_Purchased</cx:pt>
          <cx:pt idx="29">First_Product_Purchased</cx:pt>
          <cx:pt idx="30">First_Product_Purchased</cx:pt>
          <cx:pt idx="31">First_Product_Purchased</cx:pt>
          <cx:pt idx="32">First_Product_Purchased</cx:pt>
          <cx:pt idx="33">First_Product_Purchased</cx:pt>
          <cx:pt idx="34">First_Product_Purchased</cx:pt>
          <cx:pt idx="35">First_Product_Purchased</cx:pt>
          <cx:pt idx="36">First_Product_Purchased</cx:pt>
          <cx:pt idx="37">First_Product_Purchased</cx:pt>
          <cx:pt idx="38">First_Product_Purchased</cx:pt>
          <cx:pt idx="39">First_Product_Purchased</cx:pt>
          <cx:pt idx="40">First_Product_Purchased</cx:pt>
          <cx:pt idx="41">First_Product_Purchased</cx:pt>
          <cx:pt idx="42">First_Product_Purchased</cx:pt>
          <cx:pt idx="43">First_Product_Purchased</cx:pt>
          <cx:pt idx="44">First_Product_Purchased</cx:pt>
          <cx:pt idx="45">First_Product_Purchased</cx:pt>
          <cx:pt idx="46">First_Product_Purchased</cx:pt>
          <cx:pt idx="47">First_Product_Purchased</cx:pt>
          <cx:pt idx="48">First_Product_Purchased</cx:pt>
          <cx:pt idx="49">First_Product_Purchased</cx:pt>
          <cx:pt idx="50">First_Product_Purchased</cx:pt>
          <cx:pt idx="51">First_Product_Purchased</cx:pt>
          <cx:pt idx="52">First_Product_Purchased</cx:pt>
          <cx:pt idx="53">First_Product_Purchased</cx:pt>
          <cx:pt idx="54">First_Product_Purchased</cx:pt>
          <cx:pt idx="55">First_Product_Purchased</cx:pt>
          <cx:pt idx="56">First_Product_Purchased</cx:pt>
          <cx:pt idx="57">First_Product_Purchased</cx:pt>
          <cx:pt idx="58">First_Product_Purchased</cx:pt>
          <cx:pt idx="59">First_Product_Purchased</cx:pt>
          <cx:pt idx="60">First_Product_Purchased</cx:pt>
          <cx:pt idx="61">First_Product_Purchased</cx:pt>
          <cx:pt idx="62">First_Product_Purchased</cx:pt>
          <cx:pt idx="63">First_Product_Purchased</cx:pt>
          <cx:pt idx="64">First_Product_Purchased</cx:pt>
          <cx:pt idx="65">First_Product_Purchased</cx:pt>
          <cx:pt idx="66">First_Product_Purchased</cx:pt>
          <cx:pt idx="67">First_Product_Purchased</cx:pt>
          <cx:pt idx="68">First_Product_Purchased</cx:pt>
          <cx:pt idx="69">First_Product_Purchased</cx:pt>
          <cx:pt idx="70">First_Product_Purchased</cx:pt>
          <cx:pt idx="71">First_Product_Purchased</cx:pt>
          <cx:pt idx="72">First_Product_Purchased</cx:pt>
          <cx:pt idx="73">First_Product_Purchased</cx:pt>
          <cx:pt idx="74">First_Product_Purchased</cx:pt>
          <cx:pt idx="75">First_Product_Purchased</cx:pt>
          <cx:pt idx="76">First_Product_Purchased</cx:pt>
          <cx:pt idx="77">First_Product_Purchased</cx:pt>
          <cx:pt idx="78">First_Product_Purchased</cx:pt>
          <cx:pt idx="79">First_Product_Purchased</cx:pt>
          <cx:pt idx="80">First_Product_Purchased</cx:pt>
          <cx:pt idx="81">First_Product_Purchased</cx:pt>
          <cx:pt idx="82">First_Product_Purchased</cx:pt>
          <cx:pt idx="83">First_Product_Purchased</cx:pt>
          <cx:pt idx="84">First_Product_Purchased</cx:pt>
          <cx:pt idx="85">First_Product_Purchased</cx:pt>
          <cx:pt idx="86">First_Product_Purchased</cx:pt>
          <cx:pt idx="87">First_Product_Purchased</cx:pt>
          <cx:pt idx="88">First_Product_Purchased</cx:pt>
          <cx:pt idx="89">First_Product_Purchased</cx:pt>
          <cx:pt idx="90">First_Product_Purchased</cx:pt>
          <cx:pt idx="91">First_Product_Purchased</cx:pt>
          <cx:pt idx="92">First_Product_Purchased</cx:pt>
          <cx:pt idx="93">First_Product_Purchased</cx:pt>
          <cx:pt idx="94">First_Product_Purchased</cx:pt>
          <cx:pt idx="95">First_Product_Purchased</cx:pt>
          <cx:pt idx="96">First_Product_Purchased</cx:pt>
          <cx:pt idx="97">First_Product_Purchased</cx:pt>
          <cx:pt idx="98">First_Product_Purchased</cx:pt>
          <cx:pt idx="99">First_Product_Purchased</cx:pt>
          <cx:pt idx="100">First_Product_Purchased</cx:pt>
          <cx:pt idx="101">First_Product_Purchased</cx:pt>
          <cx:pt idx="102">First_Product_Purchased</cx:pt>
          <cx:pt idx="103">First_Product_Purchased</cx:pt>
          <cx:pt idx="104">First_Product_Purchased</cx:pt>
          <cx:pt idx="105">First_Product_Purchased</cx:pt>
          <cx:pt idx="106">First_Product_Purchased</cx:pt>
          <cx:pt idx="107">First_Product_Purchased</cx:pt>
          <cx:pt idx="108">First_Product_Purchased</cx:pt>
          <cx:pt idx="109">First_Product_Purchased</cx:pt>
          <cx:pt idx="110">First_Product_Purchased</cx:pt>
          <cx:pt idx="111">First_Product_Purchased</cx:pt>
          <cx:pt idx="112">First_Product_Purchased</cx:pt>
          <cx:pt idx="113">First_Product_Purchased</cx:pt>
          <cx:pt idx="114">First_Product_Purchased</cx:pt>
          <cx:pt idx="115">First_Product_Purchased</cx:pt>
          <cx:pt idx="116">First_Product_Purchased</cx:pt>
          <cx:pt idx="117">First_Product_Purchased</cx:pt>
          <cx:pt idx="118">First_Product_Purchased</cx:pt>
          <cx:pt idx="119">First_Product_Purchased</cx:pt>
          <cx:pt idx="120">First_Product_Purchased</cx:pt>
          <cx:pt idx="121">First_Product_Purchased</cx:pt>
          <cx:pt idx="122">First_Product_Purchased</cx:pt>
          <cx:pt idx="123">First_Product_Purchased</cx:pt>
          <cx:pt idx="124">First_Product_Purchased</cx:pt>
          <cx:pt idx="125">First_Product_Purchased</cx:pt>
          <cx:pt idx="126">First_Product_Purchased</cx:pt>
          <cx:pt idx="127">First_Product_Purchased</cx:pt>
          <cx:pt idx="128">First_Product_Purchased</cx:pt>
          <cx:pt idx="129">First_Product_Purchased</cx:pt>
          <cx:pt idx="130">First_Product_Purchased</cx:pt>
          <cx:pt idx="131">First_Product_Purchased</cx:pt>
          <cx:pt idx="132">First_Product_Purchased</cx:pt>
          <cx:pt idx="133">First_Product_Purchased</cx:pt>
          <cx:pt idx="134">First_Product_Purchased</cx:pt>
          <cx:pt idx="135">First_Product_Purchased</cx:pt>
          <cx:pt idx="136">First_Product_Purchased</cx:pt>
          <cx:pt idx="137">First_Product_Purchased</cx:pt>
          <cx:pt idx="138">First_Product_Purchased</cx:pt>
          <cx:pt idx="139">First_Product_Purchased</cx:pt>
          <cx:pt idx="140">First_Product_Purchased</cx:pt>
          <cx:pt idx="141">First_Product_Purchased</cx:pt>
          <cx:pt idx="142">First_Product_Purchased</cx:pt>
          <cx:pt idx="143">First_Product_Purchased</cx:pt>
          <cx:pt idx="144">First_Product_Purchased</cx:pt>
          <cx:pt idx="145">First_Product_Purchased</cx:pt>
          <cx:pt idx="146">First_Product_Purchased</cx:pt>
          <cx:pt idx="147">First_Product_Purchased</cx:pt>
          <cx:pt idx="148">First_Product_Purchased</cx:pt>
          <cx:pt idx="149">First_Product_Purchased</cx:pt>
          <cx:pt idx="150">First_Product_Purchased</cx:pt>
          <cx:pt idx="151">First_Product_Purchased</cx:pt>
          <cx:pt idx="152">First_Product_Purchased</cx:pt>
          <cx:pt idx="153">First_Product_Purchased</cx:pt>
          <cx:pt idx="154">First_Product_Purchased</cx:pt>
          <cx:pt idx="155">First_Product_Purchased</cx:pt>
          <cx:pt idx="156">First_Product_Purchased</cx:pt>
          <cx:pt idx="157">First_Product_Purchased</cx:pt>
          <cx:pt idx="158">First_Product_Purchased</cx:pt>
          <cx:pt idx="159">First_Product_Purchased</cx:pt>
          <cx:pt idx="160">First_Product_Purchased</cx:pt>
          <cx:pt idx="161">First_Product_Purchased</cx:pt>
          <cx:pt idx="162">First_Product_Purchased</cx:pt>
          <cx:pt idx="163">First_Product_Purchased</cx:pt>
          <cx:pt idx="164">First_Product_Purchased</cx:pt>
          <cx:pt idx="165">First_Product_Purchased</cx:pt>
          <cx:pt idx="166">First_Product_Purchased</cx:pt>
          <cx:pt idx="167">First_Product_Purchased</cx:pt>
          <cx:pt idx="168">First_Product_Purchased</cx:pt>
          <cx:pt idx="169">First_Product_Purchased</cx:pt>
          <cx:pt idx="170">First_Product_Purchased</cx:pt>
          <cx:pt idx="171">First_Product_Purchased</cx:pt>
          <cx:pt idx="172">First_Product_Purchased</cx:pt>
          <cx:pt idx="173">First_Product_Purchased</cx:pt>
          <cx:pt idx="174">First_Product_Purchased</cx:pt>
          <cx:pt idx="175">First_Product_Purchased</cx:pt>
          <cx:pt idx="176">First_Product_Purchased</cx:pt>
          <cx:pt idx="177">First_Product_Purchased</cx:pt>
          <cx:pt idx="178">First_Product_Purchased</cx:pt>
          <cx:pt idx="179">First_Product_Purchased</cx:pt>
          <cx:pt idx="180">First_Product_Purchased</cx:pt>
          <cx:pt idx="181">First_Product_Purchased</cx:pt>
          <cx:pt idx="182">First_Product_Purchased</cx:pt>
          <cx:pt idx="183">First_Product_Purchased</cx:pt>
          <cx:pt idx="184">First_Product_Purchased</cx:pt>
          <cx:pt idx="185">First_Product_Purchased</cx:pt>
          <cx:pt idx="186">First_Product_Purchased</cx:pt>
          <cx:pt idx="187">First_Product_Purchased</cx:pt>
          <cx:pt idx="188">First_Product_Purchased</cx:pt>
          <cx:pt idx="189">First_Product_Purchased</cx:pt>
          <cx:pt idx="190">First_Product_Purchased</cx:pt>
          <cx:pt idx="191">First_Product_Purchased</cx:pt>
          <cx:pt idx="192">First_Product_Purchased</cx:pt>
          <cx:pt idx="193">First_Product_Purchased</cx:pt>
          <cx:pt idx="194">First_Product_Purchased</cx:pt>
          <cx:pt idx="195">First_Product_Purchased</cx:pt>
          <cx:pt idx="196">First_Product_Purchased</cx:pt>
          <cx:pt idx="197">First_Product_Purchased</cx:pt>
          <cx:pt idx="198">First_Product_Purchased</cx:pt>
          <cx:pt idx="199">First_Product_Purchased</cx:pt>
          <cx:pt idx="200">First_Product_Purchased</cx:pt>
          <cx:pt idx="201">First_Product_Purchased</cx:pt>
          <cx:pt idx="202">First_Product_Purchased</cx:pt>
          <cx:pt idx="203">First_Product_Purchased</cx:pt>
          <cx:pt idx="204">First_Product_Purchased</cx:pt>
          <cx:pt idx="205">First_Product_Purchased</cx:pt>
          <cx:pt idx="206">First_Product_Purchased</cx:pt>
          <cx:pt idx="207">First_Product_Purchased</cx:pt>
          <cx:pt idx="208">First_Product_Purchased</cx:pt>
          <cx:pt idx="209">First_Product_Purchased</cx:pt>
          <cx:pt idx="210">First_Product_Purchased</cx:pt>
          <cx:pt idx="211">First_Product_Purchased</cx:pt>
          <cx:pt idx="212">First_Product_Purchased</cx:pt>
          <cx:pt idx="213">First_Product_Purchased</cx:pt>
          <cx:pt idx="214">First_Product_Purchased</cx:pt>
          <cx:pt idx="215">First_Product_Purchased</cx:pt>
          <cx:pt idx="216">First_Product_Purchased</cx:pt>
          <cx:pt idx="217">First_Product_Purchased</cx:pt>
          <cx:pt idx="218">First_Product_Purchased</cx:pt>
          <cx:pt idx="219">First_Product_Purchased</cx:pt>
          <cx:pt idx="220">First_Product_Purchased</cx:pt>
          <cx:pt idx="221">First_Product_Purchased</cx:pt>
          <cx:pt idx="222">First_Product_Purchased</cx:pt>
          <cx:pt idx="223">First_Product_Purchased</cx:pt>
          <cx:pt idx="224">First_Product_Purchased</cx:pt>
          <cx:pt idx="225">First_Product_Purchased</cx:pt>
          <cx:pt idx="226">First_Product_Purchased</cx:pt>
          <cx:pt idx="227">First_Product_Purchased</cx:pt>
          <cx:pt idx="228">First_Product_Purchased</cx:pt>
          <cx:pt idx="229">First_Product_Purchased</cx:pt>
          <cx:pt idx="230">First_Product_Purchased</cx:pt>
          <cx:pt idx="231">First_Product_Purchased</cx:pt>
          <cx:pt idx="232">First_Product_Purchased</cx:pt>
          <cx:pt idx="233">First_Product_Purchased</cx:pt>
          <cx:pt idx="234">First_Product_Purchased</cx:pt>
          <cx:pt idx="235">First_Product_Purchased</cx:pt>
          <cx:pt idx="236">First_Product_Purchased</cx:pt>
          <cx:pt idx="237">First_Product_Purchased</cx:pt>
          <cx:pt idx="238">First_Product_Purchased</cx:pt>
          <cx:pt idx="239">First_Product_Purchased</cx:pt>
          <cx:pt idx="240">First_Product_Purchased</cx:pt>
          <cx:pt idx="241">First_Product_Purchased</cx:pt>
          <cx:pt idx="242">First_Product_Purchased</cx:pt>
          <cx:pt idx="243">First_Product_Purchased</cx:pt>
          <cx:pt idx="244">First_Product_Purchased</cx:pt>
          <cx:pt idx="245">First_Product_Purchased</cx:pt>
          <cx:pt idx="246">First_Product_Purchased</cx:pt>
          <cx:pt idx="247">First_Product_Purchased</cx:pt>
          <cx:pt idx="248">First_Product_Purchased</cx:pt>
          <cx:pt idx="249">First_Product_Purchased</cx:pt>
          <cx:pt idx="250">First_Product_Purchased</cx:pt>
          <cx:pt idx="251">First_Product_Purchased</cx:pt>
          <cx:pt idx="252">First_Product_Purchased</cx:pt>
          <cx:pt idx="253">First_Product_Purchased</cx:pt>
          <cx:pt idx="254">First_Product_Purchased</cx:pt>
          <cx:pt idx="255">First_Product_Purchased</cx:pt>
          <cx:pt idx="256">First_Product_Purchased</cx:pt>
          <cx:pt idx="257">First_Product_Purchased</cx:pt>
          <cx:pt idx="258">First_Product_Purchased</cx:pt>
          <cx:pt idx="259">First_Product_Purchased</cx:pt>
          <cx:pt idx="260">First_Product_Purchased</cx:pt>
          <cx:pt idx="261">First_Product_Purchased</cx:pt>
          <cx:pt idx="262">First_Product_Purchased</cx:pt>
          <cx:pt idx="263">First_Product_Purchased</cx:pt>
          <cx:pt idx="264">First_Product_Purchased</cx:pt>
          <cx:pt idx="265">First_Product_Purchased</cx:pt>
          <cx:pt idx="266">First_Product_Purchased</cx:pt>
          <cx:pt idx="267">First_Product_Purchased</cx:pt>
          <cx:pt idx="268">First_Product_Purchased</cx:pt>
          <cx:pt idx="269">First_Product_Purchased</cx:pt>
          <cx:pt idx="270">First_Product_Purchased</cx:pt>
          <cx:pt idx="271">First_Product_Purchased</cx:pt>
          <cx:pt idx="272">First_Product_Purchased</cx:pt>
          <cx:pt idx="273">First_Product_Purchased</cx:pt>
          <cx:pt idx="274">First_Product_Purchased</cx:pt>
          <cx:pt idx="275">First_Product_Purchased</cx:pt>
          <cx:pt idx="276">First_Product_Purchased</cx:pt>
          <cx:pt idx="277">First_Product_Purchased</cx:pt>
          <cx:pt idx="278">First_Product_Purchased</cx:pt>
          <cx:pt idx="279">First_Product_Purchased</cx:pt>
          <cx:pt idx="280">First_Product_Purchased</cx:pt>
          <cx:pt idx="281">First_Product_Purchased</cx:pt>
          <cx:pt idx="282">First_Product_Purchased</cx:pt>
          <cx:pt idx="283">First_Product_Purchased</cx:pt>
          <cx:pt idx="284">First_Product_Purchased</cx:pt>
          <cx:pt idx="285">First_Product_Purchased</cx:pt>
          <cx:pt idx="286">First_Product_Purchased</cx:pt>
          <cx:pt idx="287">First_Product_Purchased</cx:pt>
          <cx:pt idx="288">First_Product_Purchased</cx:pt>
          <cx:pt idx="289">First_Product_Purchased</cx:pt>
          <cx:pt idx="290">First_Product_Purchased</cx:pt>
          <cx:pt idx="291">First_Product_Purchased</cx:pt>
          <cx:pt idx="292">First_Product_Purchased</cx:pt>
          <cx:pt idx="293">First_Product_Purchased</cx:pt>
          <cx:pt idx="294">First_Product_Purchased</cx:pt>
          <cx:pt idx="295">First_Product_Purchased</cx:pt>
          <cx:pt idx="296">First_Product_Purchased</cx:pt>
          <cx:pt idx="297">First_Product_Purchased</cx:pt>
          <cx:pt idx="298">First_Product_Purchased</cx:pt>
          <cx:pt idx="299">First_Product_Purchased</cx:pt>
          <cx:pt idx="300">First_Product_Purchased</cx:pt>
          <cx:pt idx="301">First_Product_Purchased</cx:pt>
          <cx:pt idx="302">First_Product_Purchased</cx:pt>
          <cx:pt idx="303">First_Product_Purchased</cx:pt>
          <cx:pt idx="304">First_Product_Purchased</cx:pt>
          <cx:pt idx="305">First_Product_Purchased</cx:pt>
          <cx:pt idx="306">First_Product_Purchased</cx:pt>
          <cx:pt idx="307">First_Product_Purchased</cx:pt>
          <cx:pt idx="308">First_Product_Purchased</cx:pt>
          <cx:pt idx="309">First_Product_Purchased</cx:pt>
          <cx:pt idx="310">First_Product_Purchased</cx:pt>
          <cx:pt idx="311">First_Product_Purchased</cx:pt>
          <cx:pt idx="312">First_Product_Purchased</cx:pt>
          <cx:pt idx="313">First_Product_Purchased</cx:pt>
          <cx:pt idx="314">First_Product_Purchased</cx:pt>
          <cx:pt idx="315">First_Product_Purchased</cx:pt>
          <cx:pt idx="316">First_Product_Purchased</cx:pt>
          <cx:pt idx="317">First_Product_Purchased</cx:pt>
          <cx:pt idx="318">First_Product_Purchased</cx:pt>
          <cx:pt idx="319">First_Product_Purchased</cx:pt>
          <cx:pt idx="320">First_Product_Purchased</cx:pt>
          <cx:pt idx="321">First_Product_Purchased</cx:pt>
          <cx:pt idx="322">First_Product_Purchased</cx:pt>
          <cx:pt idx="323">First_Product_Purchased</cx:pt>
          <cx:pt idx="324">First_Product_Purchased</cx:pt>
          <cx:pt idx="325">First_Product_Purchased</cx:pt>
          <cx:pt idx="326">First_Product_Purchased</cx:pt>
          <cx:pt idx="327">First_Product_Purchased</cx:pt>
          <cx:pt idx="328">First_Product_Purchased</cx:pt>
          <cx:pt idx="329">First_Product_Purchased</cx:pt>
          <cx:pt idx="330">First_Product_Purchased</cx:pt>
          <cx:pt idx="331">First_Product_Purchased</cx:pt>
          <cx:pt idx="332">First_Product_Purchased</cx:pt>
          <cx:pt idx="333">First_Product_Purchased</cx:pt>
          <cx:pt idx="334">First_Product_Purchased</cx:pt>
          <cx:pt idx="335">First_Product_Purchased</cx:pt>
          <cx:pt idx="336">First_Product_Purchased</cx:pt>
          <cx:pt idx="337">First_Product_Purchased</cx:pt>
          <cx:pt idx="338">First_Product_Purchased</cx:pt>
          <cx:pt idx="339">First_Product_Purchased</cx:pt>
          <cx:pt idx="340">First_Product_Purchased</cx:pt>
          <cx:pt idx="341">First_Product_Purchased</cx:pt>
          <cx:pt idx="342">First_Product_Purchased</cx:pt>
          <cx:pt idx="343">First_Product_Purchased</cx:pt>
          <cx:pt idx="344">First_Product_Purchased</cx:pt>
          <cx:pt idx="345">First_Product_Purchased</cx:pt>
          <cx:pt idx="346">First_Product_Purchased</cx:pt>
          <cx:pt idx="347">First_Product_Purchased</cx:pt>
          <cx:pt idx="348">First_Product_Purchased</cx:pt>
          <cx:pt idx="349">First_Product_Purchased</cx:pt>
          <cx:pt idx="350">First_Product_Purchased</cx:pt>
          <cx:pt idx="351">First_Product_Purchased</cx:pt>
          <cx:pt idx="352">First_Product_Purchased</cx:pt>
          <cx:pt idx="353">First_Product_Purchased</cx:pt>
          <cx:pt idx="354">First_Product_Purchased</cx:pt>
          <cx:pt idx="355">First_Product_Purchased</cx:pt>
          <cx:pt idx="356">First_Product_Purchased</cx:pt>
          <cx:pt idx="357">First_Product_Purchased</cx:pt>
          <cx:pt idx="358">First_Product_Purchased</cx:pt>
          <cx:pt idx="359">First_Product_Purchased</cx:pt>
          <cx:pt idx="360">First_Product_Purchased</cx:pt>
          <cx:pt idx="361">First_Product_Purchased</cx:pt>
          <cx:pt idx="362">First_Product_Purchased</cx:pt>
          <cx:pt idx="363">First_Product_Purchased</cx:pt>
          <cx:pt idx="364">First_Product_Purchased</cx:pt>
          <cx:pt idx="365">First_Product_Purchased</cx:pt>
          <cx:pt idx="366">First_Product_Purchased</cx:pt>
          <cx:pt idx="367">First_Product_Purchased</cx:pt>
          <cx:pt idx="368">First_Product_Purchased</cx:pt>
          <cx:pt idx="369">First_Product_Purchased</cx:pt>
          <cx:pt idx="370">First_Product_Purchased</cx:pt>
          <cx:pt idx="371">First_Product_Purchased</cx:pt>
          <cx:pt idx="372">First_Product_Purchased</cx:pt>
          <cx:pt idx="373">First_Product_Purchased</cx:pt>
          <cx:pt idx="374">First_Product_Purchased</cx:pt>
          <cx:pt idx="375">First_Product_Purchased</cx:pt>
          <cx:pt idx="376">First_Product_Purchased</cx:pt>
          <cx:pt idx="377">First_Product_Purchased</cx:pt>
          <cx:pt idx="378">First_Product_Purchased</cx:pt>
          <cx:pt idx="379">First_Product_Purchased</cx:pt>
          <cx:pt idx="380">First_Product_Purchased</cx:pt>
          <cx:pt idx="381">First_Product_Purchased</cx:pt>
          <cx:pt idx="382">First_Product_Purchased</cx:pt>
          <cx:pt idx="383">First_Product_Purchased</cx:pt>
          <cx:pt idx="384">First_Product_Purchased</cx:pt>
          <cx:pt idx="385">First_Product_Purchased</cx:pt>
          <cx:pt idx="386">First_Product_Purchased</cx:pt>
          <cx:pt idx="387">First_Product_Purchased</cx:pt>
          <cx:pt idx="388">First_Product_Purchased</cx:pt>
          <cx:pt idx="389">First_Product_Purchased</cx:pt>
          <cx:pt idx="390">First_Product_Purchased</cx:pt>
          <cx:pt idx="391">First_Product_Purchased</cx:pt>
          <cx:pt idx="392">First_Product_Purchased</cx:pt>
          <cx:pt idx="393">First_Product_Purchased</cx:pt>
          <cx:pt idx="394">First_Product_Purchased</cx:pt>
          <cx:pt idx="395">First_Product_Purchased</cx:pt>
          <cx:pt idx="396">First_Product_Purchased</cx:pt>
          <cx:pt idx="397">First_Product_Purchased</cx:pt>
          <cx:pt idx="398">First_Product_Purchased</cx:pt>
          <cx:pt idx="399">First_Product_Purchased</cx:pt>
          <cx:pt idx="400">First_Product_Purchased</cx:pt>
          <cx:pt idx="401">First_Product_Purchased</cx:pt>
          <cx:pt idx="402">First_Product_Purchased</cx:pt>
          <cx:pt idx="403">First_Product_Purchased</cx:pt>
          <cx:pt idx="404">First_Product_Purchased</cx:pt>
          <cx:pt idx="405">First_Product_Purchased</cx:pt>
          <cx:pt idx="406">First_Product_Purchased</cx:pt>
          <cx:pt idx="407">First_Product_Purchased</cx:pt>
          <cx:pt idx="408">First_Product_Purchased</cx:pt>
          <cx:pt idx="409">First_Product_Purchased</cx:pt>
          <cx:pt idx="410">First_Product_Purchased</cx:pt>
          <cx:pt idx="411">First_Product_Purchased</cx:pt>
          <cx:pt idx="412">First_Product_Purchased</cx:pt>
          <cx:pt idx="413">First_Product_Purchased</cx:pt>
          <cx:pt idx="414">First_Product_Purchased</cx:pt>
          <cx:pt idx="415">First_Product_Purchased</cx:pt>
          <cx:pt idx="416">First_Product_Purchased</cx:pt>
          <cx:pt idx="417">First_Product_Purchased</cx:pt>
          <cx:pt idx="418">First_Product_Purchased</cx:pt>
          <cx:pt idx="419">First_Product_Purchased</cx:pt>
          <cx:pt idx="420">First_Product_Purchased</cx:pt>
          <cx:pt idx="421">First_Product_Purchased</cx:pt>
          <cx:pt idx="422">First_Product_Purchased</cx:pt>
          <cx:pt idx="423">First_Product_Purchased</cx:pt>
          <cx:pt idx="424">First_Product_Purchased</cx:pt>
          <cx:pt idx="425">First_Product_Purchased</cx:pt>
          <cx:pt idx="426">First_Product_Purchased</cx:pt>
          <cx:pt idx="427">First_Product_Purchased</cx:pt>
          <cx:pt idx="428">First_Product_Purchased</cx:pt>
          <cx:pt idx="429">First_Product_Purchased</cx:pt>
          <cx:pt idx="430">First_Product_Purchased</cx:pt>
          <cx:pt idx="431">First_Product_Purchased</cx:pt>
          <cx:pt idx="432">First_Product_Purchased</cx:pt>
          <cx:pt idx="433">First_Product_Purchased</cx:pt>
          <cx:pt idx="434">First_Product_Purchased</cx:pt>
          <cx:pt idx="435">First_Product_Purchased</cx:pt>
          <cx:pt idx="436">First_Product_Purchased</cx:pt>
          <cx:pt idx="437">First_Product_Purchased</cx:pt>
          <cx:pt idx="438">First_Product_Purchased</cx:pt>
          <cx:pt idx="439">First_Product_Purchased</cx:pt>
          <cx:pt idx="440">First_Product_Purchased</cx:pt>
          <cx:pt idx="441">First_Product_Purchased</cx:pt>
          <cx:pt idx="442">First_Product_Purchased</cx:pt>
          <cx:pt idx="443">First_Product_Purchased</cx:pt>
          <cx:pt idx="444">First_Product_Purchased</cx:pt>
          <cx:pt idx="445">First_Product_Purchased</cx:pt>
          <cx:pt idx="446">First_Product_Purchased</cx:pt>
          <cx:pt idx="447">First_Product_Purchased</cx:pt>
          <cx:pt idx="448">First_Product_Purchased</cx:pt>
          <cx:pt idx="449">First_Product_Purchased</cx:pt>
          <cx:pt idx="450">First_Product_Purchased</cx:pt>
          <cx:pt idx="451">First_Product_Purchased</cx:pt>
          <cx:pt idx="452">First_Product_Purchased</cx:pt>
          <cx:pt idx="453">First_Product_Purchased</cx:pt>
          <cx:pt idx="454">First_Product_Purchased</cx:pt>
          <cx:pt idx="455">First_Product_Purchased</cx:pt>
          <cx:pt idx="456">First_Product_Purchased</cx:pt>
          <cx:pt idx="457">First_Product_Purchased</cx:pt>
          <cx:pt idx="458">First_Product_Purchased</cx:pt>
          <cx:pt idx="459">First_Product_Purchased</cx:pt>
          <cx:pt idx="460">First_Product_Purchased</cx:pt>
          <cx:pt idx="461">First_Product_Purchased</cx:pt>
          <cx:pt idx="462">First_Product_Purchased</cx:pt>
          <cx:pt idx="463">First_Product_Purchased</cx:pt>
          <cx:pt idx="464">First_Product_Purchased</cx:pt>
          <cx:pt idx="465">First_Product_Purchased</cx:pt>
          <cx:pt idx="466">First_Product_Purchased</cx:pt>
          <cx:pt idx="467">First_Product_Purchased</cx:pt>
          <cx:pt idx="468">First_Product_Purchased</cx:pt>
          <cx:pt idx="469">First_Product_Purchased</cx:pt>
          <cx:pt idx="470">First_Product_Purchased</cx:pt>
          <cx:pt idx="471">First_Product_Purchased</cx:pt>
          <cx:pt idx="472">First_Product_Purchased</cx:pt>
          <cx:pt idx="473">First_Product_Purchased</cx:pt>
          <cx:pt idx="474">First_Product_Purchased</cx:pt>
          <cx:pt idx="475">First_Product_Purchased</cx:pt>
          <cx:pt idx="476">First_Product_Purchased</cx:pt>
          <cx:pt idx="477">First_Product_Purchased</cx:pt>
          <cx:pt idx="478">First_Product_Purchased</cx:pt>
          <cx:pt idx="479">First_Product_Purchased</cx:pt>
          <cx:pt idx="480">First_Product_Purchased</cx:pt>
          <cx:pt idx="481">First_Product_Purchased</cx:pt>
          <cx:pt idx="482">First_Product_Purchased</cx:pt>
          <cx:pt idx="483">First_Product_Purchased</cx:pt>
          <cx:pt idx="484">First_Product_Purchased</cx:pt>
          <cx:pt idx="485">First_Product_Purchased</cx:pt>
          <cx:pt idx="486">First_Product_Purchased</cx:pt>
          <cx:pt idx="487">First_Product_Purchased</cx:pt>
          <cx:pt idx="488">First_Product_Purchased</cx:pt>
          <cx:pt idx="489">First_Product_Purchased</cx:pt>
          <cx:pt idx="490">First_Product_Purchased</cx:pt>
          <cx:pt idx="491">First_Product_Purchased</cx:pt>
          <cx:pt idx="492">First_Product_Purchased</cx:pt>
          <cx:pt idx="493">First_Product_Purchased</cx:pt>
          <cx:pt idx="494">First_Product_Purchased</cx:pt>
          <cx:pt idx="495">First_Product_Purchased</cx:pt>
          <cx:pt idx="496">First_Product_Purchased</cx:pt>
          <cx:pt idx="497">First_Product_Purchased</cx:pt>
          <cx:pt idx="498">First_Product_Purchased</cx:pt>
          <cx:pt idx="499">First_Product_Purchased</cx:pt>
          <cx:pt idx="500">First_Product_Purchased</cx:pt>
          <cx:pt idx="501">First_Product_Purchased</cx:pt>
          <cx:pt idx="502">First_Product_Purchased</cx:pt>
          <cx:pt idx="503">First_Product_Purchased</cx:pt>
          <cx:pt idx="504">First_Product_Purchased</cx:pt>
          <cx:pt idx="505">First_Product_Purchased</cx:pt>
          <cx:pt idx="506">First_Product_Purchased</cx:pt>
          <cx:pt idx="507">First_Product_Purchased</cx:pt>
          <cx:pt idx="508">First_Product_Purchased</cx:pt>
          <cx:pt idx="509">First_Product_Purchased</cx:pt>
          <cx:pt idx="510">First_Product_Purchased</cx:pt>
          <cx:pt idx="511">First_Product_Purchased</cx:pt>
          <cx:pt idx="512">First_Product_Purchased</cx:pt>
          <cx:pt idx="513">First_Product_Purchased</cx:pt>
          <cx:pt idx="514">First_Product_Purchased</cx:pt>
          <cx:pt idx="515">First_Product_Purchased</cx:pt>
          <cx:pt idx="516">First_Product_Purchased</cx:pt>
          <cx:pt idx="517">First_Product_Purchased</cx:pt>
          <cx:pt idx="518">First_Product_Purchased</cx:pt>
          <cx:pt idx="519">First_Product_Purchased</cx:pt>
          <cx:pt idx="520">First_Product_Purchased</cx:pt>
          <cx:pt idx="521">First_Product_Purchased</cx:pt>
          <cx:pt idx="522">First_Product_Purchased</cx:pt>
          <cx:pt idx="523">First_Product_Purchased</cx:pt>
          <cx:pt idx="524">First_Product_Purchased</cx:pt>
          <cx:pt idx="525">First_Product_Purchased</cx:pt>
          <cx:pt idx="526">First_Product_Purchased</cx:pt>
          <cx:pt idx="527">First_Product_Purchased</cx:pt>
          <cx:pt idx="528">First_Product_Purchased</cx:pt>
          <cx:pt idx="529">First_Product_Purchased</cx:pt>
          <cx:pt idx="530">First_Product_Purchased</cx:pt>
          <cx:pt idx="531">First_Product_Purchased</cx:pt>
          <cx:pt idx="532">First_Product_Purchased</cx:pt>
          <cx:pt idx="533">First_Product_Purchased</cx:pt>
          <cx:pt idx="534">First_Product_Purchased</cx:pt>
          <cx:pt idx="535">First_Product_Purchased</cx:pt>
          <cx:pt idx="536">First_Product_Purchased</cx:pt>
          <cx:pt idx="537">First_Product_Purchased</cx:pt>
          <cx:pt idx="538">First_Product_Purchased</cx:pt>
          <cx:pt idx="539">First_Product_Purchased</cx:pt>
          <cx:pt idx="540">First_Product_Purchased</cx:pt>
          <cx:pt idx="541">First_Product_Purchased</cx:pt>
          <cx:pt idx="542">First_Product_Purchased</cx:pt>
          <cx:pt idx="543">First_Product_Purchased</cx:pt>
          <cx:pt idx="544">First_Product_Purchased</cx:pt>
          <cx:pt idx="545">First_Product_Purchased</cx:pt>
          <cx:pt idx="546">First_Product_Purchased</cx:pt>
          <cx:pt idx="547">First_Product_Purchased</cx:pt>
          <cx:pt idx="548">First_Product_Purchased</cx:pt>
          <cx:pt idx="549">First_Product_Purchased</cx:pt>
          <cx:pt idx="550">First_Product_Purchased</cx:pt>
          <cx:pt idx="551">First_Product_Purchased</cx:pt>
          <cx:pt idx="552">First_Product_Purchased</cx:pt>
          <cx:pt idx="553">First_Product_Purchased</cx:pt>
          <cx:pt idx="554">First_Product_Purchased</cx:pt>
          <cx:pt idx="555">First_Product_Purchased</cx:pt>
          <cx:pt idx="556">First_Product_Purchased</cx:pt>
          <cx:pt idx="557">First_Product_Purchased</cx:pt>
          <cx:pt idx="558">First_Product_Purchased</cx:pt>
          <cx:pt idx="559">First_Product_Purchased</cx:pt>
          <cx:pt idx="560">First_Product_Purchased</cx:pt>
          <cx:pt idx="561">First_Product_Purchased</cx:pt>
          <cx:pt idx="562">First_Product_Purchased</cx:pt>
          <cx:pt idx="563">First_Product_Purchased</cx:pt>
          <cx:pt idx="564">First_Product_Purchased</cx:pt>
          <cx:pt idx="565">First_Product_Purchased</cx:pt>
          <cx:pt idx="566">First_Product_Purchased</cx:pt>
          <cx:pt idx="567">First_Product_Purchased</cx:pt>
          <cx:pt idx="568">First_Product_Purchased</cx:pt>
          <cx:pt idx="569">First_Product_Purchased</cx:pt>
          <cx:pt idx="570">First_Product_Purchased</cx:pt>
          <cx:pt idx="571">First_Product_Purchased</cx:pt>
          <cx:pt idx="572">First_Product_Purchased</cx:pt>
          <cx:pt idx="573">First_Product_Purchased</cx:pt>
          <cx:pt idx="574">First_Product_Purchased</cx:pt>
          <cx:pt idx="575">First_Product_Purchased</cx:pt>
          <cx:pt idx="576">First_Product_Purchased</cx:pt>
          <cx:pt idx="577">First_Product_Purchased</cx:pt>
          <cx:pt idx="578">First_Product_Purchased</cx:pt>
          <cx:pt idx="579">First_Product_Purchased</cx:pt>
          <cx:pt idx="580">First_Product_Purchased</cx:pt>
          <cx:pt idx="581">First_Product_Purchased</cx:pt>
          <cx:pt idx="582">First_Product_Purchased</cx:pt>
          <cx:pt idx="583">First_Product_Purchased</cx:pt>
          <cx:pt idx="584">First_Product_Purchased</cx:pt>
          <cx:pt idx="585">First_Product_Purchased</cx:pt>
          <cx:pt idx="586">First_Product_Purchased</cx:pt>
          <cx:pt idx="587">First_Product_Purchased</cx:pt>
          <cx:pt idx="588">First_Product_Purchased</cx:pt>
          <cx:pt idx="589">First_Product_Purchased</cx:pt>
          <cx:pt idx="590">First_Product_Purchased</cx:pt>
          <cx:pt idx="591">First_Product_Purchased</cx:pt>
          <cx:pt idx="592">First_Product_Purchased</cx:pt>
          <cx:pt idx="593">First_Product_Purchased</cx:pt>
          <cx:pt idx="594">First_Product_Purchased</cx:pt>
          <cx:pt idx="595">First_Product_Purchased</cx:pt>
          <cx:pt idx="596">First_Product_Purchased</cx:pt>
          <cx:pt idx="597">First_Product_Purchased</cx:pt>
          <cx:pt idx="598">First_Product_Purchased</cx:pt>
          <cx:pt idx="599">First_Product_Purchased</cx:pt>
          <cx:pt idx="600">First_Product_Purchased</cx:pt>
          <cx:pt idx="601">First_Product_Purchased</cx:pt>
          <cx:pt idx="602">First_Product_Purchased</cx:pt>
          <cx:pt idx="603">First_Product_Purchased</cx:pt>
          <cx:pt idx="604">First_Product_Purchased</cx:pt>
          <cx:pt idx="605">First_Product_Purchased</cx:pt>
          <cx:pt idx="606">First_Product_Purchased</cx:pt>
          <cx:pt idx="607">First_Product_Purchased</cx:pt>
          <cx:pt idx="608">First_Product_Purchased</cx:pt>
          <cx:pt idx="609">First_Product_Purchased</cx:pt>
          <cx:pt idx="610">First_Product_Purchased</cx:pt>
          <cx:pt idx="611">First_Product_Purchased</cx:pt>
          <cx:pt idx="612">First_Product_Purchased</cx:pt>
          <cx:pt idx="613">First_Product_Purchased</cx:pt>
          <cx:pt idx="614">First_Product_Purchased</cx:pt>
          <cx:pt idx="615">First_Product_Purchased</cx:pt>
          <cx:pt idx="616">First_Product_Purchased</cx:pt>
          <cx:pt idx="617">First_Product_Purchased</cx:pt>
          <cx:pt idx="618">First_Product_Purchased</cx:pt>
          <cx:pt idx="619">First_Product_Purchased</cx:pt>
          <cx:pt idx="620">First_Product_Purchased</cx:pt>
          <cx:pt idx="621">First_Product_Purchased</cx:pt>
          <cx:pt idx="622">First_Product_Purchased</cx:pt>
          <cx:pt idx="623">First_Product_Purchased</cx:pt>
          <cx:pt idx="624">First_Product_Purchased</cx:pt>
          <cx:pt idx="625">First_Product_Purchased</cx:pt>
          <cx:pt idx="626">First_Product_Purchased</cx:pt>
          <cx:pt idx="627">First_Product_Purchased</cx:pt>
          <cx:pt idx="628">First_Product_Purchased</cx:pt>
          <cx:pt idx="629">First_Product_Purchased</cx:pt>
          <cx:pt idx="630">First_Product_Purchased</cx:pt>
          <cx:pt idx="631">First_Product_Purchased</cx:pt>
          <cx:pt idx="632">First_Product_Purchased</cx:pt>
          <cx:pt idx="633">First_Product_Purchased</cx:pt>
          <cx:pt idx="634">First_Product_Purchased</cx:pt>
          <cx:pt idx="635">First_Product_Purchased</cx:pt>
          <cx:pt idx="636">First_Product_Purchased</cx:pt>
          <cx:pt idx="637">First_Product_Purchased</cx:pt>
          <cx:pt idx="638">First_Product_Purchased</cx:pt>
          <cx:pt idx="639">First_Product_Purchased</cx:pt>
          <cx:pt idx="640">First_Product_Purchased</cx:pt>
          <cx:pt idx="641">First_Product_Purchased</cx:pt>
          <cx:pt idx="642">First_Product_Purchased</cx:pt>
          <cx:pt idx="643">First_Product_Purchased</cx:pt>
          <cx:pt idx="644">First_Product_Purchased</cx:pt>
          <cx:pt idx="645">First_Product_Purchased</cx:pt>
          <cx:pt idx="646">First_Product_Purchased</cx:pt>
          <cx:pt idx="647">First_Product_Purchased</cx:pt>
          <cx:pt idx="648">First_Product_Purchased</cx:pt>
          <cx:pt idx="649">First_Product_Purchased</cx:pt>
          <cx:pt idx="650">First_Product_Purchased</cx:pt>
          <cx:pt idx="651">First_Product_Purchased</cx:pt>
          <cx:pt idx="652">First_Product_Purchased</cx:pt>
          <cx:pt idx="653">First_Product_Purchased</cx:pt>
          <cx:pt idx="654">First_Product_Purchased</cx:pt>
          <cx:pt idx="655">First_Product_Purchased</cx:pt>
          <cx:pt idx="656">First_Product_Purchased</cx:pt>
          <cx:pt idx="657">First_Product_Purchased</cx:pt>
          <cx:pt idx="658">First_Product_Purchased</cx:pt>
          <cx:pt idx="659">First_Product_Purchased</cx:pt>
          <cx:pt idx="660">First_Product_Purchased</cx:pt>
          <cx:pt idx="661">First_Product_Purchased</cx:pt>
          <cx:pt idx="662">First_Product_Purchased</cx:pt>
          <cx:pt idx="663">First_Product_Purchased</cx:pt>
          <cx:pt idx="664">First_Product_Purchased</cx:pt>
          <cx:pt idx="665">First_Product_Purchased</cx:pt>
          <cx:pt idx="666">First_Product_Purchased</cx:pt>
          <cx:pt idx="667">First_Product_Purchased</cx:pt>
          <cx:pt idx="668">First_Product_Purchased</cx:pt>
          <cx:pt idx="669">First_Product_Purchased</cx:pt>
          <cx:pt idx="670">First_Product_Purchased</cx:pt>
          <cx:pt idx="671">First_Product_Purchased</cx:pt>
          <cx:pt idx="672">First_Product_Purchased</cx:pt>
          <cx:pt idx="673">First_Product_Purchased</cx:pt>
          <cx:pt idx="674">First_Product_Purchased</cx:pt>
          <cx:pt idx="675">First_Product_Purchased</cx:pt>
          <cx:pt idx="676">First_Product_Purchased</cx:pt>
          <cx:pt idx="677">First_Product_Purchased</cx:pt>
          <cx:pt idx="678">First_Product_Purchased</cx:pt>
          <cx:pt idx="679">First_Product_Purchased</cx:pt>
          <cx:pt idx="680">First_Product_Purchased</cx:pt>
          <cx:pt idx="681">First_Product_Purchased</cx:pt>
          <cx:pt idx="682">First_Product_Purchased</cx:pt>
          <cx:pt idx="683">First_Product_Purchased</cx:pt>
          <cx:pt idx="684">First_Product_Purchased</cx:pt>
          <cx:pt idx="685">First_Product_Purchased</cx:pt>
          <cx:pt idx="686">First_Product_Purchased</cx:pt>
          <cx:pt idx="687">First_Product_Purchased</cx:pt>
          <cx:pt idx="688">First_Product_Purchased</cx:pt>
          <cx:pt idx="689">First_Product_Purchased</cx:pt>
          <cx:pt idx="690">First_Product_Purchased</cx:pt>
          <cx:pt idx="691">First_Product_Purchased</cx:pt>
          <cx:pt idx="692">First_Product_Purchased</cx:pt>
          <cx:pt idx="693">First_Product_Purchased</cx:pt>
          <cx:pt idx="694">First_Product_Purchased</cx:pt>
          <cx:pt idx="695">First_Product_Purchased</cx:pt>
          <cx:pt idx="696">First_Product_Purchased</cx:pt>
          <cx:pt idx="697">First_Product_Purchased</cx:pt>
          <cx:pt idx="698">First_Product_Purchased</cx:pt>
          <cx:pt idx="699">First_Product_Purchased</cx:pt>
          <cx:pt idx="700">First_Product_Purchased</cx:pt>
          <cx:pt idx="701">First_Product_Purchased</cx:pt>
          <cx:pt idx="702">First_Product_Purchased</cx:pt>
          <cx:pt idx="703">First_Product_Purchased</cx:pt>
          <cx:pt idx="704">First_Product_Purchased</cx:pt>
          <cx:pt idx="705">First_Product_Purchased</cx:pt>
          <cx:pt idx="706">First_Product_Purchased</cx:pt>
          <cx:pt idx="707">First_Product_Purchased</cx:pt>
          <cx:pt idx="708">First_Product_Purchased</cx:pt>
          <cx:pt idx="709">First_Product_Purchased</cx:pt>
          <cx:pt idx="710">First_Product_Purchased</cx:pt>
          <cx:pt idx="711">First_Product_Purchased</cx:pt>
          <cx:pt idx="712">First_Product_Purchased</cx:pt>
          <cx:pt idx="713">First_Product_Purchased</cx:pt>
          <cx:pt idx="714">First_Product_Purchased</cx:pt>
          <cx:pt idx="715">First_Product_Purchased</cx:pt>
          <cx:pt idx="716">First_Product_Purchased</cx:pt>
          <cx:pt idx="717">First_Product_Purchased</cx:pt>
          <cx:pt idx="718">First_Product_Purchased</cx:pt>
          <cx:pt idx="719">First_Product_Purchased</cx:pt>
          <cx:pt idx="720">First_Product_Purchased</cx:pt>
          <cx:pt idx="721">First_Product_Purchased</cx:pt>
          <cx:pt idx="722">First_Product_Purchased</cx:pt>
          <cx:pt idx="723">First_Product_Purchased</cx:pt>
          <cx:pt idx="724">First_Product_Purchased</cx:pt>
          <cx:pt idx="725">First_Product_Purchased</cx:pt>
          <cx:pt idx="726">First_Product_Purchased</cx:pt>
          <cx:pt idx="727">First_Product_Purchased</cx:pt>
          <cx:pt idx="728">First_Product_Purchased</cx:pt>
          <cx:pt idx="729">First_Product_Purchased</cx:pt>
          <cx:pt idx="730">First_Product_Purchased</cx:pt>
          <cx:pt idx="731">First_Product_Purchased</cx:pt>
          <cx:pt idx="732">First_Product_Purchased</cx:pt>
          <cx:pt idx="733">First_Product_Purchased</cx:pt>
          <cx:pt idx="734">First_Product_Purchased</cx:pt>
          <cx:pt idx="735">First_Product_Purchased</cx:pt>
          <cx:pt idx="736">First_Product_Purchased</cx:pt>
          <cx:pt idx="737">First_Product_Purchased</cx:pt>
          <cx:pt idx="738">First_Product_Purchased</cx:pt>
          <cx:pt idx="739">First_Product_Purchased</cx:pt>
          <cx:pt idx="740">First_Product_Purchased</cx:pt>
          <cx:pt idx="741">First_Product_Purchased</cx:pt>
          <cx:pt idx="742">First_Product_Purchased</cx:pt>
          <cx:pt idx="743">First_Product_Purchased</cx:pt>
          <cx:pt idx="744">First_Product_Purchased</cx:pt>
          <cx:pt idx="745">First_Product_Purchased</cx:pt>
          <cx:pt idx="746">First_Product_Purchased</cx:pt>
          <cx:pt idx="747">First_Product_Purchased</cx:pt>
          <cx:pt idx="748">First_Product_Purchased</cx:pt>
          <cx:pt idx="749">First_Product_Purchased</cx:pt>
          <cx:pt idx="750">First_Product_Purchased</cx:pt>
          <cx:pt idx="751">First_Product_Purchased</cx:pt>
          <cx:pt idx="752">First_Product_Purchased</cx:pt>
          <cx:pt idx="753">First_Product_Purchased</cx:pt>
          <cx:pt idx="754">First_Product_Purchased</cx:pt>
          <cx:pt idx="755">First_Product_Purchased</cx:pt>
          <cx:pt idx="756">First_Product_Purchased</cx:pt>
          <cx:pt idx="757">First_Product_Purchased</cx:pt>
          <cx:pt idx="758">First_Product_Purchased</cx:pt>
          <cx:pt idx="759">First_Product_Purchased</cx:pt>
          <cx:pt idx="760">First_Product_Purchased</cx:pt>
          <cx:pt idx="761">First_Product_Purchased</cx:pt>
          <cx:pt idx="762">First_Product_Purchased</cx:pt>
          <cx:pt idx="763">First_Product_Purchased</cx:pt>
          <cx:pt idx="764">First_Product_Purchased</cx:pt>
          <cx:pt idx="765">First_Product_Purchased</cx:pt>
          <cx:pt idx="766">First_Product_Purchased</cx:pt>
          <cx:pt idx="767">First_Product_Purchased</cx:pt>
          <cx:pt idx="768">First_Product_Purchased</cx:pt>
          <cx:pt idx="769">First_Product_Purchased</cx:pt>
          <cx:pt idx="770">First_Product_Purchased</cx:pt>
          <cx:pt idx="771">First_Product_Purchased</cx:pt>
          <cx:pt idx="772">First_Product_Purchased</cx:pt>
          <cx:pt idx="773">First_Product_Purchased</cx:pt>
          <cx:pt idx="774">First_Product_Purchased</cx:pt>
          <cx:pt idx="775">First_Product_Purchased</cx:pt>
          <cx:pt idx="776">First_Product_Purchased</cx:pt>
          <cx:pt idx="777">First_Product_Purchased</cx:pt>
          <cx:pt idx="778">First_Product_Purchased</cx:pt>
          <cx:pt idx="779">First_Product_Purchased</cx:pt>
          <cx:pt idx="780">First_Product_Purchased</cx:pt>
          <cx:pt idx="781">First_Product_Purchased</cx:pt>
          <cx:pt idx="782">First_Product_Purchased</cx:pt>
          <cx:pt idx="783">First_Product_Purchased</cx:pt>
          <cx:pt idx="784">First_Product_Purchased</cx:pt>
          <cx:pt idx="785">First_Product_Purchased</cx:pt>
          <cx:pt idx="786">First_Product_Purchased</cx:pt>
          <cx:pt idx="787">First_Product_Purchased</cx:pt>
          <cx:pt idx="788">First_Product_Purchased</cx:pt>
          <cx:pt idx="789">First_Product_Purchased</cx:pt>
          <cx:pt idx="790">First_Product_Purchased</cx:pt>
          <cx:pt idx="791">First_Product_Purchased</cx:pt>
          <cx:pt idx="792">First_Product_Purchased</cx:pt>
          <cx:pt idx="793">First_Product_Purchased</cx:pt>
          <cx:pt idx="794">First_Product_Purchased</cx:pt>
          <cx:pt idx="795">First_Product_Purchased</cx:pt>
          <cx:pt idx="796">First_Product_Purchased</cx:pt>
          <cx:pt idx="797">First_Product_Purchased</cx:pt>
          <cx:pt idx="798">First_Product_Purchased</cx:pt>
          <cx:pt idx="799">First_Product_Purchased</cx:pt>
          <cx:pt idx="800">First_Product_Purchased</cx:pt>
          <cx:pt idx="801">First_Product_Purchased</cx:pt>
          <cx:pt idx="802">First_Product_Purchased</cx:pt>
          <cx:pt idx="803">First_Product_Purchased</cx:pt>
          <cx:pt idx="804">First_Product_Purchased</cx:pt>
          <cx:pt idx="805">First_Product_Purchased</cx:pt>
          <cx:pt idx="806">First_Product_Purchased</cx:pt>
          <cx:pt idx="807">First_Product_Purchased</cx:pt>
          <cx:pt idx="808">First_Product_Purchased</cx:pt>
          <cx:pt idx="809">First_Product_Purchased</cx:pt>
          <cx:pt idx="810">First_Product_Purchased</cx:pt>
          <cx:pt idx="811">First_Product_Purchased</cx:pt>
          <cx:pt idx="812">First_Product_Purchased</cx:pt>
          <cx:pt idx="813">First_Product_Purchased</cx:pt>
          <cx:pt idx="814">First_Product_Purchased</cx:pt>
          <cx:pt idx="815">First_Product_Purchased</cx:pt>
          <cx:pt idx="816">First_Product_Purchased</cx:pt>
          <cx:pt idx="817">First_Product_Purchased</cx:pt>
          <cx:pt idx="818">First_Product_Purchased</cx:pt>
          <cx:pt idx="819">First_Product_Purchased</cx:pt>
          <cx:pt idx="820">First_Product_Purchased</cx:pt>
          <cx:pt idx="821">First_Product_Purchased</cx:pt>
          <cx:pt idx="822">First_Product_Purchased</cx:pt>
          <cx:pt idx="823">First_Product_Purchased</cx:pt>
          <cx:pt idx="824">First_Product_Purchased</cx:pt>
          <cx:pt idx="825">First_Product_Purchased</cx:pt>
          <cx:pt idx="826">First_Product_Purchased</cx:pt>
          <cx:pt idx="827">First_Product_Purchased</cx:pt>
          <cx:pt idx="828">First_Product_Purchased</cx:pt>
          <cx:pt idx="829">First_Product_Purchased</cx:pt>
          <cx:pt idx="830">First_Product_Purchased</cx:pt>
          <cx:pt idx="831">First_Product_Purchased</cx:pt>
          <cx:pt idx="832">First_Product_Purchased</cx:pt>
          <cx:pt idx="833">First_Product_Purchased</cx:pt>
          <cx:pt idx="834">First_Product_Purchased</cx:pt>
          <cx:pt idx="835">First_Product_Purchased</cx:pt>
          <cx:pt idx="836">First_Product_Purchased</cx:pt>
          <cx:pt idx="837">First_Product_Purchased</cx:pt>
          <cx:pt idx="838">First_Product_Purchased</cx:pt>
          <cx:pt idx="839">First_Product_Purchased</cx:pt>
          <cx:pt idx="840">First_Product_Purchased</cx:pt>
          <cx:pt idx="841">First_Product_Purchased</cx:pt>
          <cx:pt idx="842">First_Product_Purchased</cx:pt>
          <cx:pt idx="843">First_Product_Purchased</cx:pt>
          <cx:pt idx="844">First_Product_Purchased</cx:pt>
          <cx:pt idx="845">First_Product_Purchased</cx:pt>
          <cx:pt idx="846">First_Product_Purchased</cx:pt>
          <cx:pt idx="847">First_Product_Purchased</cx:pt>
          <cx:pt idx="848">First_Product_Purchased</cx:pt>
          <cx:pt idx="849">First_Product_Purchased</cx:pt>
          <cx:pt idx="850">First_Product_Purchased</cx:pt>
          <cx:pt idx="851">First_Product_Purchased</cx:pt>
          <cx:pt idx="852">First_Product_Purchased</cx:pt>
          <cx:pt idx="853">First_Product_Purchased</cx:pt>
          <cx:pt idx="854">First_Product_Purchased</cx:pt>
          <cx:pt idx="855">First_Product_Purchased</cx:pt>
          <cx:pt idx="856">First_Product_Purchased</cx:pt>
          <cx:pt idx="857">First_Product_Purchased</cx:pt>
          <cx:pt idx="858">First_Product_Purchased</cx:pt>
          <cx:pt idx="859">First_Product_Purchased</cx:pt>
          <cx:pt idx="860">First_Product_Purchased</cx:pt>
          <cx:pt idx="861">First_Product_Purchased</cx:pt>
          <cx:pt idx="862">First_Product_Purchased</cx:pt>
          <cx:pt idx="863">First_Product_Purchased</cx:pt>
          <cx:pt idx="864">First_Product_Purchased</cx:pt>
          <cx:pt idx="865">First_Product_Purchased</cx:pt>
          <cx:pt idx="866">First_Product_Purchased</cx:pt>
          <cx:pt idx="867">First_Product_Purchased</cx:pt>
          <cx:pt idx="868">First_Product_Purchased</cx:pt>
          <cx:pt idx="869">First_Product_Purchased</cx:pt>
          <cx:pt idx="870">First_Product_Purchased</cx:pt>
          <cx:pt idx="871">First_Product_Purchased</cx:pt>
          <cx:pt idx="872">First_Product_Purchased</cx:pt>
          <cx:pt idx="873">First_Product_Purchased</cx:pt>
          <cx:pt idx="874">First_Product_Purchased</cx:pt>
          <cx:pt idx="875">First_Product_Purchased</cx:pt>
          <cx:pt idx="876">First_Product_Purchased</cx:pt>
          <cx:pt idx="877">First_Product_Purchased</cx:pt>
          <cx:pt idx="878">First_Product_Purchased</cx:pt>
          <cx:pt idx="879">First_Product_Purchased</cx:pt>
          <cx:pt idx="880">First_Product_Purchased</cx:pt>
          <cx:pt idx="881">First_Product_Purchased</cx:pt>
          <cx:pt idx="882">First_Product_Purchased</cx:pt>
          <cx:pt idx="883">First_Product_Purchased</cx:pt>
          <cx:pt idx="884">First_Product_Purchased</cx:pt>
          <cx:pt idx="885">First_Product_Purchased</cx:pt>
          <cx:pt idx="886">First_Product_Purchased</cx:pt>
          <cx:pt idx="887">First_Product_Purchased</cx:pt>
          <cx:pt idx="888">First_Product_Purchased</cx:pt>
          <cx:pt idx="889">First_Product_Purchased</cx:pt>
          <cx:pt idx="890">First_Product_Purchased</cx:pt>
          <cx:pt idx="891">First_Product_Purchased</cx:pt>
          <cx:pt idx="892">First_Product_Purchased</cx:pt>
          <cx:pt idx="893">First_Product_Purchased</cx:pt>
          <cx:pt idx="894">First_Product_Purchased</cx:pt>
          <cx:pt idx="895">First_Product_Purchased</cx:pt>
          <cx:pt idx="896">First_Product_Purchased</cx:pt>
          <cx:pt idx="897">First_Product_Purchased</cx:pt>
          <cx:pt idx="898">First_Product_Purchased</cx:pt>
          <cx:pt idx="899">First_Product_Purchased</cx:pt>
          <cx:pt idx="900">First_Product_Purchased</cx:pt>
          <cx:pt idx="901">First_Product_Purchased</cx:pt>
          <cx:pt idx="902">First_Product_Purchased</cx:pt>
          <cx:pt idx="903">First_Product_Purchased</cx:pt>
          <cx:pt idx="904">First_Product_Purchased</cx:pt>
          <cx:pt idx="905">First_Product_Purchased</cx:pt>
          <cx:pt idx="906">First_Product_Purchased</cx:pt>
          <cx:pt idx="907">First_Product_Purchased</cx:pt>
          <cx:pt idx="908">First_Product_Purchased</cx:pt>
          <cx:pt idx="909">First_Product_Purchased</cx:pt>
          <cx:pt idx="910">First_Product_Purchased</cx:pt>
          <cx:pt idx="911">First_Product_Purchased</cx:pt>
          <cx:pt idx="912">First_Product_Purchased</cx:pt>
          <cx:pt idx="913">First_Product_Purchased</cx:pt>
          <cx:pt idx="914">First_Product_Purchased</cx:pt>
          <cx:pt idx="915">First_Product_Purchased</cx:pt>
          <cx:pt idx="916">First_Product_Purchased</cx:pt>
          <cx:pt idx="917">First_Product_Purchased</cx:pt>
          <cx:pt idx="918">First_Product_Purchased</cx:pt>
          <cx:pt idx="919">First_Product_Purchased</cx:pt>
          <cx:pt idx="920">First_Product_Purchased</cx:pt>
          <cx:pt idx="921">First_Product_Purchased</cx:pt>
          <cx:pt idx="922">First_Product_Purchased</cx:pt>
          <cx:pt idx="923">First_Product_Purchased</cx:pt>
          <cx:pt idx="924">First_Product_Purchased</cx:pt>
          <cx:pt idx="925">First_Product_Purchased</cx:pt>
          <cx:pt idx="926">First_Product_Purchased</cx:pt>
          <cx:pt idx="927">First_Product_Purchased</cx:pt>
          <cx:pt idx="928">First_Product_Purchased</cx:pt>
          <cx:pt idx="929">First_Product_Purchased</cx:pt>
          <cx:pt idx="930">First_Product_Purchased</cx:pt>
          <cx:pt idx="931">First_Product_Purchased</cx:pt>
          <cx:pt idx="932">First_Product_Purchased</cx:pt>
          <cx:pt idx="933">First_Product_Purchased</cx:pt>
          <cx:pt idx="934">First_Product_Purchased</cx:pt>
          <cx:pt idx="935">First_Product_Purchased</cx:pt>
          <cx:pt idx="936">First_Product_Purchased</cx:pt>
          <cx:pt idx="937">First_Product_Purchased</cx:pt>
          <cx:pt idx="938">First_Product_Purchased</cx:pt>
          <cx:pt idx="939">First_Product_Purchased</cx:pt>
          <cx:pt idx="940">First_Product_Purchased</cx:pt>
          <cx:pt idx="941">First_Product_Purchased</cx:pt>
          <cx:pt idx="942">First_Product_Purchased</cx:pt>
          <cx:pt idx="943">First_Product_Purchased</cx:pt>
          <cx:pt idx="944">First_Product_Purchased</cx:pt>
          <cx:pt idx="945">First_Product_Purchased</cx:pt>
          <cx:pt idx="946">First_Product_Purchased</cx:pt>
          <cx:pt idx="947">First_Product_Purchased</cx:pt>
          <cx:pt idx="948">First_Product_Purchased</cx:pt>
          <cx:pt idx="949">First_Product_Purchased</cx:pt>
          <cx:pt idx="950">First_Product_Purchased</cx:pt>
          <cx:pt idx="951">First_Product_Purchased</cx:pt>
          <cx:pt idx="952">First_Product_Purchased</cx:pt>
          <cx:pt idx="953">First_Product_Purchased</cx:pt>
          <cx:pt idx="954">First_Product_Purchased</cx:pt>
          <cx:pt idx="955">First_Product_Purchased</cx:pt>
          <cx:pt idx="956">First_Product_Purchased</cx:pt>
          <cx:pt idx="957">First_Product_Purchased</cx:pt>
          <cx:pt idx="958">First_Product_Purchased</cx:pt>
          <cx:pt idx="959">First_Product_Purchased</cx:pt>
          <cx:pt idx="960">First_Product_Purchased</cx:pt>
          <cx:pt idx="961">First_Product_Purchased</cx:pt>
          <cx:pt idx="962">First_Product_Purchased</cx:pt>
          <cx:pt idx="963">First_Product_Purchased</cx:pt>
          <cx:pt idx="964">First_Product_Purchased</cx:pt>
          <cx:pt idx="965">First_Product_Purchased</cx:pt>
          <cx:pt idx="966">First_Product_Purchased</cx:pt>
          <cx:pt idx="967">First_Product_Purchased</cx:pt>
          <cx:pt idx="968">First_Product_Purchased</cx:pt>
          <cx:pt idx="969">First_Product_Purchased</cx:pt>
          <cx:pt idx="970">First_Product_Purchased</cx:pt>
          <cx:pt idx="971">First_Product_Purchased</cx:pt>
          <cx:pt idx="972">First_Product_Purchased</cx:pt>
          <cx:pt idx="973">First_Product_Purchased</cx:pt>
          <cx:pt idx="974">First_Product_Purchased</cx:pt>
          <cx:pt idx="975">First_Product_Purchased</cx:pt>
          <cx:pt idx="976">First_Product_Purchased</cx:pt>
          <cx:pt idx="977">First_Product_Purchased</cx:pt>
          <cx:pt idx="978">First_Product_Purchased</cx:pt>
          <cx:pt idx="979">First_Product_Purchased</cx:pt>
          <cx:pt idx="980">First_Product_Purchased</cx:pt>
          <cx:pt idx="981">First_Product_Purchased</cx:pt>
          <cx:pt idx="982">First_Product_Purchased</cx:pt>
          <cx:pt idx="983">First_Product_Purchased</cx:pt>
          <cx:pt idx="984">First_Product_Purchased</cx:pt>
          <cx:pt idx="985">First_Product_Purchased</cx:pt>
          <cx:pt idx="986">First_Product_Purchased</cx:pt>
          <cx:pt idx="987">First_Product_Purchased</cx:pt>
          <cx:pt idx="988">First_Product_Purchased</cx:pt>
          <cx:pt idx="989">First_Product_Purchased</cx:pt>
          <cx:pt idx="990">First_Product_Purchased</cx:pt>
          <cx:pt idx="991">First_Product_Purchased</cx:pt>
          <cx:pt idx="992">First_Product_Purchased</cx:pt>
          <cx:pt idx="993">First_Product_Purchased</cx:pt>
          <cx:pt idx="994">First_Product_Purchased</cx:pt>
          <cx:pt idx="995">First_Product_Purchased</cx:pt>
          <cx:pt idx="996">First_Product_Purchased</cx:pt>
          <cx:pt idx="997">First_Product_Purchased</cx:pt>
          <cx:pt idx="998">First_Product_Purchased</cx:pt>
          <cx:pt idx="999">First_Product_Purchased</cx:pt>
          <cx:pt idx="1000">First_Product_Purchased</cx:pt>
          <cx:pt idx="1001">First_Product_Purchased</cx:pt>
          <cx:pt idx="1002">First_Product_Purchased</cx:pt>
          <cx:pt idx="1003">First_Product_Purchased</cx:pt>
          <cx:pt idx="1004">First_Product_Purchased</cx:pt>
          <cx:pt idx="1005">First_Product_Purchased</cx:pt>
          <cx:pt idx="1006">First_Product_Purchased</cx:pt>
          <cx:pt idx="1007">First_Product_Purchased</cx:pt>
          <cx:pt idx="1008">First_Product_Purchased</cx:pt>
          <cx:pt idx="1009">First_Product_Purchased</cx:pt>
          <cx:pt idx="1010">First_Product_Purchased</cx:pt>
          <cx:pt idx="1011">First_Product_Purchased</cx:pt>
          <cx:pt idx="1012">First_Product_Purchased</cx:pt>
          <cx:pt idx="1013">First_Product_Purchased</cx:pt>
          <cx:pt idx="1014">First_Product_Purchased</cx:pt>
          <cx:pt idx="1015">First_Product_Purchased</cx:pt>
          <cx:pt idx="1016">First_Product_Purchased</cx:pt>
          <cx:pt idx="1017">First_Product_Purchased</cx:pt>
          <cx:pt idx="1018">First_Product_Purchased</cx:pt>
          <cx:pt idx="1019">First_Product_Purchased</cx:pt>
          <cx:pt idx="1020">First_Product_Purchased</cx:pt>
          <cx:pt idx="1021">First_Product_Purchased</cx:pt>
          <cx:pt idx="1022">First_Product_Purchased</cx:pt>
          <cx:pt idx="1023">First_Product_Purchased</cx:pt>
          <cx:pt idx="1024">First_Product_Purchased</cx:pt>
          <cx:pt idx="1025">First_Product_Purchased</cx:pt>
          <cx:pt idx="1026">First_Product_Purchased</cx:pt>
          <cx:pt idx="1027">First_Product_Purchased</cx:pt>
          <cx:pt idx="1028">First_Product_Purchased</cx:pt>
          <cx:pt idx="1029">First_Product_Purchased</cx:pt>
          <cx:pt idx="1030">First_Product_Purchased</cx:pt>
          <cx:pt idx="1031">First_Product_Purchased</cx:pt>
          <cx:pt idx="1032">First_Product_Purchased</cx:pt>
          <cx:pt idx="1033">First_Product_Purchased</cx:pt>
          <cx:pt idx="1034">First_Product_Purchased</cx:pt>
          <cx:pt idx="1035">First_Product_Purchased</cx:pt>
          <cx:pt idx="1036">First_Product_Purchased</cx:pt>
          <cx:pt idx="1037">First_Product_Purchased</cx:pt>
          <cx:pt idx="1038">First_Product_Purchased</cx:pt>
          <cx:pt idx="1039">First_Product_Purchased</cx:pt>
          <cx:pt idx="1040">First_Product_Purchased</cx:pt>
          <cx:pt idx="1041">First_Product_Purchased</cx:pt>
          <cx:pt idx="1042">First_Product_Purchased</cx:pt>
          <cx:pt idx="1043">First_Product_Purchased</cx:pt>
          <cx:pt idx="1044">First_Product_Purchased</cx:pt>
          <cx:pt idx="1045">First_Product_Purchased</cx:pt>
          <cx:pt idx="1046">First_Product_Purchased</cx:pt>
          <cx:pt idx="1047">First_Product_Purchased</cx:pt>
          <cx:pt idx="1048">First_Product_Purchased</cx:pt>
          <cx:pt idx="1049">First_Product_Purchased</cx:pt>
          <cx:pt idx="1050">First_Product_Purchased</cx:pt>
          <cx:pt idx="1051">First_Product_Purchased</cx:pt>
          <cx:pt idx="1052">First_Product_Purchased</cx:pt>
          <cx:pt idx="1053">First_Product_Purchased</cx:pt>
          <cx:pt idx="1054">First_Product_Purchased</cx:pt>
          <cx:pt idx="1055">First_Product_Purchased</cx:pt>
          <cx:pt idx="1056">First_Product_Purchased</cx:pt>
          <cx:pt idx="1057">First_Product_Purchased</cx:pt>
          <cx:pt idx="1058">First_Product_Purchased</cx:pt>
          <cx:pt idx="1059">First_Product_Purchased</cx:pt>
          <cx:pt idx="1060">First_Product_Purchased</cx:pt>
          <cx:pt idx="1061">First_Product_Purchased</cx:pt>
          <cx:pt idx="1062">First_Product_Purchased</cx:pt>
          <cx:pt idx="1063">First_Product_Purchased</cx:pt>
          <cx:pt idx="1064">First_Product_Purchased</cx:pt>
          <cx:pt idx="1065">First_Product_Purchased</cx:pt>
          <cx:pt idx="1066">First_Product_Purchased</cx:pt>
          <cx:pt idx="1067">First_Product_Purchased</cx:pt>
          <cx:pt idx="1068">First_Product_Purchased</cx:pt>
          <cx:pt idx="1069">First_Product_Purchased</cx:pt>
          <cx:pt idx="1070">First_Product_Purchased</cx:pt>
          <cx:pt idx="1071">First_Product_Purchased</cx:pt>
          <cx:pt idx="1072">First_Product_Purchased</cx:pt>
          <cx:pt idx="1073">First_Product_Purchased</cx:pt>
          <cx:pt idx="1074">First_Product_Purchased</cx:pt>
          <cx:pt idx="1075">First_Product_Purchased</cx:pt>
          <cx:pt idx="1076">First_Product_Purchased</cx:pt>
          <cx:pt idx="1077">First_Product_Purchased</cx:pt>
          <cx:pt idx="1078">First_Product_Purchased</cx:pt>
          <cx:pt idx="1079">First_Product_Purchased</cx:pt>
          <cx:pt idx="1080">First_Product_Purchased</cx:pt>
          <cx:pt idx="1081">First_Product_Purchased</cx:pt>
          <cx:pt idx="1082">First_Product_Purchased</cx:pt>
          <cx:pt idx="1083">First_Product_Purchased</cx:pt>
          <cx:pt idx="1084">First_Product_Purchased</cx:pt>
          <cx:pt idx="1085">First_Product_Purchased</cx:pt>
          <cx:pt idx="1086">First_Product_Purchased</cx:pt>
          <cx:pt idx="1087">First_Product_Purchased</cx:pt>
          <cx:pt idx="1088">First_Product_Purchased</cx:pt>
          <cx:pt idx="1089">First_Product_Purchased</cx:pt>
          <cx:pt idx="1090">First_Product_Purchased</cx:pt>
          <cx:pt idx="1091">First_Product_Purchased</cx:pt>
          <cx:pt idx="1092">First_Product_Purchased</cx:pt>
          <cx:pt idx="1093">First_Product_Purchased</cx:pt>
          <cx:pt idx="1094">First_Product_Purchased</cx:pt>
          <cx:pt idx="1095">First_Product_Purchased</cx:pt>
          <cx:pt idx="1096">First_Product_Purchased</cx:pt>
          <cx:pt idx="1097">First_Product_Purchased</cx:pt>
          <cx:pt idx="1098">First_Product_Purchased</cx:pt>
          <cx:pt idx="1099">First_Product_Purchased</cx:pt>
          <cx:pt idx="1100">First_Product_Purchased</cx:pt>
          <cx:pt idx="1101">First_Product_Purchased</cx:pt>
          <cx:pt idx="1102">First_Product_Purchased</cx:pt>
          <cx:pt idx="1103">First_Product_Purchased</cx:pt>
          <cx:pt idx="1104">First_Product_Purchased</cx:pt>
          <cx:pt idx="1105">First_Product_Purchased</cx:pt>
          <cx:pt idx="1106">First_Product_Purchased</cx:pt>
          <cx:pt idx="1107">First_Product_Purchased</cx:pt>
          <cx:pt idx="1108">First_Product_Purchased</cx:pt>
          <cx:pt idx="1109">First_Product_Purchased</cx:pt>
          <cx:pt idx="1110">First_Product_Purchased</cx:pt>
          <cx:pt idx="1111">First_Product_Purchased</cx:pt>
          <cx:pt idx="1112">First_Product_Purchased</cx:pt>
          <cx:pt idx="1113">First_Product_Purchased</cx:pt>
          <cx:pt idx="1114">First_Product_Purchased</cx:pt>
          <cx:pt idx="1115">First_Product_Purchased</cx:pt>
          <cx:pt idx="1116">First_Product_Purchased</cx:pt>
          <cx:pt idx="1117">First_Product_Purchased</cx:pt>
          <cx:pt idx="1118">First_Product_Purchased</cx:pt>
          <cx:pt idx="1119">First_Product_Purchased</cx:pt>
          <cx:pt idx="1120">First_Product_Purchased</cx:pt>
          <cx:pt idx="1121">First_Product_Purchased</cx:pt>
          <cx:pt idx="1122">First_Product_Purchased</cx:pt>
          <cx:pt idx="1123">First_Product_Purchased</cx:pt>
          <cx:pt idx="1124">First_Product_Purchased</cx:pt>
          <cx:pt idx="1125">First_Product_Purchased</cx:pt>
          <cx:pt idx="1126">First_Product_Purchased</cx:pt>
          <cx:pt idx="1127">First_Product_Purchased</cx:pt>
          <cx:pt idx="1128">First_Product_Purchased</cx:pt>
          <cx:pt idx="1129">First_Product_Purchased</cx:pt>
          <cx:pt idx="1130">First_Product_Purchased</cx:pt>
          <cx:pt idx="1131">First_Product_Purchased</cx:pt>
          <cx:pt idx="1132">First_Product_Purchased</cx:pt>
          <cx:pt idx="1133">First_Product_Purchased</cx:pt>
          <cx:pt idx="1134">First_Product_Purchased</cx:pt>
          <cx:pt idx="1135">First_Product_Purchased</cx:pt>
          <cx:pt idx="1136">First_Product_Purchased</cx:pt>
          <cx:pt idx="1137">First_Product_Purchased</cx:pt>
          <cx:pt idx="1138">First_Product_Purchased</cx:pt>
          <cx:pt idx="1139">First_Product_Purchased</cx:pt>
          <cx:pt idx="1140">First_Product_Purchased</cx:pt>
          <cx:pt idx="1141">First_Product_Purchased</cx:pt>
          <cx:pt idx="1142">First_Product_Purchased</cx:pt>
          <cx:pt idx="1143">First_Product_Purchased</cx:pt>
          <cx:pt idx="1144">First_Product_Purchased</cx:pt>
          <cx:pt idx="1145">First_Product_Purchased</cx:pt>
          <cx:pt idx="1146">First_Product_Purchased</cx:pt>
          <cx:pt idx="1147">First_Product_Purchased</cx:pt>
          <cx:pt idx="1148">First_Product_Purchased</cx:pt>
          <cx:pt idx="1149">First_Product_Purchased</cx:pt>
          <cx:pt idx="1150">First_Product_Purchased</cx:pt>
          <cx:pt idx="1151">First_Product_Purchased</cx:pt>
          <cx:pt idx="1152">First_Product_Purchased</cx:pt>
          <cx:pt idx="1153">First_Product_Purchased</cx:pt>
          <cx:pt idx="1154">First_Product_Purchased</cx:pt>
          <cx:pt idx="1155">First_Product_Purchased</cx:pt>
          <cx:pt idx="1156">First_Product_Purchased</cx:pt>
          <cx:pt idx="1157">First_Product_Purchased</cx:pt>
          <cx:pt idx="1158">First_Product_Purchased</cx:pt>
          <cx:pt idx="1159">First_Product_Purchased</cx:pt>
          <cx:pt idx="1160">First_Product_Purchased</cx:pt>
          <cx:pt idx="1161">First_Product_Purchased</cx:pt>
          <cx:pt idx="1162">First_Product_Purchased</cx:pt>
          <cx:pt idx="1163">First_Product_Purchased</cx:pt>
          <cx:pt idx="1164">First_Product_Purchased</cx:pt>
          <cx:pt idx="1165">First_Product_Purchased</cx:pt>
          <cx:pt idx="1166">First_Product_Purchased</cx:pt>
          <cx:pt idx="1167">First_Product_Purchased</cx:pt>
          <cx:pt idx="1168">First_Product_Purchased</cx:pt>
          <cx:pt idx="1169">First_Product_Purchased</cx:pt>
          <cx:pt idx="1170">First_Product_Purchased</cx:pt>
          <cx:pt idx="1171">First_Product_Purchased</cx:pt>
          <cx:pt idx="1172">First_Product_Purchased</cx:pt>
          <cx:pt idx="1173">First_Product_Purchased</cx:pt>
          <cx:pt idx="1174">First_Product_Purchased</cx:pt>
          <cx:pt idx="1175">First_Product_Purchased</cx:pt>
          <cx:pt idx="1176">First_Product_Purchased</cx:pt>
          <cx:pt idx="1177">First_Product_Purchased</cx:pt>
          <cx:pt idx="1178">First_Product_Purchased</cx:pt>
          <cx:pt idx="1179">First_Product_Purchased</cx:pt>
          <cx:pt idx="1180">First_Product_Purchased</cx:pt>
          <cx:pt idx="1181">First_Product_Purchased</cx:pt>
          <cx:pt idx="1182">First_Product_Purchased</cx:pt>
          <cx:pt idx="1183">First_Product_Purchased</cx:pt>
          <cx:pt idx="1184">First_Product_Purchased</cx:pt>
          <cx:pt idx="1185">First_Product_Purchased</cx:pt>
          <cx:pt idx="1186">First_Product_Purchased</cx:pt>
          <cx:pt idx="1187">First_Product_Purchased</cx:pt>
          <cx:pt idx="1188">First_Product_Purchased</cx:pt>
          <cx:pt idx="1189">First_Product_Purchased</cx:pt>
          <cx:pt idx="1190">First_Product_Purchased</cx:pt>
          <cx:pt idx="1191">First_Product_Purchased</cx:pt>
          <cx:pt idx="1192">First_Product_Purchased</cx:pt>
          <cx:pt idx="1193">First_Product_Purchased</cx:pt>
          <cx:pt idx="1194">First_Product_Purchased</cx:pt>
          <cx:pt idx="1195">First_Product_Purchased</cx:pt>
          <cx:pt idx="1196">First_Product_Purchased</cx:pt>
          <cx:pt idx="1197">First_Product_Purchased</cx:pt>
          <cx:pt idx="1198">First_Product_Purchased</cx:pt>
          <cx:pt idx="1199">First_Product_Purchased</cx:pt>
          <cx:pt idx="1200">First_Product_Purchased</cx:pt>
          <cx:pt idx="1201">First_Product_Purchased</cx:pt>
          <cx:pt idx="1202">First_Product_Purchased</cx:pt>
          <cx:pt idx="1203">First_Product_Purchased</cx:pt>
          <cx:pt idx="1204">First_Product_Purchased</cx:pt>
          <cx:pt idx="1205">First_Product_Purchased</cx:pt>
          <cx:pt idx="1206">First_Product_Purchased</cx:pt>
          <cx:pt idx="1207">First_Product_Purchased</cx:pt>
          <cx:pt idx="1208">First_Product_Purchased</cx:pt>
          <cx:pt idx="1209">First_Product_Purchased</cx:pt>
          <cx:pt idx="1210">First_Product_Purchased</cx:pt>
          <cx:pt idx="1211">First_Product_Purchased</cx:pt>
          <cx:pt idx="1212">First_Product_Purchased</cx:pt>
          <cx:pt idx="1213">First_Product_Purchased</cx:pt>
          <cx:pt idx="1214">First_Product_Purchased</cx:pt>
          <cx:pt idx="1215">First_Product_Purchased</cx:pt>
          <cx:pt idx="1216">First_Product_Purchased</cx:pt>
          <cx:pt idx="1217">First_Product_Purchased</cx:pt>
          <cx:pt idx="1218">First_Product_Purchased</cx:pt>
          <cx:pt idx="1219">First_Product_Purchased</cx:pt>
          <cx:pt idx="1220">First_Product_Purchased</cx:pt>
          <cx:pt idx="1221">First_Product_Purchased</cx:pt>
          <cx:pt idx="1222">First_Product_Purchased</cx:pt>
          <cx:pt idx="1223">First_Product_Purchased</cx:pt>
          <cx:pt idx="1224">First_Product_Purchased</cx:pt>
          <cx:pt idx="1225">First_Product_Purchased</cx:pt>
          <cx:pt idx="1226">First_Product_Purchased</cx:pt>
          <cx:pt idx="1227">First_Product_Purchased</cx:pt>
          <cx:pt idx="1228">First_Product_Purchased</cx:pt>
          <cx:pt idx="1229">First_Product_Purchased</cx:pt>
          <cx:pt idx="1230">First_Product_Purchased</cx:pt>
          <cx:pt idx="1231">First_Product_Purchased</cx:pt>
          <cx:pt idx="1232">First_Product_Purchased</cx:pt>
          <cx:pt idx="1233">First_Product_Purchased</cx:pt>
          <cx:pt idx="1234">First_Product_Purchased</cx:pt>
          <cx:pt idx="1235">First_Product_Purchased</cx:pt>
          <cx:pt idx="1236">First_Product_Purchased</cx:pt>
          <cx:pt idx="1237">First_Product_Purchased</cx:pt>
          <cx:pt idx="1238">First_Product_Purchased</cx:pt>
          <cx:pt idx="1239">First_Product_Purchased</cx:pt>
          <cx:pt idx="1240">First_Product_Purchased</cx:pt>
          <cx:pt idx="1241">First_Product_Purchased</cx:pt>
          <cx:pt idx="1242">First_Product_Purchased</cx:pt>
          <cx:pt idx="1243">First_Product_Purchased</cx:pt>
          <cx:pt idx="1244">First_Product_Purchased</cx:pt>
          <cx:pt idx="1245">First_Product_Purchased</cx:pt>
          <cx:pt idx="1246">First_Product_Purchased</cx:pt>
          <cx:pt idx="1247">First_Product_Purchased</cx:pt>
          <cx:pt idx="1248">First_Product_Purchased</cx:pt>
          <cx:pt idx="1249">First_Product_Purchased</cx:pt>
          <cx:pt idx="1250">First_Product_Purchased</cx:pt>
          <cx:pt idx="1251">First_Product_Purchased</cx:pt>
          <cx:pt idx="1252">First_Product_Purchased</cx:pt>
          <cx:pt idx="1253">First_Product_Purchased</cx:pt>
          <cx:pt idx="1254">First_Product_Purchased</cx:pt>
          <cx:pt idx="1255">First_Product_Purchased</cx:pt>
          <cx:pt idx="1256">First_Product_Purchased</cx:pt>
          <cx:pt idx="1257">First_Product_Purchased</cx:pt>
          <cx:pt idx="1258">First_Product_Purchased</cx:pt>
          <cx:pt idx="1259">First_Product_Purchased</cx:pt>
          <cx:pt idx="1260">First_Product_Purchased</cx:pt>
          <cx:pt idx="1261">First_Product_Purchased</cx:pt>
          <cx:pt idx="1262">First_Product_Purchased</cx:pt>
          <cx:pt idx="1263">First_Product_Purchased</cx:pt>
          <cx:pt idx="1264">First_Product_Purchased</cx:pt>
          <cx:pt idx="1265">First_Product_Purchased</cx:pt>
          <cx:pt idx="1266">First_Product_Purchased</cx:pt>
          <cx:pt idx="1267">First_Product_Purchased</cx:pt>
          <cx:pt idx="1268">First_Product_Purchased</cx:pt>
          <cx:pt idx="1269">First_Product_Purchased</cx:pt>
          <cx:pt idx="1270">First_Product_Purchased</cx:pt>
          <cx:pt idx="1271">First_Product_Purchased</cx:pt>
          <cx:pt idx="1272">First_Product_Purchased</cx:pt>
          <cx:pt idx="1273">First_Product_Purchased</cx:pt>
          <cx:pt idx="1274">First_Product_Purchased</cx:pt>
          <cx:pt idx="1275">First_Product_Purchased</cx:pt>
          <cx:pt idx="1276">First_Product_Purchased</cx:pt>
          <cx:pt idx="1277">First_Product_Purchased</cx:pt>
          <cx:pt idx="1278">First_Product_Purchased</cx:pt>
          <cx:pt idx="1279">First_Product_Purchased</cx:pt>
          <cx:pt idx="1280">First_Product_Purchased</cx:pt>
          <cx:pt idx="1281">First_Product_Purchased</cx:pt>
          <cx:pt idx="1282">First_Product_Purchased</cx:pt>
          <cx:pt idx="1283">First_Product_Purchased</cx:pt>
          <cx:pt idx="1284">First_Product_Purchased</cx:pt>
          <cx:pt idx="1285">First_Product_Purchased</cx:pt>
          <cx:pt idx="1286">First_Product_Purchased</cx:pt>
          <cx:pt idx="1287">First_Product_Purchased</cx:pt>
          <cx:pt idx="1288">First_Product_Purchased</cx:pt>
          <cx:pt idx="1289">First_Product_Purchased</cx:pt>
          <cx:pt idx="1290">First_Product_Purchased</cx:pt>
          <cx:pt idx="1291">First_Product_Purchased</cx:pt>
          <cx:pt idx="1292">First_Product_Purchased</cx:pt>
          <cx:pt idx="1293">First_Product_Purchased</cx:pt>
          <cx:pt idx="1294">First_Product_Purchased</cx:pt>
          <cx:pt idx="1295">First_Product_Purchased</cx:pt>
          <cx:pt idx="1296">First_Product_Purchased</cx:pt>
          <cx:pt idx="1297">First_Product_Purchased</cx:pt>
          <cx:pt idx="1298">First_Product_Purchased</cx:pt>
          <cx:pt idx="1299">First_Product_Purchased</cx:pt>
          <cx:pt idx="1300">First_Product_Purchased</cx:pt>
          <cx:pt idx="1301">First_Product_Purchased</cx:pt>
          <cx:pt idx="1302">First_Product_Purchased</cx:pt>
          <cx:pt idx="1303">First_Product_Purchased</cx:pt>
          <cx:pt idx="1304">First_Product_Purchased</cx:pt>
          <cx:pt idx="1305">First_Product_Purchased</cx:pt>
          <cx:pt idx="1306">First_Product_Purchased</cx:pt>
          <cx:pt idx="1307">First_Product_Purchased</cx:pt>
          <cx:pt idx="1308">First_Product_Purchased</cx:pt>
          <cx:pt idx="1309">First_Product_Purchased</cx:pt>
          <cx:pt idx="1310">First_Product_Purchased</cx:pt>
          <cx:pt idx="1311">First_Product_Purchased</cx:pt>
          <cx:pt idx="1312">First_Product_Purchased</cx:pt>
          <cx:pt idx="1313">First_Product_Purchased</cx:pt>
          <cx:pt idx="1314">First_Product_Purchased</cx:pt>
          <cx:pt idx="1315">First_Product_Purchased</cx:pt>
          <cx:pt idx="1316">First_Product_Purchased</cx:pt>
          <cx:pt idx="1317">First_Product_Purchased</cx:pt>
          <cx:pt idx="1318">First_Product_Purchased</cx:pt>
          <cx:pt idx="1319">First_Product_Purchased</cx:pt>
          <cx:pt idx="1320">First_Product_Purchased</cx:pt>
          <cx:pt idx="1321">First_Product_Purchased</cx:pt>
          <cx:pt idx="1322">First_Product_Purchased</cx:pt>
          <cx:pt idx="1323">First_Product_Purchased</cx:pt>
          <cx:pt idx="1324">First_Product_Purchased</cx:pt>
          <cx:pt idx="1325">First_Product_Purchased</cx:pt>
          <cx:pt idx="1326">First_Product_Purchased</cx:pt>
          <cx:pt idx="1327">First_Product_Purchased</cx:pt>
          <cx:pt idx="1328">First_Product_Purchased</cx:pt>
          <cx:pt idx="1329">First_Product_Purchased</cx:pt>
          <cx:pt idx="1330">First_Product_Purchased</cx:pt>
          <cx:pt idx="1331">First_Product_Purchased</cx:pt>
          <cx:pt idx="1332">First_Product_Purchased</cx:pt>
          <cx:pt idx="1333">First_Product_Purchased</cx:pt>
          <cx:pt idx="1334">First_Product_Purchased</cx:pt>
          <cx:pt idx="1335">First_Product_Purchased</cx:pt>
          <cx:pt idx="1336">First_Product_Purchased</cx:pt>
          <cx:pt idx="1337">First_Product_Purchased</cx:pt>
          <cx:pt idx="1338">First_Product_Purchased</cx:pt>
          <cx:pt idx="1339">First_Product_Purchased</cx:pt>
          <cx:pt idx="1340">First_Product_Purchased</cx:pt>
          <cx:pt idx="1341">First_Product_Purchased</cx:pt>
          <cx:pt idx="1342">First_Product_Purchased</cx:pt>
          <cx:pt idx="1343">First_Product_Purchased</cx:pt>
          <cx:pt idx="1344">First_Product_Purchased</cx:pt>
          <cx:pt idx="1345">First_Product_Purchased</cx:pt>
          <cx:pt idx="1346">First_Product_Purchased</cx:pt>
          <cx:pt idx="1347">First_Product_Purchased</cx:pt>
          <cx:pt idx="1348">First_Product_Purchased</cx:pt>
          <cx:pt idx="1349">First_Product_Purchased</cx:pt>
          <cx:pt idx="1350">First_Product_Purchased</cx:pt>
          <cx:pt idx="1351">First_Product_Purchased</cx:pt>
          <cx:pt idx="1352">First_Product_Purchased</cx:pt>
          <cx:pt idx="1353">First_Product_Purchased</cx:pt>
          <cx:pt idx="1354">First_Product_Purchased</cx:pt>
          <cx:pt idx="1355">First_Product_Purchased</cx:pt>
          <cx:pt idx="1356">First_Product_Purchased</cx:pt>
          <cx:pt idx="1357">First_Product_Purchased</cx:pt>
          <cx:pt idx="1358">First_Product_Purchased</cx:pt>
          <cx:pt idx="1359">First_Product_Purchased</cx:pt>
          <cx:pt idx="1360">First_Product_Purchased</cx:pt>
          <cx:pt idx="1361">First_Product_Purchased</cx:pt>
          <cx:pt idx="1362">First_Product_Purchased</cx:pt>
          <cx:pt idx="1363">First_Product_Purchased</cx:pt>
          <cx:pt idx="1364">First_Product_Purchased</cx:pt>
          <cx:pt idx="1365">First_Product_Purchased</cx:pt>
          <cx:pt idx="1366">First_Product_Purchased</cx:pt>
          <cx:pt idx="1367">First_Product_Purchased</cx:pt>
          <cx:pt idx="1368">First_Product_Purchased</cx:pt>
          <cx:pt idx="1369">First_Product_Purchased</cx:pt>
          <cx:pt idx="1370">First_Product_Purchased</cx:pt>
          <cx:pt idx="1371">First_Product_Purchased</cx:pt>
          <cx:pt idx="1372">First_Product_Purchased</cx:pt>
          <cx:pt idx="1373">First_Product_Purchased</cx:pt>
          <cx:pt idx="1374">First_Product_Purchased</cx:pt>
          <cx:pt idx="1375">First_Product_Purchased</cx:pt>
          <cx:pt idx="1376">First_Product_Purchased</cx:pt>
          <cx:pt idx="1377">First_Product_Purchased</cx:pt>
          <cx:pt idx="1378">First_Product_Purchased</cx:pt>
          <cx:pt idx="1379">First_Product_Purchased</cx:pt>
          <cx:pt idx="1380">First_Product_Purchased</cx:pt>
          <cx:pt idx="1381">First_Product_Purchased</cx:pt>
          <cx:pt idx="1382">First_Product_Purchased</cx:pt>
          <cx:pt idx="1383">First_Product_Purchased</cx:pt>
          <cx:pt idx="1384">First_Product_Purchased</cx:pt>
          <cx:pt idx="1385">First_Product_Purchased</cx:pt>
          <cx:pt idx="1386">First_Product_Purchased</cx:pt>
          <cx:pt idx="1387">First_Product_Purchased</cx:pt>
          <cx:pt idx="1388">First_Product_Purchased</cx:pt>
          <cx:pt idx="1389">First_Product_Purchased</cx:pt>
          <cx:pt idx="1390">First_Product_Purchased</cx:pt>
          <cx:pt idx="1391">First_Product_Purchased</cx:pt>
          <cx:pt idx="1392">First_Product_Purchased</cx:pt>
          <cx:pt idx="1393">First_Product_Purchased</cx:pt>
          <cx:pt idx="1394">First_Product_Purchased</cx:pt>
          <cx:pt idx="1395">First_Product_Purchased</cx:pt>
          <cx:pt idx="1396">First_Product_Purchased</cx:pt>
          <cx:pt idx="1397">First_Product_Purchased</cx:pt>
          <cx:pt idx="1398">First_Product_Purchased</cx:pt>
          <cx:pt idx="1399">First_Product_Purchased</cx:pt>
          <cx:pt idx="1400">First_Product_Purchased</cx:pt>
          <cx:pt idx="1401">First_Product_Purchased</cx:pt>
          <cx:pt idx="1402">First_Product_Purchased</cx:pt>
          <cx:pt idx="1403">First_Product_Purchased</cx:pt>
          <cx:pt idx="1404">First_Product_Purchased</cx:pt>
          <cx:pt idx="1405">First_Product_Purchased</cx:pt>
          <cx:pt idx="1406">First_Product_Purchased</cx:pt>
          <cx:pt idx="1407">First_Product_Purchased</cx:pt>
          <cx:pt idx="1408">First_Product_Purchased</cx:pt>
          <cx:pt idx="1409">First_Product_Purchased</cx:pt>
          <cx:pt idx="1410">First_Product_Purchased</cx:pt>
          <cx:pt idx="1411">First_Product_Purchased</cx:pt>
          <cx:pt idx="1412">First_Product_Purchased</cx:pt>
          <cx:pt idx="1413">First_Product_Purchased</cx:pt>
          <cx:pt idx="1414">First_Product_Purchased</cx:pt>
          <cx:pt idx="1415">First_Product_Purchased</cx:pt>
          <cx:pt idx="1416">First_Product_Purchased</cx:pt>
          <cx:pt idx="1417">First_Product_Purchased</cx:pt>
          <cx:pt idx="1418">First_Product_Purchased</cx:pt>
          <cx:pt idx="1419">First_Product_Purchased</cx:pt>
          <cx:pt idx="1420">First_Product_Purchased</cx:pt>
          <cx:pt idx="1421">First_Product_Purchased</cx:pt>
          <cx:pt idx="1422">First_Product_Purchased</cx:pt>
          <cx:pt idx="1423">First_Product_Purchased</cx:pt>
          <cx:pt idx="1424">First_Product_Purchased</cx:pt>
          <cx:pt idx="1425">First_Product_Purchased</cx:pt>
          <cx:pt idx="1426">First_Product_Purchased</cx:pt>
          <cx:pt idx="1427">First_Product_Purchased</cx:pt>
          <cx:pt idx="1428">First_Product_Purchased</cx:pt>
          <cx:pt idx="1429">First_Product_Purchased</cx:pt>
          <cx:pt idx="1430">First_Product_Purchased</cx:pt>
          <cx:pt idx="1431">First_Product_Purchased</cx:pt>
          <cx:pt idx="1432">First_Product_Purchased</cx:pt>
          <cx:pt idx="1433">First_Product_Purchased</cx:pt>
          <cx:pt idx="1434">First_Product_Purchased</cx:pt>
          <cx:pt idx="1435">First_Product_Purchased</cx:pt>
          <cx:pt idx="1436">First_Product_Purchased</cx:pt>
          <cx:pt idx="1437">First_Product_Purchased</cx:pt>
          <cx:pt idx="1438">First_Product_Purchased</cx:pt>
          <cx:pt idx="1439">First_Product_Purchased</cx:pt>
          <cx:pt idx="1440">First_Product_Purchased</cx:pt>
          <cx:pt idx="1441">First_Product_Purchased</cx:pt>
          <cx:pt idx="1442">First_Product_Purchased</cx:pt>
          <cx:pt idx="1443">First_Product_Purchased</cx:pt>
          <cx:pt idx="1444">First_Product_Purchased</cx:pt>
          <cx:pt idx="1445">First_Product_Purchased</cx:pt>
          <cx:pt idx="1446">First_Product_Purchased</cx:pt>
          <cx:pt idx="1447">First_Product_Purchased</cx:pt>
          <cx:pt idx="1448">First_Product_Purchased</cx:pt>
          <cx:pt idx="1449">First_Product_Purchased</cx:pt>
          <cx:pt idx="1450">First_Product_Purchased</cx:pt>
          <cx:pt idx="1451">First_Product_Purchased</cx:pt>
          <cx:pt idx="1452">First_Product_Purchased</cx:pt>
          <cx:pt idx="1453">First_Product_Purchased</cx:pt>
          <cx:pt idx="1454">First_Product_Purchased</cx:pt>
          <cx:pt idx="1455">First_Product_Purchased</cx:pt>
          <cx:pt idx="1456">First_Product_Purchased</cx:pt>
          <cx:pt idx="1457">First_Product_Purchased</cx:pt>
          <cx:pt idx="1458">First_Product_Purchased</cx:pt>
          <cx:pt idx="1459">First_Product_Purchased</cx:pt>
          <cx:pt idx="1460">First_Product_Purchased</cx:pt>
          <cx:pt idx="1461">First_Product_Purchased</cx:pt>
          <cx:pt idx="1462">First_Product_Purchased</cx:pt>
          <cx:pt idx="1463">First_Product_Purchased</cx:pt>
          <cx:pt idx="1464">First_Product_Purchased</cx:pt>
          <cx:pt idx="1465">First_Product_Purchased</cx:pt>
          <cx:pt idx="1466">First_Product_Purchased</cx:pt>
          <cx:pt idx="1467">First_Product_Purchased</cx:pt>
          <cx:pt idx="1468">First_Product_Purchased</cx:pt>
          <cx:pt idx="1469">First_Product_Purchased</cx:pt>
          <cx:pt idx="1470">First_Product_Purchased</cx:pt>
          <cx:pt idx="1471">First_Product_Purchased</cx:pt>
          <cx:pt idx="1472">First_Product_Purchased</cx:pt>
          <cx:pt idx="1473">First_Product_Purchased</cx:pt>
          <cx:pt idx="1474">First_Product_Purchased</cx:pt>
          <cx:pt idx="1475">First_Product_Purchased</cx:pt>
          <cx:pt idx="1476">First_Product_Purchased</cx:pt>
          <cx:pt idx="1477">First_Product_Purchased</cx:pt>
          <cx:pt idx="1478">First_Product_Purchased</cx:pt>
          <cx:pt idx="1479">First_Product_Purchased</cx:pt>
          <cx:pt idx="1480">First_Product_Purchased</cx:pt>
          <cx:pt idx="1481">First_Product_Purchased</cx:pt>
          <cx:pt idx="1482">First_Product_Purchased</cx:pt>
          <cx:pt idx="1483">First_Product_Purchased</cx:pt>
          <cx:pt idx="1484">First_Product_Purchased</cx:pt>
          <cx:pt idx="1485">First_Product_Purchased</cx:pt>
          <cx:pt idx="1486">First_Product_Purchased</cx:pt>
          <cx:pt idx="1487">First_Product_Purchased</cx:pt>
          <cx:pt idx="1488">First_Product_Purchased</cx:pt>
          <cx:pt idx="1489">First_Product_Purchased</cx:pt>
          <cx:pt idx="1490">First_Product_Purchased</cx:pt>
          <cx:pt idx="1491">First_Product_Purchased</cx:pt>
          <cx:pt idx="1492">First_Product_Purchased</cx:pt>
          <cx:pt idx="1493">First_Product_Purchased</cx:pt>
          <cx:pt idx="1494">First_Product_Purchased</cx:pt>
          <cx:pt idx="1495">First_Product_Purchased</cx:pt>
          <cx:pt idx="1496">First_Product_Purchased</cx:pt>
          <cx:pt idx="1497">First_Product_Purchased</cx:pt>
          <cx:pt idx="1498">First_Product_Purchased</cx:pt>
          <cx:pt idx="1499">First_Product_Purchased</cx:pt>
          <cx:pt idx="1500">First_Product_Purchased</cx:pt>
          <cx:pt idx="1501">First_Product_Purchased</cx:pt>
          <cx:pt idx="1502">First_Product_Purchased</cx:pt>
          <cx:pt idx="1503">First_Product_Purchased</cx:pt>
          <cx:pt idx="1504">First_Product_Purchased</cx:pt>
          <cx:pt idx="1505">First_Product_Purchased</cx:pt>
          <cx:pt idx="1506">First_Product_Purchased</cx:pt>
          <cx:pt idx="1507">First_Product_Purchased</cx:pt>
          <cx:pt idx="1508">First_Product_Purchased</cx:pt>
          <cx:pt idx="1509">First_Product_Purchased</cx:pt>
          <cx:pt idx="1510">First_Product_Purchased</cx:pt>
          <cx:pt idx="1511">First_Product_Purchased</cx:pt>
          <cx:pt idx="1512">First_Product_Purchased</cx:pt>
          <cx:pt idx="1513">First_Product_Purchased</cx:pt>
          <cx:pt idx="1514">First_Product_Purchased</cx:pt>
          <cx:pt idx="1515">First_Product_Purchased</cx:pt>
          <cx:pt idx="1516">First_Product_Purchased</cx:pt>
          <cx:pt idx="1517">First_Product_Purchased</cx:pt>
          <cx:pt idx="1518">First_Product_Purchased</cx:pt>
          <cx:pt idx="1519">First_Product_Purchased</cx:pt>
          <cx:pt idx="1520">First_Product_Purchased</cx:pt>
          <cx:pt idx="1521">First_Product_Purchased</cx:pt>
          <cx:pt idx="1522">First_Product_Purchased</cx:pt>
          <cx:pt idx="1523">First_Product_Purchased</cx:pt>
          <cx:pt idx="1524">First_Product_Purchased</cx:pt>
          <cx:pt idx="1525">First_Product_Purchased</cx:pt>
          <cx:pt idx="1526">First_Product_Purchased</cx:pt>
          <cx:pt idx="1527">First_Product_Purchased</cx:pt>
          <cx:pt idx="1528">First_Product_Purchased</cx:pt>
          <cx:pt idx="1529">First_Product_Purchased</cx:pt>
          <cx:pt idx="1530">First_Product_Purchased</cx:pt>
          <cx:pt idx="1531">First_Product_Purchased</cx:pt>
          <cx:pt idx="1532">First_Product_Purchased</cx:pt>
          <cx:pt idx="1533">First_Product_Purchased</cx:pt>
          <cx:pt idx="1534">First_Product_Purchased</cx:pt>
          <cx:pt idx="1535">First_Product_Purchased</cx:pt>
          <cx:pt idx="1536">First_Product_Purchased</cx:pt>
          <cx:pt idx="1537">First_Product_Purchased</cx:pt>
          <cx:pt idx="1538">First_Product_Purchased</cx:pt>
          <cx:pt idx="1539">First_Product_Purchased</cx:pt>
          <cx:pt idx="1540">First_Product_Purchased</cx:pt>
          <cx:pt idx="1541">First_Product_Purchased</cx:pt>
          <cx:pt idx="1542">First_Product_Purchased</cx:pt>
          <cx:pt idx="1543">First_Product_Purchased</cx:pt>
          <cx:pt idx="1544">First_Product_Purchased</cx:pt>
          <cx:pt idx="1545">First_Product_Purchased</cx:pt>
          <cx:pt idx="1546">First_Product_Purchased</cx:pt>
          <cx:pt idx="1547">First_Product_Purchased</cx:pt>
          <cx:pt idx="1548">First_Product_Purchased</cx:pt>
          <cx:pt idx="1549">First_Product_Purchased</cx:pt>
          <cx:pt idx="1550">First_Product_Purchased</cx:pt>
          <cx:pt idx="1551">First_Product_Purchased</cx:pt>
          <cx:pt idx="1552">First_Product_Purchased</cx:pt>
          <cx:pt idx="1553">First_Product_Purchased</cx:pt>
          <cx:pt idx="1554">First_Product_Purchased</cx:pt>
          <cx:pt idx="1555">First_Product_Purchased</cx:pt>
          <cx:pt idx="1556">First_Product_Purchased</cx:pt>
          <cx:pt idx="1557">First_Product_Purchased</cx:pt>
          <cx:pt idx="1558">First_Product_Purchased</cx:pt>
          <cx:pt idx="1559">First_Product_Purchased</cx:pt>
          <cx:pt idx="1560">First_Product_Purchased</cx:pt>
          <cx:pt idx="1561">First_Product_Purchased</cx:pt>
          <cx:pt idx="1562">First_Product_Purchased</cx:pt>
          <cx:pt idx="1563">First_Product_Purchased</cx:pt>
          <cx:pt idx="1564">First_Product_Purchased</cx:pt>
          <cx:pt idx="1565">First_Product_Purchased</cx:pt>
          <cx:pt idx="1566">First_Product_Purchased</cx:pt>
          <cx:pt idx="1567">First_Product_Purchased</cx:pt>
          <cx:pt idx="1568">First_Product_Purchased</cx:pt>
          <cx:pt idx="1569">First_Product_Purchased</cx:pt>
          <cx:pt idx="1570">First_Product_Purchased</cx:pt>
          <cx:pt idx="1571">First_Product_Purchased</cx:pt>
          <cx:pt idx="1572">First_Product_Purchased</cx:pt>
          <cx:pt idx="1573">First_Product_Purchased</cx:pt>
          <cx:pt idx="1574">First_Product_Purchased</cx:pt>
          <cx:pt idx="1575">First_Product_Purchased</cx:pt>
          <cx:pt idx="1576">First_Product_Purchased</cx:pt>
          <cx:pt idx="1577">First_Product_Purchased</cx:pt>
          <cx:pt idx="1578">First_Product_Purchased</cx:pt>
          <cx:pt idx="1579">First_Product_Purchased</cx:pt>
          <cx:pt idx="1580">First_Product_Purchased</cx:pt>
          <cx:pt idx="1581">First_Product_Purchased</cx:pt>
          <cx:pt idx="1582">First_Product_Purchased</cx:pt>
          <cx:pt idx="1583">First_Product_Purchased</cx:pt>
          <cx:pt idx="1584">First_Product_Purchased</cx:pt>
          <cx:pt idx="1585">First_Product_Purchased</cx:pt>
          <cx:pt idx="1586">First_Product_Purchased</cx:pt>
          <cx:pt idx="1587">First_Product_Purchased</cx:pt>
          <cx:pt idx="1588">First_Product_Purchased</cx:pt>
          <cx:pt idx="1589">First_Product_Purchased</cx:pt>
          <cx:pt idx="1590">First_Product_Purchased</cx:pt>
          <cx:pt idx="1591">First_Product_Purchased</cx:pt>
          <cx:pt idx="1592">First_Product_Purchased</cx:pt>
          <cx:pt idx="1593">First_Product_Purchased</cx:pt>
          <cx:pt idx="1594">First_Product_Purchased</cx:pt>
          <cx:pt idx="1595">First_Product_Purchased</cx:pt>
          <cx:pt idx="1596">First_Product_Purchased</cx:pt>
          <cx:pt idx="1597">First_Product_Purchased</cx:pt>
          <cx:pt idx="1598">First_Product_Purchased</cx:pt>
          <cx:pt idx="1599">First_Product_Purchased</cx:pt>
          <cx:pt idx="1600">First_Product_Purchased</cx:pt>
          <cx:pt idx="1601">First_Product_Purchased</cx:pt>
          <cx:pt idx="1602">First_Product_Purchased</cx:pt>
          <cx:pt idx="1603">First_Product_Purchased</cx:pt>
          <cx:pt idx="1604">First_Product_Purchased</cx:pt>
          <cx:pt idx="1605">First_Product_Purchased</cx:pt>
          <cx:pt idx="1606">First_Product_Purchased</cx:pt>
          <cx:pt idx="1607">First_Product_Purchased</cx:pt>
          <cx:pt idx="1608">First_Product_Purchased</cx:pt>
          <cx:pt idx="1609">First_Product_Purchased</cx:pt>
          <cx:pt idx="1610">First_Product_Purchased</cx:pt>
          <cx:pt idx="1611">First_Product_Purchased</cx:pt>
          <cx:pt idx="1612">First_Product_Purchased</cx:pt>
          <cx:pt idx="1613">First_Product_Purchased</cx:pt>
          <cx:pt idx="1614">First_Product_Purchased</cx:pt>
          <cx:pt idx="1615">First_Product_Purchased</cx:pt>
          <cx:pt idx="1616">First_Product_Purchased</cx:pt>
          <cx:pt idx="1617">First_Product_Purchased</cx:pt>
          <cx:pt idx="1618">First_Product_Purchased</cx:pt>
          <cx:pt idx="1619">First_Product_Purchased</cx:pt>
          <cx:pt idx="1620">First_Product_Purchased</cx:pt>
          <cx:pt idx="1621">First_Product_Purchased</cx:pt>
          <cx:pt idx="1622">First_Product_Purchased</cx:pt>
          <cx:pt idx="1623">First_Product_Purchased</cx:pt>
          <cx:pt idx="1624">First_Product_Purchased</cx:pt>
          <cx:pt idx="1625">First_Product_Purchased</cx:pt>
          <cx:pt idx="1626">First_Product_Purchased</cx:pt>
          <cx:pt idx="1627">First_Product_Purchased</cx:pt>
          <cx:pt idx="1628">First_Product_Purchased</cx:pt>
          <cx:pt idx="1629">First_Product_Purchased</cx:pt>
          <cx:pt idx="1630">First_Product_Purchased</cx:pt>
          <cx:pt idx="1631">First_Product_Purchased</cx:pt>
          <cx:pt idx="1632">First_Product_Purchased</cx:pt>
          <cx:pt idx="1633">First_Product_Purchased</cx:pt>
          <cx:pt idx="1634">First_Product_Purchased</cx:pt>
          <cx:pt idx="1635">First_Product_Purchased</cx:pt>
          <cx:pt idx="1636">First_Product_Purchased</cx:pt>
          <cx:pt idx="1637">First_Product_Purchased</cx:pt>
          <cx:pt idx="1638">First_Product_Purchased</cx:pt>
          <cx:pt idx="1639">First_Product_Purchased</cx:pt>
          <cx:pt idx="1640">First_Product_Purchased</cx:pt>
          <cx:pt idx="1641">First_Product_Purchased</cx:pt>
          <cx:pt idx="1642">First_Product_Purchased</cx:pt>
          <cx:pt idx="1643">First_Product_Purchased</cx:pt>
          <cx:pt idx="1644">First_Product_Purchased</cx:pt>
          <cx:pt idx="1645">First_Product_Purchased</cx:pt>
          <cx:pt idx="1646">First_Product_Purchased</cx:pt>
          <cx:pt idx="1647">First_Product_Purchased</cx:pt>
          <cx:pt idx="1648">First_Product_Purchased</cx:pt>
          <cx:pt idx="1649">First_Product_Purchased</cx:pt>
          <cx:pt idx="1650">First_Product_Purchased</cx:pt>
          <cx:pt idx="1651">First_Product_Purchased</cx:pt>
          <cx:pt idx="1652">First_Product_Purchased</cx:pt>
          <cx:pt idx="1653">First_Product_Purchased</cx:pt>
          <cx:pt idx="1654">First_Product_Purchased</cx:pt>
          <cx:pt idx="1655">First_Product_Purchased</cx:pt>
          <cx:pt idx="1656">First_Product_Purchased</cx:pt>
          <cx:pt idx="1657">First_Product_Purchased</cx:pt>
          <cx:pt idx="1658">First_Product_Purchased</cx:pt>
          <cx:pt idx="1659">First_Product_Purchased</cx:pt>
          <cx:pt idx="1660">First_Product_Purchased</cx:pt>
          <cx:pt idx="1661">First_Product_Purchased</cx:pt>
          <cx:pt idx="1662">First_Product_Purchased</cx:pt>
          <cx:pt idx="1663">First_Product_Purchased</cx:pt>
          <cx:pt idx="1664">First_Product_Purchased</cx:pt>
          <cx:pt idx="1665">First_Product_Purchased</cx:pt>
          <cx:pt idx="1666">First_Product_Purchased</cx:pt>
          <cx:pt idx="1667">First_Product_Purchased</cx:pt>
          <cx:pt idx="1668">First_Product_Purchased</cx:pt>
          <cx:pt idx="1669">First_Product_Purchased</cx:pt>
          <cx:pt idx="1670">First_Product_Purchased</cx:pt>
          <cx:pt idx="1671">First_Product_Purchased</cx:pt>
          <cx:pt idx="1672">First_Product_Purchased</cx:pt>
          <cx:pt idx="1673">First_Product_Purchased</cx:pt>
          <cx:pt idx="1674">First_Product_Purchased</cx:pt>
          <cx:pt idx="1675">First_Product_Purchased</cx:pt>
          <cx:pt idx="1676">First_Product_Purchased</cx:pt>
          <cx:pt idx="1677">First_Product_Purchased</cx:pt>
          <cx:pt idx="1678">First_Product_Purchased</cx:pt>
          <cx:pt idx="1679">First_Product_Purchased</cx:pt>
          <cx:pt idx="1680">First_Product_Purchased</cx:pt>
          <cx:pt idx="1681">First_Product_Purchased</cx:pt>
          <cx:pt idx="1682">First_Product_Purchased</cx:pt>
          <cx:pt idx="1683">First_Product_Purchased</cx:pt>
          <cx:pt idx="1684">First_Product_Purchased</cx:pt>
          <cx:pt idx="1685">First_Product_Purchased</cx:pt>
          <cx:pt idx="1686">First_Product_Purchased</cx:pt>
          <cx:pt idx="1687">First_Product_Purchased</cx:pt>
          <cx:pt idx="1688">First_Product_Purchased</cx:pt>
          <cx:pt idx="1689">First_Product_Purchased</cx:pt>
          <cx:pt idx="1690">First_Product_Purchased</cx:pt>
          <cx:pt idx="1691">First_Product_Purchased</cx:pt>
          <cx:pt idx="1692">First_Product_Purchased</cx:pt>
          <cx:pt idx="1693">First_Product_Purchased</cx:pt>
          <cx:pt idx="1694">First_Product_Purchased</cx:pt>
          <cx:pt idx="1695">First_Product_Purchased</cx:pt>
          <cx:pt idx="1696">First_Product_Purchased</cx:pt>
          <cx:pt idx="1697">First_Product_Purchased</cx:pt>
          <cx:pt idx="1698">First_Product_Purchased</cx:pt>
          <cx:pt idx="1699">First_Product_Purchased</cx:pt>
          <cx:pt idx="1700">First_Product_Purchased</cx:pt>
          <cx:pt idx="1701">First_Product_Purchased</cx:pt>
          <cx:pt idx="1702">First_Product_Purchased</cx:pt>
          <cx:pt idx="1703">First_Product_Purchased</cx:pt>
          <cx:pt idx="1704">First_Product_Purchased</cx:pt>
          <cx:pt idx="1705">First_Product_Purchased</cx:pt>
          <cx:pt idx="1706">First_Product_Purchased</cx:pt>
          <cx:pt idx="1707">First_Product_Purchased</cx:pt>
          <cx:pt idx="1708">First_Product_Purchased</cx:pt>
          <cx:pt idx="1709">First_Product_Purchased</cx:pt>
          <cx:pt idx="1710">First_Product_Purchased</cx:pt>
          <cx:pt idx="1711">First_Product_Purchased</cx:pt>
          <cx:pt idx="1712">First_Product_Purchased</cx:pt>
          <cx:pt idx="1713">First_Product_Purchased</cx:pt>
          <cx:pt idx="1714">First_Product_Purchased</cx:pt>
          <cx:pt idx="1715">First_Product_Purchased</cx:pt>
          <cx:pt idx="1716">First_Product_Purchased</cx:pt>
          <cx:pt idx="1717">First_Product_Purchased</cx:pt>
          <cx:pt idx="1718">First_Product_Purchased</cx:pt>
          <cx:pt idx="1719">First_Product_Purchased</cx:pt>
          <cx:pt idx="1720">First_Product_Purchased</cx:pt>
          <cx:pt idx="1721">First_Product_Purchased</cx:pt>
          <cx:pt idx="1722">First_Product_Purchased</cx:pt>
          <cx:pt idx="1723">First_Product_Purchased</cx:pt>
          <cx:pt idx="1724">First_Product_Purchased</cx:pt>
          <cx:pt idx="1725">First_Product_Purchased</cx:pt>
          <cx:pt idx="1726">First_Product_Purchased</cx:pt>
          <cx:pt idx="1727">First_Product_Purchased</cx:pt>
          <cx:pt idx="1728">First_Product_Purchased</cx:pt>
          <cx:pt idx="1729">First_Product_Purchased</cx:pt>
          <cx:pt idx="1730">First_Product_Purchased</cx:pt>
          <cx:pt idx="1731">First_Product_Purchased</cx:pt>
          <cx:pt idx="1732">First_Product_Purchased</cx:pt>
          <cx:pt idx="1733">First_Product_Purchased</cx:pt>
          <cx:pt idx="1734">First_Product_Purchased</cx:pt>
          <cx:pt idx="1735">First_Product_Purchased</cx:pt>
          <cx:pt idx="1736">First_Product_Purchased</cx:pt>
          <cx:pt idx="1737">First_Product_Purchased</cx:pt>
          <cx:pt idx="1738">First_Product_Purchased</cx:pt>
          <cx:pt idx="1739">First_Product_Purchased</cx:pt>
          <cx:pt idx="1740">First_Product_Purchased</cx:pt>
          <cx:pt idx="1741">First_Product_Purchased</cx:pt>
          <cx:pt idx="1742">First_Product_Purchased</cx:pt>
          <cx:pt idx="1743">First_Product_Purchased</cx:pt>
          <cx:pt idx="1744">First_Product_Purchased</cx:pt>
          <cx:pt idx="1745">First_Product_Purchased</cx:pt>
          <cx:pt idx="1746">First_Product_Purchased</cx:pt>
          <cx:pt idx="1747">First_Product_Purchased</cx:pt>
          <cx:pt idx="1748">First_Product_Purchased</cx:pt>
          <cx:pt idx="1749">First_Product_Purchased</cx:pt>
          <cx:pt idx="1750">First_Product_Purchased</cx:pt>
          <cx:pt idx="1751">First_Product_Purchased</cx:pt>
          <cx:pt idx="1752">First_Product_Purchased</cx:pt>
          <cx:pt idx="1753">First_Product_Purchased</cx:pt>
          <cx:pt idx="1754">First_Product_Purchased</cx:pt>
          <cx:pt idx="1755">First_Product_Purchased</cx:pt>
          <cx:pt idx="1756">First_Product_Purchased</cx:pt>
          <cx:pt idx="1757">First_Product_Purchased</cx:pt>
          <cx:pt idx="1758">First_Product_Purchased</cx:pt>
          <cx:pt idx="1759">First_Product_Purchased</cx:pt>
          <cx:pt idx="1760">First_Product_Purchased</cx:pt>
          <cx:pt idx="1761">First_Product_Purchased</cx:pt>
          <cx:pt idx="1762">First_Product_Purchased</cx:pt>
          <cx:pt idx="1763">First_Product_Purchased</cx:pt>
          <cx:pt idx="1764">First_Product_Purchased</cx:pt>
          <cx:pt idx="1765">First_Product_Purchased</cx:pt>
          <cx:pt idx="1766">First_Product_Purchased</cx:pt>
          <cx:pt idx="1767">First_Product_Purchased</cx:pt>
          <cx:pt idx="1768">First_Product_Purchased</cx:pt>
          <cx:pt idx="1769">First_Product_Purchased</cx:pt>
          <cx:pt idx="1770">First_Product_Purchased</cx:pt>
          <cx:pt idx="1771">First_Product_Purchased</cx:pt>
          <cx:pt idx="1772">First_Product_Purchased</cx:pt>
          <cx:pt idx="1773">First_Product_Purchased</cx:pt>
          <cx:pt idx="1774">First_Product_Purchased</cx:pt>
          <cx:pt idx="1775">First_Product_Purchased</cx:pt>
          <cx:pt idx="1776">First_Product_Purchased</cx:pt>
          <cx:pt idx="1777">First_Product_Purchased</cx:pt>
          <cx:pt idx="1778">First_Product_Purchased</cx:pt>
          <cx:pt idx="1779">First_Product_Purchased</cx:pt>
          <cx:pt idx="1780">First_Product_Purchased</cx:pt>
          <cx:pt idx="1781">First_Product_Purchased</cx:pt>
          <cx:pt idx="1782">First_Product_Purchased</cx:pt>
          <cx:pt idx="1783">First_Product_Purchased</cx:pt>
          <cx:pt idx="1784">First_Product_Purchased</cx:pt>
          <cx:pt idx="1785">First_Product_Purchased</cx:pt>
          <cx:pt idx="1786">First_Product_Purchased</cx:pt>
          <cx:pt idx="1787">First_Product_Purchased</cx:pt>
          <cx:pt idx="1788">First_Product_Purchased</cx:pt>
          <cx:pt idx="1789">First_Product_Purchased</cx:pt>
          <cx:pt idx="1790">First_Product_Purchased</cx:pt>
          <cx:pt idx="1791">First_Product_Purchased</cx:pt>
          <cx:pt idx="1792">First_Product_Purchased</cx:pt>
          <cx:pt idx="1793">First_Product_Purchased</cx:pt>
          <cx:pt idx="1794">First_Product_Purchased</cx:pt>
          <cx:pt idx="1795">First_Product_Purchased</cx:pt>
          <cx:pt idx="1796">First_Product_Purchased</cx:pt>
          <cx:pt idx="1797">First_Product_Purchased</cx:pt>
          <cx:pt idx="1798">First_Product_Purchased</cx:pt>
          <cx:pt idx="1799">First_Product_Purchased</cx:pt>
          <cx:pt idx="1800">First_Product_Purchased</cx:pt>
          <cx:pt idx="1801">First_Product_Purchased</cx:pt>
          <cx:pt idx="1802">First_Product_Purchased</cx:pt>
          <cx:pt idx="1803">First_Product_Purchased</cx:pt>
          <cx:pt idx="1804">First_Product_Purchased</cx:pt>
          <cx:pt idx="1805">First_Product_Purchased</cx:pt>
          <cx:pt idx="1806">First_Product_Purchased</cx:pt>
          <cx:pt idx="1807">First_Product_Purchased</cx:pt>
          <cx:pt idx="1808">First_Product_Purchased</cx:pt>
          <cx:pt idx="1809">First_Product_Purchased</cx:pt>
          <cx:pt idx="1810">First_Product_Purchased</cx:pt>
          <cx:pt idx="1811">First_Product_Purchased</cx:pt>
          <cx:pt idx="1812">First_Product_Purchased</cx:pt>
          <cx:pt idx="1813">First_Product_Purchased</cx:pt>
          <cx:pt idx="1814">First_Product_Purchased</cx:pt>
          <cx:pt idx="1815">First_Product_Purchased</cx:pt>
          <cx:pt idx="1816">First_Product_Purchased</cx:pt>
          <cx:pt idx="1817">First_Product_Purchased</cx:pt>
          <cx:pt idx="1818">First_Product_Purchased</cx:pt>
          <cx:pt idx="1819">First_Product_Purchased</cx:pt>
          <cx:pt idx="1820">First_Product_Purchased</cx:pt>
          <cx:pt idx="1821">First_Product_Purchased</cx:pt>
          <cx:pt idx="1822">First_Product_Purchased</cx:pt>
          <cx:pt idx="1823">First_Product_Purchased</cx:pt>
          <cx:pt idx="1824">First_Product_Purchased</cx:pt>
          <cx:pt idx="1825">First_Product_Purchased</cx:pt>
          <cx:pt idx="1826">First_Product_Purchased</cx:pt>
          <cx:pt idx="1827">First_Product_Purchased</cx:pt>
          <cx:pt idx="1828">First_Product_Purchased</cx:pt>
          <cx:pt idx="1829">First_Product_Purchased</cx:pt>
          <cx:pt idx="1830">First_Product_Purchased</cx:pt>
          <cx:pt idx="1831">First_Product_Purchased</cx:pt>
          <cx:pt idx="1832">First_Product_Purchased</cx:pt>
          <cx:pt idx="1833">First_Product_Purchased</cx:pt>
          <cx:pt idx="1834">First_Product_Purchased</cx:pt>
          <cx:pt idx="1835">First_Product_Purchased</cx:pt>
          <cx:pt idx="1836">First_Product_Purchased</cx:pt>
          <cx:pt idx="1837">First_Product_Purchased</cx:pt>
          <cx:pt idx="1838">First_Product_Purchased</cx:pt>
          <cx:pt idx="1839">First_Product_Purchased</cx:pt>
          <cx:pt idx="1840">First_Product_Purchased</cx:pt>
          <cx:pt idx="1841">First_Product_Purchased</cx:pt>
          <cx:pt idx="1842">First_Product_Purchased</cx:pt>
          <cx:pt idx="1843">First_Product_Purchased</cx:pt>
          <cx:pt idx="1844">First_Product_Purchased</cx:pt>
          <cx:pt idx="1845">First_Product_Purchased</cx:pt>
          <cx:pt idx="1846">First_Product_Purchased</cx:pt>
          <cx:pt idx="1847">First_Product_Purchased</cx:pt>
          <cx:pt idx="1848">First_Product_Purchased</cx:pt>
          <cx:pt idx="1849">First_Product_Purchased</cx:pt>
          <cx:pt idx="1850">First_Product_Purchased</cx:pt>
          <cx:pt idx="1851">First_Product_Purchased</cx:pt>
          <cx:pt idx="1852">First_Product_Purchased</cx:pt>
          <cx:pt idx="1853">First_Product_Purchased</cx:pt>
          <cx:pt idx="1854">First_Product_Purchased</cx:pt>
          <cx:pt idx="1855">First_Product_Purchased</cx:pt>
          <cx:pt idx="1856">First_Product_Purchased</cx:pt>
          <cx:pt idx="1857">First_Product_Purchased</cx:pt>
          <cx:pt idx="1858">First_Product_Purchased</cx:pt>
          <cx:pt idx="1859">First_Product_Purchased</cx:pt>
          <cx:pt idx="1860">First_Product_Purchased</cx:pt>
          <cx:pt idx="1861">First_Product_Purchased</cx:pt>
          <cx:pt idx="1862">First_Product_Purchased</cx:pt>
          <cx:pt idx="1863">First_Product_Purchased</cx:pt>
          <cx:pt idx="1864">First_Product_Purchased</cx:pt>
          <cx:pt idx="1865">First_Product_Purchased</cx:pt>
          <cx:pt idx="1866">First_Product_Purchased</cx:pt>
          <cx:pt idx="1867">First_Product_Purchased</cx:pt>
          <cx:pt idx="1868">First_Product_Purchased</cx:pt>
          <cx:pt idx="1869">First_Product_Purchased</cx:pt>
          <cx:pt idx="1870">First_Product_Purchased</cx:pt>
          <cx:pt idx="1871">First_Product_Purchased</cx:pt>
          <cx:pt idx="1872">First_Product_Purchased</cx:pt>
          <cx:pt idx="1873">First_Product_Purchased</cx:pt>
          <cx:pt idx="1874">First_Product_Purchased</cx:pt>
          <cx:pt idx="1875">First_Product_Purchased</cx:pt>
          <cx:pt idx="1876">First_Product_Purchased</cx:pt>
          <cx:pt idx="1877">First_Product_Purchased</cx:pt>
          <cx:pt idx="1878">First_Product_Purchased</cx:pt>
          <cx:pt idx="1879">First_Product_Purchased</cx:pt>
          <cx:pt idx="1880">First_Product_Purchased</cx:pt>
          <cx:pt idx="1881">First_Product_Purchased</cx:pt>
          <cx:pt idx="1882">First_Product_Purchased</cx:pt>
          <cx:pt idx="1883">First_Product_Purchased</cx:pt>
          <cx:pt idx="1884">First_Product_Purchased</cx:pt>
          <cx:pt idx="1885">First_Product_Purchased</cx:pt>
          <cx:pt idx="1886">First_Product_Purchased</cx:pt>
          <cx:pt idx="1887">First_Product_Purchased</cx:pt>
          <cx:pt idx="1888">First_Product_Purchased</cx:pt>
          <cx:pt idx="1889">First_Product_Purchased</cx:pt>
          <cx:pt idx="1890">First_Product_Purchased</cx:pt>
          <cx:pt idx="1891">First_Product_Purchased</cx:pt>
          <cx:pt idx="1892">First_Product_Purchased</cx:pt>
          <cx:pt idx="1893">First_Product_Purchased</cx:pt>
          <cx:pt idx="1894">First_Product_Purchased</cx:pt>
          <cx:pt idx="1895">First_Product_Purchased</cx:pt>
          <cx:pt idx="1896">First_Product_Purchased</cx:pt>
          <cx:pt idx="1897">First_Product_Purchased</cx:pt>
          <cx:pt idx="1898">First_Product_Purchased</cx:pt>
          <cx:pt idx="1899">First_Product_Purchased</cx:pt>
          <cx:pt idx="1900">First_Product_Purchased</cx:pt>
          <cx:pt idx="1901">First_Product_Purchased</cx:pt>
          <cx:pt idx="1902">First_Product_Purchased</cx:pt>
          <cx:pt idx="1903">First_Product_Purchased</cx:pt>
          <cx:pt idx="1904">First_Product_Purchased</cx:pt>
          <cx:pt idx="1905">First_Product_Purchased</cx:pt>
          <cx:pt idx="1906">First_Product_Purchased</cx:pt>
          <cx:pt idx="1907">First_Product_Purchased</cx:pt>
          <cx:pt idx="1908">First_Product_Purchased</cx:pt>
          <cx:pt idx="1909">First_Product_Purchased</cx:pt>
          <cx:pt idx="1910">First_Product_Purchased</cx:pt>
          <cx:pt idx="1911">First_Product_Purchased</cx:pt>
          <cx:pt idx="1912">First_Product_Purchased</cx:pt>
          <cx:pt idx="1913">First_Product_Purchased</cx:pt>
          <cx:pt idx="1914">First_Product_Purchased</cx:pt>
          <cx:pt idx="1915">First_Product_Purchased</cx:pt>
          <cx:pt idx="1916">First_Product_Purchased</cx:pt>
          <cx:pt idx="1917">First_Product_Purchased</cx:pt>
          <cx:pt idx="1918">First_Product_Purchased</cx:pt>
          <cx:pt idx="1919">First_Product_Purchased</cx:pt>
          <cx:pt idx="1920">First_Product_Purchased</cx:pt>
          <cx:pt idx="1921">First_Product_Purchased</cx:pt>
          <cx:pt idx="1922">First_Product_Purchased</cx:pt>
          <cx:pt idx="1923">First_Product_Purchased</cx:pt>
          <cx:pt idx="1924">First_Product_Purchased</cx:pt>
          <cx:pt idx="1925">First_Product_Purchased</cx:pt>
          <cx:pt idx="1926">First_Product_Purchased</cx:pt>
          <cx:pt idx="1927">First_Product_Purchased</cx:pt>
          <cx:pt idx="1928">First_Product_Purchased</cx:pt>
          <cx:pt idx="1929">First_Product_Purchased</cx:pt>
          <cx:pt idx="1930">First_Product_Purchased</cx:pt>
          <cx:pt idx="1931">First_Product_Purchased</cx:pt>
          <cx:pt idx="1932">First_Product_Purchased</cx:pt>
          <cx:pt idx="1933">First_Product_Purchased</cx:pt>
          <cx:pt idx="1934">First_Product_Purchased</cx:pt>
          <cx:pt idx="1935">First_Product_Purchased</cx:pt>
          <cx:pt idx="1936">First_Product_Purchased</cx:pt>
          <cx:pt idx="1937">First_Product_Purchased</cx:pt>
          <cx:pt idx="1938">First_Product_Purchased</cx:pt>
          <cx:pt idx="1939">First_Product_Purchased</cx:pt>
          <cx:pt idx="1940">First_Product_Purchased</cx:pt>
          <cx:pt idx="1941">First_Product_Purchased</cx:pt>
          <cx:pt idx="1942">First_Product_Purchased</cx:pt>
          <cx:pt idx="1943">First_Product_Purchased</cx:pt>
          <cx:pt idx="1944">First_Product_Purchased</cx:pt>
          <cx:pt idx="1945">First_Product_Purchased</cx:pt>
          <cx:pt idx="1946">First_Product_Purchased</cx:pt>
          <cx:pt idx="1947">First_Product_Purchased</cx:pt>
          <cx:pt idx="1948">First_Product_Purchased</cx:pt>
          <cx:pt idx="1949">First_Product_Purchased</cx:pt>
          <cx:pt idx="1950">First_Product_Purchased</cx:pt>
          <cx:pt idx="1951">First_Product_Purchased</cx:pt>
          <cx:pt idx="1952">First_Product_Purchased</cx:pt>
          <cx:pt idx="1953">First_Product_Purchased</cx:pt>
          <cx:pt idx="1954">First_Product_Purchased</cx:pt>
          <cx:pt idx="1955">First_Product_Purchased</cx:pt>
          <cx:pt idx="1956">First_Product_Purchased</cx:pt>
          <cx:pt idx="1957">First_Product_Purchased</cx:pt>
          <cx:pt idx="1958">First_Product_Purchased</cx:pt>
          <cx:pt idx="1959">First_Product_Purchased</cx:pt>
          <cx:pt idx="1960">First_Product_Purchased</cx:pt>
          <cx:pt idx="1961">First_Product_Purchased</cx:pt>
          <cx:pt idx="1962">First_Product_Purchased</cx:pt>
          <cx:pt idx="1963">First_Product_Purchased</cx:pt>
          <cx:pt idx="1964">First_Product_Purchased</cx:pt>
          <cx:pt idx="1965">First_Product_Purchased</cx:pt>
          <cx:pt idx="1966">First_Product_Purchased</cx:pt>
          <cx:pt idx="1967">First_Product_Purchased</cx:pt>
          <cx:pt idx="1968">First_Product_Purchased</cx:pt>
          <cx:pt idx="1969">First_Product_Purchased</cx:pt>
          <cx:pt idx="1970">First_Product_Purchased</cx:pt>
          <cx:pt idx="1971">First_Product_Purchased</cx:pt>
          <cx:pt idx="1972">First_Product_Purchased</cx:pt>
          <cx:pt idx="1973">First_Product_Purchased</cx:pt>
          <cx:pt idx="1974">First_Product_Purchased</cx:pt>
          <cx:pt idx="1975">First_Product_Purchased</cx:pt>
          <cx:pt idx="1976">First_Product_Purchased</cx:pt>
          <cx:pt idx="1977">First_Product_Purchased</cx:pt>
          <cx:pt idx="1978">First_Product_Purchased</cx:pt>
          <cx:pt idx="1979">First_Product_Purchased</cx:pt>
          <cx:pt idx="1980">First_Product_Purchased</cx:pt>
          <cx:pt idx="1981">First_Product_Purchased</cx:pt>
          <cx:pt idx="1982">First_Product_Purchased</cx:pt>
          <cx:pt idx="1983">First_Product_Purchased</cx:pt>
          <cx:pt idx="1984">First_Product_Purchased</cx:pt>
          <cx:pt idx="1985">First_Product_Purchased</cx:pt>
          <cx:pt idx="1986">First_Product_Purchased</cx:pt>
          <cx:pt idx="1987">First_Product_Purchased</cx:pt>
          <cx:pt idx="1988">First_Product_Purchased</cx:pt>
          <cx:pt idx="1989">First_Product_Purchased</cx:pt>
          <cx:pt idx="1990">First_Product_Purchased</cx:pt>
          <cx:pt idx="1991">First_Product_Purchased</cx:pt>
          <cx:pt idx="1992">First_Product_Purchased</cx:pt>
          <cx:pt idx="1993">First_Product_Purchased</cx:pt>
          <cx:pt idx="1994">First_Product_Purchased</cx:pt>
          <cx:pt idx="1995">First_Product_Purchased</cx:pt>
          <cx:pt idx="1996">First_Product_Purchased</cx:pt>
          <cx:pt idx="1997">First_Product_Purchased</cx:pt>
          <cx:pt idx="1998">First_Product_Purchased</cx:pt>
          <cx:pt idx="1999">First_Product_Purchased</cx:pt>
          <cx:pt idx="2000">First_Product_Purchased</cx:pt>
          <cx:pt idx="2001">First_Product_Purchased</cx:pt>
          <cx:pt idx="2002">First_Product_Purchased</cx:pt>
          <cx:pt idx="2003">First_Product_Purchased</cx:pt>
          <cx:pt idx="2004">First_Product_Purchased</cx:pt>
          <cx:pt idx="2005">First_Product_Purchased</cx:pt>
          <cx:pt idx="2006">First_Product_Purchased</cx:pt>
          <cx:pt idx="2007">First_Product_Purchased</cx:pt>
          <cx:pt idx="2008">First_Product_Purchased</cx:pt>
          <cx:pt idx="2009">First_Product_Purchased</cx:pt>
          <cx:pt idx="2010">First_Product_Purchased</cx:pt>
          <cx:pt idx="2011">First_Product_Purchased</cx:pt>
          <cx:pt idx="2012">First_Product_Purchased</cx:pt>
          <cx:pt idx="2013">First_Product_Purchased</cx:pt>
          <cx:pt idx="2014">First_Product_Purchased</cx:pt>
          <cx:pt idx="2015">First_Product_Purchased</cx:pt>
          <cx:pt idx="2016">First_Product_Purchased</cx:pt>
          <cx:pt idx="2017">First_Product_Purchased</cx:pt>
          <cx:pt idx="2018">First_Product_Purchased</cx:pt>
          <cx:pt idx="2019">First_Product_Purchased</cx:pt>
          <cx:pt idx="2020">First_Product_Purchased</cx:pt>
          <cx:pt idx="2021">First_Product_Purchased</cx:pt>
          <cx:pt idx="2022">First_Product_Purchased</cx:pt>
          <cx:pt idx="2023">First_Product_Purchased</cx:pt>
          <cx:pt idx="2024">First_Product_Purchased</cx:pt>
          <cx:pt idx="2025">First_Product_Purchased</cx:pt>
          <cx:pt idx="2026">First_Product_Purchased</cx:pt>
          <cx:pt idx="2027">First_Product_Purchased</cx:pt>
          <cx:pt idx="2028">First_Product_Purchased</cx:pt>
          <cx:pt idx="2029">First_Product_Purchased</cx:pt>
          <cx:pt idx="2030">First_Product_Purchased</cx:pt>
          <cx:pt idx="2031">First_Product_Purchased</cx:pt>
          <cx:pt idx="2032">First_Product_Purchased</cx:pt>
          <cx:pt idx="2033">First_Product_Purchased</cx:pt>
          <cx:pt idx="2034">First_Product_Purchased</cx:pt>
          <cx:pt idx="2035">First_Product_Purchased</cx:pt>
          <cx:pt idx="2036">First_Product_Purchased</cx:pt>
          <cx:pt idx="2037">First_Product_Purchased</cx:pt>
          <cx:pt idx="2038">First_Product_Purchased</cx:pt>
          <cx:pt idx="2039">First_Product_Purchased</cx:pt>
          <cx:pt idx="2040">First_Product_Purchased</cx:pt>
          <cx:pt idx="2041">First_Product_Purchased</cx:pt>
          <cx:pt idx="2042">First_Product_Purchased</cx:pt>
          <cx:pt idx="2043">First_Product_Purchased</cx:pt>
          <cx:pt idx="2044">First_Product_Purchased</cx:pt>
          <cx:pt idx="2045">First_Product_Purchased</cx:pt>
          <cx:pt idx="2046">First_Product_Purchased</cx:pt>
          <cx:pt idx="2047">First_Product_Purchased</cx:pt>
          <cx:pt idx="2048">First_Product_Purchased</cx:pt>
          <cx:pt idx="2049">First_Product_Purchased</cx:pt>
          <cx:pt idx="2050">First_Product_Purchased</cx:pt>
          <cx:pt idx="2051">First_Product_Purchased</cx:pt>
          <cx:pt idx="2052">First_Product_Purchased</cx:pt>
          <cx:pt idx="2053">First_Product_Purchased</cx:pt>
          <cx:pt idx="2054">First_Product_Purchased</cx:pt>
          <cx:pt idx="2055">First_Product_Purchased</cx:pt>
          <cx:pt idx="2056">First_Product_Purchased</cx:pt>
          <cx:pt idx="2057">First_Product_Purchased</cx:pt>
          <cx:pt idx="2058">First_Product_Purchased</cx:pt>
          <cx:pt idx="2059">First_Product_Purchased</cx:pt>
          <cx:pt idx="2060">First_Product_Purchased</cx:pt>
          <cx:pt idx="2061">First_Product_Purchased</cx:pt>
          <cx:pt idx="2062">First_Product_Purchased</cx:pt>
          <cx:pt idx="2063">First_Product_Purchased</cx:pt>
          <cx:pt idx="2064">First_Product_Purchased</cx:pt>
          <cx:pt idx="2065">First_Product_Purchased</cx:pt>
          <cx:pt idx="2066">First_Product_Purchased</cx:pt>
          <cx:pt idx="2067">First_Product_Purchased</cx:pt>
          <cx:pt idx="2068">First_Product_Purchased</cx:pt>
          <cx:pt idx="2069">First_Product_Purchased</cx:pt>
          <cx:pt idx="2070">First_Product_Purchased</cx:pt>
          <cx:pt idx="2071">First_Product_Purchased</cx:pt>
          <cx:pt idx="2072">First_Product_Purchased</cx:pt>
          <cx:pt idx="2073">First_Product_Purchased</cx:pt>
          <cx:pt idx="2074">First_Product_Purchased</cx:pt>
          <cx:pt idx="2075">First_Product_Purchased</cx:pt>
          <cx:pt idx="2076">First_Product_Purchased</cx:pt>
          <cx:pt idx="2077">First_Product_Purchased</cx:pt>
          <cx:pt idx="2078">First_Product_Purchased</cx:pt>
          <cx:pt idx="2079">First_Product_Purchased</cx:pt>
          <cx:pt idx="2080">First_Product_Purchased</cx:pt>
          <cx:pt idx="2081">First_Product_Purchased</cx:pt>
          <cx:pt idx="2082">First_Product_Purchased</cx:pt>
          <cx:pt idx="2083">First_Product_Purchased</cx:pt>
          <cx:pt idx="2084">First_Product_Purchased</cx:pt>
          <cx:pt idx="2085">First_Product_Purchased</cx:pt>
          <cx:pt idx="2086">First_Product_Purchased</cx:pt>
          <cx:pt idx="2087">First_Product_Purchased</cx:pt>
          <cx:pt idx="2088">First_Product_Purchased</cx:pt>
          <cx:pt idx="2089">First_Product_Purchased</cx:pt>
          <cx:pt idx="2090">First_Product_Purchased</cx:pt>
          <cx:pt idx="2091">First_Product_Purchased</cx:pt>
          <cx:pt idx="2092">First_Product_Purchased</cx:pt>
          <cx:pt idx="2093">First_Product_Purchased</cx:pt>
          <cx:pt idx="2094">First_Product_Purchased</cx:pt>
          <cx:pt idx="2095">First_Product_Purchased</cx:pt>
          <cx:pt idx="2096">First_Product_Purchased</cx:pt>
          <cx:pt idx="2097">First_Product_Purchased</cx:pt>
          <cx:pt idx="2098">First_Product_Purchased</cx:pt>
          <cx:pt idx="2099">First_Product_Purchased</cx:pt>
          <cx:pt idx="2100">First_Product_Purchased</cx:pt>
          <cx:pt idx="2101">First_Product_Purchased</cx:pt>
          <cx:pt idx="2102">First_Product_Purchased</cx:pt>
          <cx:pt idx="2103">First_Product_Purchased</cx:pt>
          <cx:pt idx="2104">First_Product_Purchased</cx:pt>
          <cx:pt idx="2105">First_Product_Purchased</cx:pt>
          <cx:pt idx="2106">First_Product_Purchased</cx:pt>
          <cx:pt idx="2107">First_Product_Purchased</cx:pt>
          <cx:pt idx="2108">First_Product_Purchased</cx:pt>
          <cx:pt idx="2109">First_Product_Purchased</cx:pt>
          <cx:pt idx="2110">First_Product_Purchased</cx:pt>
          <cx:pt idx="2111">First_Product_Purchased</cx:pt>
          <cx:pt idx="2112">First_Product_Purchased</cx:pt>
          <cx:pt idx="2113">First_Product_Purchased</cx:pt>
          <cx:pt idx="2114">First_Product_Purchased</cx:pt>
          <cx:pt idx="2115">First_Product_Purchased</cx:pt>
          <cx:pt idx="2116">First_Product_Purchased</cx:pt>
          <cx:pt idx="2117">First_Product_Purchased</cx:pt>
          <cx:pt idx="2118">First_Product_Purchased</cx:pt>
          <cx:pt idx="2119">First_Product_Purchased</cx:pt>
          <cx:pt idx="2120">First_Product_Purchased</cx:pt>
          <cx:pt idx="2121">First_Product_Purchased</cx:pt>
          <cx:pt idx="2122">First_Product_Purchased</cx:pt>
          <cx:pt idx="2123">First_Product_Purchased</cx:pt>
          <cx:pt idx="2124">First_Product_Purchased</cx:pt>
          <cx:pt idx="2125">First_Product_Purchased</cx:pt>
          <cx:pt idx="2126">First_Product_Purchased</cx:pt>
          <cx:pt idx="2127">First_Product_Purchased</cx:pt>
          <cx:pt idx="2128">First_Product_Purchased</cx:pt>
          <cx:pt idx="2129">First_Product_Purchased</cx:pt>
          <cx:pt idx="2130">First_Product_Purchased</cx:pt>
          <cx:pt idx="2131">First_Product_Purchased</cx:pt>
          <cx:pt idx="2132">First_Product_Purchased</cx:pt>
          <cx:pt idx="2133">First_Product_Purchased</cx:pt>
          <cx:pt idx="2134">First_Product_Purchased</cx:pt>
          <cx:pt idx="2135">First_Product_Purchased</cx:pt>
          <cx:pt idx="2136">First_Product_Purchased</cx:pt>
          <cx:pt idx="2137">First_Product_Purchased</cx:pt>
          <cx:pt idx="2138">First_Product_Purchased</cx:pt>
          <cx:pt idx="2139">First_Product_Purchased</cx:pt>
          <cx:pt idx="2140">First_Product_Purchased</cx:pt>
          <cx:pt idx="2141">First_Product_Purchased</cx:pt>
          <cx:pt idx="2142">First_Product_Purchased</cx:pt>
          <cx:pt idx="2143">First_Product_Purchased</cx:pt>
          <cx:pt idx="2144">First_Product_Purchased</cx:pt>
          <cx:pt idx="2145">First_Product_Purchased</cx:pt>
          <cx:pt idx="2146">First_Product_Purchased</cx:pt>
          <cx:pt idx="2147">First_Product_Purchased</cx:pt>
          <cx:pt idx="2148">First_Product_Purchased</cx:pt>
          <cx:pt idx="2149">First_Product_Purchased</cx:pt>
          <cx:pt idx="2150">First_Product_Purchased</cx:pt>
          <cx:pt idx="2151">First_Product_Purchased</cx:pt>
          <cx:pt idx="2152">First_Product_Purchased</cx:pt>
          <cx:pt idx="2153">First_Product_Purchased</cx:pt>
          <cx:pt idx="2154">First_Product_Purchased</cx:pt>
          <cx:pt idx="2155">First_Product_Purchased</cx:pt>
          <cx:pt idx="2156">First_Product_Purchased</cx:pt>
          <cx:pt idx="2157">First_Product_Purchased</cx:pt>
          <cx:pt idx="2158">First_Product_Purchased</cx:pt>
          <cx:pt idx="2159">First_Product_Purchased</cx:pt>
          <cx:pt idx="2160">First_Product_Purchased</cx:pt>
          <cx:pt idx="2161">First_Product_Purchased</cx:pt>
          <cx:pt idx="2162">First_Product_Purchased</cx:pt>
          <cx:pt idx="2163">First_Product_Purchased</cx:pt>
          <cx:pt idx="2164">First_Product_Purchased</cx:pt>
          <cx:pt idx="2165">First_Product_Purchased</cx:pt>
          <cx:pt idx="2166">First_Product_Purchased</cx:pt>
          <cx:pt idx="2167">First_Product_Purchased</cx:pt>
          <cx:pt idx="2168">First_Product_Purchased</cx:pt>
          <cx:pt idx="2169">First_Product_Purchased</cx:pt>
          <cx:pt idx="2170">First_Product_Purchased</cx:pt>
          <cx:pt idx="2171">First_Product_Purchased</cx:pt>
          <cx:pt idx="2172">First_Product_Purchased</cx:pt>
          <cx:pt idx="2173">First_Product_Purchased</cx:pt>
          <cx:pt idx="2174">First_Product_Purchased</cx:pt>
          <cx:pt idx="2175">First_Product_Purchased</cx:pt>
          <cx:pt idx="2176">First_Product_Purchased</cx:pt>
          <cx:pt idx="2177">First_Product_Purchased</cx:pt>
          <cx:pt idx="2178">First_Product_Purchased</cx:pt>
          <cx:pt idx="2179">First_Product_Purchased</cx:pt>
          <cx:pt idx="2180">First_Product_Purchased</cx:pt>
          <cx:pt idx="2181">First_Product_Purchased</cx:pt>
          <cx:pt idx="2182">First_Product_Purchased</cx:pt>
          <cx:pt idx="2183">First_Product_Purchased</cx:pt>
          <cx:pt idx="2184">First_Product_Purchased</cx:pt>
          <cx:pt idx="2185">First_Product_Purchased</cx:pt>
          <cx:pt idx="2186">First_Product_Purchased</cx:pt>
          <cx:pt idx="2187">First_Product_Purchased</cx:pt>
          <cx:pt idx="2188">First_Product_Purchased</cx:pt>
          <cx:pt idx="2189">First_Product_Purchased</cx:pt>
          <cx:pt idx="2190">First_Product_Purchased</cx:pt>
          <cx:pt idx="2191">First_Product_Purchased</cx:pt>
          <cx:pt idx="2192">First_Product_Purchased</cx:pt>
          <cx:pt idx="2193">First_Product_Purchased</cx:pt>
          <cx:pt idx="2194">First_Product_Purchased</cx:pt>
          <cx:pt idx="2195">First_Product_Purchased</cx:pt>
          <cx:pt idx="2196">First_Product_Purchased</cx:pt>
          <cx:pt idx="2197">First_Product_Purchased</cx:pt>
          <cx:pt idx="2198">First_Product_Purchased</cx:pt>
          <cx:pt idx="2199">First_Product_Purchased</cx:pt>
          <cx:pt idx="2200">First_Product_Purchased</cx:pt>
          <cx:pt idx="2201">First_Product_Purchased</cx:pt>
          <cx:pt idx="2202">First_Product_Purchased</cx:pt>
          <cx:pt idx="2203">First_Product_Purchased</cx:pt>
          <cx:pt idx="2204">First_Product_Purchased</cx:pt>
          <cx:pt idx="2205">First_Product_Purchased</cx:pt>
          <cx:pt idx="2206">First_Product_Purchased</cx:pt>
          <cx:pt idx="2207">First_Product_Purchased</cx:pt>
          <cx:pt idx="2208">First_Product_Purchased</cx:pt>
          <cx:pt idx="2209">First_Product_Purchased</cx:pt>
          <cx:pt idx="2210">First_Product_Purchased</cx:pt>
          <cx:pt idx="2211">First_Product_Purchased</cx:pt>
          <cx:pt idx="2212">First_Product_Purchased</cx:pt>
          <cx:pt idx="2213">First_Product_Purchased</cx:pt>
          <cx:pt idx="2214">First_Product_Purchased</cx:pt>
          <cx:pt idx="2215">First_Product_Purchased</cx:pt>
          <cx:pt idx="2216">First_Product_Purchased</cx:pt>
          <cx:pt idx="2217">First_Product_Purchased</cx:pt>
          <cx:pt idx="2218">First_Product_Purchased</cx:pt>
          <cx:pt idx="2219">First_Product_Purchased</cx:pt>
          <cx:pt idx="2220">First_Product_Purchased</cx:pt>
          <cx:pt idx="2221">First_Product_Purchased</cx:pt>
          <cx:pt idx="2222">First_Product_Purchased</cx:pt>
          <cx:pt idx="2223">First_Product_Purchased</cx:pt>
          <cx:pt idx="2224">First_Product_Purchased</cx:pt>
          <cx:pt idx="2225">First_Product_Purchased</cx:pt>
          <cx:pt idx="2226">First_Product_Purchased</cx:pt>
          <cx:pt idx="2227">First_Product_Purchased</cx:pt>
          <cx:pt idx="2228">First_Product_Purchased</cx:pt>
          <cx:pt idx="2229">First_Product_Purchased</cx:pt>
          <cx:pt idx="2230">First_Product_Purchased</cx:pt>
          <cx:pt idx="2231">First_Product_Purchased</cx:pt>
          <cx:pt idx="2232">First_Product_Purchased</cx:pt>
          <cx:pt idx="2233">First_Product_Purchased</cx:pt>
          <cx:pt idx="2234">First_Product_Purchased</cx:pt>
          <cx:pt idx="2235">First_Product_Purchased</cx:pt>
          <cx:pt idx="2236">First_Product_Purchased</cx:pt>
          <cx:pt idx="2237">First_Product_Purchased</cx:pt>
          <cx:pt idx="2238">First_Product_Purchased</cx:pt>
          <cx:pt idx="2239">First_Product_Purchased</cx:pt>
          <cx:pt idx="2240">First_Product_Purchased</cx:pt>
          <cx:pt idx="2241">First_Product_Purchased</cx:pt>
          <cx:pt idx="2242">First_Product_Purchased</cx:pt>
          <cx:pt idx="2243">First_Product_Purchased</cx:pt>
          <cx:pt idx="2244">First_Product_Purchased</cx:pt>
          <cx:pt idx="2245">First_Product_Purchased</cx:pt>
          <cx:pt idx="2246">First_Product_Purchased</cx:pt>
          <cx:pt idx="2247">First_Product_Purchased</cx:pt>
          <cx:pt idx="2248">First_Product_Purchased</cx:pt>
          <cx:pt idx="2249">First_Product_Purchased</cx:pt>
          <cx:pt idx="2250">First_Product_Purchased</cx:pt>
          <cx:pt idx="2251">First_Product_Purchased</cx:pt>
          <cx:pt idx="2252">First_Product_Purchased</cx:pt>
          <cx:pt idx="2253">First_Product_Purchased</cx:pt>
          <cx:pt idx="2254">First_Product_Purchased</cx:pt>
          <cx:pt idx="2255">First_Product_Purchased</cx:pt>
          <cx:pt idx="2256">First_Product_Purchased</cx:pt>
          <cx:pt idx="2257">First_Product_Purchased</cx:pt>
          <cx:pt idx="2258">First_Product_Purchased</cx:pt>
          <cx:pt idx="2259">First_Product_Purchased</cx:pt>
          <cx:pt idx="2260">First_Product_Purchased</cx:pt>
          <cx:pt idx="2261">First_Product_Purchased</cx:pt>
          <cx:pt idx="2262">First_Product_Purchased</cx:pt>
          <cx:pt idx="2263">First_Product_Purchased</cx:pt>
          <cx:pt idx="2264">First_Product_Purchased</cx:pt>
          <cx:pt idx="2265">First_Product_Purchased</cx:pt>
          <cx:pt idx="2266">First_Product_Purchased</cx:pt>
          <cx:pt idx="2267">First_Product_Purchased</cx:pt>
          <cx:pt idx="2268">First_Product_Purchased</cx:pt>
          <cx:pt idx="2269">First_Product_Purchased</cx:pt>
          <cx:pt idx="2270">First_Product_Purchased</cx:pt>
          <cx:pt idx="2271">First_Product_Purchased</cx:pt>
          <cx:pt idx="2272">First_Product_Purchased</cx:pt>
          <cx:pt idx="2273">First_Product_Purchased</cx:pt>
          <cx:pt idx="2274">First_Product_Purchased</cx:pt>
          <cx:pt idx="2275">First_Product_Purchased</cx:pt>
          <cx:pt idx="2276">First_Product_Purchased</cx:pt>
          <cx:pt idx="2277">First_Product_Purchased</cx:pt>
          <cx:pt idx="2278">First_Product_Purchased</cx:pt>
          <cx:pt idx="2279">First_Product_Purchased</cx:pt>
          <cx:pt idx="2280">First_Product_Purchased</cx:pt>
          <cx:pt idx="2281">First_Product_Purchased</cx:pt>
          <cx:pt idx="2282">First_Product_Purchased</cx:pt>
          <cx:pt idx="2283">First_Product_Purchased</cx:pt>
          <cx:pt idx="2284">First_Product_Purchased</cx:pt>
          <cx:pt idx="2285">First_Product_Purchased</cx:pt>
          <cx:pt idx="2286">First_Product_Purchased</cx:pt>
          <cx:pt idx="2287">First_Product_Purchased</cx:pt>
          <cx:pt idx="2288">First_Product_Purchased</cx:pt>
          <cx:pt idx="2289">First_Product_Purchased</cx:pt>
          <cx:pt idx="2290">First_Product_Purchased</cx:pt>
          <cx:pt idx="2291">First_Product_Purchased</cx:pt>
          <cx:pt idx="2292">First_Product_Purchased</cx:pt>
          <cx:pt idx="2293">First_Product_Purchased</cx:pt>
          <cx:pt idx="2294">First_Product_Purchased</cx:pt>
          <cx:pt idx="2295">First_Product_Purchased</cx:pt>
          <cx:pt idx="2296">First_Product_Purchased</cx:pt>
          <cx:pt idx="2297">First_Product_Purchased</cx:pt>
          <cx:pt idx="2298">First_Product_Purchased</cx:pt>
          <cx:pt idx="2299">First_Product_Purchased</cx:pt>
          <cx:pt idx="2300">First_Product_Purchased</cx:pt>
          <cx:pt idx="2301">First_Product_Purchased</cx:pt>
          <cx:pt idx="2302">First_Product_Purchased</cx:pt>
          <cx:pt idx="2303">First_Product_Purchased</cx:pt>
          <cx:pt idx="2304">First_Product_Purchased</cx:pt>
          <cx:pt idx="2305">First_Product_Purchased</cx:pt>
          <cx:pt idx="2306">First_Product_Purchased</cx:pt>
          <cx:pt idx="2307">First_Product_Purchased</cx:pt>
          <cx:pt idx="2308">First_Product_Purchased</cx:pt>
          <cx:pt idx="2309">First_Product_Purchased</cx:pt>
          <cx:pt idx="2310">First_Product_Purchased</cx:pt>
          <cx:pt idx="2311">First_Product_Purchased</cx:pt>
          <cx:pt idx="2312">First_Product_Purchased</cx:pt>
          <cx:pt idx="2313">First_Product_Purchased</cx:pt>
          <cx:pt idx="2314">First_Product_Purchased</cx:pt>
          <cx:pt idx="2315">First_Product_Purchased</cx:pt>
          <cx:pt idx="2316">First_Product_Purchased</cx:pt>
          <cx:pt idx="2317">First_Product_Purchased</cx:pt>
          <cx:pt idx="2318">First_Product_Purchased</cx:pt>
          <cx:pt idx="2319">First_Product_Purchased</cx:pt>
          <cx:pt idx="2320">First_Product_Purchased</cx:pt>
          <cx:pt idx="2321">First_Product_Purchased</cx:pt>
          <cx:pt idx="2322">First_Product_Purchased</cx:pt>
          <cx:pt idx="2323">First_Product_Purchased</cx:pt>
          <cx:pt idx="2324">First_Product_Purchased</cx:pt>
          <cx:pt idx="2325">First_Product_Purchased</cx:pt>
          <cx:pt idx="2326">First_Product_Purchased</cx:pt>
          <cx:pt idx="2327">First_Product_Purchased</cx:pt>
          <cx:pt idx="2328">First_Product_Purchased</cx:pt>
          <cx:pt idx="2329">First_Product_Purchased</cx:pt>
          <cx:pt idx="2330">First_Product_Purchased</cx:pt>
          <cx:pt idx="2331">First_Product_Purchased</cx:pt>
          <cx:pt idx="2332">First_Product_Purchased</cx:pt>
          <cx:pt idx="2333">First_Product_Purchased</cx:pt>
          <cx:pt idx="2334">First_Product_Purchased</cx:pt>
          <cx:pt idx="2335">First_Product_Purchased</cx:pt>
          <cx:pt idx="2336">First_Product_Purchased</cx:pt>
          <cx:pt idx="2337">First_Product_Purchased</cx:pt>
          <cx:pt idx="2338">First_Product_Purchased</cx:pt>
          <cx:pt idx="2339">First_Product_Purchased</cx:pt>
          <cx:pt idx="2340">First_Product_Purchased</cx:pt>
          <cx:pt idx="2341">First_Product_Purchased</cx:pt>
          <cx:pt idx="2342">First_Product_Purchased</cx:pt>
          <cx:pt idx="2343">First_Product_Purchased</cx:pt>
          <cx:pt idx="2344">First_Product_Purchased</cx:pt>
          <cx:pt idx="2345">First_Product_Purchased</cx:pt>
          <cx:pt idx="2346">First_Product_Purchased</cx:pt>
          <cx:pt idx="2347">First_Product_Purchased</cx:pt>
          <cx:pt idx="2348">First_Product_Purchased</cx:pt>
          <cx:pt idx="2349">First_Product_Purchased</cx:pt>
          <cx:pt idx="2350">First_Product_Purchased</cx:pt>
          <cx:pt idx="2351">First_Product_Purchased</cx:pt>
          <cx:pt idx="2352">First_Product_Purchased</cx:pt>
          <cx:pt idx="2353">First_Product_Purchased</cx:pt>
          <cx:pt idx="2354">First_Product_Purchased</cx:pt>
          <cx:pt idx="2355">First_Product_Purchased</cx:pt>
          <cx:pt idx="2356">First_Product_Purchased</cx:pt>
          <cx:pt idx="2357">First_Product_Purchased</cx:pt>
          <cx:pt idx="2358">First_Product_Purchased</cx:pt>
          <cx:pt idx="2359">First_Product_Purchased</cx:pt>
          <cx:pt idx="2360">First_Product_Purchased</cx:pt>
          <cx:pt idx="2361">First_Product_Purchased</cx:pt>
          <cx:pt idx="2362">First_Product_Purchased</cx:pt>
          <cx:pt idx="2363">First_Product_Purchased</cx:pt>
          <cx:pt idx="2364">First_Product_Purchased</cx:pt>
          <cx:pt idx="2365">First_Product_Purchased</cx:pt>
          <cx:pt idx="2366">First_Product_Purchased</cx:pt>
          <cx:pt idx="2367">First_Product_Purchased</cx:pt>
          <cx:pt idx="2368">First_Product_Purchased</cx:pt>
          <cx:pt idx="2369">First_Product_Purchased</cx:pt>
          <cx:pt idx="2370">First_Product_Purchased</cx:pt>
          <cx:pt idx="2371">First_Product_Purchased</cx:pt>
          <cx:pt idx="2372">First_Product_Purchased</cx:pt>
          <cx:pt idx="2373">First_Product_Purchased</cx:pt>
          <cx:pt idx="2374">First_Product_Purchased</cx:pt>
          <cx:pt idx="2375">First_Product_Purchased</cx:pt>
          <cx:pt idx="2376">First_Product_Purchased</cx:pt>
          <cx:pt idx="2377">First_Product_Purchased</cx:pt>
          <cx:pt idx="2378">First_Product_Purchased</cx:pt>
          <cx:pt idx="2379">First_Product_Purchased</cx:pt>
          <cx:pt idx="2380">First_Product_Purchased</cx:pt>
          <cx:pt idx="2381">First_Product_Purchased</cx:pt>
          <cx:pt idx="2382">First_Product_Purchased</cx:pt>
          <cx:pt idx="2383">First_Product_Purchased</cx:pt>
          <cx:pt idx="2384">First_Product_Purchased</cx:pt>
          <cx:pt idx="2385">First_Product_Purchased</cx:pt>
          <cx:pt idx="2386">First_Product_Purchased</cx:pt>
          <cx:pt idx="2387">First_Product_Purchased</cx:pt>
          <cx:pt idx="2388">First_Product_Purchased</cx:pt>
          <cx:pt idx="2389">First_Product_Purchased</cx:pt>
          <cx:pt idx="2390">First_Product_Purchased</cx:pt>
          <cx:pt idx="2391">First_Product_Purchased</cx:pt>
          <cx:pt idx="2392">First_Product_Purchased</cx:pt>
          <cx:pt idx="2393">First_Product_Purchased</cx:pt>
          <cx:pt idx="2394">First_Product_Purchased</cx:pt>
          <cx:pt idx="2395">First_Product_Purchased</cx:pt>
          <cx:pt idx="2396">First_Product_Purchased</cx:pt>
          <cx:pt idx="2397">First_Product_Purchased</cx:pt>
          <cx:pt idx="2398">First_Product_Purchased</cx:pt>
          <cx:pt idx="2399">First_Product_Purchased</cx:pt>
          <cx:pt idx="2400">First_Product_Purchased</cx:pt>
          <cx:pt idx="2401">First_Product_Purchased</cx:pt>
          <cx:pt idx="2402">First_Product_Purchased</cx:pt>
          <cx:pt idx="2403">First_Product_Purchased</cx:pt>
          <cx:pt idx="2404">First_Product_Purchased</cx:pt>
          <cx:pt idx="2405">First_Product_Purchased</cx:pt>
          <cx:pt idx="2406">First_Product_Purchased</cx:pt>
          <cx:pt idx="2407">First_Product_Purchased</cx:pt>
          <cx:pt idx="2408">First_Product_Purchased</cx:pt>
          <cx:pt idx="2409">First_Product_Purchased</cx:pt>
          <cx:pt idx="2410">First_Product_Purchased</cx:pt>
          <cx:pt idx="2411">First_Product_Purchased</cx:pt>
          <cx:pt idx="2412">First_Product_Purchased</cx:pt>
          <cx:pt idx="2413">First_Product_Purchased</cx:pt>
          <cx:pt idx="2414">First_Product_Purchased</cx:pt>
          <cx:pt idx="2415">First_Product_Purchased</cx:pt>
          <cx:pt idx="2416">First_Product_Purchased</cx:pt>
          <cx:pt idx="2417">First_Product_Purchased</cx:pt>
          <cx:pt idx="2418">First_Product_Purchased</cx:pt>
          <cx:pt idx="2419">First_Product_Purchased</cx:pt>
          <cx:pt idx="2420">First_Product_Purchased</cx:pt>
          <cx:pt idx="2421">First_Product_Purchased</cx:pt>
          <cx:pt idx="2422">First_Product_Purchased</cx:pt>
          <cx:pt idx="2423">First_Product_Purchased</cx:pt>
          <cx:pt idx="2424">First_Product_Purchased</cx:pt>
          <cx:pt idx="2425">First_Product_Purchased</cx:pt>
          <cx:pt idx="2426">First_Product_Purchased</cx:pt>
          <cx:pt idx="2427">First_Product_Purchased</cx:pt>
          <cx:pt idx="2428">First_Product_Purchased</cx:pt>
          <cx:pt idx="2429">First_Product_Purchased</cx:pt>
          <cx:pt idx="2430">First_Product_Purchased</cx:pt>
          <cx:pt idx="2431">First_Product_Purchased</cx:pt>
          <cx:pt idx="2432">First_Product_Purchased</cx:pt>
          <cx:pt idx="2433">First_Product_Purchased</cx:pt>
          <cx:pt idx="2434">First_Product_Purchased</cx:pt>
          <cx:pt idx="2435">First_Product_Purchased</cx:pt>
          <cx:pt idx="2436">First_Product_Purchased</cx:pt>
          <cx:pt idx="2437">First_Product_Purchased</cx:pt>
          <cx:pt idx="2438">First_Product_Purchased</cx:pt>
          <cx:pt idx="2439">First_Product_Purchased</cx:pt>
          <cx:pt idx="2440">First_Product_Purchased</cx:pt>
          <cx:pt idx="2441">First_Product_Purchased</cx:pt>
          <cx:pt idx="2442">First_Product_Purchased</cx:pt>
          <cx:pt idx="2443">First_Product_Purchased</cx:pt>
          <cx:pt idx="2444">First_Product_Purchased</cx:pt>
          <cx:pt idx="2445">First_Product_Purchased</cx:pt>
          <cx:pt idx="2446">First_Product_Purchased</cx:pt>
          <cx:pt idx="2447">First_Product_Purchased</cx:pt>
          <cx:pt idx="2448">First_Product_Purchased</cx:pt>
          <cx:pt idx="2449">First_Product_Purchased</cx:pt>
          <cx:pt idx="2450">First_Product_Purchased</cx:pt>
          <cx:pt idx="2451">First_Product_Purchased</cx:pt>
          <cx:pt idx="2452">First_Product_Purchased</cx:pt>
          <cx:pt idx="2453">First_Product_Purchased</cx:pt>
          <cx:pt idx="2454">First_Product_Purchased</cx:pt>
          <cx:pt idx="2455">First_Product_Purchased</cx:pt>
          <cx:pt idx="2456">First_Product_Purchased</cx:pt>
          <cx:pt idx="2457">First_Product_Purchased</cx:pt>
          <cx:pt idx="2458">First_Product_Purchased</cx:pt>
          <cx:pt idx="2459">First_Product_Purchased</cx:pt>
          <cx:pt idx="2460">First_Product_Purchased</cx:pt>
          <cx:pt idx="2461">First_Product_Purchased</cx:pt>
          <cx:pt idx="2462">First_Product_Purchased</cx:pt>
          <cx:pt idx="2463">First_Product_Purchased</cx:pt>
          <cx:pt idx="2464">First_Product_Purchased</cx:pt>
          <cx:pt idx="2465">First_Product_Purchased</cx:pt>
          <cx:pt idx="2466">First_Product_Purchased</cx:pt>
          <cx:pt idx="2467">First_Product_Purchased</cx:pt>
          <cx:pt idx="2468">First_Product_Purchased</cx:pt>
          <cx:pt idx="2469">First_Product_Purchased</cx:pt>
          <cx:pt idx="2470">First_Product_Purchased</cx:pt>
          <cx:pt idx="2471">First_Product_Purchased</cx:pt>
          <cx:pt idx="2472">First_Product_Purchased</cx:pt>
          <cx:pt idx="2473">First_Product_Purchased</cx:pt>
          <cx:pt idx="2474">First_Product_Purchased</cx:pt>
          <cx:pt idx="2475">First_Product_Purchased</cx:pt>
          <cx:pt idx="2476">First_Product_Purchased</cx:pt>
          <cx:pt idx="2477">First_Product_Purchased</cx:pt>
          <cx:pt idx="2478">First_Product_Purchased</cx:pt>
          <cx:pt idx="2479">First_Product_Purchased</cx:pt>
          <cx:pt idx="2480">First_Product_Purchased</cx:pt>
          <cx:pt idx="2481">First_Product_Purchased</cx:pt>
          <cx:pt idx="2482">First_Product_Purchased</cx:pt>
          <cx:pt idx="2483">First_Product_Purchased</cx:pt>
          <cx:pt idx="2484">First_Product_Purchased</cx:pt>
          <cx:pt idx="2485">First_Product_Purchased</cx:pt>
          <cx:pt idx="2486">First_Product_Purchased</cx:pt>
          <cx:pt idx="2487">First_Product_Purchased</cx:pt>
          <cx:pt idx="2488">First_Product_Purchased</cx:pt>
          <cx:pt idx="2489">First_Product_Purchased</cx:pt>
          <cx:pt idx="2490">First_Product_Purchased</cx:pt>
          <cx:pt idx="2491">First_Product_Purchased</cx:pt>
          <cx:pt idx="2492">First_Product_Purchased</cx:pt>
          <cx:pt idx="2493">First_Product_Purchased</cx:pt>
          <cx:pt idx="2494">First_Product_Purchased</cx:pt>
          <cx:pt idx="2495">First_Product_Purchased</cx:pt>
          <cx:pt idx="2496">First_Product_Purchased</cx:pt>
          <cx:pt idx="2497">First_Product_Purchased</cx:pt>
          <cx:pt idx="2498">First_Product_Purchased</cx:pt>
          <cx:pt idx="2499">First_Product_Purchased</cx:pt>
          <cx:pt idx="2500">First_Product_Purchased</cx:pt>
          <cx:pt idx="2501">First_Product_Purchased</cx:pt>
          <cx:pt idx="2502">First_Product_Purchased</cx:pt>
          <cx:pt idx="2503">First_Product_Purchased</cx:pt>
          <cx:pt idx="2504">First_Product_Purchased</cx:pt>
          <cx:pt idx="2505">First_Product_Purchased</cx:pt>
          <cx:pt idx="2506">First_Product_Purchased</cx:pt>
          <cx:pt idx="2507">First_Product_Purchased</cx:pt>
          <cx:pt idx="2508">First_Product_Purchased</cx:pt>
          <cx:pt idx="2509">First_Product_Purchased</cx:pt>
          <cx:pt idx="2510">First_Product_Purchased</cx:pt>
          <cx:pt idx="2511">First_Product_Purchased</cx:pt>
          <cx:pt idx="2512">First_Product_Purchased</cx:pt>
          <cx:pt idx="2513">First_Product_Purchased</cx:pt>
          <cx:pt idx="2514">First_Product_Purchased</cx:pt>
          <cx:pt idx="2515">First_Product_Purchased</cx:pt>
          <cx:pt idx="2516">First_Product_Purchased</cx:pt>
          <cx:pt idx="2517">First_Product_Purchased</cx:pt>
          <cx:pt idx="2518">First_Product_Purchased</cx:pt>
          <cx:pt idx="2519">First_Product_Purchased</cx:pt>
          <cx:pt idx="2520">First_Product_Purchased</cx:pt>
          <cx:pt idx="2521">First_Product_Purchased</cx:pt>
          <cx:pt idx="2522">First_Product_Purchased</cx:pt>
          <cx:pt idx="2523">First_Product_Purchased</cx:pt>
          <cx:pt idx="2524">First_Product_Purchased</cx:pt>
          <cx:pt idx="2525">First_Product_Purchased</cx:pt>
          <cx:pt idx="2526">First_Product_Purchased</cx:pt>
          <cx:pt idx="2527">First_Product_Purchased</cx:pt>
          <cx:pt idx="2528">First_Product_Purchased</cx:pt>
          <cx:pt idx="2529">First_Product_Purchased</cx:pt>
          <cx:pt idx="2530">First_Product_Purchased</cx:pt>
          <cx:pt idx="2531">First_Product_Purchased</cx:pt>
          <cx:pt idx="2532">First_Product_Purchased</cx:pt>
          <cx:pt idx="2533">First_Product_Purchased</cx:pt>
          <cx:pt idx="2534">First_Product_Purchased</cx:pt>
          <cx:pt idx="2535">First_Product_Purchased</cx:pt>
          <cx:pt idx="2536">First_Product_Purchased</cx:pt>
          <cx:pt idx="2537">First_Product_Purchased</cx:pt>
          <cx:pt idx="2538">First_Product_Purchased</cx:pt>
          <cx:pt idx="2539">First_Product_Purchased</cx:pt>
          <cx:pt idx="2540">First_Product_Purchased</cx:pt>
          <cx:pt idx="2541">First_Product_Purchased</cx:pt>
          <cx:pt idx="2542">First_Product_Purchased</cx:pt>
          <cx:pt idx="2543">First_Product_Purchased</cx:pt>
          <cx:pt idx="2544">First_Product_Purchased</cx:pt>
          <cx:pt idx="2545">First_Product_Purchased</cx:pt>
          <cx:pt idx="2546">First_Product_Purchased</cx:pt>
          <cx:pt idx="2547">First_Product_Purchased</cx:pt>
          <cx:pt idx="2548">First_Product_Purchased</cx:pt>
          <cx:pt idx="2549">First_Product_Purchased</cx:pt>
          <cx:pt idx="2550">First_Product_Purchased</cx:pt>
          <cx:pt idx="2551">First_Product_Purchased</cx:pt>
          <cx:pt idx="2552">First_Product_Purchased</cx:pt>
          <cx:pt idx="2553">First_Product_Purchased</cx:pt>
          <cx:pt idx="2554">First_Product_Purchased</cx:pt>
          <cx:pt idx="2555">First_Product_Purchased</cx:pt>
          <cx:pt idx="2556">First_Product_Purchased</cx:pt>
          <cx:pt idx="2557">First_Product_Purchased</cx:pt>
          <cx:pt idx="2558">First_Product_Purchased</cx:pt>
          <cx:pt idx="2559">First_Product_Purchased</cx:pt>
          <cx:pt idx="2560">First_Product_Purchased</cx:pt>
          <cx:pt idx="2561">First_Product_Purchased</cx:pt>
          <cx:pt idx="2562">First_Product_Purchased</cx:pt>
          <cx:pt idx="2563">First_Product_Purchased</cx:pt>
          <cx:pt idx="2564">First_Product_Purchased</cx:pt>
          <cx:pt idx="2565">First_Product_Purchased</cx:pt>
          <cx:pt idx="2566">First_Product_Purchased</cx:pt>
          <cx:pt idx="2567">First_Product_Purchased</cx:pt>
          <cx:pt idx="2568">First_Product_Purchased</cx:pt>
          <cx:pt idx="2569">First_Product_Purchased</cx:pt>
          <cx:pt idx="2570">First_Product_Purchased</cx:pt>
          <cx:pt idx="2571">First_Product_Purchased</cx:pt>
          <cx:pt idx="2572">First_Product_Purchased</cx:pt>
          <cx:pt idx="2573">First_Product_Purchased</cx:pt>
          <cx:pt idx="2574">First_Product_Purchased</cx:pt>
          <cx:pt idx="2575">First_Product_Purchased</cx:pt>
          <cx:pt idx="2576">First_Product_Purchased</cx:pt>
          <cx:pt idx="2577">First_Product_Purchased</cx:pt>
          <cx:pt idx="2578">First_Product_Purchased</cx:pt>
          <cx:pt idx="2579">First_Product_Purchased</cx:pt>
          <cx:pt idx="2580">First_Product_Purchased</cx:pt>
          <cx:pt idx="2581">First_Product_Purchased</cx:pt>
          <cx:pt idx="2582">First_Product_Purchased</cx:pt>
          <cx:pt idx="2583">First_Product_Purchased</cx:pt>
          <cx:pt idx="2584">First_Product_Purchased</cx:pt>
          <cx:pt idx="2585">First_Product_Purchased</cx:pt>
          <cx:pt idx="2586">First_Product_Purchased</cx:pt>
          <cx:pt idx="2587">First_Product_Purchased</cx:pt>
          <cx:pt idx="2588">First_Product_Purchased</cx:pt>
          <cx:pt idx="2589">First_Product_Purchased</cx:pt>
          <cx:pt idx="2590">First_Product_Purchased</cx:pt>
          <cx:pt idx="2591">First_Product_Purchased</cx:pt>
          <cx:pt idx="2592">First_Product_Purchased</cx:pt>
          <cx:pt idx="2593">First_Product_Purchased</cx:pt>
          <cx:pt idx="2594">First_Product_Purchased</cx:pt>
          <cx:pt idx="2595">First_Product_Purchased</cx:pt>
          <cx:pt idx="2596">First_Product_Purchased</cx:pt>
          <cx:pt idx="2597">First_Product_Purchased</cx:pt>
          <cx:pt idx="2598">First_Product_Purchased</cx:pt>
          <cx:pt idx="2599">First_Product_Purchased</cx:pt>
          <cx:pt idx="2600">First_Product_Purchased</cx:pt>
          <cx:pt idx="2601">First_Product_Purchased</cx:pt>
          <cx:pt idx="2602">First_Product_Purchased</cx:pt>
          <cx:pt idx="2603">First_Product_Purchased</cx:pt>
          <cx:pt idx="2604">First_Product_Purchased</cx:pt>
          <cx:pt idx="2605">First_Product_Purchased</cx:pt>
          <cx:pt idx="2606">First_Product_Purchased</cx:pt>
          <cx:pt idx="2607">First_Product_Purchased</cx:pt>
          <cx:pt idx="2608">First_Product_Purchased</cx:pt>
          <cx:pt idx="2609">First_Product_Purchased</cx:pt>
          <cx:pt idx="2610">First_Product_Purchased</cx:pt>
          <cx:pt idx="2611">First_Product_Purchased</cx:pt>
          <cx:pt idx="2612">First_Product_Purchased</cx:pt>
          <cx:pt idx="2613">First_Product_Purchased</cx:pt>
          <cx:pt idx="2614">First_Product_Purchased</cx:pt>
          <cx:pt idx="2615">First_Product_Purchased</cx:pt>
          <cx:pt idx="2616">First_Product_Purchased</cx:pt>
          <cx:pt idx="2617">First_Product_Purchased</cx:pt>
          <cx:pt idx="2618">First_Product_Purchased</cx:pt>
          <cx:pt idx="2619">First_Product_Purchased</cx:pt>
          <cx:pt idx="2620">First_Product_Purchased</cx:pt>
          <cx:pt idx="2621">First_Product_Purchased</cx:pt>
          <cx:pt idx="2622">First_Product_Purchased</cx:pt>
          <cx:pt idx="2623">First_Product_Purchased</cx:pt>
          <cx:pt idx="2624">First_Product_Purchased</cx:pt>
          <cx:pt idx="2625">First_Product_Purchased</cx:pt>
          <cx:pt idx="2626">First_Product_Purchased</cx:pt>
          <cx:pt idx="2627">First_Product_Purchased</cx:pt>
          <cx:pt idx="2628">First_Product_Purchased</cx:pt>
          <cx:pt idx="2629">First_Product_Purchased</cx:pt>
          <cx:pt idx="2630">First_Product_Purchased</cx:pt>
          <cx:pt idx="2631">First_Product_Purchased</cx:pt>
          <cx:pt idx="2632">First_Product_Purchased</cx:pt>
          <cx:pt idx="2633">First_Product_Purchased</cx:pt>
          <cx:pt idx="2634">First_Product_Purchased</cx:pt>
          <cx:pt idx="2635">First_Product_Purchased</cx:pt>
          <cx:pt idx="2636">First_Product_Purchased</cx:pt>
          <cx:pt idx="2637">First_Product_Purchased</cx:pt>
          <cx:pt idx="2638">First_Product_Purchased</cx:pt>
          <cx:pt idx="2639">First_Product_Purchased</cx:pt>
          <cx:pt idx="2640">First_Product_Purchased</cx:pt>
          <cx:pt idx="2641">First_Product_Purchased</cx:pt>
          <cx:pt idx="2642">First_Product_Purchased</cx:pt>
          <cx:pt idx="2643">First_Product_Purchased</cx:pt>
          <cx:pt idx="2644">First_Product_Purchased</cx:pt>
          <cx:pt idx="2645">First_Product_Purchased</cx:pt>
          <cx:pt idx="2646">First_Product_Purchased</cx:pt>
          <cx:pt idx="2647">First_Product_Purchased</cx:pt>
          <cx:pt idx="2648">First_Product_Purchased</cx:pt>
          <cx:pt idx="2649">First_Product_Purchased</cx:pt>
          <cx:pt idx="2650">First_Product_Purchased</cx:pt>
          <cx:pt idx="2651">First_Product_Purchased</cx:pt>
          <cx:pt idx="2652">First_Product_Purchased</cx:pt>
          <cx:pt idx="2653">First_Product_Purchased</cx:pt>
          <cx:pt idx="2654">First_Product_Purchased</cx:pt>
          <cx:pt idx="2655">First_Product_Purchased</cx:pt>
          <cx:pt idx="2656">First_Product_Purchased</cx:pt>
          <cx:pt idx="2657">First_Product_Purchased</cx:pt>
          <cx:pt idx="2658">First_Product_Purchased</cx:pt>
          <cx:pt idx="2659">First_Product_Purchased</cx:pt>
          <cx:pt idx="2660">First_Product_Purchased</cx:pt>
          <cx:pt idx="2661">First_Product_Purchased</cx:pt>
          <cx:pt idx="2662">First_Product_Purchased</cx:pt>
          <cx:pt idx="2663">First_Product_Purchased</cx:pt>
          <cx:pt idx="2664">First_Product_Purchased</cx:pt>
          <cx:pt idx="2665">First_Product_Purchased</cx:pt>
          <cx:pt idx="2666">First_Product_Purchased</cx:pt>
          <cx:pt idx="2667">First_Product_Purchased</cx:pt>
          <cx:pt idx="2668">First_Product_Purchased</cx:pt>
          <cx:pt idx="2669">First_Product_Purchased</cx:pt>
          <cx:pt idx="2670">First_Product_Purchased</cx:pt>
          <cx:pt idx="2671">First_Product_Purchased</cx:pt>
          <cx:pt idx="2672">First_Product_Purchased</cx:pt>
          <cx:pt idx="2673">First_Product_Purchased</cx:pt>
          <cx:pt idx="2674">First_Product_Purchased</cx:pt>
          <cx:pt idx="2675">First_Product_Purchased</cx:pt>
          <cx:pt idx="2676">First_Product_Purchased</cx:pt>
          <cx:pt idx="2677">First_Product_Purchased</cx:pt>
          <cx:pt idx="2678">First_Product_Purchased</cx:pt>
          <cx:pt idx="2679">First_Product_Purchased</cx:pt>
          <cx:pt idx="2680">First_Product_Purchased</cx:pt>
          <cx:pt idx="2681">First_Product_Purchased</cx:pt>
          <cx:pt idx="2682">First_Product_Purchased</cx:pt>
          <cx:pt idx="2683">First_Product_Purchased</cx:pt>
          <cx:pt idx="2684">First_Product_Purchased</cx:pt>
          <cx:pt idx="2685">First_Product_Purchased</cx:pt>
          <cx:pt idx="2686">First_Product_Purchased</cx:pt>
          <cx:pt idx="2687">First_Product_Purchased</cx:pt>
          <cx:pt idx="2688">First_Product_Purchased</cx:pt>
          <cx:pt idx="2689">First_Product_Purchased</cx:pt>
          <cx:pt idx="2690">First_Product_Purchased</cx:pt>
          <cx:pt idx="2691">First_Product_Purchased</cx:pt>
          <cx:pt idx="2692">First_Product_Purchased</cx:pt>
          <cx:pt idx="2693">First_Product_Purchased</cx:pt>
          <cx:pt idx="2694">First_Product_Purchased</cx:pt>
          <cx:pt idx="2695">First_Product_Purchased</cx:pt>
          <cx:pt idx="2696">First_Product_Purchased</cx:pt>
          <cx:pt idx="2697">First_Product_Purchased</cx:pt>
          <cx:pt idx="2698">First_Product_Purchased</cx:pt>
          <cx:pt idx="2699">First_Product_Purchased</cx:pt>
          <cx:pt idx="2700">First_Product_Purchased</cx:pt>
          <cx:pt idx="2701">First_Product_Purchased</cx:pt>
          <cx:pt idx="2702">First_Product_Purchased</cx:pt>
          <cx:pt idx="2703">First_Product_Purchased</cx:pt>
          <cx:pt idx="2704">First_Product_Purchased</cx:pt>
          <cx:pt idx="2705">First_Product_Purchased</cx:pt>
          <cx:pt idx="2706">First_Product_Purchased</cx:pt>
          <cx:pt idx="2707">First_Product_Purchased</cx:pt>
          <cx:pt idx="2708">First_Product_Purchased</cx:pt>
          <cx:pt idx="2709">First_Product_Purchased</cx:pt>
          <cx:pt idx="2710">First_Product_Purchased</cx:pt>
          <cx:pt idx="2711">First_Product_Purchased</cx:pt>
          <cx:pt idx="2712">First_Product_Purchased</cx:pt>
          <cx:pt idx="2713">First_Product_Purchased</cx:pt>
          <cx:pt idx="2714">First_Product_Purchased</cx:pt>
          <cx:pt idx="2715">First_Product_Purchased</cx:pt>
          <cx:pt idx="2716">First_Product_Purchased</cx:pt>
          <cx:pt idx="2717">First_Product_Purchased</cx:pt>
          <cx:pt idx="2718">First_Product_Purchased</cx:pt>
          <cx:pt idx="2719">First_Product_Purchased</cx:pt>
          <cx:pt idx="2720">First_Product_Purchased</cx:pt>
          <cx:pt idx="2721">First_Product_Purchased</cx:pt>
          <cx:pt idx="2722">First_Product_Purchased</cx:pt>
          <cx:pt idx="2723">First_Product_Purchased</cx:pt>
          <cx:pt idx="2724">First_Product_Purchased</cx:pt>
          <cx:pt idx="2725">First_Product_Purchased</cx:pt>
          <cx:pt idx="2726">First_Product_Purchased</cx:pt>
          <cx:pt idx="2727">First_Product_Purchased</cx:pt>
          <cx:pt idx="2728">First_Product_Purchased</cx:pt>
          <cx:pt idx="2729">First_Product_Purchased</cx:pt>
          <cx:pt idx="2730">First_Product_Purchased</cx:pt>
          <cx:pt idx="2731">First_Product_Purchased</cx:pt>
          <cx:pt idx="2732">First_Product_Purchased</cx:pt>
          <cx:pt idx="2733">First_Product_Purchased</cx:pt>
          <cx:pt idx="2734">First_Product_Purchased</cx:pt>
          <cx:pt idx="2735">First_Product_Purchased</cx:pt>
          <cx:pt idx="2736">First_Product_Purchased</cx:pt>
          <cx:pt idx="2737">First_Product_Purchased</cx:pt>
          <cx:pt idx="2738">First_Product_Purchased</cx:pt>
          <cx:pt idx="2739">First_Product_Purchased</cx:pt>
          <cx:pt idx="2740">First_Product_Purchased</cx:pt>
          <cx:pt idx="2741">First_Product_Purchased</cx:pt>
          <cx:pt idx="2742">First_Product_Purchased</cx:pt>
          <cx:pt idx="2743">First_Product_Purchased</cx:pt>
          <cx:pt idx="2744">First_Product_Purchased</cx:pt>
          <cx:pt idx="2745">First_Product_Purchased</cx:pt>
          <cx:pt idx="2746">First_Product_Purchased</cx:pt>
          <cx:pt idx="2747">First_Product_Purchased</cx:pt>
          <cx:pt idx="2748">First_Product_Purchased</cx:pt>
          <cx:pt idx="2749">First_Product_Purchased</cx:pt>
          <cx:pt idx="2750">First_Product_Purchased</cx:pt>
          <cx:pt idx="2751">First_Product_Purchased</cx:pt>
          <cx:pt idx="2752">First_Product_Purchased</cx:pt>
          <cx:pt idx="2753">First_Product_Purchased</cx:pt>
          <cx:pt idx="2754">First_Product_Purchased</cx:pt>
          <cx:pt idx="2755">First_Product_Purchased</cx:pt>
          <cx:pt idx="2756">First_Product_Purchased</cx:pt>
          <cx:pt idx="2757">First_Product_Purchased</cx:pt>
          <cx:pt idx="2758">First_Product_Purchased</cx:pt>
          <cx:pt idx="2759">First_Product_Purchased</cx:pt>
          <cx:pt idx="2760">First_Product_Purchased</cx:pt>
          <cx:pt idx="2761">First_Product_Purchased</cx:pt>
          <cx:pt idx="2762">First_Product_Purchased</cx:pt>
          <cx:pt idx="2763">First_Product_Purchased</cx:pt>
          <cx:pt idx="2764">First_Product_Purchased</cx:pt>
          <cx:pt idx="2765">First_Product_Purchased</cx:pt>
          <cx:pt idx="2766">First_Product_Purchased</cx:pt>
          <cx:pt idx="2767">First_Product_Purchased</cx:pt>
          <cx:pt idx="2768">First_Product_Purchased</cx:pt>
          <cx:pt idx="2769">First_Product_Purchased</cx:pt>
          <cx:pt idx="2770">First_Product_Purchased</cx:pt>
          <cx:pt idx="2771">First_Product_Purchased</cx:pt>
          <cx:pt idx="2772">First_Product_Purchased</cx:pt>
          <cx:pt idx="2773">First_Product_Purchased</cx:pt>
          <cx:pt idx="2774">First_Product_Purchased</cx:pt>
          <cx:pt idx="2775">First_Product_Purchased</cx:pt>
          <cx:pt idx="2776">First_Product_Purchased</cx:pt>
          <cx:pt idx="2777">First_Product_Purchased</cx:pt>
          <cx:pt idx="2778">First_Product_Purchased</cx:pt>
          <cx:pt idx="2779">First_Product_Purchased</cx:pt>
          <cx:pt idx="2780">First_Product_Purchased</cx:pt>
          <cx:pt idx="2781">First_Product_Purchased</cx:pt>
          <cx:pt idx="2782">First_Product_Purchased</cx:pt>
          <cx:pt idx="2783">First_Product_Purchased</cx:pt>
          <cx:pt idx="2784">First_Product_Purchased</cx:pt>
          <cx:pt idx="2785">First_Product_Purchased</cx:pt>
          <cx:pt idx="2786">First_Product_Purchased</cx:pt>
          <cx:pt idx="2787">First_Product_Purchased</cx:pt>
          <cx:pt idx="2788">First_Product_Purchased</cx:pt>
          <cx:pt idx="2789">First_Product_Purchased</cx:pt>
          <cx:pt idx="2790">First_Product_Purchased</cx:pt>
          <cx:pt idx="2791">First_Product_Purchased</cx:pt>
          <cx:pt idx="2792">First_Product_Purchased</cx:pt>
          <cx:pt idx="2793">First_Product_Purchased</cx:pt>
          <cx:pt idx="2794">First_Product_Purchased</cx:pt>
          <cx:pt idx="2795">First_Product_Purchased</cx:pt>
          <cx:pt idx="2796">First_Product_Purchased</cx:pt>
          <cx:pt idx="2797">First_Product_Purchased</cx:pt>
          <cx:pt idx="2798">First_Product_Purchased</cx:pt>
          <cx:pt idx="2799">First_Product_Purchased</cx:pt>
          <cx:pt idx="2800">First_Product_Purchased</cx:pt>
          <cx:pt idx="2801">First_Product_Purchased</cx:pt>
          <cx:pt idx="2802">First_Product_Purchased</cx:pt>
          <cx:pt idx="2803">First_Product_Purchased</cx:pt>
          <cx:pt idx="2804">First_Product_Purchased</cx:pt>
          <cx:pt idx="2805">First_Product_Purchased</cx:pt>
          <cx:pt idx="2806">First_Product_Purchased</cx:pt>
          <cx:pt idx="2807">First_Product_Purchased</cx:pt>
          <cx:pt idx="2808">First_Product_Purchased</cx:pt>
          <cx:pt idx="2809">First_Product_Purchased</cx:pt>
          <cx:pt idx="2810">First_Product_Purchased</cx:pt>
          <cx:pt idx="2811">First_Product_Purchased</cx:pt>
          <cx:pt idx="2812">First_Product_Purchased</cx:pt>
          <cx:pt idx="2813">First_Product_Purchased</cx:pt>
          <cx:pt idx="2814">First_Product_Purchased</cx:pt>
          <cx:pt idx="2815">First_Product_Purchased</cx:pt>
          <cx:pt idx="2816">First_Product_Purchased</cx:pt>
          <cx:pt idx="2817">First_Product_Purchased</cx:pt>
          <cx:pt idx="2818">First_Product_Purchased</cx:pt>
          <cx:pt idx="2819">First_Product_Purchased</cx:pt>
          <cx:pt idx="2820">First_Product_Purchased</cx:pt>
          <cx:pt idx="2821">First_Product_Purchased</cx:pt>
          <cx:pt idx="2822">First_Product_Purchased</cx:pt>
          <cx:pt idx="2823">First_Product_Purchased</cx:pt>
          <cx:pt idx="2824">First_Product_Purchased</cx:pt>
          <cx:pt idx="2825">First_Product_Purchased</cx:pt>
          <cx:pt idx="2826">First_Product_Purchased</cx:pt>
          <cx:pt idx="2827">First_Product_Purchased</cx:pt>
          <cx:pt idx="2828">First_Product_Purchased</cx:pt>
          <cx:pt idx="2829">First_Product_Purchased</cx:pt>
          <cx:pt idx="2830">First_Product_Purchased</cx:pt>
          <cx:pt idx="2831">First_Product_Purchased</cx:pt>
          <cx:pt idx="2832">First_Product_Purchased</cx:pt>
          <cx:pt idx="2833">First_Product_Purchased</cx:pt>
          <cx:pt idx="2834">First_Product_Purchased</cx:pt>
          <cx:pt idx="2835">First_Product_Purchased</cx:pt>
          <cx:pt idx="2836">First_Product_Purchased</cx:pt>
          <cx:pt idx="2837">First_Product_Purchased</cx:pt>
          <cx:pt idx="2838">First_Product_Purchased</cx:pt>
          <cx:pt idx="2839">First_Product_Purchased</cx:pt>
          <cx:pt idx="2840">First_Product_Purchased</cx:pt>
          <cx:pt idx="2841">First_Product_Purchased</cx:pt>
          <cx:pt idx="2842">First_Product_Purchased</cx:pt>
          <cx:pt idx="2843">First_Product_Purchased</cx:pt>
          <cx:pt idx="2844">First_Product_Purchased</cx:pt>
          <cx:pt idx="2845">First_Product_Purchased</cx:pt>
          <cx:pt idx="2846">First_Product_Purchased</cx:pt>
          <cx:pt idx="2847">First_Product_Purchased</cx:pt>
          <cx:pt idx="2848">First_Product_Purchased</cx:pt>
          <cx:pt idx="2849">First_Product_Purchased</cx:pt>
          <cx:pt idx="2850">First_Product_Purchased</cx:pt>
          <cx:pt idx="2851">First_Product_Purchased</cx:pt>
          <cx:pt idx="2852">First_Product_Purchased</cx:pt>
          <cx:pt idx="2853">First_Product_Purchased</cx:pt>
          <cx:pt idx="2854">First_Product_Purchased</cx:pt>
          <cx:pt idx="2855">First_Product_Purchased</cx:pt>
          <cx:pt idx="2856">First_Product_Purchased</cx:pt>
          <cx:pt idx="2857">First_Product_Purchased</cx:pt>
          <cx:pt idx="2858">First_Product_Purchased</cx:pt>
          <cx:pt idx="2859">First_Product_Purchased</cx:pt>
          <cx:pt idx="2860">First_Product_Purchased</cx:pt>
          <cx:pt idx="2861">First_Product_Purchased</cx:pt>
          <cx:pt idx="2862">First_Product_Purchased</cx:pt>
          <cx:pt idx="2863">First_Product_Purchased</cx:pt>
          <cx:pt idx="2864">First_Product_Purchased</cx:pt>
          <cx:pt idx="2865">First_Product_Purchased</cx:pt>
          <cx:pt idx="2866">First_Product_Purchased</cx:pt>
          <cx:pt idx="2867">First_Product_Purchased</cx:pt>
          <cx:pt idx="2868">First_Product_Purchased</cx:pt>
          <cx:pt idx="2869">First_Product_Purchased</cx:pt>
          <cx:pt idx="2870">First_Product_Purchased</cx:pt>
          <cx:pt idx="2871">First_Product_Purchased</cx:pt>
          <cx:pt idx="2872">First_Product_Purchased</cx:pt>
          <cx:pt idx="2873">First_Product_Purchased</cx:pt>
          <cx:pt idx="2874">First_Product_Purchased</cx:pt>
          <cx:pt idx="2875">First_Product_Purchased</cx:pt>
          <cx:pt idx="2876">First_Product_Purchased</cx:pt>
          <cx:pt idx="2877">First_Product_Purchased</cx:pt>
          <cx:pt idx="2878">First_Product_Purchased</cx:pt>
          <cx:pt idx="2879">First_Product_Purchased</cx:pt>
          <cx:pt idx="2880">First_Product_Purchased</cx:pt>
          <cx:pt idx="2881">First_Product_Purchased</cx:pt>
          <cx:pt idx="2882">First_Product_Purchased</cx:pt>
          <cx:pt idx="2883">First_Product_Purchased</cx:pt>
          <cx:pt idx="2884">First_Product_Purchased</cx:pt>
          <cx:pt idx="2885">First_Product_Purchased</cx:pt>
          <cx:pt idx="2886">First_Product_Purchased</cx:pt>
          <cx:pt idx="2887">First_Product_Purchased</cx:pt>
          <cx:pt idx="2888">First_Product_Purchased</cx:pt>
          <cx:pt idx="2889">First_Product_Purchased</cx:pt>
          <cx:pt idx="2890">First_Product_Purchased</cx:pt>
          <cx:pt idx="2891">First_Product_Purchased</cx:pt>
          <cx:pt idx="2892">First_Product_Purchased</cx:pt>
          <cx:pt idx="2893">First_Product_Purchased</cx:pt>
          <cx:pt idx="2894">First_Product_Purchased</cx:pt>
          <cx:pt idx="2895">First_Product_Purchased</cx:pt>
          <cx:pt idx="2896">First_Product_Purchased</cx:pt>
          <cx:pt idx="2897">First_Product_Purchased</cx:pt>
          <cx:pt idx="2898">First_Product_Purchased</cx:pt>
          <cx:pt idx="2899">First_Product_Purchased</cx:pt>
          <cx:pt idx="2900">First_Product_Purchased</cx:pt>
          <cx:pt idx="2901">First_Product_Purchased</cx:pt>
          <cx:pt idx="2902">First_Product_Purchased</cx:pt>
          <cx:pt idx="2903">First_Product_Purchased</cx:pt>
          <cx:pt idx="2904">First_Product_Purchased</cx:pt>
          <cx:pt idx="2905">First_Product_Purchased</cx:pt>
          <cx:pt idx="2906">First_Product_Purchased</cx:pt>
          <cx:pt idx="2907">First_Product_Purchased</cx:pt>
          <cx:pt idx="2908">First_Product_Purchased</cx:pt>
          <cx:pt idx="2909">First_Product_Purchased</cx:pt>
          <cx:pt idx="2910">First_Product_Purchased</cx:pt>
          <cx:pt idx="2911">First_Product_Purchased</cx:pt>
          <cx:pt idx="2912">First_Product_Purchased</cx:pt>
          <cx:pt idx="2913">First_Product_Purchased</cx:pt>
          <cx:pt idx="2914">First_Product_Purchased</cx:pt>
          <cx:pt idx="2915">First_Product_Purchased</cx:pt>
          <cx:pt idx="2916">First_Product_Purchased</cx:pt>
          <cx:pt idx="2917">First_Product_Purchased</cx:pt>
          <cx:pt idx="2918">First_Product_Purchased</cx:pt>
          <cx:pt idx="2919">First_Product_Purchased</cx:pt>
          <cx:pt idx="2920">First_Product_Purchased</cx:pt>
          <cx:pt idx="2921">First_Product_Purchased</cx:pt>
          <cx:pt idx="2922">First_Product_Purchased</cx:pt>
          <cx:pt idx="2923">First_Product_Purchased</cx:pt>
          <cx:pt idx="2924">First_Product_Purchased</cx:pt>
          <cx:pt idx="2925">First_Product_Purchased</cx:pt>
          <cx:pt idx="2926">First_Product_Purchased</cx:pt>
          <cx:pt idx="2927">First_Product_Purchased</cx:pt>
          <cx:pt idx="2928">First_Product_Purchased</cx:pt>
          <cx:pt idx="2929">First_Product_Purchased</cx:pt>
          <cx:pt idx="2930">First_Product_Purchased</cx:pt>
          <cx:pt idx="2931">First_Product_Purchased</cx:pt>
          <cx:pt idx="2932">First_Product_Purchased</cx:pt>
          <cx:pt idx="2933">First_Product_Purchased</cx:pt>
          <cx:pt idx="2934">First_Product_Purchased</cx:pt>
          <cx:pt idx="2935">First_Product_Purchased</cx:pt>
          <cx:pt idx="2936">First_Product_Purchased</cx:pt>
          <cx:pt idx="2937">First_Product_Purchased</cx:pt>
          <cx:pt idx="2938">First_Product_Purchased</cx:pt>
          <cx:pt idx="2939">First_Product_Purchased</cx:pt>
          <cx:pt idx="2940">First_Product_Purchased</cx:pt>
          <cx:pt idx="2941">First_Product_Purchased</cx:pt>
          <cx:pt idx="2942">First_Product_Purchased</cx:pt>
          <cx:pt idx="2943">First_Product_Purchased</cx:pt>
          <cx:pt idx="2944">First_Product_Purchased</cx:pt>
          <cx:pt idx="2945">First_Product_Purchased</cx:pt>
          <cx:pt idx="2946">First_Product_Purchased</cx:pt>
          <cx:pt idx="2947">First_Product_Purchased</cx:pt>
          <cx:pt idx="2948">First_Product_Purchased</cx:pt>
          <cx:pt idx="2949">First_Product_Purchased</cx:pt>
          <cx:pt idx="2950">First_Product_Purchased</cx:pt>
          <cx:pt idx="2951">First_Product_Purchased</cx:pt>
          <cx:pt idx="2952">First_Product_Purchased</cx:pt>
          <cx:pt idx="2953">First_Product_Purchased</cx:pt>
          <cx:pt idx="2954">First_Product_Purchased</cx:pt>
          <cx:pt idx="2955">First_Product_Purchased</cx:pt>
          <cx:pt idx="2956">First_Product_Purchased</cx:pt>
          <cx:pt idx="2957">First_Product_Purchased</cx:pt>
          <cx:pt idx="2958">First_Product_Purchased</cx:pt>
          <cx:pt idx="2959">First_Product_Purchased</cx:pt>
          <cx:pt idx="2960">First_Product_Purchased</cx:pt>
          <cx:pt idx="2961">First_Product_Purchased</cx:pt>
          <cx:pt idx="2962">First_Product_Purchased</cx:pt>
          <cx:pt idx="2963">First_Product_Purchased</cx:pt>
          <cx:pt idx="2964">First_Product_Purchased</cx:pt>
          <cx:pt idx="2965">First_Product_Purchased</cx:pt>
          <cx:pt idx="2966">First_Product_Purchased</cx:pt>
          <cx:pt idx="2967">First_Product_Purchased</cx:pt>
          <cx:pt idx="2968">First_Product_Purchased</cx:pt>
          <cx:pt idx="2969">First_Product_Purchased</cx:pt>
          <cx:pt idx="2970">First_Product_Purchased</cx:pt>
          <cx:pt idx="2971">First_Product_Purchased</cx:pt>
          <cx:pt idx="2972">First_Product_Purchased</cx:pt>
          <cx:pt idx="2973">First_Product_Purchased</cx:pt>
          <cx:pt idx="2974">First_Product_Purchased</cx:pt>
          <cx:pt idx="2975">First_Product_Purchased</cx:pt>
          <cx:pt idx="2976">First_Product_Purchased</cx:pt>
          <cx:pt idx="2977">First_Product_Purchased</cx:pt>
          <cx:pt idx="2978">First_Product_Purchased</cx:pt>
          <cx:pt idx="2979">First_Product_Purchased</cx:pt>
          <cx:pt idx="2980">First_Product_Purchased</cx:pt>
          <cx:pt idx="2981">First_Product_Purchased</cx:pt>
          <cx:pt idx="2982">First_Product_Purchased</cx:pt>
          <cx:pt idx="2983">First_Product_Purchased</cx:pt>
          <cx:pt idx="2984">First_Product_Purchased</cx:pt>
          <cx:pt idx="2985">First_Product_Purchased</cx:pt>
          <cx:pt idx="2986">First_Product_Purchased</cx:pt>
          <cx:pt idx="2987">First_Product_Purchased</cx:pt>
          <cx:pt idx="2988">First_Product_Purchased</cx:pt>
          <cx:pt idx="2989">First_Product_Purchased</cx:pt>
          <cx:pt idx="2990">First_Product_Purchased</cx:pt>
          <cx:pt idx="2991">First_Product_Purchased</cx:pt>
          <cx:pt idx="2992">First_Product_Purchased</cx:pt>
          <cx:pt idx="2993">First_Product_Purchased</cx:pt>
          <cx:pt idx="2994">First_Product_Purchased</cx:pt>
          <cx:pt idx="2995">First_Product_Purchased</cx:pt>
          <cx:pt idx="2996">First_Product_Purchased</cx:pt>
          <cx:pt idx="2997">First_Product_Purchased</cx:pt>
          <cx:pt idx="2998">First_Product_Purchased</cx:pt>
          <cx:pt idx="2999">First_Product_Purchased</cx:pt>
          <cx:pt idx="3000">First_Product_Purchased</cx:pt>
          <cx:pt idx="3001">First_Product_Purchased</cx:pt>
          <cx:pt idx="3002">First_Product_Purchased</cx:pt>
          <cx:pt idx="3003">First_Product_Purchased</cx:pt>
          <cx:pt idx="3004">First_Product_Purchased</cx:pt>
          <cx:pt idx="3005">First_Product_Purchased</cx:pt>
          <cx:pt idx="3006">First_Product_Purchased</cx:pt>
          <cx:pt idx="3007">First_Product_Purchased</cx:pt>
          <cx:pt idx="3008">First_Product_Purchased</cx:pt>
          <cx:pt idx="3009">First_Product_Purchased</cx:pt>
          <cx:pt idx="3010">First_Product_Purchased</cx:pt>
          <cx:pt idx="3011">First_Product_Purchased</cx:pt>
          <cx:pt idx="3012">First_Product_Purchased</cx:pt>
          <cx:pt idx="3013">First_Product_Purchased</cx:pt>
          <cx:pt idx="3014">First_Product_Purchased</cx:pt>
          <cx:pt idx="3015">First_Product_Purchased</cx:pt>
          <cx:pt idx="3016">First_Product_Purchased</cx:pt>
          <cx:pt idx="3017">First_Product_Purchased</cx:pt>
          <cx:pt idx="3018">First_Product_Purchased</cx:pt>
          <cx:pt idx="3019">First_Product_Purchased</cx:pt>
          <cx:pt idx="3020">First_Product_Purchased</cx:pt>
          <cx:pt idx="3021">First_Product_Purchased</cx:pt>
          <cx:pt idx="3022">First_Product_Purchased</cx:pt>
          <cx:pt idx="3023">First_Product_Purchased</cx:pt>
          <cx:pt idx="3024">First_Product_Purchased</cx:pt>
          <cx:pt idx="3025">First_Product_Purchased</cx:pt>
          <cx:pt idx="3026">First_Product_Purchased</cx:pt>
          <cx:pt idx="3027">First_Product_Purchased</cx:pt>
          <cx:pt idx="3028">First_Product_Purchased</cx:pt>
          <cx:pt idx="3029">First_Product_Purchased</cx:pt>
          <cx:pt idx="3030">First_Product_Purchased</cx:pt>
          <cx:pt idx="3031">First_Product_Purchased</cx:pt>
          <cx:pt idx="3032">First_Product_Purchased</cx:pt>
          <cx:pt idx="3033">First_Product_Purchased</cx:pt>
          <cx:pt idx="3034">First_Product_Purchased</cx:pt>
          <cx:pt idx="3035">First_Product_Purchased</cx:pt>
          <cx:pt idx="3036">First_Product_Purchased</cx:pt>
          <cx:pt idx="3037">First_Product_Purchased</cx:pt>
          <cx:pt idx="3038">First_Product_Purchased</cx:pt>
          <cx:pt idx="3039">First_Product_Purchased</cx:pt>
          <cx:pt idx="3040">First_Product_Purchased</cx:pt>
          <cx:pt idx="3041">First_Product_Purchased</cx:pt>
          <cx:pt idx="3042">First_Product_Purchased</cx:pt>
          <cx:pt idx="3043">First_Product_Purchased</cx:pt>
          <cx:pt idx="3044">First_Product_Purchased</cx:pt>
          <cx:pt idx="3045">First_Product_Purchased</cx:pt>
          <cx:pt idx="3046">First_Product_Purchased</cx:pt>
          <cx:pt idx="3047">First_Product_Purchased</cx:pt>
          <cx:pt idx="3048">First_Product_Purchased</cx:pt>
          <cx:pt idx="3049">First_Product_Purchased</cx:pt>
          <cx:pt idx="3050">First_Product_Purchased</cx:pt>
          <cx:pt idx="3051">First_Product_Purchased</cx:pt>
          <cx:pt idx="3052">First_Product_Purchased</cx:pt>
          <cx:pt idx="3053">First_Product_Purchased</cx:pt>
          <cx:pt idx="3054">First_Product_Purchased</cx:pt>
          <cx:pt idx="3055">First_Product_Purchased</cx:pt>
          <cx:pt idx="3056">First_Product_Purchased</cx:pt>
          <cx:pt idx="3057">First_Product_Purchased</cx:pt>
          <cx:pt idx="3058">First_Product_Purchased</cx:pt>
          <cx:pt idx="3059">First_Product_Purchased</cx:pt>
          <cx:pt idx="3060">First_Product_Purchased</cx:pt>
          <cx:pt idx="3061">First_Product_Purchased</cx:pt>
          <cx:pt idx="3062">First_Product_Purchased</cx:pt>
          <cx:pt idx="3063">First_Product_Purchased</cx:pt>
          <cx:pt idx="3064">First_Product_Purchased</cx:pt>
          <cx:pt idx="3065">First_Product_Purchased</cx:pt>
          <cx:pt idx="3066">First_Product_Purchased</cx:pt>
          <cx:pt idx="3067">First_Product_Purchased</cx:pt>
          <cx:pt idx="3068">First_Product_Purchased</cx:pt>
          <cx:pt idx="3069">First_Product_Purchased</cx:pt>
          <cx:pt idx="3070">First_Product_Purchased</cx:pt>
          <cx:pt idx="3071">First_Product_Purchased</cx:pt>
          <cx:pt idx="3072">First_Product_Purchased</cx:pt>
          <cx:pt idx="3073">First_Product_Purchased</cx:pt>
          <cx:pt idx="3074">First_Product_Purchased</cx:pt>
          <cx:pt idx="3075">First_Product_Purchased</cx:pt>
          <cx:pt idx="3076">First_Product_Purchased</cx:pt>
          <cx:pt idx="3077">First_Product_Purchased</cx:pt>
          <cx:pt idx="3078">First_Product_Purchased</cx:pt>
          <cx:pt idx="3079">First_Product_Purchased</cx:pt>
          <cx:pt idx="3080">First_Product_Purchased</cx:pt>
          <cx:pt idx="3081">First_Product_Purchased</cx:pt>
          <cx:pt idx="3082">First_Product_Purchased</cx:pt>
          <cx:pt idx="3083">First_Product_Purchased</cx:pt>
          <cx:pt idx="3084">First_Product_Purchased</cx:pt>
          <cx:pt idx="3085">First_Product_Purchased</cx:pt>
          <cx:pt idx="3086">First_Product_Purchased</cx:pt>
          <cx:pt idx="3087">First_Product_Purchased</cx:pt>
          <cx:pt idx="3088">First_Product_Purchased</cx:pt>
          <cx:pt idx="3089">First_Product_Purchased</cx:pt>
          <cx:pt idx="3090">First_Product_Purchased</cx:pt>
          <cx:pt idx="3091">First_Product_Purchased</cx:pt>
          <cx:pt idx="3092">First_Product_Purchased</cx:pt>
          <cx:pt idx="3093">First_Product_Purchased</cx:pt>
          <cx:pt idx="3094">First_Product_Purchased</cx:pt>
          <cx:pt idx="3095">First_Product_Purchased</cx:pt>
          <cx:pt idx="3096">First_Product_Purchased</cx:pt>
          <cx:pt idx="3097">First_Product_Purchased</cx:pt>
          <cx:pt idx="3098">First_Product_Purchased</cx:pt>
          <cx:pt idx="3099">First_Product_Purchased</cx:pt>
          <cx:pt idx="3100">First_Product_Purchased</cx:pt>
          <cx:pt idx="3101">First_Product_Purchased</cx:pt>
          <cx:pt idx="3102">First_Product_Purchased</cx:pt>
          <cx:pt idx="3103">First_Product_Purchased</cx:pt>
          <cx:pt idx="3104">First_Product_Purchased</cx:pt>
          <cx:pt idx="3105">First_Product_Purchased</cx:pt>
          <cx:pt idx="3106">First_Product_Purchased</cx:pt>
          <cx:pt idx="3107">First_Product_Purchased</cx:pt>
          <cx:pt idx="3108">First_Product_Purchased</cx:pt>
          <cx:pt idx="3109">First_Product_Purchased</cx:pt>
          <cx:pt idx="3110">First_Product_Purchased</cx:pt>
          <cx:pt idx="3111">First_Product_Purchased</cx:pt>
          <cx:pt idx="3112">First_Product_Purchased</cx:pt>
          <cx:pt idx="3113">First_Product_Purchased</cx:pt>
          <cx:pt idx="3114">First_Product_Purchased</cx:pt>
          <cx:pt idx="3115">First_Product_Purchased</cx:pt>
          <cx:pt idx="3116">First_Product_Purchased</cx:pt>
          <cx:pt idx="3117">First_Product_Purchased</cx:pt>
          <cx:pt idx="3118">First_Product_Purchased</cx:pt>
          <cx:pt idx="3119">First_Product_Purchased</cx:pt>
          <cx:pt idx="3120">First_Product_Purchased</cx:pt>
          <cx:pt idx="3121">First_Product_Purchased</cx:pt>
          <cx:pt idx="3122">First_Product_Purchased</cx:pt>
          <cx:pt idx="3123">First_Product_Purchased</cx:pt>
          <cx:pt idx="3124">First_Product_Purchased</cx:pt>
          <cx:pt idx="3125">First_Product_Purchased</cx:pt>
          <cx:pt idx="3126">First_Product_Purchased</cx:pt>
          <cx:pt idx="3127">First_Product_Purchased</cx:pt>
          <cx:pt idx="3128">First_Product_Purchased</cx:pt>
          <cx:pt idx="3129">First_Product_Purchased</cx:pt>
          <cx:pt idx="3130">First_Product_Purchased</cx:pt>
          <cx:pt idx="3131">First_Product_Purchased</cx:pt>
          <cx:pt idx="3132">First_Product_Purchased</cx:pt>
          <cx:pt idx="3133">First_Product_Purchased</cx:pt>
          <cx:pt idx="3134">First_Product_Purchased</cx:pt>
          <cx:pt idx="3135">First_Product_Purchased</cx:pt>
          <cx:pt idx="3136">First_Product_Purchased</cx:pt>
          <cx:pt idx="3137">First_Product_Purchased</cx:pt>
          <cx:pt idx="3138">First_Product_Purchased</cx:pt>
          <cx:pt idx="3139">First_Product_Purchased</cx:pt>
          <cx:pt idx="3140">First_Product_Purchased</cx:pt>
          <cx:pt idx="3141">First_Product_Purchased</cx:pt>
          <cx:pt idx="3142">First_Product_Purchased</cx:pt>
          <cx:pt idx="3143">First_Product_Purchased</cx:pt>
          <cx:pt idx="3144">First_Product_Purchased</cx:pt>
          <cx:pt idx="3145">First_Product_Purchased</cx:pt>
          <cx:pt idx="3146">First_Product_Purchased</cx:pt>
          <cx:pt idx="3147">First_Product_Purchased</cx:pt>
          <cx:pt idx="3148">First_Product_Purchased</cx:pt>
          <cx:pt idx="3149">First_Product_Purchased</cx:pt>
          <cx:pt idx="3150">First_Product_Purchased</cx:pt>
          <cx:pt idx="3151">First_Product_Purchased</cx:pt>
          <cx:pt idx="3152">First_Product_Purchased</cx:pt>
          <cx:pt idx="3153">First_Product_Purchased</cx:pt>
          <cx:pt idx="3154">First_Product_Purchased</cx:pt>
          <cx:pt idx="3155">First_Product_Purchased</cx:pt>
          <cx:pt idx="3156">First_Product_Purchased</cx:pt>
          <cx:pt idx="3157">First_Product_Purchased</cx:pt>
          <cx:pt idx="3158">First_Product_Purchased</cx:pt>
          <cx:pt idx="3159">First_Product_Purchased</cx:pt>
          <cx:pt idx="3160">First_Product_Purchased</cx:pt>
          <cx:pt idx="3161">First_Product_Purchased</cx:pt>
          <cx:pt idx="3162">First_Product_Purchased</cx:pt>
          <cx:pt idx="3163">First_Product_Purchased</cx:pt>
          <cx:pt idx="3164">First_Product_Purchased</cx:pt>
          <cx:pt idx="3165">First_Product_Purchased</cx:pt>
          <cx:pt idx="3166">First_Product_Purchased</cx:pt>
          <cx:pt idx="3167">First_Product_Purchased</cx:pt>
          <cx:pt idx="3168">First_Product_Purchased</cx:pt>
          <cx:pt idx="3169">First_Product_Purchased</cx:pt>
          <cx:pt idx="3170">First_Product_Purchased</cx:pt>
          <cx:pt idx="3171">First_Product_Purchased</cx:pt>
          <cx:pt idx="3172">First_Product_Purchased</cx:pt>
          <cx:pt idx="3173">First_Product_Purchased</cx:pt>
          <cx:pt idx="3174">First_Product_Purchased</cx:pt>
          <cx:pt idx="3175">First_Product_Purchased</cx:pt>
          <cx:pt idx="3176">First_Product_Purchased</cx:pt>
          <cx:pt idx="3177">First_Product_Purchased</cx:pt>
          <cx:pt idx="3178">First_Product_Purchased</cx:pt>
          <cx:pt idx="3179">First_Product_Purchased</cx:pt>
          <cx:pt idx="3180">First_Product_Purchased</cx:pt>
          <cx:pt idx="3181">First_Product_Purchased</cx:pt>
          <cx:pt idx="3182">First_Product_Purchased</cx:pt>
          <cx:pt idx="3183">First_Product_Purchased</cx:pt>
          <cx:pt idx="3184">First_Product_Purchased</cx:pt>
          <cx:pt idx="3185">First_Product_Purchased</cx:pt>
          <cx:pt idx="3186">First_Product_Purchased</cx:pt>
          <cx:pt idx="3187">First_Product_Purchased</cx:pt>
          <cx:pt idx="3188">First_Product_Purchased</cx:pt>
          <cx:pt idx="3189">First_Product_Purchased</cx:pt>
          <cx:pt idx="3190">First_Product_Purchased</cx:pt>
          <cx:pt idx="3191">First_Product_Purchased</cx:pt>
          <cx:pt idx="3192">First_Product_Purchased</cx:pt>
          <cx:pt idx="3193">First_Product_Purchased</cx:pt>
          <cx:pt idx="3194">First_Product_Purchased</cx:pt>
          <cx:pt idx="3195">First_Product_Purchased</cx:pt>
          <cx:pt idx="3196">First_Product_Purchased</cx:pt>
          <cx:pt idx="3197">First_Product_Purchased</cx:pt>
          <cx:pt idx="3198">First_Product_Purchased</cx:pt>
          <cx:pt idx="3199">First_Product_Purchased</cx:pt>
          <cx:pt idx="3200">First_Product_Purchased</cx:pt>
          <cx:pt idx="3201">First_Product_Purchased</cx:pt>
          <cx:pt idx="3202">First_Product_Purchased</cx:pt>
          <cx:pt idx="3203">First_Product_Purchased</cx:pt>
          <cx:pt idx="3204">First_Product_Purchased</cx:pt>
          <cx:pt idx="3205">First_Product_Purchased</cx:pt>
          <cx:pt idx="3206">First_Product_Purchased</cx:pt>
          <cx:pt idx="3207">First_Product_Purchased</cx:pt>
          <cx:pt idx="3208">First_Product_Purchased</cx:pt>
          <cx:pt idx="3209">First_Product_Purchased</cx:pt>
          <cx:pt idx="3210">First_Product_Purchased</cx:pt>
          <cx:pt idx="3211">First_Product_Purchased</cx:pt>
          <cx:pt idx="3212">First_Product_Purchased</cx:pt>
          <cx:pt idx="3213">First_Product_Purchased</cx:pt>
          <cx:pt idx="3214">First_Product_Purchased</cx:pt>
          <cx:pt idx="3215">First_Product_Purchased</cx:pt>
          <cx:pt idx="3216">First_Product_Purchased</cx:pt>
          <cx:pt idx="3217">First_Product_Purchased</cx:pt>
          <cx:pt idx="3218">First_Product_Purchased</cx:pt>
          <cx:pt idx="3219">First_Product_Purchased</cx:pt>
          <cx:pt idx="3220">First_Product_Purchased</cx:pt>
          <cx:pt idx="3221">First_Product_Purchased</cx:pt>
          <cx:pt idx="3222">First_Product_Purchased</cx:pt>
          <cx:pt idx="3223">First_Product_Purchased</cx:pt>
          <cx:pt idx="3224">First_Product_Purchased</cx:pt>
          <cx:pt idx="3225">First_Product_Purchased</cx:pt>
          <cx:pt idx="3226">First_Product_Purchased</cx:pt>
          <cx:pt idx="3227">First_Product_Purchased</cx:pt>
          <cx:pt idx="3228">First_Product_Purchased</cx:pt>
          <cx:pt idx="3229">First_Product_Purchased</cx:pt>
          <cx:pt idx="3230">First_Product_Purchased</cx:pt>
          <cx:pt idx="3231">First_Product_Purchased</cx:pt>
          <cx:pt idx="3232">First_Product_Purchased</cx:pt>
          <cx:pt idx="3233">First_Product_Purchased</cx:pt>
          <cx:pt idx="3234">First_Product_Purchased</cx:pt>
          <cx:pt idx="3235">First_Product_Purchased</cx:pt>
          <cx:pt idx="3236">First_Product_Purchased</cx:pt>
          <cx:pt idx="3237">First_Product_Purchased</cx:pt>
          <cx:pt idx="3238">First_Product_Purchased</cx:pt>
          <cx:pt idx="3239">First_Product_Purchased</cx:pt>
          <cx:pt idx="3240">First_Product_Purchased</cx:pt>
          <cx:pt idx="3241">First_Product_Purchased</cx:pt>
          <cx:pt idx="3242">First_Product_Purchased</cx:pt>
          <cx:pt idx="3243">First_Product_Purchased</cx:pt>
          <cx:pt idx="3244">First_Product_Purchased</cx:pt>
          <cx:pt idx="3245">First_Product_Purchased</cx:pt>
          <cx:pt idx="3246">First_Product_Purchased</cx:pt>
          <cx:pt idx="3247">First_Product_Purchased</cx:pt>
          <cx:pt idx="3248">First_Product_Purchased</cx:pt>
          <cx:pt idx="3249">First_Product_Purchased</cx:pt>
          <cx:pt idx="3250">First_Product_Purchased</cx:pt>
          <cx:pt idx="3251">First_Product_Purchased</cx:pt>
          <cx:pt idx="3252">First_Product_Purchased</cx:pt>
          <cx:pt idx="3253">First_Product_Purchased</cx:pt>
          <cx:pt idx="3254">First_Product_Purchased</cx:pt>
          <cx:pt idx="3255">First_Product_Purchased</cx:pt>
          <cx:pt idx="3256">First_Product_Purchased</cx:pt>
          <cx:pt idx="3257">First_Product_Purchased</cx:pt>
          <cx:pt idx="3258">First_Product_Purchased</cx:pt>
          <cx:pt idx="3259">First_Product_Purchased</cx:pt>
          <cx:pt idx="3260">First_Product_Purchased</cx:pt>
          <cx:pt idx="3261">First_Product_Purchased</cx:pt>
          <cx:pt idx="3262">First_Product_Purchased</cx:pt>
          <cx:pt idx="3263">First_Product_Purchased</cx:pt>
          <cx:pt idx="3264">First_Product_Purchased</cx:pt>
          <cx:pt idx="3265">First_Product_Purchased</cx:pt>
          <cx:pt idx="3266">First_Product_Purchased</cx:pt>
          <cx:pt idx="3267">First_Product_Purchased</cx:pt>
          <cx:pt idx="3268">First_Product_Purchased</cx:pt>
          <cx:pt idx="3269">First_Product_Purchased</cx:pt>
          <cx:pt idx="3270">First_Product_Purchased</cx:pt>
          <cx:pt idx="3271">First_Product_Purchased</cx:pt>
          <cx:pt idx="3272">First_Product_Purchased</cx:pt>
          <cx:pt idx="3273">First_Product_Purchased</cx:pt>
          <cx:pt idx="3274">First_Product_Purchased</cx:pt>
          <cx:pt idx="3275">First_Product_Purchased</cx:pt>
          <cx:pt idx="3276">First_Product_Purchased</cx:pt>
          <cx:pt idx="3277">First_Product_Purchased</cx:pt>
          <cx:pt idx="3278">First_Product_Purchased</cx:pt>
          <cx:pt idx="3279">First_Product_Purchased</cx:pt>
          <cx:pt idx="3280">First_Product_Purchased</cx:pt>
          <cx:pt idx="3281">First_Product_Purchased</cx:pt>
          <cx:pt idx="3282">First_Product_Purchased</cx:pt>
          <cx:pt idx="3283">First_Product_Purchased</cx:pt>
          <cx:pt idx="3284">First_Product_Purchased</cx:pt>
          <cx:pt idx="3285">First_Product_Purchased</cx:pt>
          <cx:pt idx="3286">First_Product_Purchased</cx:pt>
          <cx:pt idx="3287">First_Product_Purchased</cx:pt>
          <cx:pt idx="3288">First_Product_Purchased</cx:pt>
          <cx:pt idx="3289">First_Product_Purchased</cx:pt>
          <cx:pt idx="3290">First_Product_Purchased</cx:pt>
          <cx:pt idx="3291">First_Product_Purchased</cx:pt>
          <cx:pt idx="3292">First_Product_Purchased</cx:pt>
          <cx:pt idx="3293">First_Product_Purchased</cx:pt>
          <cx:pt idx="3294">First_Product_Purchased</cx:pt>
          <cx:pt idx="3295">First_Product_Purchased</cx:pt>
          <cx:pt idx="3296">First_Product_Purchased</cx:pt>
          <cx:pt idx="3297">First_Product_Purchased</cx:pt>
          <cx:pt idx="3298">First_Product_Purchased</cx:pt>
          <cx:pt idx="3299">First_Product_Purchased</cx:pt>
          <cx:pt idx="3300">First_Product_Purchased</cx:pt>
          <cx:pt idx="3301">First_Product_Purchased</cx:pt>
          <cx:pt idx="3302">First_Product_Purchased</cx:pt>
          <cx:pt idx="3303">First_Product_Purchased</cx:pt>
          <cx:pt idx="3304">First_Product_Purchased</cx:pt>
          <cx:pt idx="3305">First_Product_Purchased</cx:pt>
          <cx:pt idx="3306">First_Product_Purchased</cx:pt>
          <cx:pt idx="3307">First_Product_Purchased</cx:pt>
          <cx:pt idx="3308">First_Product_Purchased</cx:pt>
          <cx:pt idx="3309">First_Product_Purchased</cx:pt>
          <cx:pt idx="3310">First_Product_Purchased</cx:pt>
          <cx:pt idx="3311">First_Product_Purchased</cx:pt>
          <cx:pt idx="3312">First_Product_Purchased</cx:pt>
          <cx:pt idx="3313">First_Product_Purchased</cx:pt>
          <cx:pt idx="3314">First_Product_Purchased</cx:pt>
          <cx:pt idx="3315">First_Product_Purchased</cx:pt>
          <cx:pt idx="3316">First_Product_Purchased</cx:pt>
          <cx:pt idx="3317">First_Product_Purchased</cx:pt>
          <cx:pt idx="3318">First_Product_Purchased</cx:pt>
          <cx:pt idx="3319">First_Product_Purchased</cx:pt>
          <cx:pt idx="3320">First_Product_Purchased</cx:pt>
          <cx:pt idx="3321">First_Product_Purchased</cx:pt>
          <cx:pt idx="3322">First_Product_Purchased</cx:pt>
          <cx:pt idx="3323">First_Product_Purchased</cx:pt>
          <cx:pt idx="3324">First_Product_Purchased</cx:pt>
          <cx:pt idx="3325">First_Product_Purchased</cx:pt>
          <cx:pt idx="3326">First_Product_Purchased</cx:pt>
          <cx:pt idx="3327">First_Product_Purchased</cx:pt>
          <cx:pt idx="3328">First_Product_Purchased</cx:pt>
          <cx:pt idx="3329">First_Product_Purchased</cx:pt>
          <cx:pt idx="3330">First_Product_Purchased</cx:pt>
          <cx:pt idx="3331">First_Product_Purchased</cx:pt>
          <cx:pt idx="3332">First_Product_Purchased</cx:pt>
          <cx:pt idx="3333">First_Product_Purchased</cx:pt>
          <cx:pt idx="3334">First_Product_Purchased</cx:pt>
          <cx:pt idx="3335">First_Product_Purchased</cx:pt>
          <cx:pt idx="3336">First_Product_Purchased</cx:pt>
          <cx:pt idx="3337">First_Product_Purchased</cx:pt>
          <cx:pt idx="3338">First_Product_Purchased</cx:pt>
          <cx:pt idx="3339">First_Product_Purchased</cx:pt>
          <cx:pt idx="3340">First_Product_Purchased</cx:pt>
          <cx:pt idx="3341">First_Product_Purchased</cx:pt>
          <cx:pt idx="3342">First_Product_Purchased</cx:pt>
          <cx:pt idx="3343">First_Product_Purchased</cx:pt>
          <cx:pt idx="3344">First_Product_Purchased</cx:pt>
          <cx:pt idx="3345">First_Product_Purchased</cx:pt>
          <cx:pt idx="3346">First_Product_Purchased</cx:pt>
          <cx:pt idx="3347">First_Product_Purchased</cx:pt>
          <cx:pt idx="3348">First_Product_Purchased</cx:pt>
          <cx:pt idx="3349">First_Product_Purchased</cx:pt>
          <cx:pt idx="3350">First_Product_Purchased</cx:pt>
          <cx:pt idx="3351">First_Product_Purchased</cx:pt>
          <cx:pt idx="3352">First_Product_Purchased</cx:pt>
          <cx:pt idx="3353">First_Product_Purchased</cx:pt>
          <cx:pt idx="3354">First_Product_Purchased</cx:pt>
          <cx:pt idx="3355">First_Product_Purchased</cx:pt>
          <cx:pt idx="3356">First_Product_Purchased</cx:pt>
          <cx:pt idx="3357">First_Product_Purchased</cx:pt>
          <cx:pt idx="3358">First_Product_Purchased</cx:pt>
          <cx:pt idx="3359">First_Product_Purchased</cx:pt>
          <cx:pt idx="3360">First_Product_Purchased</cx:pt>
          <cx:pt idx="3361">First_Product_Purchased</cx:pt>
          <cx:pt idx="3362">First_Product_Purchased</cx:pt>
          <cx:pt idx="3363">First_Product_Purchased</cx:pt>
          <cx:pt idx="3364">First_Product_Purchased</cx:pt>
          <cx:pt idx="3365">First_Product_Purchased</cx:pt>
          <cx:pt idx="3366">First_Product_Purchased</cx:pt>
          <cx:pt idx="3367">First_Product_Purchased</cx:pt>
          <cx:pt idx="3368">First_Product_Purchased</cx:pt>
          <cx:pt idx="3369">First_Product_Purchased</cx:pt>
          <cx:pt idx="3370">First_Product_Purchased</cx:pt>
          <cx:pt idx="3371">First_Product_Purchased</cx:pt>
          <cx:pt idx="3372">First_Product_Purchased</cx:pt>
          <cx:pt idx="3373">First_Product_Purchased</cx:pt>
          <cx:pt idx="3374">First_Product_Purchased</cx:pt>
          <cx:pt idx="3375">First_Product_Purchased</cx:pt>
          <cx:pt idx="3376">First_Product_Purchased</cx:pt>
          <cx:pt idx="3377">First_Product_Purchased</cx:pt>
          <cx:pt idx="3378">First_Product_Purchased</cx:pt>
          <cx:pt idx="3379">First_Product_Purchased</cx:pt>
          <cx:pt idx="3380">First_Product_Purchased</cx:pt>
          <cx:pt idx="3381">First_Product_Purchased</cx:pt>
          <cx:pt idx="3382">First_Product_Purchased</cx:pt>
          <cx:pt idx="3383">First_Product_Purchased</cx:pt>
          <cx:pt idx="3384">First_Product_Purchased</cx:pt>
          <cx:pt idx="3385">First_Product_Purchased</cx:pt>
          <cx:pt idx="3386">First_Product_Purchased</cx:pt>
          <cx:pt idx="3387">First_Product_Purchased</cx:pt>
          <cx:pt idx="3388">First_Product_Purchased</cx:pt>
          <cx:pt idx="3389">First_Product_Purchased</cx:pt>
          <cx:pt idx="3390">First_Product_Purchased</cx:pt>
          <cx:pt idx="3391">First_Product_Purchased</cx:pt>
          <cx:pt idx="3392">First_Product_Purchased</cx:pt>
          <cx:pt idx="3393">First_Product_Purchased</cx:pt>
          <cx:pt idx="3394">First_Product_Purchased</cx:pt>
          <cx:pt idx="3395">First_Product_Purchased</cx:pt>
          <cx:pt idx="3396">First_Product_Purchased</cx:pt>
          <cx:pt idx="3397">First_Product_Purchased</cx:pt>
          <cx:pt idx="3398">First_Product_Purchased</cx:pt>
          <cx:pt idx="3399">First_Product_Purchased</cx:pt>
          <cx:pt idx="3400">First_Product_Purchased</cx:pt>
          <cx:pt idx="3401">First_Product_Purchased</cx:pt>
          <cx:pt idx="3402">First_Product_Purchased</cx:pt>
          <cx:pt idx="3403">First_Product_Purchased</cx:pt>
          <cx:pt idx="3404">First_Product_Purchased</cx:pt>
          <cx:pt idx="3405">First_Product_Purchased</cx:pt>
          <cx:pt idx="3406">First_Product_Purchased</cx:pt>
          <cx:pt idx="3407">First_Product_Purchased</cx:pt>
          <cx:pt idx="3408">First_Product_Purchased</cx:pt>
          <cx:pt idx="3409">First_Product_Purchased</cx:pt>
          <cx:pt idx="3410">First_Product_Purchased</cx:pt>
          <cx:pt idx="3411">First_Product_Purchased</cx:pt>
          <cx:pt idx="3412">First_Product_Purchased</cx:pt>
          <cx:pt idx="3413">First_Product_Purchased</cx:pt>
          <cx:pt idx="3414">First_Product_Purchased</cx:pt>
          <cx:pt idx="3415">First_Product_Purchased</cx:pt>
          <cx:pt idx="3416">First_Product_Purchased</cx:pt>
          <cx:pt idx="3417">First_Product_Purchased</cx:pt>
          <cx:pt idx="3418">First_Product_Purchased</cx:pt>
          <cx:pt idx="3419">First_Product_Purchased</cx:pt>
          <cx:pt idx="3420">First_Product_Purchased</cx:pt>
          <cx:pt idx="3421">First_Product_Purchased</cx:pt>
          <cx:pt idx="3422">First_Product_Purchased</cx:pt>
          <cx:pt idx="3423">First_Product_Purchased</cx:pt>
          <cx:pt idx="3424">First_Product_Purchased</cx:pt>
          <cx:pt idx="3425">First_Product_Purchased</cx:pt>
          <cx:pt idx="3426">First_Product_Purchased</cx:pt>
          <cx:pt idx="3427">First_Product_Purchased</cx:pt>
          <cx:pt idx="3428">First_Product_Purchased</cx:pt>
          <cx:pt idx="3429">First_Product_Purchased</cx:pt>
          <cx:pt idx="3430">First_Product_Purchased</cx:pt>
          <cx:pt idx="3431">First_Product_Purchased</cx:pt>
          <cx:pt idx="3432">First_Product_Purchased</cx:pt>
          <cx:pt idx="3433">First_Product_Purchased</cx:pt>
          <cx:pt idx="3434">First_Product_Purchased</cx:pt>
          <cx:pt idx="3435">First_Product_Purchased</cx:pt>
          <cx:pt idx="3436">First_Product_Purchased</cx:pt>
          <cx:pt idx="3437">First_Product_Purchased</cx:pt>
          <cx:pt idx="3438">First_Product_Purchased</cx:pt>
          <cx:pt idx="3439">First_Product_Purchased</cx:pt>
          <cx:pt idx="3440">First_Product_Purchased</cx:pt>
          <cx:pt idx="3441">First_Product_Purchased</cx:pt>
          <cx:pt idx="3442">First_Product_Purchased</cx:pt>
          <cx:pt idx="3443">First_Product_Purchased</cx:pt>
          <cx:pt idx="3444">First_Product_Purchased</cx:pt>
          <cx:pt idx="3445">First_Product_Purchased</cx:pt>
          <cx:pt idx="3446">First_Product_Purchased</cx:pt>
          <cx:pt idx="3447">First_Product_Purchased</cx:pt>
          <cx:pt idx="3448">First_Product_Purchased</cx:pt>
          <cx:pt idx="3449">First_Product_Purchased</cx:pt>
          <cx:pt idx="3450">First_Product_Purchased</cx:pt>
          <cx:pt idx="3451">First_Product_Purchased</cx:pt>
          <cx:pt idx="3452">First_Product_Purchased</cx:pt>
          <cx:pt idx="3453">First_Product_Purchased</cx:pt>
          <cx:pt idx="3454">First_Product_Purchased</cx:pt>
          <cx:pt idx="3455">First_Product_Purchased</cx:pt>
          <cx:pt idx="3456">First_Product_Purchased</cx:pt>
          <cx:pt idx="3457">First_Product_Purchased</cx:pt>
          <cx:pt idx="3458">First_Product_Purchased</cx:pt>
          <cx:pt idx="3459">First_Product_Purchased</cx:pt>
          <cx:pt idx="3460">First_Product_Purchased</cx:pt>
          <cx:pt idx="3461">First_Product_Purchased</cx:pt>
          <cx:pt idx="3462">First_Product_Purchased</cx:pt>
          <cx:pt idx="3463">First_Product_Purchased</cx:pt>
          <cx:pt idx="3464">First_Product_Purchased</cx:pt>
          <cx:pt idx="3465">First_Product_Purchased</cx:pt>
          <cx:pt idx="3466">First_Product_Purchased</cx:pt>
          <cx:pt idx="3467">First_Product_Purchased</cx:pt>
          <cx:pt idx="3468">First_Product_Purchased</cx:pt>
          <cx:pt idx="3469">First_Product_Purchased</cx:pt>
          <cx:pt idx="3470">First_Product_Purchased</cx:pt>
          <cx:pt idx="3471">First_Product_Purchased</cx:pt>
          <cx:pt idx="3472">First_Product_Purchased</cx:pt>
          <cx:pt idx="3473">First_Product_Purchased</cx:pt>
          <cx:pt idx="3474">First_Product_Purchased</cx:pt>
          <cx:pt idx="3475">First_Product_Purchased</cx:pt>
          <cx:pt idx="3476">First_Product_Purchased</cx:pt>
          <cx:pt idx="3477">First_Product_Purchased</cx:pt>
          <cx:pt idx="3478">First_Product_Purchased</cx:pt>
          <cx:pt idx="3479">First_Product_Purchased</cx:pt>
          <cx:pt idx="3480">First_Product_Purchased</cx:pt>
          <cx:pt idx="3481">First_Product_Purchased</cx:pt>
          <cx:pt idx="3482">First_Product_Purchased</cx:pt>
          <cx:pt idx="3483">First_Product_Purchased</cx:pt>
          <cx:pt idx="3484">First_Product_Purchased</cx:pt>
          <cx:pt idx="3485">First_Product_Purchased</cx:pt>
          <cx:pt idx="3486">First_Product_Purchased</cx:pt>
          <cx:pt idx="3487">First_Product_Purchased</cx:pt>
          <cx:pt idx="3488">First_Product_Purchased</cx:pt>
          <cx:pt idx="3489">First_Product_Purchased</cx:pt>
          <cx:pt idx="3490">First_Product_Purchased</cx:pt>
          <cx:pt idx="3491">First_Product_Purchased</cx:pt>
          <cx:pt idx="3492">First_Product_Purchased</cx:pt>
          <cx:pt idx="3493">First_Product_Purchased</cx:pt>
          <cx:pt idx="3494">First_Product_Purchased</cx:pt>
          <cx:pt idx="3495">First_Product_Purchased</cx:pt>
          <cx:pt idx="3496">First_Product_Purchased</cx:pt>
          <cx:pt idx="3497">First_Product_Purchased</cx:pt>
          <cx:pt idx="3498">First_Product_Purchased</cx:pt>
          <cx:pt idx="3499">First_Product_Purchased</cx:pt>
          <cx:pt idx="3500">First_Product_Purchased</cx:pt>
          <cx:pt idx="3501">First_Product_Purchased</cx:pt>
          <cx:pt idx="3502">First_Product_Purchased</cx:pt>
          <cx:pt idx="3503">First_Product_Purchased</cx:pt>
          <cx:pt idx="3504">First_Product_Purchased</cx:pt>
          <cx:pt idx="3505">First_Product_Purchased</cx:pt>
          <cx:pt idx="3506">First_Product_Purchased</cx:pt>
          <cx:pt idx="3507">First_Product_Purchased</cx:pt>
          <cx:pt idx="3508">First_Product_Purchased</cx:pt>
          <cx:pt idx="3509">First_Product_Purchased</cx:pt>
          <cx:pt idx="3510">First_Product_Purchased</cx:pt>
          <cx:pt idx="3511">First_Product_Purchased</cx:pt>
          <cx:pt idx="3512">First_Product_Purchased</cx:pt>
          <cx:pt idx="3513">First_Product_Purchased</cx:pt>
          <cx:pt idx="3514">First_Product_Purchased</cx:pt>
          <cx:pt idx="3515">First_Product_Purchased</cx:pt>
          <cx:pt idx="3516">First_Product_Purchased</cx:pt>
          <cx:pt idx="3517">First_Product_Purchased</cx:pt>
          <cx:pt idx="3518">First_Product_Purchased</cx:pt>
          <cx:pt idx="3519">First_Product_Purchased</cx:pt>
          <cx:pt idx="3520">First_Product_Purchased</cx:pt>
          <cx:pt idx="3521">First_Product_Purchased</cx:pt>
          <cx:pt idx="3522">First_Product_Purchased</cx:pt>
          <cx:pt idx="3523">First_Product_Purchased</cx:pt>
          <cx:pt idx="3524">First_Product_Purchased</cx:pt>
          <cx:pt idx="3525">First_Product_Purchased</cx:pt>
          <cx:pt idx="3526">First_Product_Purchased</cx:pt>
          <cx:pt idx="3527">First_Product_Purchased</cx:pt>
          <cx:pt idx="3528">First_Product_Purchased</cx:pt>
          <cx:pt idx="3529">First_Product_Purchased</cx:pt>
          <cx:pt idx="3530">First_Product_Purchased</cx:pt>
          <cx:pt idx="3531">First_Product_Purchased</cx:pt>
          <cx:pt idx="3532">First_Product_Purchased</cx:pt>
          <cx:pt idx="3533">First_Product_Purchased</cx:pt>
          <cx:pt idx="3534">First_Product_Purchased</cx:pt>
          <cx:pt idx="3535">First_Product_Purchased</cx:pt>
          <cx:pt idx="3536">First_Product_Purchased</cx:pt>
          <cx:pt idx="3537">First_Product_Purchased</cx:pt>
          <cx:pt idx="3538">First_Product_Purchased</cx:pt>
          <cx:pt idx="3539">First_Product_Purchased</cx:pt>
          <cx:pt idx="3540">First_Product_Purchased</cx:pt>
          <cx:pt idx="3541">First_Product_Purchased</cx:pt>
          <cx:pt idx="3542">First_Product_Purchased</cx:pt>
          <cx:pt idx="3543">First_Product_Purchased</cx:pt>
          <cx:pt idx="3544">First_Product_Purchased</cx:pt>
          <cx:pt idx="3545">First_Product_Purchased</cx:pt>
          <cx:pt idx="3546">First_Product_Purchased</cx:pt>
          <cx:pt idx="3547">First_Product_Purchased</cx:pt>
          <cx:pt idx="3548">First_Product_Purchased</cx:pt>
          <cx:pt idx="3549">First_Product_Purchased</cx:pt>
          <cx:pt idx="3550">First_Product_Purchased</cx:pt>
          <cx:pt idx="3551">First_Product_Purchased</cx:pt>
          <cx:pt idx="3552">First_Product_Purchased</cx:pt>
          <cx:pt idx="3553">First_Product_Purchased</cx:pt>
          <cx:pt idx="3554">First_Product_Purchased</cx:pt>
          <cx:pt idx="3555">First_Product_Purchased</cx:pt>
          <cx:pt idx="3556">First_Product_Purchased</cx:pt>
          <cx:pt idx="3557">First_Product_Purchased</cx:pt>
          <cx:pt idx="3558">First_Product_Purchased</cx:pt>
          <cx:pt idx="3559">First_Product_Purchased</cx:pt>
          <cx:pt idx="3560">First_Product_Purchased</cx:pt>
          <cx:pt idx="3561">First_Product_Purchased</cx:pt>
          <cx:pt idx="3562">First_Product_Purchased</cx:pt>
          <cx:pt idx="3563">First_Product_Purchased</cx:pt>
          <cx:pt idx="3564">First_Product_Purchased</cx:pt>
          <cx:pt idx="3565">First_Product_Purchased</cx:pt>
          <cx:pt idx="3566">First_Product_Purchased</cx:pt>
          <cx:pt idx="3567">First_Product_Purchased</cx:pt>
          <cx:pt idx="3568">First_Product_Purchased</cx:pt>
          <cx:pt idx="3569">First_Product_Purchased</cx:pt>
          <cx:pt idx="3570">First_Product_Purchased</cx:pt>
          <cx:pt idx="3571">First_Product_Purchased</cx:pt>
          <cx:pt idx="3572">First_Product_Purchased</cx:pt>
          <cx:pt idx="3573">First_Product_Purchased</cx:pt>
          <cx:pt idx="3574">First_Product_Purchased</cx:pt>
          <cx:pt idx="3575">First_Product_Purchased</cx:pt>
          <cx:pt idx="3576">First_Product_Purchased</cx:pt>
          <cx:pt idx="3577">First_Product_Purchased</cx:pt>
          <cx:pt idx="3578">First_Product_Purchased</cx:pt>
          <cx:pt idx="3579">First_Product_Purchased</cx:pt>
          <cx:pt idx="3580">First_Product_Purchased</cx:pt>
          <cx:pt idx="3581">First_Product_Purchased</cx:pt>
          <cx:pt idx="3582">First_Product_Purchased</cx:pt>
          <cx:pt idx="3583">First_Product_Purchased</cx:pt>
          <cx:pt idx="3584">First_Product_Purchased</cx:pt>
          <cx:pt idx="3585">First_Product_Purchased</cx:pt>
          <cx:pt idx="3586">First_Product_Purchased</cx:pt>
          <cx:pt idx="3587">First_Product_Purchased</cx:pt>
          <cx:pt idx="3588">First_Product_Purchased</cx:pt>
          <cx:pt idx="3589">First_Product_Purchased</cx:pt>
          <cx:pt idx="3590">First_Product_Purchased</cx:pt>
          <cx:pt idx="3591">First_Product_Purchased</cx:pt>
          <cx:pt idx="3592">First_Product_Purchased</cx:pt>
          <cx:pt idx="3593">First_Product_Purchased</cx:pt>
          <cx:pt idx="3594">First_Product_Purchased</cx:pt>
          <cx:pt idx="3595">First_Product_Purchased</cx:pt>
          <cx:pt idx="3596">First_Product_Purchased</cx:pt>
          <cx:pt idx="3597">First_Product_Purchased</cx:pt>
          <cx:pt idx="3598">First_Product_Purchased</cx:pt>
          <cx:pt idx="3599">First_Product_Purchased</cx:pt>
          <cx:pt idx="3600">First_Product_Purchased</cx:pt>
          <cx:pt idx="3601">First_Product_Purchased</cx:pt>
          <cx:pt idx="3602">First_Product_Purchased</cx:pt>
          <cx:pt idx="3603">First_Product_Purchased</cx:pt>
          <cx:pt idx="3604">First_Product_Purchased</cx:pt>
          <cx:pt idx="3605">First_Product_Purchased</cx:pt>
          <cx:pt idx="3606">First_Product_Purchased</cx:pt>
          <cx:pt idx="3607">First_Product_Purchased</cx:pt>
          <cx:pt idx="3608">First_Product_Purchased</cx:pt>
          <cx:pt idx="3609">First_Product_Purchased</cx:pt>
          <cx:pt idx="3610">First_Product_Purchased</cx:pt>
          <cx:pt idx="3611">First_Product_Purchased</cx:pt>
          <cx:pt idx="3612">First_Product_Purchased</cx:pt>
          <cx:pt idx="3613">First_Product_Purchased</cx:pt>
          <cx:pt idx="3614">First_Product_Purchased</cx:pt>
          <cx:pt idx="3615">First_Product_Purchased</cx:pt>
          <cx:pt idx="3616">First_Product_Purchased</cx:pt>
          <cx:pt idx="3617">First_Product_Purchased</cx:pt>
          <cx:pt idx="3618">First_Product_Purchased</cx:pt>
          <cx:pt idx="3619">First_Product_Purchased</cx:pt>
          <cx:pt idx="3620">First_Product_Purchased</cx:pt>
          <cx:pt idx="3621">First_Product_Purchased</cx:pt>
          <cx:pt idx="3622">First_Product_Purchased</cx:pt>
          <cx:pt idx="3623">First_Product_Purchased</cx:pt>
          <cx:pt idx="3624">First_Product_Purchased</cx:pt>
          <cx:pt idx="3625">First_Product_Purchased</cx:pt>
          <cx:pt idx="3626">First_Product_Purchased</cx:pt>
          <cx:pt idx="3627">First_Product_Purchased</cx:pt>
          <cx:pt idx="3628">First_Product_Purchased</cx:pt>
          <cx:pt idx="3629">First_Product_Purchased</cx:pt>
          <cx:pt idx="3630">First_Product_Purchased</cx:pt>
          <cx:pt idx="3631">First_Product_Purchased</cx:pt>
          <cx:pt idx="3632">First_Product_Purchased</cx:pt>
          <cx:pt idx="3633">First_Product_Purchased</cx:pt>
          <cx:pt idx="3634">First_Product_Purchased</cx:pt>
          <cx:pt idx="3635">First_Product_Purchased</cx:pt>
          <cx:pt idx="3636">First_Product_Purchased</cx:pt>
          <cx:pt idx="3637">First_Product_Purchased</cx:pt>
          <cx:pt idx="3638">First_Product_Purchased</cx:pt>
          <cx:pt idx="3639">First_Product_Purchased</cx:pt>
          <cx:pt idx="3640">First_Product_Purchased</cx:pt>
          <cx:pt idx="3641">First_Product_Purchased</cx:pt>
          <cx:pt idx="3642">First_Product_Purchased</cx:pt>
          <cx:pt idx="3643">First_Product_Purchased</cx:pt>
          <cx:pt idx="3644">First_Product_Purchased</cx:pt>
          <cx:pt idx="3645">First_Product_Purchased</cx:pt>
          <cx:pt idx="3646">First_Product_Purchased</cx:pt>
          <cx:pt idx="3647">First_Product_Purchased</cx:pt>
          <cx:pt idx="3648">First_Product_Purchased</cx:pt>
          <cx:pt idx="3649">First_Product_Purchased</cx:pt>
          <cx:pt idx="3650">First_Product_Purchased</cx:pt>
          <cx:pt idx="3651">First_Product_Purchased</cx:pt>
          <cx:pt idx="3652">First_Product_Purchased</cx:pt>
          <cx:pt idx="3653">First_Product_Purchased</cx:pt>
          <cx:pt idx="3654">First_Product_Purchased</cx:pt>
          <cx:pt idx="3655">First_Product_Purchased</cx:pt>
          <cx:pt idx="3656">First_Product_Purchased</cx:pt>
          <cx:pt idx="3657">First_Product_Purchased</cx:pt>
          <cx:pt idx="3658">First_Product_Purchased</cx:pt>
          <cx:pt idx="3659">First_Product_Purchased</cx:pt>
          <cx:pt idx="3660">First_Product_Purchased</cx:pt>
          <cx:pt idx="3661">First_Product_Purchased</cx:pt>
          <cx:pt idx="3662">First_Product_Purchased</cx:pt>
          <cx:pt idx="3663">First_Product_Purchased</cx:pt>
          <cx:pt idx="3664">First_Product_Purchased</cx:pt>
          <cx:pt idx="3665">First_Product_Purchased</cx:pt>
          <cx:pt idx="3666">First_Product_Purchased</cx:pt>
          <cx:pt idx="3667">First_Product_Purchased</cx:pt>
          <cx:pt idx="3668">First_Product_Purchased</cx:pt>
          <cx:pt idx="3669">First_Product_Purchased</cx:pt>
          <cx:pt idx="3670">First_Product_Purchased</cx:pt>
          <cx:pt idx="3671">First_Product_Purchased</cx:pt>
          <cx:pt idx="3672">First_Product_Purchased</cx:pt>
          <cx:pt idx="3673">First_Product_Purchased</cx:pt>
          <cx:pt idx="3674">First_Product_Purchased</cx:pt>
          <cx:pt idx="3675">First_Product_Purchased</cx:pt>
          <cx:pt idx="3676">First_Product_Purchased</cx:pt>
          <cx:pt idx="3677">First_Product_Purchased</cx:pt>
          <cx:pt idx="3678">First_Product_Purchased</cx:pt>
          <cx:pt idx="3679">First_Product_Purchased</cx:pt>
          <cx:pt idx="3680">First_Product_Purchased</cx:pt>
          <cx:pt idx="3681">First_Product_Purchased</cx:pt>
          <cx:pt idx="3682">First_Product_Purchased</cx:pt>
          <cx:pt idx="3683">First_Product_Purchased</cx:pt>
          <cx:pt idx="3684">First_Product_Purchased</cx:pt>
          <cx:pt idx="3685">First_Product_Purchased</cx:pt>
          <cx:pt idx="3686">First_Product_Purchased</cx:pt>
          <cx:pt idx="3687">First_Product_Purchased</cx:pt>
          <cx:pt idx="3688">First_Product_Purchased</cx:pt>
          <cx:pt idx="3689">First_Product_Purchased</cx:pt>
          <cx:pt idx="3690">First_Product_Purchased</cx:pt>
          <cx:pt idx="3691">First_Product_Purchased</cx:pt>
          <cx:pt idx="3692">First_Product_Purchased</cx:pt>
          <cx:pt idx="3693">First_Product_Purchased</cx:pt>
          <cx:pt idx="3694">First_Product_Purchased</cx:pt>
          <cx:pt idx="3695">First_Product_Purchased</cx:pt>
          <cx:pt idx="3696">First_Product_Purchased</cx:pt>
          <cx:pt idx="3697">First_Product_Purchased</cx:pt>
          <cx:pt idx="3698">First_Product_Purchased</cx:pt>
          <cx:pt idx="3699">First_Product_Purchased</cx:pt>
          <cx:pt idx="3700">First_Product_Purchased</cx:pt>
          <cx:pt idx="3701">First_Product_Purchased</cx:pt>
          <cx:pt idx="3702">First_Product_Purchased</cx:pt>
          <cx:pt idx="3703">First_Product_Purchased</cx:pt>
          <cx:pt idx="3704">First_Product_Purchased</cx:pt>
          <cx:pt idx="3705">First_Product_Purchased</cx:pt>
          <cx:pt idx="3706">First_Product_Purchased</cx:pt>
          <cx:pt idx="3707">First_Product_Purchased</cx:pt>
          <cx:pt idx="3708">First_Product_Purchased</cx:pt>
          <cx:pt idx="3709">First_Product_Purchased</cx:pt>
          <cx:pt idx="3710">First_Product_Purchased</cx:pt>
          <cx:pt idx="3711">First_Product_Purchased</cx:pt>
          <cx:pt idx="3712">First_Product_Purchased</cx:pt>
          <cx:pt idx="3713">First_Product_Purchased</cx:pt>
          <cx:pt idx="3714">First_Product_Purchased</cx:pt>
          <cx:pt idx="3715">First_Product_Purchased</cx:pt>
          <cx:pt idx="3716">First_Product_Purchased</cx:pt>
          <cx:pt idx="3717">First_Product_Purchased</cx:pt>
          <cx:pt idx="3718">First_Product_Purchased</cx:pt>
          <cx:pt idx="3719">First_Product_Purchased</cx:pt>
          <cx:pt idx="3720">First_Product_Purchased</cx:pt>
          <cx:pt idx="3721">First_Product_Purchased</cx:pt>
          <cx:pt idx="3722">First_Product_Purchased</cx:pt>
          <cx:pt idx="3723">First_Product_Purchased</cx:pt>
          <cx:pt idx="3724">First_Product_Purchased</cx:pt>
          <cx:pt idx="3725">First_Product_Purchased</cx:pt>
          <cx:pt idx="3726">First_Product_Purchased</cx:pt>
          <cx:pt idx="3727">First_Product_Purchased</cx:pt>
          <cx:pt idx="3728">First_Product_Purchased</cx:pt>
          <cx:pt idx="3729">First_Product_Purchased</cx:pt>
          <cx:pt idx="3730">First_Product_Purchased</cx:pt>
          <cx:pt idx="3731">First_Product_Purchased</cx:pt>
          <cx:pt idx="3732">First_Product_Purchased</cx:pt>
          <cx:pt idx="3733">First_Product_Purchased</cx:pt>
          <cx:pt idx="3734">First_Product_Purchased</cx:pt>
          <cx:pt idx="3735">First_Product_Purchased</cx:pt>
          <cx:pt idx="3736">First_Product_Purchased</cx:pt>
          <cx:pt idx="3737">First_Product_Purchased</cx:pt>
          <cx:pt idx="3738">First_Product_Purchased</cx:pt>
          <cx:pt idx="3739">First_Product_Purchased</cx:pt>
          <cx:pt idx="3740">First_Product_Purchased</cx:pt>
          <cx:pt idx="3741">First_Product_Purchased</cx:pt>
          <cx:pt idx="3742">First_Product_Purchased</cx:pt>
          <cx:pt idx="3743">First_Product_Purchased</cx:pt>
          <cx:pt idx="3744">First_Product_Purchased</cx:pt>
          <cx:pt idx="3745">First_Product_Purchased</cx:pt>
          <cx:pt idx="3746">First_Product_Purchased</cx:pt>
          <cx:pt idx="3747">First_Product_Purchased</cx:pt>
          <cx:pt idx="3748">First_Product_Purchased</cx:pt>
          <cx:pt idx="3749">First_Product_Purchased</cx:pt>
          <cx:pt idx="3750">First_Product_Purchased</cx:pt>
          <cx:pt idx="3751">First_Product_Purchased</cx:pt>
          <cx:pt idx="3752">First_Product_Purchased</cx:pt>
          <cx:pt idx="3753">First_Product_Purchased</cx:pt>
          <cx:pt idx="3754">First_Product_Purchased</cx:pt>
          <cx:pt idx="3755">First_Product_Purchased</cx:pt>
          <cx:pt idx="3756">First_Product_Purchased</cx:pt>
          <cx:pt idx="3757">First_Product_Purchased</cx:pt>
          <cx:pt idx="3758">First_Product_Purchased</cx:pt>
          <cx:pt idx="3759">First_Product_Purchased</cx:pt>
          <cx:pt idx="3760">First_Product_Purchased</cx:pt>
          <cx:pt idx="3761">First_Product_Purchased</cx:pt>
          <cx:pt idx="3762">First_Product_Purchased</cx:pt>
          <cx:pt idx="3763">First_Product_Purchased</cx:pt>
          <cx:pt idx="3764">First_Product_Purchased</cx:pt>
          <cx:pt idx="3765">First_Product_Purchased</cx:pt>
          <cx:pt idx="3766">First_Product_Purchased</cx:pt>
          <cx:pt idx="3767">First_Product_Purchased</cx:pt>
          <cx:pt idx="3768">First_Product_Purchased</cx:pt>
          <cx:pt idx="3769">First_Product_Purchased</cx:pt>
          <cx:pt idx="3770">First_Product_Purchased</cx:pt>
          <cx:pt idx="3771">First_Product_Purchased</cx:pt>
          <cx:pt idx="3772">First_Product_Purchased</cx:pt>
          <cx:pt idx="3773">First_Product_Purchased</cx:pt>
          <cx:pt idx="3774">First_Product_Purchased</cx:pt>
          <cx:pt idx="3775">First_Product_Purchased</cx:pt>
          <cx:pt idx="3776">First_Product_Purchased</cx:pt>
          <cx:pt idx="3777">First_Product_Purchased</cx:pt>
          <cx:pt idx="3778">First_Product_Purchased</cx:pt>
          <cx:pt idx="3779">First_Product_Purchased</cx:pt>
          <cx:pt idx="3780">First_Product_Purchased</cx:pt>
          <cx:pt idx="3781">First_Product_Purchased</cx:pt>
          <cx:pt idx="3782">First_Product_Purchased</cx:pt>
          <cx:pt idx="3783">First_Product_Purchased</cx:pt>
          <cx:pt idx="3784">First_Product_Purchased</cx:pt>
          <cx:pt idx="3785">First_Product_Purchased</cx:pt>
          <cx:pt idx="3786">First_Product_Purchased</cx:pt>
          <cx:pt idx="3787">First_Product_Purchased</cx:pt>
          <cx:pt idx="3788">First_Product_Purchased</cx:pt>
          <cx:pt idx="3789">First_Product_Purchased</cx:pt>
          <cx:pt idx="3790">First_Product_Purchased</cx:pt>
          <cx:pt idx="3791">First_Product_Purchased</cx:pt>
          <cx:pt idx="3792">First_Product_Purchased</cx:pt>
          <cx:pt idx="3793">First_Product_Purchased</cx:pt>
          <cx:pt idx="3794">First_Product_Purchased</cx:pt>
          <cx:pt idx="3795">First_Product_Purchased</cx:pt>
          <cx:pt idx="3796">First_Product_Purchased</cx:pt>
          <cx:pt idx="3797">First_Product_Purchased</cx:pt>
          <cx:pt idx="3798">First_Product_Purchased</cx:pt>
          <cx:pt idx="3799">First_Product_Purchased</cx:pt>
          <cx:pt idx="3800">First_Product_Purchased</cx:pt>
          <cx:pt idx="3801">First_Product_Purchased</cx:pt>
          <cx:pt idx="3802">First_Product_Purchased</cx:pt>
          <cx:pt idx="3803">First_Product_Purchased</cx:pt>
          <cx:pt idx="3804">First_Product_Purchased</cx:pt>
          <cx:pt idx="3805">First_Product_Purchased</cx:pt>
          <cx:pt idx="3806">First_Product_Purchased</cx:pt>
          <cx:pt idx="3807">First_Product_Purchased</cx:pt>
          <cx:pt idx="3808">First_Product_Purchased</cx:pt>
          <cx:pt idx="3809">First_Product_Purchased</cx:pt>
          <cx:pt idx="3810">First_Product_Purchased</cx:pt>
          <cx:pt idx="3811">First_Product_Purchased</cx:pt>
          <cx:pt idx="3812">First_Product_Purchased</cx:pt>
          <cx:pt idx="3813">First_Product_Purchased</cx:pt>
          <cx:pt idx="3814">First_Product_Purchased</cx:pt>
          <cx:pt idx="3815">First_Product_Purchased</cx:pt>
          <cx:pt idx="3816">First_Product_Purchased</cx:pt>
          <cx:pt idx="3817">First_Product_Purchased</cx:pt>
          <cx:pt idx="3818">First_Product_Purchased</cx:pt>
          <cx:pt idx="3819">First_Product_Purchased</cx:pt>
          <cx:pt idx="3820">First_Product_Purchased</cx:pt>
          <cx:pt idx="3821">First_Product_Purchased</cx:pt>
          <cx:pt idx="3822">First_Product_Purchased</cx:pt>
          <cx:pt idx="3823">First_Product_Purchased</cx:pt>
          <cx:pt idx="3824">First_Product_Purchased</cx:pt>
          <cx:pt idx="3825">First_Product_Purchased</cx:pt>
          <cx:pt idx="3826">First_Product_Purchased</cx:pt>
          <cx:pt idx="3827">First_Product_Purchased</cx:pt>
          <cx:pt idx="3828">First_Product_Purchased</cx:pt>
          <cx:pt idx="3829">First_Product_Purchased</cx:pt>
          <cx:pt idx="3830">First_Product_Purchased</cx:pt>
          <cx:pt idx="3831">First_Product_Purchased</cx:pt>
          <cx:pt idx="3832">First_Product_Purchased</cx:pt>
          <cx:pt idx="3833">First_Product_Purchased</cx:pt>
          <cx:pt idx="3834">First_Product_Purchased</cx:pt>
          <cx:pt idx="3835">First_Product_Purchased</cx:pt>
          <cx:pt idx="3836">First_Product_Purchased</cx:pt>
          <cx:pt idx="3837">First_Product_Purchased</cx:pt>
          <cx:pt idx="3838">First_Product_Purchased</cx:pt>
          <cx:pt idx="3839">First_Product_Purchased</cx:pt>
          <cx:pt idx="3840">First_Product_Purchased</cx:pt>
          <cx:pt idx="3841">First_Product_Purchased</cx:pt>
          <cx:pt idx="3842">First_Product_Purchased</cx:pt>
          <cx:pt idx="3843">First_Product_Purchased</cx:pt>
          <cx:pt idx="3844">First_Product_Purchased</cx:pt>
          <cx:pt idx="3845">First_Product_Purchased</cx:pt>
          <cx:pt idx="3846">First_Product_Purchased</cx:pt>
          <cx:pt idx="3847">First_Product_Purchased</cx:pt>
          <cx:pt idx="3848">First_Product_Purchased</cx:pt>
          <cx:pt idx="3849">First_Product_Purchased</cx:pt>
          <cx:pt idx="3850">First_Product_Purchased</cx:pt>
          <cx:pt idx="3851">First_Product_Purchased</cx:pt>
          <cx:pt idx="3852">First_Product_Purchased</cx:pt>
          <cx:pt idx="3853">First_Product_Purchased</cx:pt>
          <cx:pt idx="3854">First_Product_Purchased</cx:pt>
          <cx:pt idx="3855">First_Product_Purchased</cx:pt>
          <cx:pt idx="3856">First_Product_Purchased</cx:pt>
          <cx:pt idx="3857">First_Product_Purchased</cx:pt>
          <cx:pt idx="3858">First_Product_Purchased</cx:pt>
          <cx:pt idx="3859">First_Product_Purchased</cx:pt>
          <cx:pt idx="3860">First_Product_Purchased</cx:pt>
          <cx:pt idx="3861">First_Product_Purchased</cx:pt>
          <cx:pt idx="3862">First_Product_Purchased</cx:pt>
          <cx:pt idx="3863">First_Product_Purchased</cx:pt>
          <cx:pt idx="3864">First_Product_Purchased</cx:pt>
          <cx:pt idx="3865">First_Product_Purchased</cx:pt>
          <cx:pt idx="3866">First_Product_Purchased</cx:pt>
          <cx:pt idx="3867">First_Product_Purchased</cx:pt>
          <cx:pt idx="3868">First_Product_Purchased</cx:pt>
          <cx:pt idx="3869">First_Product_Purchased</cx:pt>
          <cx:pt idx="3870">First_Product_Purchased</cx:pt>
          <cx:pt idx="3871">First_Product_Purchased</cx:pt>
          <cx:pt idx="3872">First_Product_Purchased</cx:pt>
          <cx:pt idx="3873">First_Product_Purchased</cx:pt>
          <cx:pt idx="3874">First_Product_Purchased</cx:pt>
          <cx:pt idx="3875">First_Product_Purchased</cx:pt>
          <cx:pt idx="3876">First_Product_Purchased</cx:pt>
          <cx:pt idx="3877">First_Product_Purchased</cx:pt>
          <cx:pt idx="3878">First_Product_Purchased</cx:pt>
          <cx:pt idx="3879">First_Product_Purchased</cx:pt>
          <cx:pt idx="3880">First_Product_Purchased</cx:pt>
          <cx:pt idx="3881">First_Product_Purchased</cx:pt>
          <cx:pt idx="3882">First_Product_Purchased</cx:pt>
          <cx:pt idx="3883">First_Product_Purchased</cx:pt>
          <cx:pt idx="3884">First_Product_Purchased</cx:pt>
          <cx:pt idx="3885">First_Product_Purchased</cx:pt>
          <cx:pt idx="3886">First_Product_Purchased</cx:pt>
          <cx:pt idx="3887">First_Product_Purchased</cx:pt>
          <cx:pt idx="3888">First_Product_Purchased</cx:pt>
          <cx:pt idx="3889">First_Product_Purchased</cx:pt>
          <cx:pt idx="3890">First_Product_Purchased</cx:pt>
          <cx:pt idx="3891">First_Product_Purchased</cx:pt>
          <cx:pt idx="3892">First_Product_Purchased</cx:pt>
          <cx:pt idx="3893">First_Product_Purchased</cx:pt>
          <cx:pt idx="3894">First_Product_Purchased</cx:pt>
          <cx:pt idx="3895">First_Product_Purchased</cx:pt>
          <cx:pt idx="3896">First_Product_Purchased</cx:pt>
          <cx:pt idx="3897">First_Product_Purchased</cx:pt>
          <cx:pt idx="3898">First_Product_Purchased</cx:pt>
          <cx:pt idx="3899">First_Product_Purchased</cx:pt>
          <cx:pt idx="3900">First_Product_Purchased</cx:pt>
          <cx:pt idx="3901">First_Product_Purchased</cx:pt>
          <cx:pt idx="3902">First_Product_Purchased</cx:pt>
          <cx:pt idx="3903">First_Product_Purchased</cx:pt>
          <cx:pt idx="3904">First_Product_Purchased</cx:pt>
          <cx:pt idx="3905">First_Product_Purchased</cx:pt>
          <cx:pt idx="3906">First_Product_Purchased</cx:pt>
          <cx:pt idx="3907">First_Product_Purchased</cx:pt>
          <cx:pt idx="3908">First_Product_Purchased</cx:pt>
          <cx:pt idx="3909">First_Product_Purchased</cx:pt>
          <cx:pt idx="3910">First_Product_Purchased</cx:pt>
          <cx:pt idx="3911">First_Product_Purchased</cx:pt>
          <cx:pt idx="3912">First_Product_Purchased</cx:pt>
          <cx:pt idx="3913">First_Product_Purchased</cx:pt>
          <cx:pt idx="3914">First_Product_Purchased</cx:pt>
          <cx:pt idx="3915">First_Product_Purchased</cx:pt>
          <cx:pt idx="3916">First_Product_Purchased</cx:pt>
          <cx:pt idx="3917">First_Product_Purchased</cx:pt>
          <cx:pt idx="3918">First_Product_Purchased</cx:pt>
          <cx:pt idx="3919">First_Product_Purchased</cx:pt>
          <cx:pt idx="3920">First_Product_Purchased</cx:pt>
          <cx:pt idx="3921">First_Product_Purchased</cx:pt>
          <cx:pt idx="3922">First_Product_Purchased</cx:pt>
          <cx:pt idx="3923">First_Product_Purchased</cx:pt>
          <cx:pt idx="3924">First_Product_Purchased</cx:pt>
          <cx:pt idx="3925">First_Product_Purchased</cx:pt>
          <cx:pt idx="3926">First_Product_Purchased</cx:pt>
          <cx:pt idx="3927">First_Product_Purchased</cx:pt>
          <cx:pt idx="3928">First_Product_Purchased</cx:pt>
          <cx:pt idx="3929">First_Product_Purchased</cx:pt>
          <cx:pt idx="3930">First_Product_Purchased</cx:pt>
          <cx:pt idx="3931">First_Product_Purchased</cx:pt>
          <cx:pt idx="3932">First_Product_Purchased</cx:pt>
          <cx:pt idx="3933">First_Product_Purchased</cx:pt>
          <cx:pt idx="3934">First_Product_Purchased</cx:pt>
          <cx:pt idx="3935">First_Product_Purchased</cx:pt>
          <cx:pt idx="3936">First_Product_Purchased</cx:pt>
          <cx:pt idx="3937">First_Product_Purchased</cx:pt>
          <cx:pt idx="3938">First_Product_Purchased</cx:pt>
          <cx:pt idx="3939">First_Product_Purchased</cx:pt>
          <cx:pt idx="3940">First_Product_Purchased</cx:pt>
          <cx:pt idx="3941">First_Product_Purchased</cx:pt>
          <cx:pt idx="3942">First_Product_Purchased</cx:pt>
          <cx:pt idx="3943">First_Product_Purchased</cx:pt>
          <cx:pt idx="3944">First_Product_Purchased</cx:pt>
          <cx:pt idx="3945">First_Product_Purchased</cx:pt>
          <cx:pt idx="3946">First_Product_Purchased</cx:pt>
          <cx:pt idx="3947">First_Product_Purchased</cx:pt>
          <cx:pt idx="3948">First_Product_Purchased</cx:pt>
          <cx:pt idx="3949">First_Product_Purchased</cx:pt>
          <cx:pt idx="3950">First_Product_Purchased</cx:pt>
          <cx:pt idx="3951">First_Product_Purchased</cx:pt>
          <cx:pt idx="3952">First_Product_Purchased</cx:pt>
          <cx:pt idx="3953">First_Product_Purchased</cx:pt>
          <cx:pt idx="3954">First_Product_Purchased</cx:pt>
          <cx:pt idx="3955">First_Product_Purchased</cx:pt>
          <cx:pt idx="3956">First_Product_Purchased</cx:pt>
          <cx:pt idx="3957">First_Product_Purchased</cx:pt>
          <cx:pt idx="3958">First_Product_Purchased</cx:pt>
          <cx:pt idx="3959">First_Product_Purchased</cx:pt>
          <cx:pt idx="3960">First_Product_Purchased</cx:pt>
          <cx:pt idx="3961">First_Product_Purchased</cx:pt>
          <cx:pt idx="3962">First_Product_Purchased</cx:pt>
          <cx:pt idx="3963">First_Product_Purchased</cx:pt>
          <cx:pt idx="3964">First_Product_Purchased</cx:pt>
          <cx:pt idx="3965">First_Product_Purchased</cx:pt>
          <cx:pt idx="3966">First_Product_Purchased</cx:pt>
          <cx:pt idx="3967">First_Product_Purchased</cx:pt>
          <cx:pt idx="3968">First_Product_Purchased</cx:pt>
          <cx:pt idx="3969">First_Product_Purchased</cx:pt>
          <cx:pt idx="3970">First_Product_Purchased</cx:pt>
          <cx:pt idx="3971">First_Product_Purchased</cx:pt>
          <cx:pt idx="3972">First_Product_Purchased</cx:pt>
          <cx:pt idx="3973">First_Product_Purchased</cx:pt>
          <cx:pt idx="3974">First_Product_Purchased</cx:pt>
          <cx:pt idx="3975">First_Product_Purchased</cx:pt>
          <cx:pt idx="3976">First_Product_Purchased</cx:pt>
          <cx:pt idx="3977">First_Product_Purchased</cx:pt>
          <cx:pt idx="3978">First_Product_Purchased</cx:pt>
          <cx:pt idx="3979">First_Product_Purchased</cx:pt>
          <cx:pt idx="3980">First_Product_Purchased</cx:pt>
          <cx:pt idx="3981">First_Product_Purchased</cx:pt>
          <cx:pt idx="3982">First_Product_Purchased</cx:pt>
          <cx:pt idx="3983">First_Product_Purchased</cx:pt>
          <cx:pt idx="3984">First_Product_Purchased</cx:pt>
          <cx:pt idx="3985">First_Product_Purchased</cx:pt>
          <cx:pt idx="3986">First_Product_Purchased</cx:pt>
          <cx:pt idx="3987">First_Product_Purchased</cx:pt>
          <cx:pt idx="3988">First_Product_Purchased</cx:pt>
          <cx:pt idx="3989">First_Product_Purchased</cx:pt>
          <cx:pt idx="3990">First_Product_Purchased</cx:pt>
          <cx:pt idx="3991">First_Product_Purchased</cx:pt>
          <cx:pt idx="3992">First_Product_Purchased</cx:pt>
          <cx:pt idx="3993">First_Product_Purchased</cx:pt>
          <cx:pt idx="3994">First_Product_Purchased</cx:pt>
          <cx:pt idx="3995">First_Product_Purchased</cx:pt>
          <cx:pt idx="3996">First_Product_Purchased</cx:pt>
          <cx:pt idx="3997">First_Product_Purchased</cx:pt>
          <cx:pt idx="3998">First_Product_Purchased</cx:pt>
          <cx:pt idx="3999">First_Product_Purchased</cx:pt>
          <cx:pt idx="4000">First_Product_Purchased</cx:pt>
          <cx:pt idx="4001">First_Product_Purchased</cx:pt>
          <cx:pt idx="4002">First_Product_Purchased</cx:pt>
          <cx:pt idx="4003">First_Product_Purchased</cx:pt>
          <cx:pt idx="4004">First_Product_Purchased</cx:pt>
          <cx:pt idx="4005">First_Product_Purchased</cx:pt>
          <cx:pt idx="4006">First_Product_Purchased</cx:pt>
          <cx:pt idx="4007">First_Product_Purchased</cx:pt>
          <cx:pt idx="4008">First_Product_Purchased</cx:pt>
          <cx:pt idx="4009">First_Product_Purchased</cx:pt>
          <cx:pt idx="4010">First_Product_Purchased</cx:pt>
          <cx:pt idx="4011">First_Product_Purchased</cx:pt>
          <cx:pt idx="4012">First_Product_Purchased</cx:pt>
          <cx:pt idx="4013">First_Product_Purchased</cx:pt>
          <cx:pt idx="4014">First_Product_Purchased</cx:pt>
          <cx:pt idx="4015">First_Product_Purchased</cx:pt>
          <cx:pt idx="4016">First_Product_Purchased</cx:pt>
          <cx:pt idx="4017">First_Product_Purchased</cx:pt>
          <cx:pt idx="4018">First_Product_Purchased</cx:pt>
          <cx:pt idx="4019">First_Product_Purchased</cx:pt>
          <cx:pt idx="4020">First_Product_Purchased</cx:pt>
          <cx:pt idx="4021">First_Product_Purchased</cx:pt>
          <cx:pt idx="4022">First_Product_Purchased</cx:pt>
          <cx:pt idx="4023">First_Product_Purchased</cx:pt>
          <cx:pt idx="4024">First_Product_Purchased</cx:pt>
          <cx:pt idx="4025">First_Product_Purchased</cx:pt>
          <cx:pt idx="4026">First_Product_Purchased</cx:pt>
          <cx:pt idx="4027">First_Product_Purchased</cx:pt>
          <cx:pt idx="4028">First_Product_Purchased</cx:pt>
          <cx:pt idx="4029">First_Product_Purchased</cx:pt>
          <cx:pt idx="4030">First_Product_Purchased</cx:pt>
          <cx:pt idx="4031">First_Product_Purchased</cx:pt>
          <cx:pt idx="4032">First_Product_Purchased</cx:pt>
          <cx:pt idx="4033">First_Product_Purchased</cx:pt>
          <cx:pt idx="4034">First_Product_Purchased</cx:pt>
          <cx:pt idx="4035">First_Product_Purchased</cx:pt>
          <cx:pt idx="4036">First_Product_Purchased</cx:pt>
          <cx:pt idx="4037">First_Product_Purchased</cx:pt>
          <cx:pt idx="4038">First_Product_Purchased</cx:pt>
          <cx:pt idx="4039">First_Product_Purchased</cx:pt>
          <cx:pt idx="4040">First_Product_Purchased</cx:pt>
          <cx:pt idx="4041">First_Product_Purchased</cx:pt>
          <cx:pt idx="4042">First_Product_Purchased</cx:pt>
          <cx:pt idx="4043">First_Product_Purchased</cx:pt>
          <cx:pt idx="4044">First_Product_Purchased</cx:pt>
          <cx:pt idx="4045">First_Product_Purchased</cx:pt>
          <cx:pt idx="4046">First_Product_Purchased</cx:pt>
          <cx:pt idx="4047">First_Product_Purchased</cx:pt>
          <cx:pt idx="4048">First_Product_Purchased</cx:pt>
          <cx:pt idx="4049">First_Product_Purchased</cx:pt>
          <cx:pt idx="4050">First_Product_Purchased</cx:pt>
          <cx:pt idx="4051">First_Product_Purchased</cx:pt>
          <cx:pt idx="4052">First_Product_Purchased</cx:pt>
          <cx:pt idx="4053">First_Product_Purchased</cx:pt>
          <cx:pt idx="4054">First_Product_Purchased</cx:pt>
          <cx:pt idx="4055">First_Product_Purchased</cx:pt>
          <cx:pt idx="4056">First_Product_Purchased</cx:pt>
          <cx:pt idx="4057">First_Product_Purchased</cx:pt>
          <cx:pt idx="4058">First_Product_Purchased</cx:pt>
          <cx:pt idx="4059">First_Product_Purchased</cx:pt>
          <cx:pt idx="4060">First_Product_Purchased</cx:pt>
          <cx:pt idx="4061">First_Product_Purchased</cx:pt>
          <cx:pt idx="4062">First_Product_Purchased</cx:pt>
          <cx:pt idx="4063">First_Product_Purchased</cx:pt>
          <cx:pt idx="4064">First_Product_Purchased</cx:pt>
          <cx:pt idx="4065">First_Product_Purchased</cx:pt>
          <cx:pt idx="4066">First_Product_Purchased</cx:pt>
          <cx:pt idx="4067">First_Product_Purchased</cx:pt>
          <cx:pt idx="4068">First_Product_Purchased</cx:pt>
          <cx:pt idx="4069">First_Product_Purchased</cx:pt>
          <cx:pt idx="4070">First_Product_Purchased</cx:pt>
          <cx:pt idx="4071">First_Product_Purchased</cx:pt>
          <cx:pt idx="4072">First_Product_Purchased</cx:pt>
          <cx:pt idx="4073">First_Product_Purchased</cx:pt>
          <cx:pt idx="4074">First_Product_Purchased</cx:pt>
          <cx:pt idx="4075">First_Product_Purchased</cx:pt>
          <cx:pt idx="4076">First_Product_Purchased</cx:pt>
          <cx:pt idx="4077">First_Product_Purchased</cx:pt>
          <cx:pt idx="4078">First_Product_Purchased</cx:pt>
          <cx:pt idx="4079">First_Product_Purchased</cx:pt>
          <cx:pt idx="4080">First_Product_Purchased</cx:pt>
          <cx:pt idx="4081">First_Product_Purchased</cx:pt>
          <cx:pt idx="4082">First_Product_Purchased</cx:pt>
          <cx:pt idx="4083">First_Product_Purchased</cx:pt>
          <cx:pt idx="4084">First_Product_Purchased</cx:pt>
          <cx:pt idx="4085">First_Product_Purchased</cx:pt>
          <cx:pt idx="4086">First_Product_Purchased</cx:pt>
          <cx:pt idx="4087">First_Product_Purchased</cx:pt>
          <cx:pt idx="4088">First_Product_Purchased</cx:pt>
          <cx:pt idx="4089">First_Product_Purchased</cx:pt>
          <cx:pt idx="4090">First_Product_Purchased</cx:pt>
          <cx:pt idx="4091">First_Product_Purchased</cx:pt>
          <cx:pt idx="4092">First_Product_Purchased</cx:pt>
          <cx:pt idx="4093">First_Product_Purchased</cx:pt>
          <cx:pt idx="4094">First_Product_Purchased</cx:pt>
          <cx:pt idx="4095">First_Product_Purchased</cx:pt>
          <cx:pt idx="4096">First_Product_Purchased</cx:pt>
          <cx:pt idx="4097">First_Product_Purchased</cx:pt>
          <cx:pt idx="4098">First_Product_Purchased</cx:pt>
          <cx:pt idx="4099">First_Product_Purchased</cx:pt>
          <cx:pt idx="4100">First_Product_Purchased</cx:pt>
          <cx:pt idx="4101">First_Product_Purchased</cx:pt>
          <cx:pt idx="4102">First_Product_Purchased</cx:pt>
          <cx:pt idx="4103">First_Product_Purchased</cx:pt>
          <cx:pt idx="4104">First_Product_Purchased</cx:pt>
          <cx:pt idx="4105">First_Product_Purchased</cx:pt>
          <cx:pt idx="4106">First_Product_Purchased</cx:pt>
          <cx:pt idx="4107">First_Product_Purchased</cx:pt>
          <cx:pt idx="4108">First_Product_Purchased</cx:pt>
          <cx:pt idx="4109">First_Product_Purchased</cx:pt>
          <cx:pt idx="4110">First_Product_Purchased</cx:pt>
          <cx:pt idx="4111">First_Product_Purchased</cx:pt>
          <cx:pt idx="4112">First_Product_Purchased</cx:pt>
          <cx:pt idx="4113">First_Product_Purchased</cx:pt>
          <cx:pt idx="4114">First_Product_Purchased</cx:pt>
          <cx:pt idx="4115">First_Product_Purchased</cx:pt>
          <cx:pt idx="4116">First_Product_Purchased</cx:pt>
          <cx:pt idx="4117">First_Product_Purchased</cx:pt>
          <cx:pt idx="4118">First_Product_Purchased</cx:pt>
          <cx:pt idx="4119">First_Product_Purchased</cx:pt>
          <cx:pt idx="4120">First_Product_Purchased</cx:pt>
          <cx:pt idx="4121">First_Product_Purchased</cx:pt>
          <cx:pt idx="4122">First_Product_Purchased</cx:pt>
          <cx:pt idx="4123">First_Product_Purchased</cx:pt>
          <cx:pt idx="4124">First_Product_Purchased</cx:pt>
          <cx:pt idx="4125">First_Product_Purchased</cx:pt>
          <cx:pt idx="4126">First_Product_Purchased</cx:pt>
          <cx:pt idx="4127">First_Product_Purchased</cx:pt>
          <cx:pt idx="4128">First_Product_Purchased</cx:pt>
          <cx:pt idx="4129">First_Product_Purchased</cx:pt>
          <cx:pt idx="4130">First_Product_Purchased</cx:pt>
          <cx:pt idx="4131">First_Product_Purchased</cx:pt>
          <cx:pt idx="4132">First_Product_Purchased</cx:pt>
          <cx:pt idx="4133">First_Product_Purchased</cx:pt>
          <cx:pt idx="4134">First_Product_Purchased</cx:pt>
          <cx:pt idx="4135">First_Product_Purchased</cx:pt>
          <cx:pt idx="4136">First_Product_Purchased</cx:pt>
          <cx:pt idx="4137">First_Product_Purchased</cx:pt>
          <cx:pt idx="4138">First_Product_Purchased</cx:pt>
          <cx:pt idx="4139">First_Product_Purchased</cx:pt>
          <cx:pt idx="4140">First_Product_Purchased</cx:pt>
          <cx:pt idx="4141">First_Product_Purchased</cx:pt>
          <cx:pt idx="4142">First_Product_Purchased</cx:pt>
          <cx:pt idx="4143">First_Product_Purchased</cx:pt>
          <cx:pt idx="4144">First_Product_Purchased</cx:pt>
          <cx:pt idx="4145">First_Product_Purchased</cx:pt>
          <cx:pt idx="4146">First_Product_Purchased</cx:pt>
          <cx:pt idx="4147">First_Product_Purchased</cx:pt>
          <cx:pt idx="4148">First_Product_Purchased</cx:pt>
          <cx:pt idx="4149">First_Product_Purchased</cx:pt>
          <cx:pt idx="4150">First_Product_Purchased</cx:pt>
          <cx:pt idx="4151">First_Product_Purchased</cx:pt>
          <cx:pt idx="4152">First_Product_Purchased</cx:pt>
          <cx:pt idx="4153">First_Product_Purchased</cx:pt>
          <cx:pt idx="4154">First_Product_Purchased</cx:pt>
          <cx:pt idx="4155">First_Product_Purchased</cx:pt>
          <cx:pt idx="4156">First_Product_Purchased</cx:pt>
          <cx:pt idx="4157">First_Product_Purchased</cx:pt>
          <cx:pt idx="4158">First_Product_Purchased</cx:pt>
          <cx:pt idx="4159">First_Product_Purchased</cx:pt>
          <cx:pt idx="4160">First_Product_Purchased</cx:pt>
          <cx:pt idx="4161">First_Product_Purchased</cx:pt>
          <cx:pt idx="4162">First_Product_Purchased</cx:pt>
          <cx:pt idx="4163">First_Product_Purchased</cx:pt>
          <cx:pt idx="4164">First_Product_Purchased</cx:pt>
          <cx:pt idx="4165">First_Product_Purchased</cx:pt>
          <cx:pt idx="4166">First_Product_Purchased</cx:pt>
          <cx:pt idx="4167">First_Product_Purchased</cx:pt>
          <cx:pt idx="4168">First_Product_Purchased</cx:pt>
          <cx:pt idx="4169">First_Product_Purchased</cx:pt>
          <cx:pt idx="4170">First_Product_Purchased</cx:pt>
          <cx:pt idx="4171">First_Product_Purchased</cx:pt>
          <cx:pt idx="4172">First_Product_Purchased</cx:pt>
          <cx:pt idx="4173">First_Product_Purchased</cx:pt>
          <cx:pt idx="4174">First_Product_Purchased</cx:pt>
          <cx:pt idx="4175">First_Product_Purchased</cx:pt>
          <cx:pt idx="4176">First_Product_Purchased</cx:pt>
          <cx:pt idx="4177">First_Product_Purchased</cx:pt>
          <cx:pt idx="4178">First_Product_Purchased</cx:pt>
          <cx:pt idx="4179">First_Product_Purchased</cx:pt>
          <cx:pt idx="4180">First_Product_Purchased</cx:pt>
          <cx:pt idx="4181">First_Product_Purchased</cx:pt>
          <cx:pt idx="4182">First_Product_Purchased</cx:pt>
          <cx:pt idx="4183">First_Product_Purchased</cx:pt>
          <cx:pt idx="4184">First_Product_Purchased</cx:pt>
          <cx:pt idx="4185">First_Product_Purchased</cx:pt>
          <cx:pt idx="4186">First_Product_Purchased</cx:pt>
          <cx:pt idx="4187">First_Product_Purchased</cx:pt>
          <cx:pt idx="4188">First_Product_Purchased</cx:pt>
          <cx:pt idx="4189">First_Product_Purchased</cx:pt>
          <cx:pt idx="4190">First_Product_Purchased</cx:pt>
          <cx:pt idx="4191">First_Product_Purchased</cx:pt>
          <cx:pt idx="4192">First_Product_Purchased</cx:pt>
          <cx:pt idx="4193">First_Product_Purchased</cx:pt>
          <cx:pt idx="4194">First_Product_Purchased</cx:pt>
          <cx:pt idx="4195">First_Product_Purchased</cx:pt>
          <cx:pt idx="4196">First_Product_Purchased</cx:pt>
          <cx:pt idx="4197">First_Product_Purchased</cx:pt>
          <cx:pt idx="4198">First_Product_Purchased</cx:pt>
          <cx:pt idx="4199">First_Product_Purchased</cx:pt>
          <cx:pt idx="4200">First_Product_Purchased</cx:pt>
          <cx:pt idx="4201">First_Product_Purchased</cx:pt>
          <cx:pt idx="4202">First_Product_Purchased</cx:pt>
          <cx:pt idx="4203">First_Product_Purchased</cx:pt>
          <cx:pt idx="4204">First_Product_Purchased</cx:pt>
          <cx:pt idx="4205">First_Product_Purchased</cx:pt>
          <cx:pt idx="4206">First_Product_Purchased</cx:pt>
          <cx:pt idx="4207">First_Product_Purchased</cx:pt>
          <cx:pt idx="4208">First_Product_Purchased</cx:pt>
          <cx:pt idx="4209">First_Product_Purchased</cx:pt>
          <cx:pt idx="4210">First_Product_Purchased</cx:pt>
          <cx:pt idx="4211">First_Product_Purchased</cx:pt>
          <cx:pt idx="4212">First_Product_Purchased</cx:pt>
          <cx:pt idx="4213">First_Product_Purchased</cx:pt>
          <cx:pt idx="4214">First_Product_Purchased</cx:pt>
          <cx:pt idx="4215">First_Product_Purchased</cx:pt>
          <cx:pt idx="4216">First_Product_Purchased</cx:pt>
          <cx:pt idx="4217">First_Product_Purchased</cx:pt>
          <cx:pt idx="4218">First_Product_Purchased</cx:pt>
          <cx:pt idx="4219">First_Product_Purchased</cx:pt>
          <cx:pt idx="4220">First_Product_Purchased</cx:pt>
          <cx:pt idx="4221">First_Product_Purchased</cx:pt>
          <cx:pt idx="4222">First_Product_Purchased</cx:pt>
          <cx:pt idx="4223">First_Product_Purchased</cx:pt>
          <cx:pt idx="4224">First_Product_Purchased</cx:pt>
          <cx:pt idx="4225">First_Product_Purchased</cx:pt>
          <cx:pt idx="4226">First_Product_Purchased</cx:pt>
          <cx:pt idx="4227">First_Product_Purchased</cx:pt>
          <cx:pt idx="4228">First_Product_Purchased</cx:pt>
          <cx:pt idx="4229">First_Product_Purchased</cx:pt>
          <cx:pt idx="4230">First_Product_Purchased</cx:pt>
          <cx:pt idx="4231">First_Product_Purchased</cx:pt>
          <cx:pt idx="4232">First_Product_Purchased</cx:pt>
          <cx:pt idx="4233">First_Product_Purchased</cx:pt>
          <cx:pt idx="4234">First_Product_Purchased</cx:pt>
          <cx:pt idx="4235">First_Product_Purchased</cx:pt>
          <cx:pt idx="4236">First_Product_Purchased</cx:pt>
          <cx:pt idx="4237">First_Product_Purchased</cx:pt>
          <cx:pt idx="4238">First_Product_Purchased</cx:pt>
          <cx:pt idx="4239">First_Product_Purchased</cx:pt>
          <cx:pt idx="4240">First_Product_Purchased</cx:pt>
          <cx:pt idx="4241">First_Product_Purchased</cx:pt>
          <cx:pt idx="4242">First_Product_Purchased</cx:pt>
          <cx:pt idx="4243">First_Product_Purchased</cx:pt>
          <cx:pt idx="4244">First_Product_Purchased</cx:pt>
          <cx:pt idx="4245">First_Product_Purchased</cx:pt>
          <cx:pt idx="4246">First_Product_Purchased</cx:pt>
          <cx:pt idx="4247">First_Product_Purchased</cx:pt>
          <cx:pt idx="4248">First_Product_Purchased</cx:pt>
          <cx:pt idx="4249">First_Product_Purchased</cx:pt>
          <cx:pt idx="4250">First_Product_Purchased</cx:pt>
          <cx:pt idx="4251">First_Product_Purchased</cx:pt>
          <cx:pt idx="4252">First_Product_Purchased</cx:pt>
          <cx:pt idx="4253">First_Product_Purchased</cx:pt>
          <cx:pt idx="4254">First_Product_Purchased</cx:pt>
          <cx:pt idx="4255">First_Product_Purchased</cx:pt>
          <cx:pt idx="4256">First_Product_Purchased</cx:pt>
          <cx:pt idx="4257">First_Product_Purchased</cx:pt>
          <cx:pt idx="4258">First_Product_Purchased</cx:pt>
          <cx:pt idx="4259">First_Product_Purchased</cx:pt>
          <cx:pt idx="4260">First_Product_Purchased</cx:pt>
          <cx:pt idx="4261">First_Product_Purchased</cx:pt>
          <cx:pt idx="4262">First_Product_Purchased</cx:pt>
          <cx:pt idx="4263">First_Product_Purchased</cx:pt>
          <cx:pt idx="4264">First_Product_Purchased</cx:pt>
          <cx:pt idx="4265">First_Product_Purchased</cx:pt>
          <cx:pt idx="4266">First_Product_Purchased</cx:pt>
          <cx:pt idx="4267">First_Product_Purchased</cx:pt>
          <cx:pt idx="4268">First_Product_Purchased</cx:pt>
          <cx:pt idx="4269">First_Product_Purchased</cx:pt>
          <cx:pt idx="4270">First_Product_Purchased</cx:pt>
          <cx:pt idx="4271">First_Product_Purchased</cx:pt>
          <cx:pt idx="4272">First_Product_Purchased</cx:pt>
          <cx:pt idx="4273">First_Product_Purchased</cx:pt>
          <cx:pt idx="4274">First_Product_Purchased</cx:pt>
          <cx:pt idx="4275">First_Product_Purchased</cx:pt>
          <cx:pt idx="4276">First_Product_Purchased</cx:pt>
          <cx:pt idx="4277">First_Product_Purchased</cx:pt>
          <cx:pt idx="4278">First_Product_Purchased</cx:pt>
          <cx:pt idx="4279">First_Product_Purchased</cx:pt>
          <cx:pt idx="4280">First_Product_Purchased</cx:pt>
          <cx:pt idx="4281">First_Product_Purchased</cx:pt>
          <cx:pt idx="4282">First_Product_Purchased</cx:pt>
          <cx:pt idx="4283">First_Product_Purchased</cx:pt>
          <cx:pt idx="4284">First_Product_Purchased</cx:pt>
          <cx:pt idx="4285">First_Product_Purchased</cx:pt>
          <cx:pt idx="4286">First_Product_Purchased</cx:pt>
          <cx:pt idx="4287">First_Product_Purchased</cx:pt>
          <cx:pt idx="4288">First_Product_Purchased</cx:pt>
          <cx:pt idx="4289">First_Product_Purchased</cx:pt>
          <cx:pt idx="4290">First_Product_Purchased</cx:pt>
          <cx:pt idx="4291">First_Product_Purchased</cx:pt>
          <cx:pt idx="4292">First_Product_Purchased</cx:pt>
          <cx:pt idx="4293">First_Product_Purchased</cx:pt>
          <cx:pt idx="4294">First_Product_Purchased</cx:pt>
          <cx:pt idx="4295">First_Product_Purchased</cx:pt>
          <cx:pt idx="4296">First_Product_Purchased</cx:pt>
          <cx:pt idx="4297">First_Product_Purchased</cx:pt>
          <cx:pt idx="4298">First_Product_Purchased</cx:pt>
          <cx:pt idx="4299">First_Product_Purchased</cx:pt>
          <cx:pt idx="4300">First_Product_Purchased</cx:pt>
          <cx:pt idx="4301">First_Product_Purchased</cx:pt>
          <cx:pt idx="4302">First_Product_Purchased</cx:pt>
          <cx:pt idx="4303">First_Product_Purchased</cx:pt>
          <cx:pt idx="4304">First_Product_Purchased</cx:pt>
          <cx:pt idx="4305">First_Product_Purchased</cx:pt>
          <cx:pt idx="4306">First_Product_Purchased</cx:pt>
          <cx:pt idx="4307">First_Product_Purchased</cx:pt>
          <cx:pt idx="4308">First_Product_Purchased</cx:pt>
          <cx:pt idx="4309">First_Product_Purchased</cx:pt>
          <cx:pt idx="4310">First_Product_Purchased</cx:pt>
          <cx:pt idx="4311">First_Product_Purchased</cx:pt>
          <cx:pt idx="4312">First_Product_Purchased</cx:pt>
          <cx:pt idx="4313">First_Product_Purchased</cx:pt>
          <cx:pt idx="4314">First_Product_Purchased</cx:pt>
          <cx:pt idx="4315">First_Product_Purchased</cx:pt>
          <cx:pt idx="4316">First_Product_Purchased</cx:pt>
          <cx:pt idx="4317">First_Product_Purchased</cx:pt>
          <cx:pt idx="4318">First_Product_Purchased</cx:pt>
          <cx:pt idx="4319">First_Product_Purchased</cx:pt>
          <cx:pt idx="4320">First_Product_Purchased</cx:pt>
          <cx:pt idx="4321">First_Product_Purchased</cx:pt>
          <cx:pt idx="4322">First_Product_Purchased</cx:pt>
          <cx:pt idx="4323">First_Product_Purchased</cx:pt>
          <cx:pt idx="4324">First_Product_Purchased</cx:pt>
          <cx:pt idx="4325">First_Product_Purchased</cx:pt>
          <cx:pt idx="4326">First_Product_Purchased</cx:pt>
          <cx:pt idx="4327">First_Product_Purchased</cx:pt>
          <cx:pt idx="4328">First_Product_Purchased</cx:pt>
          <cx:pt idx="4329">First_Product_Purchased</cx:pt>
          <cx:pt idx="4330">First_Product_Purchased</cx:pt>
          <cx:pt idx="4331">First_Product_Purchased</cx:pt>
          <cx:pt idx="4332">First_Product_Purchased</cx:pt>
          <cx:pt idx="4333">First_Product_Purchased</cx:pt>
          <cx:pt idx="4334">First_Product_Purchased</cx:pt>
          <cx:pt idx="4335">First_Product_Purchased</cx:pt>
          <cx:pt idx="4336">First_Product_Purchased</cx:pt>
          <cx:pt idx="4337">First_Product_Purchased</cx:pt>
          <cx:pt idx="4338">First_Product_Purchased</cx:pt>
          <cx:pt idx="4339">First_Product_Purchased</cx:pt>
          <cx:pt idx="4340">First_Product_Purchased</cx:pt>
          <cx:pt idx="4341">First_Product_Purchased</cx:pt>
          <cx:pt idx="4342">First_Product_Purchased</cx:pt>
          <cx:pt idx="4343">First_Product_Purchased</cx:pt>
          <cx:pt idx="4344">First_Product_Purchased</cx:pt>
          <cx:pt idx="4345">First_Product_Purchased</cx:pt>
          <cx:pt idx="4346">First_Product_Purchased</cx:pt>
          <cx:pt idx="4347">First_Product_Purchased</cx:pt>
          <cx:pt idx="4348">First_Product_Purchased</cx:pt>
          <cx:pt idx="4349">First_Product_Purchased</cx:pt>
          <cx:pt idx="4350">First_Product_Purchased</cx:pt>
          <cx:pt idx="4351">First_Product_Purchased</cx:pt>
          <cx:pt idx="4352">First_Product_Purchased</cx:pt>
          <cx:pt idx="4353">First_Product_Purchased</cx:pt>
          <cx:pt idx="4354">First_Product_Purchased</cx:pt>
          <cx:pt idx="4355">First_Product_Purchased</cx:pt>
          <cx:pt idx="4356">First_Product_Purchased</cx:pt>
          <cx:pt idx="4357">First_Product_Purchased</cx:pt>
          <cx:pt idx="4358">First_Product_Purchased</cx:pt>
          <cx:pt idx="4359">First_Product_Purchased</cx:pt>
          <cx:pt idx="4360">First_Product_Purchased</cx:pt>
          <cx:pt idx="4361">First_Product_Purchased</cx:pt>
          <cx:pt idx="4362">First_Product_Purchased</cx:pt>
          <cx:pt idx="4363">First_Product_Purchased</cx:pt>
          <cx:pt idx="4364">First_Product_Purchased</cx:pt>
          <cx:pt idx="4365">First_Product_Purchased</cx:pt>
          <cx:pt idx="4366">First_Product_Purchased</cx:pt>
          <cx:pt idx="4367">First_Product_Purchased</cx:pt>
          <cx:pt idx="4368">First_Product_Purchased</cx:pt>
          <cx:pt idx="4369">First_Product_Purchased</cx:pt>
          <cx:pt idx="4370">First_Product_Purchased</cx:pt>
          <cx:pt idx="4371">First_Product_Purchased</cx:pt>
          <cx:pt idx="4372">First_Product_Purchased</cx:pt>
          <cx:pt idx="4373">First_Product_Purchased</cx:pt>
          <cx:pt idx="4374">First_Product_Purchased</cx:pt>
          <cx:pt idx="4375">First_Product_Purchased</cx:pt>
          <cx:pt idx="4376">First_Product_Purchased</cx:pt>
          <cx:pt idx="4377">First_Product_Purchased</cx:pt>
          <cx:pt idx="4378">First_Product_Purchased</cx:pt>
          <cx:pt idx="4379">First_Product_Purchased</cx:pt>
          <cx:pt idx="4380">First_Product_Purchased</cx:pt>
          <cx:pt idx="4381">First_Product_Purchased</cx:pt>
          <cx:pt idx="4382">First_Product_Purchased</cx:pt>
          <cx:pt idx="4383">First_Product_Purchased</cx:pt>
          <cx:pt idx="4384">First_Product_Purchased</cx:pt>
          <cx:pt idx="4385">First_Product_Purchased</cx:pt>
          <cx:pt idx="4386">First_Product_Purchased</cx:pt>
          <cx:pt idx="4387">First_Product_Purchased</cx:pt>
          <cx:pt idx="4388">First_Product_Purchased</cx:pt>
          <cx:pt idx="4389">First_Product_Purchased</cx:pt>
          <cx:pt idx="4390">First_Product_Purchased</cx:pt>
          <cx:pt idx="4391">First_Product_Purchased</cx:pt>
          <cx:pt idx="4392">First_Product_Purchased</cx:pt>
          <cx:pt idx="4393">First_Product_Purchased</cx:pt>
          <cx:pt idx="4394">First_Product_Purchased</cx:pt>
          <cx:pt idx="4395">First_Product_Purchased</cx:pt>
          <cx:pt idx="4396">First_Product_Purchased</cx:pt>
          <cx:pt idx="4397">First_Product_Purchased</cx:pt>
          <cx:pt idx="4398">First_Product_Purchased</cx:pt>
          <cx:pt idx="4399">First_Product_Purchased</cx:pt>
          <cx:pt idx="4400">First_Product_Purchased</cx:pt>
          <cx:pt idx="4401">First_Product_Purchased</cx:pt>
          <cx:pt idx="4402">First_Product_Purchased</cx:pt>
          <cx:pt idx="4403">First_Product_Purchased</cx:pt>
          <cx:pt idx="4404">First_Product_Purchased</cx:pt>
          <cx:pt idx="4405">First_Product_Purchased</cx:pt>
          <cx:pt idx="4406">First_Product_Purchased</cx:pt>
          <cx:pt idx="4407">First_Product_Purchased</cx:pt>
          <cx:pt idx="4408">First_Product_Purchased</cx:pt>
          <cx:pt idx="4409">First_Product_Purchased</cx:pt>
          <cx:pt idx="4410">First_Product_Purchased</cx:pt>
          <cx:pt idx="4411">First_Product_Purchased</cx:pt>
          <cx:pt idx="4412">First_Product_Purchased</cx:pt>
          <cx:pt idx="4413">First_Product_Purchased</cx:pt>
          <cx:pt idx="4414">First_Product_Purchased</cx:pt>
          <cx:pt idx="4415">First_Product_Purchased</cx:pt>
          <cx:pt idx="4416">First_Product_Purchased</cx:pt>
          <cx:pt idx="4417">First_Product_Purchased</cx:pt>
          <cx:pt idx="4418">First_Product_Purchased</cx:pt>
          <cx:pt idx="4419">First_Product_Purchased</cx:pt>
          <cx:pt idx="4420">First_Product_Purchased</cx:pt>
          <cx:pt idx="4421">First_Product_Purchased</cx:pt>
          <cx:pt idx="4422">First_Product_Purchased</cx:pt>
          <cx:pt idx="4423">First_Product_Purchased</cx:pt>
          <cx:pt idx="4424">First_Product_Purchased</cx:pt>
          <cx:pt idx="4425">First_Product_Purchased</cx:pt>
          <cx:pt idx="4426">First_Product_Purchased</cx:pt>
          <cx:pt idx="4427">First_Product_Purchased</cx:pt>
          <cx:pt idx="4428">First_Product_Purchased</cx:pt>
          <cx:pt idx="4429">First_Product_Purchased</cx:pt>
          <cx:pt idx="4430">First_Product_Purchased</cx:pt>
          <cx:pt idx="4431">First_Product_Purchased</cx:pt>
          <cx:pt idx="4432">First_Product_Purchased</cx:pt>
          <cx:pt idx="4433">First_Product_Purchased</cx:pt>
          <cx:pt idx="4434">First_Product_Purchased</cx:pt>
          <cx:pt idx="4435">First_Product_Purchased</cx:pt>
          <cx:pt idx="4436">First_Product_Purchased</cx:pt>
          <cx:pt idx="4437">First_Product_Purchased</cx:pt>
          <cx:pt idx="4438">First_Product_Purchased</cx:pt>
          <cx:pt idx="4439">First_Product_Purchased</cx:pt>
          <cx:pt idx="4440">First_Product_Purchased</cx:pt>
          <cx:pt idx="4441">First_Product_Purchased</cx:pt>
          <cx:pt idx="4442">First_Product_Purchased</cx:pt>
          <cx:pt idx="4443">First_Product_Purchased</cx:pt>
          <cx:pt idx="4444">First_Product_Purchased</cx:pt>
          <cx:pt idx="4445">First_Product_Purchased</cx:pt>
          <cx:pt idx="4446">First_Product_Purchased</cx:pt>
          <cx:pt idx="4447">First_Product_Purchased</cx:pt>
          <cx:pt idx="4448">First_Product_Purchased</cx:pt>
          <cx:pt idx="4449">First_Product_Purchased</cx:pt>
          <cx:pt idx="4450">First_Product_Purchased</cx:pt>
          <cx:pt idx="4451">First_Product_Purchased</cx:pt>
          <cx:pt idx="4452">First_Product_Purchased</cx:pt>
          <cx:pt idx="4453">First_Product_Purchased</cx:pt>
          <cx:pt idx="4454">First_Product_Purchased</cx:pt>
          <cx:pt idx="4455">First_Product_Purchased</cx:pt>
          <cx:pt idx="4456">First_Product_Purchased</cx:pt>
          <cx:pt idx="4457">First_Product_Purchased</cx:pt>
          <cx:pt idx="4458">First_Product_Purchased</cx:pt>
          <cx:pt idx="4459">First_Product_Purchased</cx:pt>
          <cx:pt idx="4460">First_Product_Purchased</cx:pt>
          <cx:pt idx="4461">First_Product_Purchased</cx:pt>
          <cx:pt idx="4462">First_Product_Purchased</cx:pt>
          <cx:pt idx="4463">First_Product_Purchased</cx:pt>
          <cx:pt idx="4464">First_Product_Purchased</cx:pt>
          <cx:pt idx="4465">First_Product_Purchased</cx:pt>
          <cx:pt idx="4466">First_Product_Purchased</cx:pt>
          <cx:pt idx="4467">First_Product_Purchased</cx:pt>
          <cx:pt idx="4468">First_Product_Purchased</cx:pt>
          <cx:pt idx="4469">First_Product_Purchased</cx:pt>
          <cx:pt idx="4470">First_Product_Purchased</cx:pt>
          <cx:pt idx="4471">First_Product_Purchased</cx:pt>
          <cx:pt idx="4472">First_Product_Purchased</cx:pt>
          <cx:pt idx="4473">First_Product_Purchased</cx:pt>
          <cx:pt idx="4474">First_Product_Purchased</cx:pt>
          <cx:pt idx="4475">First_Product_Purchased</cx:pt>
          <cx:pt idx="4476">First_Product_Purchased</cx:pt>
          <cx:pt idx="4477">First_Product_Purchased</cx:pt>
          <cx:pt idx="4478">First_Product_Purchased</cx:pt>
          <cx:pt idx="4479">First_Product_Purchased</cx:pt>
          <cx:pt idx="4480">First_Product_Purchased</cx:pt>
          <cx:pt idx="4481">First_Product_Purchased</cx:pt>
          <cx:pt idx="4482">First_Product_Purchased</cx:pt>
          <cx:pt idx="4483">First_Product_Purchased</cx:pt>
          <cx:pt idx="4484">First_Product_Purchased</cx:pt>
          <cx:pt idx="4485">First_Product_Purchased</cx:pt>
          <cx:pt idx="4486">First_Product_Purchased</cx:pt>
          <cx:pt idx="4487">First_Product_Purchased</cx:pt>
          <cx:pt idx="4488">First_Product_Purchased</cx:pt>
          <cx:pt idx="4489">First_Product_Purchased</cx:pt>
          <cx:pt idx="4490">First_Product_Purchased</cx:pt>
          <cx:pt idx="4491">First_Product_Purchased</cx:pt>
          <cx:pt idx="4492">First_Product_Purchased</cx:pt>
          <cx:pt idx="4493">First_Product_Purchased</cx:pt>
          <cx:pt idx="4494">First_Product_Purchased</cx:pt>
          <cx:pt idx="4495">First_Product_Purchased</cx:pt>
          <cx:pt idx="4496">First_Product_Purchased</cx:pt>
          <cx:pt idx="4497">First_Product_Purchased</cx:pt>
          <cx:pt idx="4498">First_Product_Purchased</cx:pt>
          <cx:pt idx="4499">First_Product_Purchased</cx:pt>
          <cx:pt idx="4500">First_Product_Purchased</cx:pt>
          <cx:pt idx="4501">First_Product_Purchased</cx:pt>
          <cx:pt idx="4502">First_Product_Purchased</cx:pt>
          <cx:pt idx="4503">First_Product_Purchased</cx:pt>
          <cx:pt idx="4504">First_Product_Purchased</cx:pt>
          <cx:pt idx="4505">First_Product_Purchased</cx:pt>
          <cx:pt idx="4506">First_Product_Purchased</cx:pt>
          <cx:pt idx="4507">First_Product_Purchased</cx:pt>
          <cx:pt idx="4508">First_Product_Purchased</cx:pt>
          <cx:pt idx="4509">First_Product_Purchased</cx:pt>
          <cx:pt idx="4510">First_Product_Purchased</cx:pt>
          <cx:pt idx="4511">First_Product_Purchased</cx:pt>
          <cx:pt idx="4512">First_Product_Purchased</cx:pt>
          <cx:pt idx="4513">First_Product_Purchased</cx:pt>
          <cx:pt idx="4514">First_Product_Purchased</cx:pt>
          <cx:pt idx="4515">First_Product_Purchased</cx:pt>
          <cx:pt idx="4516">First_Product_Purchased</cx:pt>
          <cx:pt idx="4517">First_Product_Purchased</cx:pt>
          <cx:pt idx="4518">First_Product_Purchased</cx:pt>
          <cx:pt idx="4519">First_Product_Purchased</cx:pt>
          <cx:pt idx="4520">First_Product_Purchased</cx:pt>
          <cx:pt idx="4521">First_Product_Purchased</cx:pt>
          <cx:pt idx="4522">First_Product_Purchased</cx:pt>
          <cx:pt idx="4523">First_Product_Purchased</cx:pt>
          <cx:pt idx="4524">First_Product_Purchased</cx:pt>
          <cx:pt idx="4525">First_Product_Purchased</cx:pt>
          <cx:pt idx="4526">First_Product_Purchased</cx:pt>
          <cx:pt idx="4527">First_Product_Purchased</cx:pt>
          <cx:pt idx="4528">First_Product_Purchased</cx:pt>
          <cx:pt idx="4529">First_Product_Purchased</cx:pt>
          <cx:pt idx="4530">First_Product_Purchased</cx:pt>
          <cx:pt idx="4531">First_Product_Purchased</cx:pt>
          <cx:pt idx="4532">First_Product_Purchased</cx:pt>
          <cx:pt idx="4533">First_Product_Purchased</cx:pt>
          <cx:pt idx="4534">First_Product_Purchased</cx:pt>
          <cx:pt idx="4535">First_Product_Purchased</cx:pt>
          <cx:pt idx="4536">First_Product_Purchased</cx:pt>
          <cx:pt idx="4537">First_Product_Purchased</cx:pt>
          <cx:pt idx="4538">First_Product_Purchased</cx:pt>
          <cx:pt idx="4539">First_Product_Purchased</cx:pt>
          <cx:pt idx="4540">First_Product_Purchased</cx:pt>
          <cx:pt idx="4541">First_Product_Purchased</cx:pt>
          <cx:pt idx="4542">First_Product_Purchased</cx:pt>
          <cx:pt idx="4543">First_Product_Purchased</cx:pt>
          <cx:pt idx="4544">First_Product_Purchased</cx:pt>
          <cx:pt idx="4545">First_Product_Purchased</cx:pt>
          <cx:pt idx="4546">First_Product_Purchased</cx:pt>
          <cx:pt idx="4547">First_Product_Purchased</cx:pt>
          <cx:pt idx="4548">First_Product_Purchased</cx:pt>
          <cx:pt idx="4549">First_Product_Purchased</cx:pt>
          <cx:pt idx="4550">First_Product_Purchased</cx:pt>
          <cx:pt idx="4551">First_Product_Purchased</cx:pt>
          <cx:pt idx="4552">First_Product_Purchased</cx:pt>
          <cx:pt idx="4553">First_Product_Purchased</cx:pt>
          <cx:pt idx="4554">First_Product_Purchased</cx:pt>
          <cx:pt idx="4555">First_Product_Purchased</cx:pt>
          <cx:pt idx="4556">First_Product_Purchased</cx:pt>
          <cx:pt idx="4557">First_Product_Purchased</cx:pt>
          <cx:pt idx="4558">First_Product_Purchased</cx:pt>
          <cx:pt idx="4559">First_Product_Purchased</cx:pt>
          <cx:pt idx="4560">First_Product_Purchased</cx:pt>
          <cx:pt idx="4561">First_Product_Purchased</cx:pt>
          <cx:pt idx="4562">First_Product_Purchased</cx:pt>
          <cx:pt idx="4563">First_Product_Purchased</cx:pt>
          <cx:pt idx="4564">First_Product_Purchased</cx:pt>
          <cx:pt idx="4565">First_Product_Purchased</cx:pt>
          <cx:pt idx="4566">First_Product_Purchased</cx:pt>
          <cx:pt idx="4567">First_Product_Purchased</cx:pt>
          <cx:pt idx="4568">First_Product_Purchased</cx:pt>
          <cx:pt idx="4569">First_Product_Purchased</cx:pt>
          <cx:pt idx="4570">First_Product_Purchased</cx:pt>
          <cx:pt idx="4571">First_Product_Purchased</cx:pt>
          <cx:pt idx="4572">First_Product_Purchased</cx:pt>
          <cx:pt idx="4573">First_Product_Purchased</cx:pt>
          <cx:pt idx="4574">First_Product_Purchased</cx:pt>
          <cx:pt idx="4575">First_Product_Purchased</cx:pt>
          <cx:pt idx="4576">First_Product_Purchased</cx:pt>
          <cx:pt idx="4577">First_Product_Purchased</cx:pt>
          <cx:pt idx="4578">First_Product_Purchased</cx:pt>
          <cx:pt idx="4579">First_Product_Purchased</cx:pt>
          <cx:pt idx="4580">First_Product_Purchased</cx:pt>
          <cx:pt idx="4581">First_Product_Purchased</cx:pt>
          <cx:pt idx="4582">First_Product_Purchased</cx:pt>
          <cx:pt idx="4583">First_Product_Purchased</cx:pt>
          <cx:pt idx="4584">First_Product_Purchased</cx:pt>
          <cx:pt idx="4585">First_Product_Purchased</cx:pt>
          <cx:pt idx="4586">First_Product_Purchased</cx:pt>
          <cx:pt idx="4587">First_Product_Purchased</cx:pt>
          <cx:pt idx="4588">First_Product_Purchased</cx:pt>
          <cx:pt idx="4589">First_Product_Purchased</cx:pt>
          <cx:pt idx="4590">First_Product_Purchased</cx:pt>
          <cx:pt idx="4591">First_Product_Purchased</cx:pt>
          <cx:pt idx="4592">First_Product_Purchased</cx:pt>
          <cx:pt idx="4593">First_Product_Purchased</cx:pt>
          <cx:pt idx="4594">First_Product_Purchased</cx:pt>
          <cx:pt idx="4595">First_Product_Purchased</cx:pt>
          <cx:pt idx="4596">First_Product_Purchased</cx:pt>
          <cx:pt idx="4597">First_Product_Purchased</cx:pt>
          <cx:pt idx="4598">First_Product_Purchased</cx:pt>
          <cx:pt idx="4599">First_Product_Purchased</cx:pt>
          <cx:pt idx="4600">First_Product_Purchased</cx:pt>
          <cx:pt idx="4601">First_Product_Purchased</cx:pt>
          <cx:pt idx="4602">First_Product_Purchased</cx:pt>
          <cx:pt idx="4603">First_Product_Purchased</cx:pt>
          <cx:pt idx="4604">First_Product_Purchased</cx:pt>
          <cx:pt idx="4605">First_Product_Purchased</cx:pt>
          <cx:pt idx="4606">First_Product_Purchased</cx:pt>
          <cx:pt idx="4607">First_Product_Purchased</cx:pt>
          <cx:pt idx="4608">First_Product_Purchased</cx:pt>
          <cx:pt idx="4609">First_Product_Purchased</cx:pt>
          <cx:pt idx="4610">First_Product_Purchased</cx:pt>
          <cx:pt idx="4611">First_Product_Purchased</cx:pt>
          <cx:pt idx="4612">First_Product_Purchased</cx:pt>
          <cx:pt idx="4613">First_Product_Purchased</cx:pt>
          <cx:pt idx="4614">First_Product_Purchased</cx:pt>
          <cx:pt idx="4615">First_Product_Purchased</cx:pt>
          <cx:pt idx="4616">First_Product_Purchased</cx:pt>
          <cx:pt idx="4617">First_Product_Purchased</cx:pt>
          <cx:pt idx="4618">First_Product_Purchased</cx:pt>
          <cx:pt idx="4619">First_Product_Purchased</cx:pt>
          <cx:pt idx="4620">First_Product_Purchased</cx:pt>
          <cx:pt idx="4621">First_Product_Purchased</cx:pt>
          <cx:pt idx="4622">First_Product_Purchased</cx:pt>
          <cx:pt idx="4623">First_Product_Purchased</cx:pt>
          <cx:pt idx="4624">First_Product_Purchased</cx:pt>
          <cx:pt idx="4625">First_Product_Purchased</cx:pt>
          <cx:pt idx="4626">First_Product_Purchased</cx:pt>
          <cx:pt idx="4627">First_Product_Purchased</cx:pt>
          <cx:pt idx="4628">First_Product_Purchased</cx:pt>
          <cx:pt idx="4629">First_Product_Purchased</cx:pt>
          <cx:pt idx="4630">First_Product_Purchased</cx:pt>
          <cx:pt idx="4631">First_Product_Purchased</cx:pt>
          <cx:pt idx="4632">First_Product_Purchased</cx:pt>
          <cx:pt idx="4633">First_Product_Purchased</cx:pt>
          <cx:pt idx="4634">First_Product_Purchased</cx:pt>
          <cx:pt idx="4635">First_Product_Purchased</cx:pt>
          <cx:pt idx="4636">First_Product_Purchased</cx:pt>
          <cx:pt idx="4637">First_Product_Purchased</cx:pt>
          <cx:pt idx="4638">First_Product_Purchased</cx:pt>
          <cx:pt idx="4639">First_Product_Purchased</cx:pt>
          <cx:pt idx="4640">First_Product_Purchased</cx:pt>
          <cx:pt idx="4641">First_Product_Purchased</cx:pt>
          <cx:pt idx="4642">First_Product_Purchased</cx:pt>
          <cx:pt idx="4643">First_Product_Purchased</cx:pt>
          <cx:pt idx="4644">First_Product_Purchased</cx:pt>
          <cx:pt idx="4645">First_Product_Purchased</cx:pt>
          <cx:pt idx="4646">First_Product_Purchased</cx:pt>
          <cx:pt idx="4647">First_Product_Purchased</cx:pt>
          <cx:pt idx="4648">First_Product_Purchased</cx:pt>
          <cx:pt idx="4649">First_Product_Purchased</cx:pt>
          <cx:pt idx="4650">First_Product_Purchased</cx:pt>
          <cx:pt idx="4651">First_Product_Purchased</cx:pt>
          <cx:pt idx="4652">First_Product_Purchased</cx:pt>
          <cx:pt idx="4653">First_Product_Purchased</cx:pt>
          <cx:pt idx="4654">First_Product_Purchased</cx:pt>
          <cx:pt idx="4655">First_Product_Purchased</cx:pt>
          <cx:pt idx="4656">First_Product_Purchased</cx:pt>
          <cx:pt idx="4657">First_Product_Purchased</cx:pt>
          <cx:pt idx="4658">First_Product_Purchased</cx:pt>
          <cx:pt idx="4659">First_Product_Purchased</cx:pt>
          <cx:pt idx="4660">First_Product_Purchased</cx:pt>
          <cx:pt idx="4661">First_Product_Purchased</cx:pt>
          <cx:pt idx="4662">First_Product_Purchased</cx:pt>
          <cx:pt idx="4663">First_Product_Purchased</cx:pt>
          <cx:pt idx="4664">First_Product_Purchased</cx:pt>
          <cx:pt idx="4665">First_Product_Purchased</cx:pt>
          <cx:pt idx="4666">First_Product_Purchased</cx:pt>
          <cx:pt idx="4667">First_Product_Purchased</cx:pt>
          <cx:pt idx="4668">First_Product_Purchased</cx:pt>
          <cx:pt idx="4669">First_Product_Purchased</cx:pt>
          <cx:pt idx="4670">First_Product_Purchased</cx:pt>
          <cx:pt idx="4671">First_Product_Purchased</cx:pt>
          <cx:pt idx="4672">First_Product_Purchased</cx:pt>
          <cx:pt idx="4673">First_Product_Purchased</cx:pt>
          <cx:pt idx="4674">First_Product_Purchased</cx:pt>
          <cx:pt idx="4675">First_Product_Purchased</cx:pt>
          <cx:pt idx="4676">First_Product_Purchased</cx:pt>
          <cx:pt idx="4677">First_Product_Purchased</cx:pt>
          <cx:pt idx="4678">First_Product_Purchased</cx:pt>
          <cx:pt idx="4679">First_Product_Purchased</cx:pt>
          <cx:pt idx="4680">First_Product_Purchased</cx:pt>
          <cx:pt idx="4681">First_Product_Purchased</cx:pt>
          <cx:pt idx="4682">First_Product_Purchased</cx:pt>
          <cx:pt idx="4683">First_Product_Purchased</cx:pt>
          <cx:pt idx="4684">First_Product_Purchased</cx:pt>
          <cx:pt idx="4685">First_Product_Purchased</cx:pt>
          <cx:pt idx="4686">First_Product_Purchased</cx:pt>
          <cx:pt idx="4687">First_Product_Purchased</cx:pt>
          <cx:pt idx="4688">First_Product_Purchased</cx:pt>
          <cx:pt idx="4689">First_Product_Purchased</cx:pt>
          <cx:pt idx="4690">First_Product_Purchased</cx:pt>
          <cx:pt idx="4691">First_Product_Purchased</cx:pt>
          <cx:pt idx="4692">First_Product_Purchased</cx:pt>
          <cx:pt idx="4693">First_Product_Purchased</cx:pt>
          <cx:pt idx="4694">First_Product_Purchased</cx:pt>
          <cx:pt idx="4695">First_Product_Purchased</cx:pt>
          <cx:pt idx="4696">First_Product_Purchased</cx:pt>
          <cx:pt idx="4697">First_Product_Purchased</cx:pt>
          <cx:pt idx="4698">First_Product_Purchased</cx:pt>
          <cx:pt idx="4699">First_Product_Purchased</cx:pt>
          <cx:pt idx="4700">First_Product_Purchased</cx:pt>
          <cx:pt idx="4701">First_Product_Purchased</cx:pt>
          <cx:pt idx="4702">First_Product_Purchased</cx:pt>
          <cx:pt idx="4703">First_Product_Purchased</cx:pt>
          <cx:pt idx="4704">First_Product_Purchased</cx:pt>
          <cx:pt idx="4705">First_Product_Purchased</cx:pt>
          <cx:pt idx="4706">First_Product_Purchased</cx:pt>
          <cx:pt idx="4707">First_Product_Purchased</cx:pt>
          <cx:pt idx="4708">First_Product_Purchased</cx:pt>
          <cx:pt idx="4709">First_Product_Purchased</cx:pt>
          <cx:pt idx="4710">First_Product_Purchased</cx:pt>
          <cx:pt idx="4711">First_Product_Purchased</cx:pt>
          <cx:pt idx="4712">First_Product_Purchased</cx:pt>
          <cx:pt idx="4713">First_Product_Purchased</cx:pt>
          <cx:pt idx="4714">First_Product_Purchased</cx:pt>
          <cx:pt idx="4715">First_Product_Purchased</cx:pt>
          <cx:pt idx="4716">First_Product_Purchased</cx:pt>
          <cx:pt idx="4717">First_Product_Purchased</cx:pt>
          <cx:pt idx="4718">First_Product_Purchased</cx:pt>
          <cx:pt idx="4719">First_Product_Purchased</cx:pt>
          <cx:pt idx="4720">First_Product_Purchased</cx:pt>
          <cx:pt idx="4721">First_Product_Purchased</cx:pt>
          <cx:pt idx="4722">First_Product_Purchased</cx:pt>
          <cx:pt idx="4723">First_Product_Purchased</cx:pt>
          <cx:pt idx="4724">First_Product_Purchased</cx:pt>
          <cx:pt idx="4725">First_Product_Purchased</cx:pt>
          <cx:pt idx="4726">First_Product_Purchased</cx:pt>
          <cx:pt idx="4727">First_Product_Purchased</cx:pt>
          <cx:pt idx="4728">First_Product_Purchased</cx:pt>
          <cx:pt idx="4729">First_Product_Purchased</cx:pt>
          <cx:pt idx="4730">First_Product_Purchased</cx:pt>
          <cx:pt idx="4731">First_Product_Purchased</cx:pt>
          <cx:pt idx="4732">First_Product_Purchased</cx:pt>
          <cx:pt idx="4733">First_Product_Purchased</cx:pt>
          <cx:pt idx="4734">First_Product_Purchased</cx:pt>
          <cx:pt idx="4735">First_Product_Purchased</cx:pt>
          <cx:pt idx="4736">First_Product_Purchased</cx:pt>
          <cx:pt idx="4737">First_Product_Purchased</cx:pt>
          <cx:pt idx="4738">First_Product_Purchased</cx:pt>
          <cx:pt idx="4739">First_Product_Purchased</cx:pt>
          <cx:pt idx="4740">First_Product_Purchased</cx:pt>
          <cx:pt idx="4741">First_Product_Purchased</cx:pt>
          <cx:pt idx="4742">First_Product_Purchased</cx:pt>
          <cx:pt idx="4743">First_Product_Purchased</cx:pt>
          <cx:pt idx="4744">First_Product_Purchased</cx:pt>
          <cx:pt idx="4745">First_Product_Purchased</cx:pt>
          <cx:pt idx="4746">First_Product_Purchased</cx:pt>
          <cx:pt idx="4747">First_Product_Purchased</cx:pt>
          <cx:pt idx="4748">First_Product_Purchased</cx:pt>
          <cx:pt idx="4749">First_Product_Purchased</cx:pt>
          <cx:pt idx="4750">First_Product_Purchased</cx:pt>
          <cx:pt idx="4751">First_Product_Purchased</cx:pt>
          <cx:pt idx="4752">First_Product_Purchased</cx:pt>
          <cx:pt idx="4753">First_Product_Purchased</cx:pt>
          <cx:pt idx="4754">First_Product_Purchased</cx:pt>
          <cx:pt idx="4755">First_Product_Purchased</cx:pt>
          <cx:pt idx="4756">First_Product_Purchased</cx:pt>
          <cx:pt idx="4757">First_Product_Purchased</cx:pt>
          <cx:pt idx="4758">First_Product_Purchased</cx:pt>
          <cx:pt idx="4759">First_Product_Purchased</cx:pt>
          <cx:pt idx="4760">First_Product_Purchased</cx:pt>
          <cx:pt idx="4761">First_Product_Purchased</cx:pt>
          <cx:pt idx="4762">First_Product_Purchased</cx:pt>
          <cx:pt idx="4763">First_Product_Purchased</cx:pt>
          <cx:pt idx="4764">First_Product_Purchased</cx:pt>
          <cx:pt idx="4765">First_Product_Purchased</cx:pt>
          <cx:pt idx="4766">First_Product_Purchased</cx:pt>
          <cx:pt idx="4767">First_Product_Purchased</cx:pt>
          <cx:pt idx="4768">First_Product_Purchased</cx:pt>
          <cx:pt idx="4769">First_Product_Purchased</cx:pt>
          <cx:pt idx="4770">First_Product_Purchased</cx:pt>
          <cx:pt idx="4771">First_Product_Purchased</cx:pt>
          <cx:pt idx="4772">First_Product_Purchased</cx:pt>
          <cx:pt idx="4773">First_Product_Purchased</cx:pt>
          <cx:pt idx="4774">First_Product_Purchased</cx:pt>
          <cx:pt idx="4775">First_Product_Purchased</cx:pt>
          <cx:pt idx="4776">First_Product_Purchased</cx:pt>
          <cx:pt idx="4777">First_Product_Purchased</cx:pt>
          <cx:pt idx="4778">First_Product_Purchased</cx:pt>
          <cx:pt idx="4779">First_Product_Purchased</cx:pt>
          <cx:pt idx="4780">First_Product_Purchased</cx:pt>
          <cx:pt idx="4781">First_Product_Purchased</cx:pt>
          <cx:pt idx="4782">First_Product_Purchased</cx:pt>
          <cx:pt idx="4783">First_Product_Purchased</cx:pt>
          <cx:pt idx="4784">First_Product_Purchased</cx:pt>
          <cx:pt idx="4785">First_Product_Purchased</cx:pt>
          <cx:pt idx="4786">First_Product_Purchased</cx:pt>
          <cx:pt idx="4787">First_Product_Purchased</cx:pt>
          <cx:pt idx="4788">First_Product_Purchased</cx:pt>
          <cx:pt idx="4789">First_Product_Purchased</cx:pt>
          <cx:pt idx="4790">First_Product_Purchased</cx:pt>
          <cx:pt idx="4791">First_Product_Purchased</cx:pt>
          <cx:pt idx="4792">First_Product_Purchased</cx:pt>
          <cx:pt idx="4793">First_Product_Purchased</cx:pt>
          <cx:pt idx="4794">First_Product_Purchased</cx:pt>
          <cx:pt idx="4795">First_Product_Purchased</cx:pt>
          <cx:pt idx="4796">First_Product_Purchased</cx:pt>
          <cx:pt idx="4797">First_Product_Purchased</cx:pt>
          <cx:pt idx="4798">First_Product_Purchased</cx:pt>
          <cx:pt idx="4799">First_Product_Purchased</cx:pt>
          <cx:pt idx="4800">First_Product_Purchased</cx:pt>
          <cx:pt idx="4801">First_Product_Purchased</cx:pt>
          <cx:pt idx="4802">First_Product_Purchased</cx:pt>
          <cx:pt idx="4803">First_Product_Purchased</cx:pt>
          <cx:pt idx="4804">First_Product_Purchased</cx:pt>
          <cx:pt idx="4805">First_Product_Purchased</cx:pt>
          <cx:pt idx="4806">First_Product_Purchased</cx:pt>
          <cx:pt idx="4807">First_Product_Purchased</cx:pt>
          <cx:pt idx="4808">First_Product_Purchased</cx:pt>
          <cx:pt idx="4809">First_Product_Purchased</cx:pt>
          <cx:pt idx="4810">First_Product_Purchased</cx:pt>
          <cx:pt idx="4811">First_Product_Purchased</cx:pt>
          <cx:pt idx="4812">First_Product_Purchased</cx:pt>
          <cx:pt idx="4813">First_Product_Purchased</cx:pt>
          <cx:pt idx="4814">First_Product_Purchased</cx:pt>
          <cx:pt idx="4815">First_Product_Purchased</cx:pt>
          <cx:pt idx="4816">First_Product_Purchased</cx:pt>
          <cx:pt idx="4817">First_Product_Purchased</cx:pt>
          <cx:pt idx="4818">First_Product_Purchased</cx:pt>
          <cx:pt idx="4819">First_Product_Purchased</cx:pt>
          <cx:pt idx="4820">First_Product_Purchased</cx:pt>
          <cx:pt idx="4821">First_Product_Purchased</cx:pt>
          <cx:pt idx="4822">First_Product_Purchased</cx:pt>
          <cx:pt idx="4823">First_Product_Purchased</cx:pt>
          <cx:pt idx="4824">First_Product_Purchased</cx:pt>
          <cx:pt idx="4825">First_Product_Purchased</cx:pt>
          <cx:pt idx="4826">First_Product_Purchased</cx:pt>
          <cx:pt idx="4827">First_Product_Purchased</cx:pt>
          <cx:pt idx="4828">First_Product_Purchased</cx:pt>
          <cx:pt idx="4829">First_Product_Purchased</cx:pt>
          <cx:pt idx="4830">First_Product_Purchased</cx:pt>
          <cx:pt idx="4831">First_Product_Purchased</cx:pt>
          <cx:pt idx="4832">First_Product_Purchased</cx:pt>
          <cx:pt idx="4833">First_Product_Purchased</cx:pt>
          <cx:pt idx="4834">First_Product_Purchased</cx:pt>
          <cx:pt idx="4835">First_Product_Purchased</cx:pt>
          <cx:pt idx="4836">First_Product_Purchased</cx:pt>
          <cx:pt idx="4837">First_Product_Purchased</cx:pt>
          <cx:pt idx="4838">First_Product_Purchased</cx:pt>
          <cx:pt idx="4839">First_Product_Purchased</cx:pt>
          <cx:pt idx="4840">First_Product_Purchased</cx:pt>
          <cx:pt idx="4841">First_Product_Purchased</cx:pt>
          <cx:pt idx="4842">First_Product_Purchased</cx:pt>
          <cx:pt idx="4843">First_Product_Purchased</cx:pt>
          <cx:pt idx="4844">First_Product_Purchased</cx:pt>
          <cx:pt idx="4845">First_Product_Purchased</cx:pt>
          <cx:pt idx="4846">First_Product_Purchased</cx:pt>
          <cx:pt idx="4847">First_Product_Purchased</cx:pt>
          <cx:pt idx="4848">First_Product_Purchased</cx:pt>
          <cx:pt idx="4849">First_Product_Purchased</cx:pt>
          <cx:pt idx="4850">First_Product_Purchased</cx:pt>
          <cx:pt idx="4851">First_Product_Purchased</cx:pt>
          <cx:pt idx="4852">First_Product_Purchased</cx:pt>
          <cx:pt idx="4853">First_Product_Purchased</cx:pt>
          <cx:pt idx="4854">First_Product_Purchased</cx:pt>
          <cx:pt idx="4855">First_Product_Purchased</cx:pt>
          <cx:pt idx="4856">First_Product_Purchased</cx:pt>
          <cx:pt idx="4857">First_Product_Purchased</cx:pt>
          <cx:pt idx="4858">First_Product_Purchased</cx:pt>
          <cx:pt idx="4859">First_Product_Purchased</cx:pt>
          <cx:pt idx="4860">First_Product_Purchased</cx:pt>
          <cx:pt idx="4861">First_Product_Purchased</cx:pt>
          <cx:pt idx="4862">First_Product_Purchased</cx:pt>
          <cx:pt idx="4863">First_Product_Purchased</cx:pt>
          <cx:pt idx="4864">First_Product_Purchased</cx:pt>
          <cx:pt idx="4865">First_Product_Purchased</cx:pt>
          <cx:pt idx="4866">First_Product_Purchased</cx:pt>
          <cx:pt idx="4867">First_Product_Purchased</cx:pt>
          <cx:pt idx="4868">First_Product_Purchased</cx:pt>
          <cx:pt idx="4869">First_Product_Purchased</cx:pt>
          <cx:pt idx="4870">First_Product_Purchased</cx:pt>
          <cx:pt idx="4871">First_Product_Purchased</cx:pt>
          <cx:pt idx="4872">First_Product_Purchased</cx:pt>
          <cx:pt idx="4873">First_Product_Purchased</cx:pt>
          <cx:pt idx="4874">First_Product_Purchased</cx:pt>
          <cx:pt idx="4875">First_Product_Purchased</cx:pt>
          <cx:pt idx="4876">First_Product_Purchased</cx:pt>
          <cx:pt idx="4877">First_Product_Purchased</cx:pt>
          <cx:pt idx="4878">First_Product_Purchased</cx:pt>
          <cx:pt idx="4879">First_Product_Purchased</cx:pt>
          <cx:pt idx="4880">First_Product_Purchased</cx:pt>
          <cx:pt idx="4881">First_Product_Purchased</cx:pt>
          <cx:pt idx="4882">First_Product_Purchased</cx:pt>
          <cx:pt idx="4883">First_Product_Purchased</cx:pt>
          <cx:pt idx="4884">First_Product_Purchased</cx:pt>
          <cx:pt idx="4885">First_Product_Purchased</cx:pt>
          <cx:pt idx="4886">First_Product_Purchased</cx:pt>
          <cx:pt idx="4887">First_Product_Purchased</cx:pt>
          <cx:pt idx="4888">First_Product_Purchased</cx:pt>
          <cx:pt idx="4889">First_Product_Purchased</cx:pt>
          <cx:pt idx="4890">First_Product_Purchased</cx:pt>
          <cx:pt idx="4891">First_Product_Purchased</cx:pt>
          <cx:pt idx="4892">First_Product_Purchased</cx:pt>
          <cx:pt idx="4893">First_Product_Purchased</cx:pt>
          <cx:pt idx="4894">First_Product_Purchased</cx:pt>
          <cx:pt idx="4895">First_Product_Purchased</cx:pt>
          <cx:pt idx="4896">First_Product_Purchased</cx:pt>
          <cx:pt idx="4897">First_Product_Purchased</cx:pt>
          <cx:pt idx="4898">First_Product_Purchased</cx:pt>
          <cx:pt idx="4899">First_Product_Purchased</cx:pt>
          <cx:pt idx="4900">First_Product_Purchased</cx:pt>
          <cx:pt idx="4901">First_Product_Purchased</cx:pt>
          <cx:pt idx="4902">First_Product_Purchased</cx:pt>
          <cx:pt idx="4903">First_Product_Purchased</cx:pt>
          <cx:pt idx="4904">First_Product_Purchased</cx:pt>
          <cx:pt idx="4905">First_Product_Purchased</cx:pt>
          <cx:pt idx="4906">First_Product_Purchased</cx:pt>
          <cx:pt idx="4907">First_Product_Purchased</cx:pt>
          <cx:pt idx="4908">First_Product_Purchased</cx:pt>
          <cx:pt idx="4909">First_Product_Purchased</cx:pt>
          <cx:pt idx="4910">First_Product_Purchased</cx:pt>
          <cx:pt idx="4911">First_Product_Purchased</cx:pt>
          <cx:pt idx="4912">First_Product_Purchased</cx:pt>
          <cx:pt idx="4913">First_Product_Purchased</cx:pt>
          <cx:pt idx="4914">First_Product_Purchased</cx:pt>
          <cx:pt idx="4915">First_Product_Purchased</cx:pt>
          <cx:pt idx="4916">First_Product_Purchased</cx:pt>
          <cx:pt idx="4917">First_Product_Purchased</cx:pt>
          <cx:pt idx="4918">First_Product_Purchased</cx:pt>
          <cx:pt idx="4919">First_Product_Purchased</cx:pt>
          <cx:pt idx="4920">First_Product_Purchased</cx:pt>
          <cx:pt idx="4921">First_Product_Purchased</cx:pt>
          <cx:pt idx="4922">First_Product_Purchased</cx:pt>
          <cx:pt idx="4923">First_Product_Purchased</cx:pt>
          <cx:pt idx="4924">First_Product_Purchased</cx:pt>
          <cx:pt idx="4925">First_Product_Purchased</cx:pt>
          <cx:pt idx="4926">First_Product_Purchased</cx:pt>
          <cx:pt idx="4927">First_Product_Purchased</cx:pt>
          <cx:pt idx="4928">First_Product_Purchased</cx:pt>
          <cx:pt idx="4929">First_Product_Purchased</cx:pt>
          <cx:pt idx="4930">First_Product_Purchased</cx:pt>
          <cx:pt idx="4931">First_Product_Purchased</cx:pt>
          <cx:pt idx="4932">First_Product_Purchased</cx:pt>
          <cx:pt idx="4933">First_Product_Purchased</cx:pt>
          <cx:pt idx="4934">First_Product_Purchased</cx:pt>
          <cx:pt idx="4935">First_Product_Purchased</cx:pt>
          <cx:pt idx="4936">First_Product_Purchased</cx:pt>
          <cx:pt idx="4937">First_Product_Purchased</cx:pt>
          <cx:pt idx="4938">First_Product_Purchased</cx:pt>
          <cx:pt idx="4939">First_Product_Purchased</cx:pt>
          <cx:pt idx="4940">First_Product_Purchased</cx:pt>
          <cx:pt idx="4941">First_Product_Purchased</cx:pt>
          <cx:pt idx="4942">First_Product_Purchased</cx:pt>
          <cx:pt idx="4943">First_Product_Purchased</cx:pt>
          <cx:pt idx="4944">First_Product_Purchased</cx:pt>
          <cx:pt idx="4945">First_Product_Purchased</cx:pt>
          <cx:pt idx="4946">First_Product_Purchased</cx:pt>
          <cx:pt idx="4947">First_Product_Purchased</cx:pt>
          <cx:pt idx="4948">First_Product_Purchased</cx:pt>
          <cx:pt idx="4949">First_Product_Purchased</cx:pt>
          <cx:pt idx="4950">First_Product_Purchased</cx:pt>
          <cx:pt idx="4951">First_Product_Purchased</cx:pt>
          <cx:pt idx="4952">First_Product_Purchased</cx:pt>
          <cx:pt idx="4953">First_Product_Purchased</cx:pt>
          <cx:pt idx="4954">First_Product_Purchased</cx:pt>
          <cx:pt idx="4955">First_Product_Purchased</cx:pt>
          <cx:pt idx="4956">First_Product_Purchased</cx:pt>
          <cx:pt idx="4957">First_Product_Purchased</cx:pt>
          <cx:pt idx="4958">First_Product_Purchased</cx:pt>
          <cx:pt idx="4959">First_Product_Purchased</cx:pt>
          <cx:pt idx="4960">First_Product_Purchased</cx:pt>
          <cx:pt idx="4961">First_Product_Purchased</cx:pt>
          <cx:pt idx="4962">First_Product_Purchased</cx:pt>
          <cx:pt idx="4963">First_Product_Purchased</cx:pt>
          <cx:pt idx="4964">First_Product_Purchased</cx:pt>
          <cx:pt idx="4965">First_Product_Purchased</cx:pt>
          <cx:pt idx="4966">First_Product_Purchased</cx:pt>
          <cx:pt idx="4967">First_Product_Purchased</cx:pt>
          <cx:pt idx="4968">First_Product_Purchased</cx:pt>
          <cx:pt idx="4969">First_Product_Purchased</cx:pt>
          <cx:pt idx="4970">First_Product_Purchased</cx:pt>
          <cx:pt idx="4971">First_Product_Purchased</cx:pt>
          <cx:pt idx="4972">First_Product_Purchased</cx:pt>
          <cx:pt idx="4973">First_Product_Purchased</cx:pt>
          <cx:pt idx="4974">First_Product_Purchased</cx:pt>
          <cx:pt idx="4975">First_Product_Purchased</cx:pt>
          <cx:pt idx="4976">First_Product_Purchased</cx:pt>
          <cx:pt idx="4977">First_Product_Purchased</cx:pt>
          <cx:pt idx="4978">First_Product_Purchased</cx:pt>
          <cx:pt idx="4979">First_Product_Purchased</cx:pt>
          <cx:pt idx="4980">First_Product_Purchased</cx:pt>
          <cx:pt idx="4981">First_Product_Purchased</cx:pt>
          <cx:pt idx="4982">First_Product_Purchased</cx:pt>
          <cx:pt idx="4983">First_Product_Purchased</cx:pt>
          <cx:pt idx="4984">First_Product_Purchased</cx:pt>
          <cx:pt idx="4985">First_Product_Purchased</cx:pt>
          <cx:pt idx="4986">First_Product_Purchased</cx:pt>
          <cx:pt idx="4987">First_Product_Purchased</cx:pt>
          <cx:pt idx="4988">First_Product_Purchased</cx:pt>
          <cx:pt idx="4989">First_Product_Purchased</cx:pt>
          <cx:pt idx="4990">First_Product_Purchased</cx:pt>
          <cx:pt idx="4991">First_Product_Purchased</cx:pt>
          <cx:pt idx="4992">First_Product_Purchased</cx:pt>
          <cx:pt idx="4993">First_Product_Purchased</cx:pt>
          <cx:pt idx="4994">First_Product_Purchased</cx:pt>
          <cx:pt idx="4995">First_Product_Purchased</cx:pt>
          <cx:pt idx="4996">First_Product_Purchased</cx:pt>
          <cx:pt idx="4997">First_Product_Purchased</cx:pt>
          <cx:pt idx="4998">First_Product_Purchased</cx:pt>
          <cx:pt idx="4999">First_Product_Purchased</cx:pt>
          <cx:pt idx="5000">First_Product_Purchased</cx:pt>
          <cx:pt idx="5001">First_Product_Purchased</cx:pt>
          <cx:pt idx="5002">First_Product_Purchased</cx:pt>
          <cx:pt idx="5003">First_Product_Purchased</cx:pt>
          <cx:pt idx="5004">First_Product_Purchased</cx:pt>
          <cx:pt idx="5005">First_Product_Purchased</cx:pt>
          <cx:pt idx="5006">First_Product_Purchased</cx:pt>
          <cx:pt idx="5007">First_Product_Purchased</cx:pt>
          <cx:pt idx="5008">First_Product_Purchased</cx:pt>
          <cx:pt idx="5009">First_Product_Purchased</cx:pt>
          <cx:pt idx="5010">First_Product_Purchased</cx:pt>
          <cx:pt idx="5011">First_Product_Purchased</cx:pt>
          <cx:pt idx="5012">First_Product_Purchased</cx:pt>
          <cx:pt idx="5013">First_Product_Purchased</cx:pt>
          <cx:pt idx="5014">First_Product_Purchased</cx:pt>
          <cx:pt idx="5015">First_Product_Purchased</cx:pt>
          <cx:pt idx="5016">First_Product_Purchased</cx:pt>
          <cx:pt idx="5017">First_Product_Purchased</cx:pt>
          <cx:pt idx="5018">First_Product_Purchased</cx:pt>
          <cx:pt idx="5019">First_Product_Purchased</cx:pt>
          <cx:pt idx="5020">First_Product_Purchased</cx:pt>
          <cx:pt idx="5021">First_Product_Purchased</cx:pt>
          <cx:pt idx="5022">First_Product_Purchased</cx:pt>
          <cx:pt idx="5023">First_Product_Purchased</cx:pt>
          <cx:pt idx="5024">First_Product_Purchased</cx:pt>
          <cx:pt idx="5025">First_Product_Purchased</cx:pt>
          <cx:pt idx="5026">First_Product_Purchased</cx:pt>
          <cx:pt idx="5027">First_Product_Purchased</cx:pt>
          <cx:pt idx="5028">First_Product_Purchased</cx:pt>
          <cx:pt idx="5029">First_Product_Purchased</cx:pt>
          <cx:pt idx="5030">First_Product_Purchased</cx:pt>
          <cx:pt idx="5031">First_Product_Purchased</cx:pt>
          <cx:pt idx="5032">First_Product_Purchased</cx:pt>
          <cx:pt idx="5033">First_Product_Purchased</cx:pt>
          <cx:pt idx="5034">First_Product_Purchased</cx:pt>
          <cx:pt idx="5035">First_Product_Purchased</cx:pt>
          <cx:pt idx="5036">First_Product_Purchased</cx:pt>
          <cx:pt idx="5037">First_Product_Purchased</cx:pt>
          <cx:pt idx="5038">First_Product_Purchased</cx:pt>
          <cx:pt idx="5039">First_Product_Purchased</cx:pt>
          <cx:pt idx="5040">First_Product_Purchased</cx:pt>
          <cx:pt idx="5041">First_Product_Purchased</cx:pt>
          <cx:pt idx="5042">First_Product_Purchased</cx:pt>
          <cx:pt idx="5043">First_Product_Purchased</cx:pt>
          <cx:pt idx="5044">First_Product_Purchased</cx:pt>
          <cx:pt idx="5045">First_Product_Purchased</cx:pt>
          <cx:pt idx="5046">First_Product_Purchased</cx:pt>
          <cx:pt idx="5047">First_Product_Purchased</cx:pt>
          <cx:pt idx="5048">First_Product_Purchased</cx:pt>
          <cx:pt idx="5049">First_Product_Purchased</cx:pt>
          <cx:pt idx="5050">First_Product_Purchased</cx:pt>
          <cx:pt idx="5051">First_Product_Purchased</cx:pt>
          <cx:pt idx="5052">First_Product_Purchased</cx:pt>
          <cx:pt idx="5053">First_Product_Purchased</cx:pt>
          <cx:pt idx="5054">First_Product_Purchased</cx:pt>
          <cx:pt idx="5055">First_Product_Purchased</cx:pt>
          <cx:pt idx="5056">First_Product_Purchased</cx:pt>
          <cx:pt idx="5057">First_Product_Purchased</cx:pt>
          <cx:pt idx="5058">First_Product_Purchased</cx:pt>
          <cx:pt idx="5059">First_Product_Purchased</cx:pt>
          <cx:pt idx="5060">First_Product_Purchased</cx:pt>
          <cx:pt idx="5061">First_Product_Purchased</cx:pt>
          <cx:pt idx="5062">First_Product_Purchased</cx:pt>
          <cx:pt idx="5063">First_Product_Purchased</cx:pt>
          <cx:pt idx="5064">First_Product_Purchased</cx:pt>
          <cx:pt idx="5065">First_Product_Purchased</cx:pt>
          <cx:pt idx="5066">First_Product_Purchased</cx:pt>
          <cx:pt idx="5067">First_Product_Purchased</cx:pt>
          <cx:pt idx="5068">First_Product_Purchased</cx:pt>
          <cx:pt idx="5069">First_Product_Purchased</cx:pt>
          <cx:pt idx="5070">First_Product_Purchased</cx:pt>
          <cx:pt idx="5071">First_Product_Purchased</cx:pt>
          <cx:pt idx="5072">First_Product_Purchased</cx:pt>
          <cx:pt idx="5073">First_Product_Purchased</cx:pt>
          <cx:pt idx="5074">First_Product_Purchased</cx:pt>
          <cx:pt idx="5075">First_Product_Purchased</cx:pt>
          <cx:pt idx="5076">First_Product_Purchased</cx:pt>
          <cx:pt idx="5077">First_Product_Purchased</cx:pt>
          <cx:pt idx="5078">First_Product_Purchased</cx:pt>
          <cx:pt idx="5079">First_Product_Purchased</cx:pt>
          <cx:pt idx="5080">First_Product_Purchased</cx:pt>
          <cx:pt idx="5081">First_Product_Purchased</cx:pt>
          <cx:pt idx="5082">First_Product_Purchased</cx:pt>
          <cx:pt idx="5083">First_Product_Purchased</cx:pt>
          <cx:pt idx="5084">First_Product_Purchased</cx:pt>
          <cx:pt idx="5085">First_Product_Purchased</cx:pt>
          <cx:pt idx="5086">First_Product_Purchased</cx:pt>
          <cx:pt idx="5087">First_Product_Purchased</cx:pt>
          <cx:pt idx="5088">First_Product_Purchased</cx:pt>
          <cx:pt idx="5089">First_Product_Purchased</cx:pt>
          <cx:pt idx="5090">First_Product_Purchased</cx:pt>
          <cx:pt idx="5091">First_Product_Purchased</cx:pt>
          <cx:pt idx="5092">First_Product_Purchased</cx:pt>
          <cx:pt idx="5093">First_Product_Purchased</cx:pt>
          <cx:pt idx="5094">First_Product_Purchased</cx:pt>
          <cx:pt idx="5095">First_Product_Purchased</cx:pt>
          <cx:pt idx="5096">First_Product_Purchased</cx:pt>
          <cx:pt idx="5097">First_Product_Purchased</cx:pt>
          <cx:pt idx="5098">First_Product_Purchased</cx:pt>
          <cx:pt idx="5099">First_Product_Purchased</cx:pt>
          <cx:pt idx="5100">First_Product_Purchased</cx:pt>
          <cx:pt idx="5101">First_Product_Purchased</cx:pt>
          <cx:pt idx="5102">First_Product_Purchased</cx:pt>
          <cx:pt idx="5103">First_Product_Purchased</cx:pt>
          <cx:pt idx="5104">First_Product_Purchased</cx:pt>
          <cx:pt idx="5105">First_Product_Purchased</cx:pt>
          <cx:pt idx="5106">First_Product_Purchased</cx:pt>
          <cx:pt idx="5107">First_Product_Purchased</cx:pt>
          <cx:pt idx="5108">First_Product_Purchased</cx:pt>
          <cx:pt idx="5109">First_Product_Purchased</cx:pt>
          <cx:pt idx="5110">First_Product_Purchased</cx:pt>
          <cx:pt idx="5111">First_Product_Purchased</cx:pt>
          <cx:pt idx="5112">First_Product_Purchased</cx:pt>
          <cx:pt idx="5113">First_Product_Purchased</cx:pt>
          <cx:pt idx="5114">First_Product_Purchased</cx:pt>
          <cx:pt idx="5115">First_Product_Purchased</cx:pt>
          <cx:pt idx="5116">First_Product_Purchased</cx:pt>
          <cx:pt idx="5117">First_Product_Purchased</cx:pt>
          <cx:pt idx="5118">First_Product_Purchased</cx:pt>
          <cx:pt idx="5119">First_Product_Purchased</cx:pt>
          <cx:pt idx="5120">First_Product_Purchased</cx:pt>
          <cx:pt idx="5121">First_Product_Purchased</cx:pt>
          <cx:pt idx="5122">First_Product_Purchased</cx:pt>
          <cx:pt idx="5123">First_Product_Purchased</cx:pt>
          <cx:pt idx="5124">First_Product_Purchased</cx:pt>
          <cx:pt idx="5125">First_Product_Purchased</cx:pt>
          <cx:pt idx="5126">First_Product_Purchased</cx:pt>
          <cx:pt idx="5127">First_Product_Purchased</cx:pt>
          <cx:pt idx="5128">First_Product_Purchased</cx:pt>
          <cx:pt idx="5129">First_Product_Purchased</cx:pt>
          <cx:pt idx="5130">First_Product_Purchased</cx:pt>
          <cx:pt idx="5131">First_Product_Purchased</cx:pt>
          <cx:pt idx="5132">First_Product_Purchased</cx:pt>
          <cx:pt idx="5133">First_Product_Purchased</cx:pt>
          <cx:pt idx="5134">First_Product_Purchased</cx:pt>
          <cx:pt idx="5135">First_Product_Purchased</cx:pt>
          <cx:pt idx="5136">First_Product_Purchased</cx:pt>
          <cx:pt idx="5137">First_Product_Purchased</cx:pt>
          <cx:pt idx="5138">First_Product_Purchased</cx:pt>
          <cx:pt idx="5139">First_Product_Purchased</cx:pt>
          <cx:pt idx="5140">First_Product_Purchased</cx:pt>
          <cx:pt idx="5141">First_Product_Purchased</cx:pt>
          <cx:pt idx="5142">First_Product_Purchased</cx:pt>
          <cx:pt idx="5143">First_Product_Purchased</cx:pt>
          <cx:pt idx="5144">First_Product_Purchased</cx:pt>
          <cx:pt idx="5145">First_Product_Purchased</cx:pt>
          <cx:pt idx="5146">First_Product_Purchased</cx:pt>
          <cx:pt idx="5147">First_Product_Purchased</cx:pt>
          <cx:pt idx="5148">First_Product_Purchased</cx:pt>
          <cx:pt idx="5149">First_Product_Purchased</cx:pt>
          <cx:pt idx="5150">First_Product_Purchased</cx:pt>
          <cx:pt idx="5151">First_Product_Purchased</cx:pt>
          <cx:pt idx="5152">First_Product_Purchased</cx:pt>
          <cx:pt idx="5153">First_Product_Purchased</cx:pt>
          <cx:pt idx="5154">First_Product_Purchased</cx:pt>
          <cx:pt idx="5155">First_Product_Purchased</cx:pt>
          <cx:pt idx="5156">First_Product_Purchased</cx:pt>
          <cx:pt idx="5157">First_Product_Purchased</cx:pt>
          <cx:pt idx="5158">First_Product_Purchased</cx:pt>
          <cx:pt idx="5159">First_Product_Purchased</cx:pt>
          <cx:pt idx="5160">First_Product_Purchased</cx:pt>
          <cx:pt idx="5161">First_Product_Purchased</cx:pt>
          <cx:pt idx="5162">First_Product_Purchased</cx:pt>
          <cx:pt idx="5163">First_Product_Purchased</cx:pt>
          <cx:pt idx="5164">First_Product_Purchased</cx:pt>
          <cx:pt idx="5165">First_Product_Purchased</cx:pt>
          <cx:pt idx="5166">First_Product_Purchased</cx:pt>
          <cx:pt idx="5167">First_Product_Purchased</cx:pt>
          <cx:pt idx="5168">First_Product_Purchased</cx:pt>
          <cx:pt idx="5169">First_Product_Purchased</cx:pt>
          <cx:pt idx="5170">First_Product_Purchased</cx:pt>
          <cx:pt idx="5171">First_Product_Purchased</cx:pt>
          <cx:pt idx="5172">First_Product_Purchased</cx:pt>
          <cx:pt idx="5173">First_Product_Purchased</cx:pt>
          <cx:pt idx="5174">First_Product_Purchased</cx:pt>
          <cx:pt idx="5175">First_Product_Purchased</cx:pt>
          <cx:pt idx="5176">First_Product_Purchased</cx:pt>
          <cx:pt idx="5177">First_Product_Purchased</cx:pt>
          <cx:pt idx="5178">First_Product_Purchased</cx:pt>
          <cx:pt idx="5179">First_Product_Purchased</cx:pt>
          <cx:pt idx="5180">First_Product_Purchased</cx:pt>
          <cx:pt idx="5181">First_Product_Purchased</cx:pt>
          <cx:pt idx="5182">First_Product_Purchased</cx:pt>
          <cx:pt idx="5183">First_Product_Purchased</cx:pt>
          <cx:pt idx="5184">First_Product_Purchased</cx:pt>
          <cx:pt idx="5185">First_Product_Purchased</cx:pt>
          <cx:pt idx="5186">First_Product_Purchased</cx:pt>
          <cx:pt idx="5187">First_Product_Purchased</cx:pt>
          <cx:pt idx="5188">First_Product_Purchased</cx:pt>
          <cx:pt idx="5189">First_Product_Purchased</cx:pt>
          <cx:pt idx="5190">First_Product_Purchased</cx:pt>
          <cx:pt idx="5191">First_Product_Purchased</cx:pt>
          <cx:pt idx="5192">First_Product_Purchased</cx:pt>
          <cx:pt idx="5193">First_Product_Purchased</cx:pt>
          <cx:pt idx="5194">First_Product_Purchased</cx:pt>
          <cx:pt idx="5195">First_Product_Purchased</cx:pt>
          <cx:pt idx="5196">First_Product_Purchased</cx:pt>
          <cx:pt idx="5197">First_Product_Purchased</cx:pt>
          <cx:pt idx="5198">First_Product_Purchased</cx:pt>
          <cx:pt idx="5199">First_Product_Purchased</cx:pt>
          <cx:pt idx="5200">First_Product_Purchased</cx:pt>
          <cx:pt idx="5201">First_Product_Purchased</cx:pt>
          <cx:pt idx="5202">First_Product_Purchased</cx:pt>
          <cx:pt idx="5203">First_Product_Purchased</cx:pt>
          <cx:pt idx="5204">First_Product_Purchased</cx:pt>
          <cx:pt idx="5205">First_Product_Purchased</cx:pt>
          <cx:pt idx="5206">First_Product_Purchased</cx:pt>
          <cx:pt idx="5207">First_Product_Purchased</cx:pt>
          <cx:pt idx="5208">First_Product_Purchased</cx:pt>
          <cx:pt idx="5209">First_Product_Purchased</cx:pt>
          <cx:pt idx="5210">First_Product_Purchased</cx:pt>
          <cx:pt idx="5211">First_Product_Purchased</cx:pt>
          <cx:pt idx="5212">First_Product_Purchased</cx:pt>
          <cx:pt idx="5213">First_Product_Purchased</cx:pt>
          <cx:pt idx="5214">First_Product_Purchased</cx:pt>
          <cx:pt idx="5215">First_Product_Purchased</cx:pt>
          <cx:pt idx="5216">First_Product_Purchased</cx:pt>
          <cx:pt idx="5217">First_Product_Purchased</cx:pt>
          <cx:pt idx="5218">First_Product_Purchased</cx:pt>
          <cx:pt idx="5219">First_Product_Purchased</cx:pt>
          <cx:pt idx="5220">First_Product_Purchased</cx:pt>
          <cx:pt idx="5221">First_Product_Purchased</cx:pt>
          <cx:pt idx="5222">First_Product_Purchased</cx:pt>
          <cx:pt idx="5223">First_Product_Purchased</cx:pt>
          <cx:pt idx="5224">First_Product_Purchased</cx:pt>
          <cx:pt idx="5225">First_Product_Purchased</cx:pt>
          <cx:pt idx="5226">First_Product_Purchased</cx:pt>
          <cx:pt idx="5227">First_Product_Purchased</cx:pt>
          <cx:pt idx="5228">First_Product_Purchased</cx:pt>
          <cx:pt idx="5229">First_Product_Purchased</cx:pt>
          <cx:pt idx="5230">First_Product_Purchased</cx:pt>
          <cx:pt idx="5231">First_Product_Purchased</cx:pt>
          <cx:pt idx="5232">First_Product_Purchased</cx:pt>
          <cx:pt idx="5233">First_Product_Purchased</cx:pt>
          <cx:pt idx="5234">First_Product_Purchased</cx:pt>
          <cx:pt idx="5235">First_Product_Purchased</cx:pt>
          <cx:pt idx="5236">First_Product_Purchased</cx:pt>
          <cx:pt idx="5237">First_Product_Purchased</cx:pt>
          <cx:pt idx="5238">First_Product_Purchased</cx:pt>
          <cx:pt idx="5239">First_Product_Purchased</cx:pt>
          <cx:pt idx="5240">First_Product_Purchased</cx:pt>
          <cx:pt idx="5241">First_Product_Purchased</cx:pt>
          <cx:pt idx="5242">First_Product_Purchased</cx:pt>
          <cx:pt idx="5243">First_Product_Purchased</cx:pt>
          <cx:pt idx="5244">First_Product_Purchased</cx:pt>
          <cx:pt idx="5245">First_Product_Purchased</cx:pt>
          <cx:pt idx="5246">First_Product_Purchased</cx:pt>
          <cx:pt idx="5247">First_Product_Purchased</cx:pt>
          <cx:pt idx="5248">First_Product_Purchased</cx:pt>
          <cx:pt idx="5249">First_Product_Purchased</cx:pt>
          <cx:pt idx="5250">First_Product_Purchased</cx:pt>
          <cx:pt idx="5251">First_Product_Purchased</cx:pt>
          <cx:pt idx="5252">First_Product_Purchased</cx:pt>
          <cx:pt idx="5253">First_Product_Purchased</cx:pt>
          <cx:pt idx="5254">First_Product_Purchased</cx:pt>
          <cx:pt idx="5255">First_Product_Purchased</cx:pt>
          <cx:pt idx="5256">First_Product_Purchased</cx:pt>
          <cx:pt idx="5257">First_Product_Purchased</cx:pt>
          <cx:pt idx="5258">First_Product_Purchased</cx:pt>
          <cx:pt idx="5259">First_Product_Purchased</cx:pt>
          <cx:pt idx="5260">First_Product_Purchased</cx:pt>
          <cx:pt idx="5261">First_Product_Purchased</cx:pt>
          <cx:pt idx="5262">First_Product_Purchased</cx:pt>
          <cx:pt idx="5263">First_Product_Purchased</cx:pt>
          <cx:pt idx="5264">First_Product_Purchased</cx:pt>
          <cx:pt idx="5265">First_Product_Purchased</cx:pt>
          <cx:pt idx="5266">First_Product_Purchased</cx:pt>
          <cx:pt idx="5267">First_Product_Purchased</cx:pt>
          <cx:pt idx="5268">First_Product_Purchased</cx:pt>
          <cx:pt idx="5269">First_Product_Purchased</cx:pt>
          <cx:pt idx="5270">First_Product_Purchased</cx:pt>
          <cx:pt idx="5271">First_Product_Purchased</cx:pt>
          <cx:pt idx="5272">First_Product_Purchased</cx:pt>
          <cx:pt idx="5273">First_Product_Purchased</cx:pt>
          <cx:pt idx="5274">First_Product_Purchased</cx:pt>
          <cx:pt idx="5275">First_Product_Purchased</cx:pt>
          <cx:pt idx="5276">First_Product_Purchased</cx:pt>
          <cx:pt idx="5277">First_Product_Purchased</cx:pt>
          <cx:pt idx="5278">First_Product_Purchased</cx:pt>
          <cx:pt idx="5279">First_Product_Purchased</cx:pt>
          <cx:pt idx="5280">First_Product_Purchased</cx:pt>
          <cx:pt idx="5281">First_Product_Purchased</cx:pt>
          <cx:pt idx="5282">First_Product_Purchased</cx:pt>
          <cx:pt idx="5283">First_Product_Purchased</cx:pt>
          <cx:pt idx="5284">First_Product_Purchased</cx:pt>
          <cx:pt idx="5285">First_Product_Purchased</cx:pt>
          <cx:pt idx="5286">First_Product_Purchased</cx:pt>
          <cx:pt idx="5287">First_Product_Purchased</cx:pt>
          <cx:pt idx="5288">First_Product_Purchased</cx:pt>
          <cx:pt idx="5289">First_Product_Purchased</cx:pt>
          <cx:pt idx="5290">First_Product_Purchased</cx:pt>
          <cx:pt idx="5291">First_Product_Purchased</cx:pt>
          <cx:pt idx="5292">First_Product_Purchased</cx:pt>
          <cx:pt idx="5293">First_Product_Purchased</cx:pt>
          <cx:pt idx="5294">First_Product_Purchased</cx:pt>
          <cx:pt idx="5295">First_Product_Purchased</cx:pt>
          <cx:pt idx="5296">First_Product_Purchased</cx:pt>
          <cx:pt idx="5297">First_Product_Purchased</cx:pt>
          <cx:pt idx="5298">First_Product_Purchased</cx:pt>
          <cx:pt idx="5299">First_Product_Purchased</cx:pt>
          <cx:pt idx="5300">First_Product_Purchased</cx:pt>
          <cx:pt idx="5301">First_Product_Purchased</cx:pt>
          <cx:pt idx="5302">First_Product_Purchased</cx:pt>
          <cx:pt idx="5303">First_Product_Purchased</cx:pt>
          <cx:pt idx="5304">First_Product_Purchased</cx:pt>
          <cx:pt idx="5305">First_Product_Purchased</cx:pt>
          <cx:pt idx="5306">First_Product_Purchased</cx:pt>
          <cx:pt idx="5307">First_Product_Purchased</cx:pt>
          <cx:pt idx="5308">First_Product_Purchased</cx:pt>
          <cx:pt idx="5309">First_Product_Purchased</cx:pt>
          <cx:pt idx="5310">First_Product_Purchased</cx:pt>
          <cx:pt idx="5311">First_Product_Purchased</cx:pt>
          <cx:pt idx="5312">First_Product_Purchased</cx:pt>
          <cx:pt idx="5313">First_Product_Purchased</cx:pt>
          <cx:pt idx="5314">First_Product_Purchased</cx:pt>
          <cx:pt idx="5315">First_Product_Purchased</cx:pt>
          <cx:pt idx="5316">First_Product_Purchased</cx:pt>
          <cx:pt idx="5317">First_Product_Purchased</cx:pt>
          <cx:pt idx="5318">First_Product_Purchased</cx:pt>
          <cx:pt idx="5319">First_Product_Purchased</cx:pt>
          <cx:pt idx="5320">First_Product_Purchased</cx:pt>
          <cx:pt idx="5321">First_Product_Purchased</cx:pt>
          <cx:pt idx="5322">First_Product_Purchased</cx:pt>
          <cx:pt idx="5323">First_Product_Purchased</cx:pt>
          <cx:pt idx="5324">First_Product_Purchased</cx:pt>
          <cx:pt idx="5325">First_Product_Purchased</cx:pt>
          <cx:pt idx="5326">First_Product_Purchased</cx:pt>
          <cx:pt idx="5327">First_Product_Purchased</cx:pt>
          <cx:pt idx="5328">First_Product_Purchased</cx:pt>
          <cx:pt idx="5329">First_Product_Purchased</cx:pt>
          <cx:pt idx="5330">First_Product_Purchased</cx:pt>
          <cx:pt idx="5331">First_Product_Purchased</cx:pt>
          <cx:pt idx="5332">First_Product_Purchased</cx:pt>
          <cx:pt idx="5333">First_Product_Purchased</cx:pt>
          <cx:pt idx="5334">First_Product_Purchased</cx:pt>
          <cx:pt idx="5335">First_Product_Purchased</cx:pt>
          <cx:pt idx="5336">First_Product_Purchased</cx:pt>
          <cx:pt idx="5337">First_Product_Purchased</cx:pt>
          <cx:pt idx="5338">First_Product_Purchased</cx:pt>
          <cx:pt idx="5339">First_Product_Purchased</cx:pt>
          <cx:pt idx="5340">First_Product_Purchased</cx:pt>
          <cx:pt idx="5341">First_Product_Purchased</cx:pt>
          <cx:pt idx="5342">First_Product_Purchased</cx:pt>
          <cx:pt idx="5343">First_Product_Purchased</cx:pt>
          <cx:pt idx="5344">First_Product_Purchased</cx:pt>
          <cx:pt idx="5345">First_Product_Purchased</cx:pt>
          <cx:pt idx="5346">First_Product_Purchased</cx:pt>
          <cx:pt idx="5347">First_Product_Purchased</cx:pt>
          <cx:pt idx="5348">First_Product_Purchased</cx:pt>
          <cx:pt idx="5349">First_Product_Purchased</cx:pt>
          <cx:pt idx="5350">First_Product_Purchased</cx:pt>
          <cx:pt idx="5351">First_Product_Purchased</cx:pt>
          <cx:pt idx="5352">First_Product_Purchased</cx:pt>
          <cx:pt idx="5353">First_Product_Purchased</cx:pt>
          <cx:pt idx="5354">First_Product_Purchased</cx:pt>
          <cx:pt idx="5355">First_Product_Purchased</cx:pt>
          <cx:pt idx="5356">First_Product_Purchased</cx:pt>
          <cx:pt idx="5357">First_Product_Purchased</cx:pt>
          <cx:pt idx="5358">First_Product_Purchased</cx:pt>
          <cx:pt idx="5359">First_Product_Purchased</cx:pt>
          <cx:pt idx="5360">First_Product_Purchased</cx:pt>
          <cx:pt idx="5361">First_Product_Purchased</cx:pt>
          <cx:pt idx="5362">First_Product_Purchased</cx:pt>
          <cx:pt idx="5363">First_Product_Purchased</cx:pt>
          <cx:pt idx="5364">First_Product_Purchased</cx:pt>
          <cx:pt idx="5365">First_Product_Purchased</cx:pt>
          <cx:pt idx="5366">First_Product_Purchased</cx:pt>
          <cx:pt idx="5367">First_Product_Purchased</cx:pt>
          <cx:pt idx="5368">First_Product_Purchased</cx:pt>
          <cx:pt idx="5369">First_Product_Purchased</cx:pt>
          <cx:pt idx="5370">First_Product_Purchased</cx:pt>
          <cx:pt idx="5371">First_Product_Purchased</cx:pt>
          <cx:pt idx="5372">First_Product_Purchased</cx:pt>
          <cx:pt idx="5373">First_Product_Purchased</cx:pt>
          <cx:pt idx="5374">First_Product_Purchased</cx:pt>
          <cx:pt idx="5375">First_Product_Purchased</cx:pt>
          <cx:pt idx="5376">First_Product_Purchased</cx:pt>
          <cx:pt idx="5377">First_Product_Purchased</cx:pt>
          <cx:pt idx="5378">First_Product_Purchased</cx:pt>
          <cx:pt idx="5379">First_Product_Purchased</cx:pt>
          <cx:pt idx="5380">First_Product_Purchased</cx:pt>
          <cx:pt idx="5381">First_Product_Purchased</cx:pt>
          <cx:pt idx="5382">First_Product_Purchased</cx:pt>
          <cx:pt idx="5383">First_Product_Purchased</cx:pt>
          <cx:pt idx="5384">First_Product_Purchased</cx:pt>
          <cx:pt idx="5385">First_Product_Purchased</cx:pt>
          <cx:pt idx="5386">First_Product_Purchased</cx:pt>
          <cx:pt idx="5387">First_Product_Purchased</cx:pt>
          <cx:pt idx="5388">First_Product_Purchased</cx:pt>
          <cx:pt idx="5389">First_Product_Purchased</cx:pt>
          <cx:pt idx="5390">First_Product_Purchased</cx:pt>
          <cx:pt idx="5391">First_Product_Purchased</cx:pt>
          <cx:pt idx="5392">First_Product_Purchased</cx:pt>
          <cx:pt idx="5393">First_Product_Purchased</cx:pt>
          <cx:pt idx="5394">First_Product_Purchased</cx:pt>
          <cx:pt idx="5395">First_Product_Purchased</cx:pt>
          <cx:pt idx="5396">First_Product_Purchased</cx:pt>
          <cx:pt idx="5397">First_Product_Purchased</cx:pt>
          <cx:pt idx="5398">First_Product_Purchased</cx:pt>
          <cx:pt idx="5399">First_Product_Purchased</cx:pt>
          <cx:pt idx="5400">First_Product_Purchased</cx:pt>
          <cx:pt idx="5401">First_Product_Purchased</cx:pt>
          <cx:pt idx="5402">First_Product_Purchased</cx:pt>
          <cx:pt idx="5403">First_Product_Purchased</cx:pt>
          <cx:pt idx="5404">First_Product_Purchased</cx:pt>
          <cx:pt idx="5405">First_Product_Purchased</cx:pt>
          <cx:pt idx="5406">First_Product_Purchased</cx:pt>
          <cx:pt idx="5407">First_Product_Purchased</cx:pt>
          <cx:pt idx="5408">First_Product_Purchased</cx:pt>
          <cx:pt idx="5409">First_Product_Purchased</cx:pt>
          <cx:pt idx="5410">First_Product_Purchased</cx:pt>
          <cx:pt idx="5411">First_Product_Purchased</cx:pt>
          <cx:pt idx="5412">First_Product_Purchased</cx:pt>
          <cx:pt idx="5413">First_Product_Purchased</cx:pt>
          <cx:pt idx="5414">First_Product_Purchased</cx:pt>
          <cx:pt idx="5415">First_Product_Purchased</cx:pt>
          <cx:pt idx="5416">First_Product_Purchased</cx:pt>
          <cx:pt idx="5417">First_Product_Purchased</cx:pt>
          <cx:pt idx="5418">First_Product_Purchased</cx:pt>
          <cx:pt idx="5419">First_Product_Purchased</cx:pt>
          <cx:pt idx="5420">First_Product_Purchased</cx:pt>
          <cx:pt idx="5421">First_Product_Purchased</cx:pt>
          <cx:pt idx="5422">First_Product_Purchased</cx:pt>
          <cx:pt idx="5423">First_Product_Purchased</cx:pt>
          <cx:pt idx="5424">First_Product_Purchased</cx:pt>
          <cx:pt idx="5425">First_Product_Purchased</cx:pt>
          <cx:pt idx="5426">First_Product_Purchased</cx:pt>
          <cx:pt idx="5427">First_Product_Purchased</cx:pt>
          <cx:pt idx="5428">First_Product_Purchased</cx:pt>
          <cx:pt idx="5429">First_Product_Purchased</cx:pt>
          <cx:pt idx="5430">First_Product_Purchased</cx:pt>
          <cx:pt idx="5431">First_Product_Purchased</cx:pt>
          <cx:pt idx="5432">First_Product_Purchased</cx:pt>
          <cx:pt idx="5433">First_Product_Purchased</cx:pt>
          <cx:pt idx="5434">First_Product_Purchased</cx:pt>
          <cx:pt idx="5435">First_Product_Purchased</cx:pt>
          <cx:pt idx="5436">First_Product_Purchased</cx:pt>
          <cx:pt idx="5437">First_Product_Purchased</cx:pt>
          <cx:pt idx="5438">First_Product_Purchased</cx:pt>
          <cx:pt idx="5439">First_Product_Purchased</cx:pt>
          <cx:pt idx="5440">First_Product_Purchased</cx:pt>
          <cx:pt idx="5441">First_Product_Purchased</cx:pt>
          <cx:pt idx="5442">First_Product_Purchased</cx:pt>
          <cx:pt idx="5443">First_Product_Purchased</cx:pt>
          <cx:pt idx="5444">First_Product_Purchased</cx:pt>
          <cx:pt idx="5445">First_Product_Purchased</cx:pt>
          <cx:pt idx="5446">First_Product_Purchased</cx:pt>
          <cx:pt idx="5447">First_Product_Purchased</cx:pt>
          <cx:pt idx="5448">First_Product_Purchased</cx:pt>
          <cx:pt idx="5449">First_Product_Purchased</cx:pt>
          <cx:pt idx="5450">First_Product_Purchased</cx:pt>
          <cx:pt idx="5451">First_Product_Purchased</cx:pt>
          <cx:pt idx="5452">First_Product_Purchased</cx:pt>
          <cx:pt idx="5453">First_Product_Purchased</cx:pt>
          <cx:pt idx="5454">First_Product_Purchased</cx:pt>
          <cx:pt idx="5455">First_Product_Purchased</cx:pt>
          <cx:pt idx="5456">First_Product_Purchased</cx:pt>
          <cx:pt idx="5457">First_Product_Purchased</cx:pt>
          <cx:pt idx="5458">First_Product_Purchased</cx:pt>
          <cx:pt idx="5459">First_Product_Purchased</cx:pt>
          <cx:pt idx="5460">First_Product_Purchased</cx:pt>
          <cx:pt idx="5461">First_Product_Purchased</cx:pt>
          <cx:pt idx="5462">First_Product_Purchased</cx:pt>
          <cx:pt idx="5463">First_Product_Purchased</cx:pt>
          <cx:pt idx="5464">First_Product_Purchased</cx:pt>
          <cx:pt idx="5465">First_Product_Purchased</cx:pt>
          <cx:pt idx="5466">First_Product_Purchased</cx:pt>
          <cx:pt idx="5467">First_Product_Purchased</cx:pt>
          <cx:pt idx="5468">First_Product_Purchased</cx:pt>
          <cx:pt idx="5469">First_Product_Purchased</cx:pt>
          <cx:pt idx="5470">First_Product_Purchased</cx:pt>
          <cx:pt idx="5471">First_Product_Purchased</cx:pt>
          <cx:pt idx="5472">First_Product_Purchased</cx:pt>
          <cx:pt idx="5473">First_Product_Purchased</cx:pt>
          <cx:pt idx="5474">First_Product_Purchased</cx:pt>
          <cx:pt idx="5475">First_Product_Purchased</cx:pt>
          <cx:pt idx="5476">First_Product_Purchased</cx:pt>
          <cx:pt idx="5477">First_Product_Purchased</cx:pt>
          <cx:pt idx="5478">First_Product_Purchased</cx:pt>
          <cx:pt idx="5479">First_Product_Purchased</cx:pt>
          <cx:pt idx="5480">First_Product_Purchased</cx:pt>
          <cx:pt idx="5481">First_Product_Purchased</cx:pt>
          <cx:pt idx="5482">First_Product_Purchased</cx:pt>
          <cx:pt idx="5483">First_Product_Purchased</cx:pt>
          <cx:pt idx="5484">First_Product_Purchased</cx:pt>
          <cx:pt idx="5485">First_Product_Purchased</cx:pt>
          <cx:pt idx="5486">First_Product_Purchased</cx:pt>
          <cx:pt idx="5487">First_Product_Purchased</cx:pt>
          <cx:pt idx="5488">First_Product_Purchased</cx:pt>
          <cx:pt idx="5489">First_Product_Purchased</cx:pt>
          <cx:pt idx="5490">First_Product_Purchased</cx:pt>
          <cx:pt idx="5491">First_Product_Purchased</cx:pt>
          <cx:pt idx="5492">First_Product_Purchased</cx:pt>
          <cx:pt idx="5493">First_Product_Purchased</cx:pt>
          <cx:pt idx="5494">First_Product_Purchased</cx:pt>
          <cx:pt idx="5495">First_Product_Purchased</cx:pt>
          <cx:pt idx="5496">First_Product_Purchased</cx:pt>
          <cx:pt idx="5497">First_Product_Purchased</cx:pt>
          <cx:pt idx="5498">First_Product_Purchased</cx:pt>
          <cx:pt idx="5499">First_Product_Purchased</cx:pt>
          <cx:pt idx="5500">First_Product_Purchased</cx:pt>
          <cx:pt idx="5501">First_Product_Purchased</cx:pt>
          <cx:pt idx="5502">First_Product_Purchased</cx:pt>
          <cx:pt idx="5503">First_Product_Purchased</cx:pt>
          <cx:pt idx="5504">First_Product_Purchased</cx:pt>
          <cx:pt idx="5505">First_Product_Purchased</cx:pt>
          <cx:pt idx="5506">First_Product_Purchased</cx:pt>
          <cx:pt idx="5507">First_Product_Purchased</cx:pt>
          <cx:pt idx="5508">First_Product_Purchased</cx:pt>
          <cx:pt idx="5509">First_Product_Purchased</cx:pt>
          <cx:pt idx="5510">First_Product_Purchased</cx:pt>
          <cx:pt idx="5511">First_Product_Purchased</cx:pt>
          <cx:pt idx="5512">First_Product_Purchased</cx:pt>
          <cx:pt idx="5513">First_Product_Purchased</cx:pt>
          <cx:pt idx="5514">First_Product_Purchased</cx:pt>
          <cx:pt idx="5515">First_Product_Purchased</cx:pt>
          <cx:pt idx="5516">First_Product_Purchased</cx:pt>
          <cx:pt idx="5517">First_Product_Purchased</cx:pt>
          <cx:pt idx="5518">First_Product_Purchased</cx:pt>
          <cx:pt idx="5519">First_Product_Purchased</cx:pt>
          <cx:pt idx="5520">First_Product_Purchased</cx:pt>
          <cx:pt idx="5521">First_Product_Purchased</cx:pt>
          <cx:pt idx="5522">First_Product_Purchased</cx:pt>
          <cx:pt idx="5523">First_Product_Purchased</cx:pt>
          <cx:pt idx="5524">First_Product_Purchased</cx:pt>
          <cx:pt idx="5525">First_Product_Purchased</cx:pt>
          <cx:pt idx="5526">First_Product_Purchased</cx:pt>
          <cx:pt idx="5527">First_Product_Purchased</cx:pt>
          <cx:pt idx="5528">First_Product_Purchased</cx:pt>
          <cx:pt idx="5529">First_Product_Purchased</cx:pt>
          <cx:pt idx="5530">First_Product_Purchased</cx:pt>
          <cx:pt idx="5531">First_Product_Purchased</cx:pt>
          <cx:pt idx="5532">First_Product_Purchased</cx:pt>
          <cx:pt idx="5533">First_Product_Purchased</cx:pt>
          <cx:pt idx="5534">First_Product_Purchased</cx:pt>
          <cx:pt idx="5535">First_Product_Purchased</cx:pt>
          <cx:pt idx="5536">First_Product_Purchased</cx:pt>
          <cx:pt idx="5537">First_Product_Purchased</cx:pt>
          <cx:pt idx="5538">First_Product_Purchased</cx:pt>
          <cx:pt idx="5539">First_Product_Purchased</cx:pt>
          <cx:pt idx="5540">First_Product_Purchased</cx:pt>
          <cx:pt idx="5541">First_Product_Purchased</cx:pt>
          <cx:pt idx="5542">First_Product_Purchased</cx:pt>
          <cx:pt idx="5543">First_Product_Purchased</cx:pt>
          <cx:pt idx="5544">First_Product_Purchased</cx:pt>
          <cx:pt idx="5545">First_Product_Purchased</cx:pt>
          <cx:pt idx="5546">First_Product_Purchased</cx:pt>
          <cx:pt idx="5547">First_Product_Purchased</cx:pt>
          <cx:pt idx="5548">First_Product_Purchased</cx:pt>
          <cx:pt idx="5549">First_Product_Purchased</cx:pt>
          <cx:pt idx="5550">First_Product_Purchased</cx:pt>
          <cx:pt idx="5551">First_Product_Purchased</cx:pt>
          <cx:pt idx="5552">First_Product_Purchased</cx:pt>
          <cx:pt idx="5553">First_Product_Purchased</cx:pt>
          <cx:pt idx="5554">First_Product_Purchased</cx:pt>
          <cx:pt idx="5555">First_Product_Purchased</cx:pt>
          <cx:pt idx="5556">First_Product_Purchased</cx:pt>
          <cx:pt idx="5557">First_Product_Purchased</cx:pt>
          <cx:pt idx="5558">First_Product_Purchased</cx:pt>
          <cx:pt idx="5559">First_Product_Purchased</cx:pt>
          <cx:pt idx="5560">First_Product_Purchased</cx:pt>
          <cx:pt idx="5561">First_Product_Purchased</cx:pt>
          <cx:pt idx="5562">First_Product_Purchased</cx:pt>
          <cx:pt idx="5563">First_Product_Purchased</cx:pt>
          <cx:pt idx="5564">First_Product_Purchased</cx:pt>
          <cx:pt idx="5565">First_Product_Purchased</cx:pt>
          <cx:pt idx="5566">First_Product_Purchased</cx:pt>
          <cx:pt idx="5567">First_Product_Purchased</cx:pt>
          <cx:pt idx="5568">First_Product_Purchased</cx:pt>
          <cx:pt idx="5569">First_Product_Purchased</cx:pt>
          <cx:pt idx="5570">First_Product_Purchased</cx:pt>
          <cx:pt idx="5571">First_Product_Purchased</cx:pt>
          <cx:pt idx="5572">First_Product_Purchased</cx:pt>
          <cx:pt idx="5573">First_Product_Purchased</cx:pt>
          <cx:pt idx="5574">First_Product_Purchased</cx:pt>
          <cx:pt idx="5575">First_Product_Purchased</cx:pt>
          <cx:pt idx="5576">First_Product_Purchased</cx:pt>
          <cx:pt idx="5577">First_Product_Purchased</cx:pt>
          <cx:pt idx="5578">First_Product_Purchased</cx:pt>
          <cx:pt idx="5579">First_Product_Purchased</cx:pt>
          <cx:pt idx="5580">First_Product_Purchased</cx:pt>
          <cx:pt idx="5581">First_Product_Purchased</cx:pt>
          <cx:pt idx="5582">First_Product_Purchased</cx:pt>
          <cx:pt idx="5583">First_Product_Purchased</cx:pt>
          <cx:pt idx="5584">First_Product_Purchased</cx:pt>
          <cx:pt idx="5585">First_Product_Purchased</cx:pt>
          <cx:pt idx="5586">First_Product_Purchased</cx:pt>
          <cx:pt idx="5587">First_Product_Purchased</cx:pt>
          <cx:pt idx="5588">First_Product_Purchased</cx:pt>
          <cx:pt idx="5589">First_Product_Purchased</cx:pt>
          <cx:pt idx="5590">First_Product_Purchased</cx:pt>
          <cx:pt idx="5591">First_Product_Purchased</cx:pt>
          <cx:pt idx="5592">First_Product_Purchased</cx:pt>
          <cx:pt idx="5593">First_Product_Purchased</cx:pt>
          <cx:pt idx="5594">First_Product_Purchased</cx:pt>
          <cx:pt idx="5595">First_Product_Purchased</cx:pt>
          <cx:pt idx="5596">First_Product_Purchased</cx:pt>
          <cx:pt idx="5597">First_Product_Purchased</cx:pt>
          <cx:pt idx="5598">First_Product_Purchased</cx:pt>
          <cx:pt idx="5599">First_Product_Purchased</cx:pt>
          <cx:pt idx="5600">First_Product_Purchased</cx:pt>
          <cx:pt idx="5601">First_Product_Purchased</cx:pt>
          <cx:pt idx="5602">First_Product_Purchased</cx:pt>
          <cx:pt idx="5603">First_Product_Purchased</cx:pt>
          <cx:pt idx="5604">First_Product_Purchased</cx:pt>
          <cx:pt idx="5605">First_Product_Purchased</cx:pt>
          <cx:pt idx="5606">First_Product_Purchased</cx:pt>
          <cx:pt idx="5607">First_Product_Purchased</cx:pt>
          <cx:pt idx="5608">First_Product_Purchased</cx:pt>
          <cx:pt idx="5609">First_Product_Purchased</cx:pt>
          <cx:pt idx="5610">First_Product_Purchased</cx:pt>
          <cx:pt idx="5611">First_Product_Purchased</cx:pt>
          <cx:pt idx="5612">First_Product_Purchased</cx:pt>
          <cx:pt idx="5613">First_Product_Purchased</cx:pt>
          <cx:pt idx="5614">First_Product_Purchased</cx:pt>
          <cx:pt idx="5615">First_Product_Purchased</cx:pt>
          <cx:pt idx="5616">First_Product_Purchased</cx:pt>
          <cx:pt idx="5617">First_Product_Purchased</cx:pt>
          <cx:pt idx="5618">First_Product_Purchased</cx:pt>
          <cx:pt idx="5619">First_Product_Purchased</cx:pt>
          <cx:pt idx="5620">First_Product_Purchased</cx:pt>
          <cx:pt idx="5621">First_Product_Purchased</cx:pt>
          <cx:pt idx="5622">First_Product_Purchased</cx:pt>
          <cx:pt idx="5623">First_Product_Purchased</cx:pt>
          <cx:pt idx="5624">First_Product_Purchased</cx:pt>
          <cx:pt idx="5625">First_Product_Purchased</cx:pt>
          <cx:pt idx="5626">First_Product_Purchased</cx:pt>
          <cx:pt idx="5627">First_Product_Purchased</cx:pt>
          <cx:pt idx="5628">First_Product_Purchased</cx:pt>
          <cx:pt idx="5629">First_Product_Purchased</cx:pt>
          <cx:pt idx="5630">First_Product_Purchased</cx:pt>
          <cx:pt idx="5631">First_Product_Purchased</cx:pt>
          <cx:pt idx="5632">First_Product_Purchased</cx:pt>
          <cx:pt idx="5633">First_Product_Purchased</cx:pt>
          <cx:pt idx="5634">First_Product_Purchased</cx:pt>
          <cx:pt idx="5635">First_Product_Purchased</cx:pt>
          <cx:pt idx="5636">First_Product_Purchased</cx:pt>
          <cx:pt idx="5637">First_Product_Purchased</cx:pt>
          <cx:pt idx="5638">First_Product_Purchased</cx:pt>
          <cx:pt idx="5639">First_Product_Purchased</cx:pt>
          <cx:pt idx="5640">First_Product_Purchased</cx:pt>
          <cx:pt idx="5641">First_Product_Purchased</cx:pt>
          <cx:pt idx="5642">First_Product_Purchased</cx:pt>
          <cx:pt idx="5643">First_Product_Purchased</cx:pt>
          <cx:pt idx="5644">First_Product_Purchased</cx:pt>
          <cx:pt idx="5645">First_Product_Purchased</cx:pt>
          <cx:pt idx="5646">First_Product_Purchased</cx:pt>
          <cx:pt idx="5647">First_Product_Purchased</cx:pt>
          <cx:pt idx="5648">First_Product_Purchased</cx:pt>
          <cx:pt idx="5649">First_Product_Purchased</cx:pt>
          <cx:pt idx="5650">First_Product_Purchased</cx:pt>
          <cx:pt idx="5651">First_Product_Purchased</cx:pt>
          <cx:pt idx="5652">First_Product_Purchased</cx:pt>
          <cx:pt idx="5653">First_Product_Purchased</cx:pt>
          <cx:pt idx="5654">First_Product_Purchased</cx:pt>
          <cx:pt idx="5655">First_Product_Purchased</cx:pt>
          <cx:pt idx="5656">First_Product_Purchased</cx:pt>
          <cx:pt idx="5657">First_Product_Purchased</cx:pt>
          <cx:pt idx="5658">First_Product_Purchased</cx:pt>
          <cx:pt idx="5659">First_Product_Purchased</cx:pt>
          <cx:pt idx="5660">First_Product_Purchased</cx:pt>
          <cx:pt idx="5661">First_Product_Purchased</cx:pt>
          <cx:pt idx="5662">First_Product_Purchased</cx:pt>
          <cx:pt idx="5663">First_Product_Purchased</cx:pt>
          <cx:pt idx="5664">First_Product_Purchased</cx:pt>
          <cx:pt idx="5665">First_Product_Purchased</cx:pt>
          <cx:pt idx="5666">First_Product_Purchased</cx:pt>
          <cx:pt idx="5667">First_Product_Purchased</cx:pt>
          <cx:pt idx="5668">First_Product_Purchased</cx:pt>
          <cx:pt idx="5669">First_Product_Purchased</cx:pt>
          <cx:pt idx="5670">First_Product_Purchased</cx:pt>
          <cx:pt idx="5671">First_Product_Purchased</cx:pt>
          <cx:pt idx="5672">First_Product_Purchased</cx:pt>
          <cx:pt idx="5673">First_Product_Purchased</cx:pt>
          <cx:pt idx="5674">First_Product_Purchased</cx:pt>
          <cx:pt idx="5675">First_Product_Purchased</cx:pt>
          <cx:pt idx="5676">First_Product_Purchased</cx:pt>
          <cx:pt idx="5677">First_Product_Purchased</cx:pt>
          <cx:pt idx="5678">First_Product_Purchased</cx:pt>
          <cx:pt idx="5679">First_Product_Purchased</cx:pt>
          <cx:pt idx="5680">First_Product_Purchased</cx:pt>
          <cx:pt idx="5681">First_Product_Purchased</cx:pt>
          <cx:pt idx="5682">First_Product_Purchased</cx:pt>
          <cx:pt idx="5683">First_Product_Purchased</cx:pt>
          <cx:pt idx="5684">First_Product_Purchased</cx:pt>
          <cx:pt idx="5685">First_Product_Purchased</cx:pt>
          <cx:pt idx="5686">First_Product_Purchased</cx:pt>
          <cx:pt idx="5687">First_Product_Purchased</cx:pt>
          <cx:pt idx="5688">First_Product_Purchased</cx:pt>
          <cx:pt idx="5689">First_Product_Purchased</cx:pt>
          <cx:pt idx="5690">First_Product_Purchased</cx:pt>
          <cx:pt idx="5691">First_Product_Purchased</cx:pt>
          <cx:pt idx="5692">First_Product_Purchased</cx:pt>
          <cx:pt idx="5693">First_Product_Purchased</cx:pt>
          <cx:pt idx="5694">First_Product_Purchased</cx:pt>
          <cx:pt idx="5695">First_Product_Purchased</cx:pt>
          <cx:pt idx="5696">First_Product_Purchased</cx:pt>
          <cx:pt idx="5697">First_Product_Purchased</cx:pt>
          <cx:pt idx="5698">First_Product_Purchased</cx:pt>
          <cx:pt idx="5699">First_Product_Purchased</cx:pt>
          <cx:pt idx="5700">First_Product_Purchased</cx:pt>
          <cx:pt idx="5701">First_Product_Purchased</cx:pt>
          <cx:pt idx="5702">First_Product_Purchased</cx:pt>
          <cx:pt idx="5703">First_Product_Purchased</cx:pt>
          <cx:pt idx="5704">First_Product_Purchased</cx:pt>
          <cx:pt idx="5705">First_Product_Purchased</cx:pt>
          <cx:pt idx="5706">First_Product_Purchased</cx:pt>
          <cx:pt idx="5707">First_Product_Purchased</cx:pt>
          <cx:pt idx="5708">First_Product_Purchased</cx:pt>
          <cx:pt idx="5709">First_Product_Purchased</cx:pt>
          <cx:pt idx="5710">First_Product_Purchased</cx:pt>
          <cx:pt idx="5711">First_Product_Purchased</cx:pt>
          <cx:pt idx="5712">First_Product_Purchased</cx:pt>
          <cx:pt idx="5713">First_Product_Purchased</cx:pt>
          <cx:pt idx="5714">First_Product_Purchased</cx:pt>
          <cx:pt idx="5715">First_Product_Purchased</cx:pt>
          <cx:pt idx="5716">First_Product_Purchased</cx:pt>
          <cx:pt idx="5717">First_Product_Purchased</cx:pt>
          <cx:pt idx="5718">First_Product_Purchased</cx:pt>
          <cx:pt idx="5719">First_Product_Purchased</cx:pt>
          <cx:pt idx="5720">First_Product_Purchased</cx:pt>
          <cx:pt idx="5721">First_Product_Purchased</cx:pt>
          <cx:pt idx="5722">First_Product_Purchased</cx:pt>
          <cx:pt idx="5723">First_Product_Purchased</cx:pt>
          <cx:pt idx="5724">First_Product_Purchased</cx:pt>
          <cx:pt idx="5725">First_Product_Purchased</cx:pt>
          <cx:pt idx="5726">First_Product_Purchased</cx:pt>
          <cx:pt idx="5727">First_Product_Purchased</cx:pt>
          <cx:pt idx="5728">First_Product_Purchased</cx:pt>
          <cx:pt idx="5729">First_Product_Purchased</cx:pt>
          <cx:pt idx="5730">First_Product_Purchased</cx:pt>
          <cx:pt idx="5731">First_Product_Purchased</cx:pt>
          <cx:pt idx="5732">First_Product_Purchased</cx:pt>
          <cx:pt idx="5733">First_Product_Purchased</cx:pt>
          <cx:pt idx="5734">First_Product_Purchased</cx:pt>
          <cx:pt idx="5735">First_Product_Purchased</cx:pt>
          <cx:pt idx="5736">First_Product_Purchased</cx:pt>
          <cx:pt idx="5737">First_Product_Purchased</cx:pt>
          <cx:pt idx="5738">First_Product_Purchased</cx:pt>
          <cx:pt idx="5739">First_Product_Purchased</cx:pt>
          <cx:pt idx="5740">First_Product_Purchased</cx:pt>
          <cx:pt idx="5741">First_Product_Purchased</cx:pt>
          <cx:pt idx="5742">First_Product_Purchased</cx:pt>
          <cx:pt idx="5743">First_Product_Purchased</cx:pt>
          <cx:pt idx="5744">First_Product_Purchased</cx:pt>
          <cx:pt idx="5745">First_Product_Purchased</cx:pt>
          <cx:pt idx="5746">First_Product_Purchased</cx:pt>
          <cx:pt idx="5747">First_Product_Purchased</cx:pt>
          <cx:pt idx="5748">First_Product_Purchased</cx:pt>
          <cx:pt idx="5749">First_Product_Purchased</cx:pt>
          <cx:pt idx="5750">First_Product_Purchased</cx:pt>
          <cx:pt idx="5751">First_Product_Purchased</cx:pt>
          <cx:pt idx="5752">First_Product_Purchased</cx:pt>
          <cx:pt idx="5753">First_Product_Purchased</cx:pt>
          <cx:pt idx="5754">First_Product_Purchased</cx:pt>
          <cx:pt idx="5755">First_Product_Purchased</cx:pt>
          <cx:pt idx="5756">First_Product_Purchased</cx:pt>
          <cx:pt idx="5757">First_Product_Purchased</cx:pt>
          <cx:pt idx="5758">First_Product_Purchased</cx:pt>
          <cx:pt idx="5759">First_Product_Purchased</cx:pt>
          <cx:pt idx="5760">First_Product_Purchased</cx:pt>
          <cx:pt idx="5761">First_Product_Purchased</cx:pt>
          <cx:pt idx="5762">First_Product_Purchased</cx:pt>
          <cx:pt idx="5763">First_Product_Purchased</cx:pt>
          <cx:pt idx="5764">First_Product_Purchased</cx:pt>
          <cx:pt idx="5765">First_Product_Purchased</cx:pt>
          <cx:pt idx="5766">First_Product_Purchased</cx:pt>
          <cx:pt idx="5767">First_Product_Purchased</cx:pt>
          <cx:pt idx="5768">First_Product_Purchased</cx:pt>
          <cx:pt idx="5769">First_Product_Purchased</cx:pt>
          <cx:pt idx="5770">First_Product_Purchased</cx:pt>
          <cx:pt idx="5771">First_Product_Purchased</cx:pt>
          <cx:pt idx="5772">First_Product_Purchased</cx:pt>
          <cx:pt idx="5773">First_Product_Purchased</cx:pt>
          <cx:pt idx="5774">First_Product_Purchased</cx:pt>
          <cx:pt idx="5775">First_Product_Purchased</cx:pt>
          <cx:pt idx="5776">First_Product_Purchased</cx:pt>
          <cx:pt idx="5777">First_Product_Purchased</cx:pt>
          <cx:pt idx="5778">First_Product_Purchased</cx:pt>
          <cx:pt idx="5779">First_Product_Purchased</cx:pt>
          <cx:pt idx="5780">First_Product_Purchased</cx:pt>
          <cx:pt idx="5781">First_Product_Purchased</cx:pt>
          <cx:pt idx="5782">First_Product_Purchased</cx:pt>
          <cx:pt idx="5783">First_Product_Purchased</cx:pt>
          <cx:pt idx="5784">First_Product_Purchased</cx:pt>
          <cx:pt idx="5785">First_Product_Purchased</cx:pt>
          <cx:pt idx="5786">First_Product_Purchased</cx:pt>
          <cx:pt idx="5787">First_Product_Purchased</cx:pt>
          <cx:pt idx="5788">First_Product_Purchased</cx:pt>
          <cx:pt idx="5789">First_Product_Purchased</cx:pt>
          <cx:pt idx="5790">First_Product_Purchased</cx:pt>
          <cx:pt idx="5791">First_Product_Purchased</cx:pt>
          <cx:pt idx="5792">First_Product_Purchased</cx:pt>
          <cx:pt idx="5793">First_Product_Purchased</cx:pt>
          <cx:pt idx="5794">First_Product_Purchased</cx:pt>
          <cx:pt idx="5795">First_Product_Purchased</cx:pt>
          <cx:pt idx="5796">First_Product_Purchased</cx:pt>
          <cx:pt idx="5797">First_Product_Purchased</cx:pt>
          <cx:pt idx="5798">First_Product_Purchased</cx:pt>
          <cx:pt idx="5799">First_Product_Purchased</cx:pt>
          <cx:pt idx="5800">First_Product_Purchased</cx:pt>
          <cx:pt idx="5801">First_Product_Purchased</cx:pt>
          <cx:pt idx="5802">First_Product_Purchased</cx:pt>
          <cx:pt idx="5803">First_Product_Purchased</cx:pt>
          <cx:pt idx="5804">First_Product_Purchased</cx:pt>
          <cx:pt idx="5805">First_Product_Purchased</cx:pt>
          <cx:pt idx="5806">First_Product_Purchased</cx:pt>
          <cx:pt idx="5807">First_Product_Purchased</cx:pt>
          <cx:pt idx="5808">First_Product_Purchased</cx:pt>
          <cx:pt idx="5809">First_Product_Purchased</cx:pt>
          <cx:pt idx="5810">First_Product_Purchased</cx:pt>
          <cx:pt idx="5811">First_Product_Purchased</cx:pt>
          <cx:pt idx="5812">First_Product_Purchased</cx:pt>
          <cx:pt idx="5813">First_Product_Purchased</cx:pt>
          <cx:pt idx="5814">First_Product_Purchased</cx:pt>
          <cx:pt idx="5815">First_Product_Purchased</cx:pt>
          <cx:pt idx="5816">First_Product_Purchased</cx:pt>
          <cx:pt idx="5817">First_Product_Purchased</cx:pt>
          <cx:pt idx="5818">First_Product_Purchased</cx:pt>
          <cx:pt idx="5819">First_Product_Purchased</cx:pt>
          <cx:pt idx="5820">First_Product_Purchased</cx:pt>
          <cx:pt idx="5821">First_Product_Purchased</cx:pt>
          <cx:pt idx="5822">First_Product_Purchased</cx:pt>
          <cx:pt idx="5823">First_Product_Purchased</cx:pt>
          <cx:pt idx="5824">First_Product_Purchased</cx:pt>
          <cx:pt idx="5825">First_Product_Purchased</cx:pt>
          <cx:pt idx="5826">First_Product_Purchased</cx:pt>
          <cx:pt idx="5827">First_Product_Purchased</cx:pt>
          <cx:pt idx="5828">First_Product_Purchased</cx:pt>
          <cx:pt idx="5829">First_Product_Purchased</cx:pt>
          <cx:pt idx="5830">First_Product_Purchased</cx:pt>
          <cx:pt idx="5831">First_Product_Purchased</cx:pt>
          <cx:pt idx="5832">First_Product_Purchased</cx:pt>
          <cx:pt idx="5833">First_Product_Purchased</cx:pt>
          <cx:pt idx="5834">First_Product_Purchased</cx:pt>
          <cx:pt idx="5835">First_Product_Purchased</cx:pt>
          <cx:pt idx="5836">First_Product_Purchased</cx:pt>
          <cx:pt idx="5837">First_Product_Purchased</cx:pt>
          <cx:pt idx="5838">First_Product_Purchased</cx:pt>
          <cx:pt idx="5839">First_Product_Purchased</cx:pt>
          <cx:pt idx="5840">First_Product_Purchased</cx:pt>
          <cx:pt idx="5841">First_Product_Purchased</cx:pt>
          <cx:pt idx="5842">First_Product_Purchased</cx:pt>
          <cx:pt idx="5843">First_Product_Purchased</cx:pt>
          <cx:pt idx="5844">First_Product_Purchased</cx:pt>
          <cx:pt idx="5845">First_Product_Purchased</cx:pt>
          <cx:pt idx="5846">First_Product_Purchased</cx:pt>
          <cx:pt idx="5847">First_Product_Purchased</cx:pt>
          <cx:pt idx="5848">First_Product_Purchased</cx:pt>
          <cx:pt idx="5849">First_Product_Purchased</cx:pt>
          <cx:pt idx="5850">First_Product_Purchased</cx:pt>
          <cx:pt idx="5851">First_Product_Purchased</cx:pt>
          <cx:pt idx="5852">First_Product_Purchased</cx:pt>
          <cx:pt idx="5853">First_Product_Purchased</cx:pt>
          <cx:pt idx="5854">First_Product_Purchased</cx:pt>
          <cx:pt idx="5855">First_Product_Purchased</cx:pt>
          <cx:pt idx="5856">First_Product_Purchased</cx:pt>
          <cx:pt idx="5857">First_Product_Purchased</cx:pt>
          <cx:pt idx="5858">First_Product_Purchased</cx:pt>
          <cx:pt idx="5859">First_Product_Purchased</cx:pt>
          <cx:pt idx="5860">First_Product_Purchased</cx:pt>
          <cx:pt idx="5861">First_Product_Purchased</cx:pt>
          <cx:pt idx="5862">First_Product_Purchased</cx:pt>
          <cx:pt idx="5863">First_Product_Purchased</cx:pt>
          <cx:pt idx="5864">First_Product_Purchased</cx:pt>
          <cx:pt idx="5865">First_Product_Purchased</cx:pt>
          <cx:pt idx="5866">First_Product_Purchased</cx:pt>
          <cx:pt idx="5867">First_Product_Purchased</cx:pt>
          <cx:pt idx="5868">First_Product_Purchased</cx:pt>
          <cx:pt idx="5869">First_Product_Purchased</cx:pt>
          <cx:pt idx="5870">First_Product_Purchased</cx:pt>
          <cx:pt idx="5871">First_Product_Purchased</cx:pt>
          <cx:pt idx="5872">First_Product_Purchased</cx:pt>
          <cx:pt idx="5873">First_Product_Purchased</cx:pt>
          <cx:pt idx="5874">First_Product_Purchased</cx:pt>
          <cx:pt idx="5875">First_Product_Purchased</cx:pt>
          <cx:pt idx="5876">First_Product_Purchased</cx:pt>
          <cx:pt idx="5877">First_Product_Purchased</cx:pt>
          <cx:pt idx="5878">First_Product_Purchased</cx:pt>
          <cx:pt idx="5879">First_Product_Purchased</cx:pt>
          <cx:pt idx="5880">First_Product_Purchased</cx:pt>
          <cx:pt idx="5881">First_Product_Purchased</cx:pt>
          <cx:pt idx="5882">First_Product_Purchased</cx:pt>
          <cx:pt idx="5883">First_Product_Purchased</cx:pt>
          <cx:pt idx="5884">First_Product_Purchased</cx:pt>
          <cx:pt idx="5885">First_Product_Purchased</cx:pt>
          <cx:pt idx="5886">First_Product_Purchased</cx:pt>
          <cx:pt idx="5887">First_Product_Purchased</cx:pt>
          <cx:pt idx="5888">First_Product_Purchased</cx:pt>
          <cx:pt idx="5889">First_Product_Purchased</cx:pt>
          <cx:pt idx="5890">First_Product_Purchased</cx:pt>
          <cx:pt idx="5891">First_Product_Purchased</cx:pt>
          <cx:pt idx="5892">First_Product_Purchased</cx:pt>
          <cx:pt idx="5893">First_Product_Purchased</cx:pt>
          <cx:pt idx="5894">First_Product_Purchased</cx:pt>
          <cx:pt idx="5895">First_Product_Purchased</cx:pt>
          <cx:pt idx="5896">First_Product_Purchased</cx:pt>
          <cx:pt idx="5897">First_Product_Purchased</cx:pt>
          <cx:pt idx="5898">First_Product_Purchased</cx:pt>
          <cx:pt idx="5899">First_Product_Purchased</cx:pt>
          <cx:pt idx="5900">First_Product_Purchased</cx:pt>
          <cx:pt idx="5901">First_Product_Purchased</cx:pt>
          <cx:pt idx="5902">First_Product_Purchased</cx:pt>
          <cx:pt idx="5903">First_Product_Purchased</cx:pt>
          <cx:pt idx="5904">First_Product_Purchased</cx:pt>
          <cx:pt idx="5905">First_Product_Purchased</cx:pt>
          <cx:pt idx="5906">First_Product_Purchased</cx:pt>
          <cx:pt idx="5907">First_Product_Purchased</cx:pt>
          <cx:pt idx="5908">First_Product_Purchased</cx:pt>
          <cx:pt idx="5909">First_Product_Purchased</cx:pt>
          <cx:pt idx="5910">First_Product_Purchased</cx:pt>
          <cx:pt idx="5911">First_Product_Purchased</cx:pt>
          <cx:pt idx="5912">First_Product_Purchased</cx:pt>
          <cx:pt idx="5913">First_Product_Purchased</cx:pt>
          <cx:pt idx="5914">First_Product_Purchased</cx:pt>
          <cx:pt idx="5915">First_Product_Purchased</cx:pt>
          <cx:pt idx="5916">First_Product_Purchased</cx:pt>
          <cx:pt idx="5917">First_Product_Purchased</cx:pt>
          <cx:pt idx="5918">First_Product_Purchased</cx:pt>
          <cx:pt idx="5919">First_Product_Purchased</cx:pt>
          <cx:pt idx="5920">First_Product_Purchased</cx:pt>
          <cx:pt idx="5921">First_Product_Purchased</cx:pt>
          <cx:pt idx="5922">First_Product_Purchased</cx:pt>
          <cx:pt idx="5923">First_Product_Purchased</cx:pt>
          <cx:pt idx="5924">First_Product_Purchased</cx:pt>
          <cx:pt idx="5925">First_Product_Purchased</cx:pt>
          <cx:pt idx="5926">First_Product_Purchased</cx:pt>
          <cx:pt idx="5927">First_Product_Purchased</cx:pt>
          <cx:pt idx="5928">First_Product_Purchased</cx:pt>
          <cx:pt idx="5929">First_Product_Purchased</cx:pt>
          <cx:pt idx="5930">First_Product_Purchased</cx:pt>
          <cx:pt idx="5931">First_Product_Purchased</cx:pt>
          <cx:pt idx="5932">First_Product_Purchased</cx:pt>
          <cx:pt idx="5933">First_Product_Purchased</cx:pt>
          <cx:pt idx="5934">First_Product_Purchased</cx:pt>
          <cx:pt idx="5935">First_Product_Purchased</cx:pt>
          <cx:pt idx="5936">First_Product_Purchased</cx:pt>
          <cx:pt idx="5937">First_Product_Purchased</cx:pt>
          <cx:pt idx="5938">First_Product_Purchased</cx:pt>
          <cx:pt idx="5939">First_Product_Purchased</cx:pt>
          <cx:pt idx="5940">First_Product_Purchased</cx:pt>
          <cx:pt idx="5941">First_Product_Purchased</cx:pt>
          <cx:pt idx="5942">First_Product_Purchased</cx:pt>
          <cx:pt idx="5943">First_Product_Purchased</cx:pt>
          <cx:pt idx="5944">First_Product_Purchased</cx:pt>
          <cx:pt idx="5945">First_Product_Purchased</cx:pt>
          <cx:pt idx="5946">First_Product_Purchased</cx:pt>
          <cx:pt idx="5947">First_Product_Purchased</cx:pt>
          <cx:pt idx="5948">First_Product_Purchased</cx:pt>
          <cx:pt idx="5949">First_Product_Purchased</cx:pt>
          <cx:pt idx="5950">First_Product_Purchased</cx:pt>
          <cx:pt idx="5951">First_Product_Purchased</cx:pt>
          <cx:pt idx="5952">First_Product_Purchased</cx:pt>
          <cx:pt idx="5953">First_Product_Purchased</cx:pt>
          <cx:pt idx="5954">First_Product_Purchased</cx:pt>
          <cx:pt idx="5955">First_Product_Purchased</cx:pt>
          <cx:pt idx="5956">First_Product_Purchased</cx:pt>
          <cx:pt idx="5957">First_Product_Purchased</cx:pt>
          <cx:pt idx="5958">First_Product_Purchased</cx:pt>
          <cx:pt idx="5959">First_Product_Purchased</cx:pt>
          <cx:pt idx="5960">First_Product_Purchased</cx:pt>
          <cx:pt idx="5961">First_Product_Purchased</cx:pt>
          <cx:pt idx="5962">First_Product_Purchased</cx:pt>
          <cx:pt idx="5963">First_Product_Purchased</cx:pt>
          <cx:pt idx="5964">First_Product_Purchased</cx:pt>
          <cx:pt idx="5965">First_Product_Purchased</cx:pt>
          <cx:pt idx="5966">First_Product_Purchased</cx:pt>
          <cx:pt idx="5967">First_Product_Purchased</cx:pt>
          <cx:pt idx="5968">First_Product_Purchased</cx:pt>
          <cx:pt idx="5969">First_Product_Purchased</cx:pt>
          <cx:pt idx="5970">First_Product_Purchased</cx:pt>
          <cx:pt idx="5971">First_Product_Purchased</cx:pt>
          <cx:pt idx="5972">First_Product_Purchased</cx:pt>
          <cx:pt idx="5973">First_Product_Purchased</cx:pt>
          <cx:pt idx="5974">First_Product_Purchased</cx:pt>
          <cx:pt idx="5975">First_Product_Purchased</cx:pt>
          <cx:pt idx="5976">First_Product_Purchased</cx:pt>
          <cx:pt idx="5977">First_Product_Purchased</cx:pt>
          <cx:pt idx="5978">First_Product_Purchased</cx:pt>
          <cx:pt idx="5979">First_Product_Purchased</cx:pt>
          <cx:pt idx="5980">First_Product_Purchased</cx:pt>
          <cx:pt idx="5981">First_Product_Purchased</cx:pt>
          <cx:pt idx="5982">First_Product_Purchased</cx:pt>
          <cx:pt idx="5983">First_Product_Purchased</cx:pt>
          <cx:pt idx="5984">First_Product_Purchased</cx:pt>
          <cx:pt idx="5985">First_Product_Purchased</cx:pt>
          <cx:pt idx="5986">First_Product_Purchased</cx:pt>
          <cx:pt idx="5987">First_Product_Purchased</cx:pt>
          <cx:pt idx="5988">First_Product_Purchased</cx:pt>
          <cx:pt idx="5989">First_Product_Purchased</cx:pt>
          <cx:pt idx="5990">First_Product_Purchased</cx:pt>
          <cx:pt idx="5991">First_Product_Purchased</cx:pt>
          <cx:pt idx="5992">First_Product_Purchased</cx:pt>
          <cx:pt idx="5993">First_Product_Purchased</cx:pt>
          <cx:pt idx="5994">First_Product_Purchased</cx:pt>
          <cx:pt idx="5995">First_Product_Purchased</cx:pt>
          <cx:pt idx="5996">First_Product_Purchased</cx:pt>
          <cx:pt idx="5997">First_Product_Purchased</cx:pt>
          <cx:pt idx="5998">First_Product_Purchased</cx:pt>
          <cx:pt idx="5999">First_Product_Purchased</cx:pt>
          <cx:pt idx="6000">First_Product_Purchased</cx:pt>
          <cx:pt idx="6001">First_Product_Purchased</cx:pt>
          <cx:pt idx="6002">First_Product_Purchased</cx:pt>
          <cx:pt idx="6003">First_Product_Purchased</cx:pt>
          <cx:pt idx="6004">First_Product_Purchased</cx:pt>
          <cx:pt idx="6005">First_Product_Purchased</cx:pt>
          <cx:pt idx="6006">First_Product_Purchased</cx:pt>
          <cx:pt idx="6007">First_Product_Purchased</cx:pt>
          <cx:pt idx="6008">First_Product_Purchased</cx:pt>
          <cx:pt idx="6009">First_Product_Purchased</cx:pt>
          <cx:pt idx="6010">First_Product_Purchased</cx:pt>
          <cx:pt idx="6011">First_Product_Purchased</cx:pt>
          <cx:pt idx="6012">First_Product_Purchased</cx:pt>
          <cx:pt idx="6013">First_Product_Purchased</cx:pt>
          <cx:pt idx="6014">First_Product_Purchased</cx:pt>
          <cx:pt idx="6015">First_Product_Purchased</cx:pt>
          <cx:pt idx="6016">First_Product_Purchased</cx:pt>
          <cx:pt idx="6017">First_Product_Purchased</cx:pt>
          <cx:pt idx="6018">First_Product_Purchased</cx:pt>
          <cx:pt idx="6019">First_Product_Purchased</cx:pt>
          <cx:pt idx="6020">First_Product_Purchased</cx:pt>
          <cx:pt idx="6021">First_Product_Purchased</cx:pt>
          <cx:pt idx="6022">First_Product_Purchased</cx:pt>
          <cx:pt idx="6023">First_Product_Purchased</cx:pt>
          <cx:pt idx="6024">First_Product_Purchased</cx:pt>
          <cx:pt idx="6025">First_Product_Purchased</cx:pt>
          <cx:pt idx="6026">First_Product_Purchased</cx:pt>
          <cx:pt idx="6027">First_Product_Purchased</cx:pt>
          <cx:pt idx="6028">First_Product_Purchased</cx:pt>
          <cx:pt idx="6029">First_Product_Purchased</cx:pt>
          <cx:pt idx="6030">First_Product_Purchased</cx:pt>
          <cx:pt idx="6031">First_Product_Purchased</cx:pt>
          <cx:pt idx="6032">First_Product_Purchased</cx:pt>
          <cx:pt idx="6033">First_Product_Purchased</cx:pt>
          <cx:pt idx="6034">First_Product_Purchased</cx:pt>
          <cx:pt idx="6035">First_Product_Purchased</cx:pt>
          <cx:pt idx="6036">First_Product_Purchased</cx:pt>
          <cx:pt idx="6037">First_Product_Purchased</cx:pt>
          <cx:pt idx="6038">First_Product_Purchased</cx:pt>
          <cx:pt idx="6039">First_Product_Purchased</cx:pt>
          <cx:pt idx="6040">First_Product_Purchased</cx:pt>
          <cx:pt idx="6041">First_Product_Purchased</cx:pt>
          <cx:pt idx="6042">First_Product_Purchased</cx:pt>
          <cx:pt idx="6043">First_Product_Purchased</cx:pt>
          <cx:pt idx="6044">First_Product_Purchased</cx:pt>
          <cx:pt idx="6045">First_Product_Purchased</cx:pt>
          <cx:pt idx="6046">First_Product_Purchased</cx:pt>
          <cx:pt idx="6047">First_Product_Purchased</cx:pt>
          <cx:pt idx="6048">First_Product_Purchased</cx:pt>
          <cx:pt idx="6049">First_Product_Purchased</cx:pt>
          <cx:pt idx="6050">First_Product_Purchased</cx:pt>
          <cx:pt idx="6051">First_Product_Purchased</cx:pt>
          <cx:pt idx="6052">First_Product_Purchased</cx:pt>
          <cx:pt idx="6053">First_Product_Purchased</cx:pt>
          <cx:pt idx="6054">First_Product_Purchased</cx:pt>
          <cx:pt idx="6055">First_Product_Purchased</cx:pt>
          <cx:pt idx="6056">First_Product_Purchased</cx:pt>
          <cx:pt idx="6057">First_Product_Purchased</cx:pt>
          <cx:pt idx="6058">First_Product_Purchased</cx:pt>
          <cx:pt idx="6059">First_Product_Purchased</cx:pt>
          <cx:pt idx="6060">First_Product_Purchased</cx:pt>
          <cx:pt idx="6061">First_Product_Purchased</cx:pt>
          <cx:pt idx="6062">First_Product_Purchased</cx:pt>
          <cx:pt idx="6063">First_Product_Purchased</cx:pt>
          <cx:pt idx="6064">First_Product_Purchased</cx:pt>
          <cx:pt idx="6065">First_Product_Purchased</cx:pt>
          <cx:pt idx="6066">First_Product_Purchased</cx:pt>
          <cx:pt idx="6067">First_Product_Purchased</cx:pt>
          <cx:pt idx="6068">First_Product_Purchased</cx:pt>
          <cx:pt idx="6069">First_Product_Purchased</cx:pt>
          <cx:pt idx="6070">First_Product_Purchased</cx:pt>
          <cx:pt idx="6071">First_Product_Purchased</cx:pt>
          <cx:pt idx="6072">First_Product_Purchased</cx:pt>
          <cx:pt idx="6073">First_Product_Purchased</cx:pt>
          <cx:pt idx="6074">First_Product_Purchased</cx:pt>
          <cx:pt idx="6075">First_Product_Purchased</cx:pt>
          <cx:pt idx="6076">First_Product_Purchased</cx:pt>
          <cx:pt idx="6077">First_Product_Purchased</cx:pt>
          <cx:pt idx="6078">First_Product_Purchased</cx:pt>
          <cx:pt idx="6079">First_Product_Purchased</cx:pt>
          <cx:pt idx="6080">First_Product_Purchased</cx:pt>
          <cx:pt idx="6081">First_Product_Purchased</cx:pt>
          <cx:pt idx="6082">First_Product_Purchased</cx:pt>
          <cx:pt idx="6083">First_Product_Purchased</cx:pt>
          <cx:pt idx="6084">First_Product_Purchased</cx:pt>
          <cx:pt idx="6085">First_Product_Purchased</cx:pt>
          <cx:pt idx="6086">First_Product_Purchased</cx:pt>
          <cx:pt idx="6087">First_Product_Purchased</cx:pt>
          <cx:pt idx="6088">First_Product_Purchased</cx:pt>
          <cx:pt idx="6089">First_Product_Purchased</cx:pt>
          <cx:pt idx="6090">First_Product_Purchased</cx:pt>
          <cx:pt idx="6091">First_Product_Purchased</cx:pt>
          <cx:pt idx="6092">First_Product_Purchased</cx:pt>
          <cx:pt idx="6093">First_Product_Purchased</cx:pt>
          <cx:pt idx="6094">First_Product_Purchased</cx:pt>
          <cx:pt idx="6095">First_Product_Purchased</cx:pt>
          <cx:pt idx="6096">First_Product_Purchased</cx:pt>
          <cx:pt idx="6097">First_Product_Purchased</cx:pt>
          <cx:pt idx="6098">First_Product_Purchased</cx:pt>
          <cx:pt idx="6099">First_Product_Purchased</cx:pt>
          <cx:pt idx="6100">First_Product_Purchased</cx:pt>
          <cx:pt idx="6101">First_Product_Purchased</cx:pt>
          <cx:pt idx="6102">First_Product_Purchased</cx:pt>
          <cx:pt idx="6103">First_Product_Purchased</cx:pt>
          <cx:pt idx="6104">First_Product_Purchased</cx:pt>
          <cx:pt idx="6105">First_Product_Purchased</cx:pt>
          <cx:pt idx="6106">First_Product_Purchased</cx:pt>
          <cx:pt idx="6107">First_Product_Purchased</cx:pt>
          <cx:pt idx="6108">First_Product_Purchased</cx:pt>
          <cx:pt idx="6109">First_Product_Purchased</cx:pt>
          <cx:pt idx="6110">First_Product_Purchased</cx:pt>
          <cx:pt idx="6111">First_Product_Purchased</cx:pt>
          <cx:pt idx="6112">First_Product_Purchased</cx:pt>
          <cx:pt idx="6113">First_Product_Purchased</cx:pt>
          <cx:pt idx="6114">First_Product_Purchased</cx:pt>
          <cx:pt idx="6115">First_Product_Purchased</cx:pt>
          <cx:pt idx="6116">First_Product_Purchased</cx:pt>
          <cx:pt idx="6117">First_Product_Purchased</cx:pt>
          <cx:pt idx="6118">First_Product_Purchased</cx:pt>
          <cx:pt idx="6119">First_Product_Purchased</cx:pt>
          <cx:pt idx="6120">First_Product_Purchased</cx:pt>
          <cx:pt idx="6121">First_Product_Purchased</cx:pt>
          <cx:pt idx="6122">First_Product_Purchased</cx:pt>
          <cx:pt idx="6123">First_Product_Purchased</cx:pt>
          <cx:pt idx="6124">First_Product_Purchased</cx:pt>
          <cx:pt idx="6125">First_Product_Purchased</cx:pt>
          <cx:pt idx="6126">First_Product_Purchased</cx:pt>
          <cx:pt idx="6127">First_Product_Purchased</cx:pt>
          <cx:pt idx="6128">First_Product_Purchased</cx:pt>
          <cx:pt idx="6129">First_Product_Purchased</cx:pt>
          <cx:pt idx="6130">First_Product_Purchased</cx:pt>
          <cx:pt idx="6131">First_Product_Purchased</cx:pt>
          <cx:pt idx="6132">First_Product_Purchased</cx:pt>
          <cx:pt idx="6133">First_Product_Purchased</cx:pt>
          <cx:pt idx="6134">First_Product_Purchased</cx:pt>
          <cx:pt idx="6135">First_Product_Purchased</cx:pt>
          <cx:pt idx="6136">First_Product_Purchased</cx:pt>
          <cx:pt idx="6137">First_Product_Purchased</cx:pt>
          <cx:pt idx="6138">First_Product_Purchased</cx:pt>
          <cx:pt idx="6139">First_Product_Purchased</cx:pt>
          <cx:pt idx="6140">First_Product_Purchased</cx:pt>
          <cx:pt idx="6141">First_Product_Purchased</cx:pt>
          <cx:pt idx="6142">First_Product_Purchased</cx:pt>
          <cx:pt idx="6143">First_Product_Purchased</cx:pt>
          <cx:pt idx="6144">First_Product_Purchased</cx:pt>
          <cx:pt idx="6145">First_Product_Purchased</cx:pt>
          <cx:pt idx="6146">First_Product_Purchased</cx:pt>
          <cx:pt idx="6147">First_Product_Purchased</cx:pt>
          <cx:pt idx="6148">First_Product_Purchased</cx:pt>
          <cx:pt idx="6149">First_Product_Purchased</cx:pt>
          <cx:pt idx="6150">First_Product_Purchased</cx:pt>
          <cx:pt idx="6151">First_Product_Purchased</cx:pt>
          <cx:pt idx="6152">First_Product_Purchased</cx:pt>
          <cx:pt idx="6153">First_Product_Purchased</cx:pt>
          <cx:pt idx="6154">First_Product_Purchased</cx:pt>
          <cx:pt idx="6155">First_Product_Purchased</cx:pt>
          <cx:pt idx="6156">First_Product_Purchased</cx:pt>
          <cx:pt idx="6157">First_Product_Purchased</cx:pt>
          <cx:pt idx="6158">First_Product_Purchased</cx:pt>
          <cx:pt idx="6159">First_Product_Purchased</cx:pt>
          <cx:pt idx="6160">First_Product_Purchased</cx:pt>
          <cx:pt idx="6161">First_Product_Purchased</cx:pt>
          <cx:pt idx="6162">First_Product_Purchased</cx:pt>
          <cx:pt idx="6163">First_Product_Purchased</cx:pt>
          <cx:pt idx="6164">First_Product_Purchased</cx:pt>
          <cx:pt idx="6165">First_Product_Purchased</cx:pt>
          <cx:pt idx="6166">First_Product_Purchased</cx:pt>
          <cx:pt idx="6167">First_Product_Purchased</cx:pt>
          <cx:pt idx="6168">First_Product_Purchased</cx:pt>
          <cx:pt idx="6169">First_Product_Purchased</cx:pt>
          <cx:pt idx="6170">First_Product_Purchased</cx:pt>
          <cx:pt idx="6171">First_Product_Purchased</cx:pt>
          <cx:pt idx="6172">First_Product_Purchased</cx:pt>
          <cx:pt idx="6173">First_Product_Purchased</cx:pt>
          <cx:pt idx="6174">First_Product_Purchased</cx:pt>
          <cx:pt idx="6175">First_Product_Purchased</cx:pt>
          <cx:pt idx="6176">First_Product_Purchased</cx:pt>
          <cx:pt idx="6177">First_Product_Purchased</cx:pt>
          <cx:pt idx="6178">First_Product_Purchased</cx:pt>
          <cx:pt idx="6179">First_Product_Purchased</cx:pt>
          <cx:pt idx="6180">First_Product_Purchased</cx:pt>
          <cx:pt idx="6181">First_Product_Purchased</cx:pt>
          <cx:pt idx="6182">First_Product_Purchased</cx:pt>
          <cx:pt idx="6183">First_Product_Purchased</cx:pt>
          <cx:pt idx="6184">First_Product_Purchased</cx:pt>
          <cx:pt idx="6185">First_Product_Purchased</cx:pt>
          <cx:pt idx="6186">First_Product_Purchased</cx:pt>
          <cx:pt idx="6187">First_Product_Purchased</cx:pt>
          <cx:pt idx="6188">First_Product_Purchased</cx:pt>
          <cx:pt idx="6189">First_Product_Purchased</cx:pt>
          <cx:pt idx="6190">First_Product_Purchased</cx:pt>
          <cx:pt idx="6191">First_Product_Purchased</cx:pt>
          <cx:pt idx="6192">First_Product_Purchased</cx:pt>
          <cx:pt idx="6193">First_Product_Purchased</cx:pt>
          <cx:pt idx="6194">First_Product_Purchased</cx:pt>
          <cx:pt idx="6195">First_Product_Purchased</cx:pt>
          <cx:pt idx="6196">First_Product_Purchased</cx:pt>
          <cx:pt idx="6197">First_Product_Purchased</cx:pt>
          <cx:pt idx="6198">First_Product_Purchased</cx:pt>
          <cx:pt idx="6199">First_Product_Purchased</cx:pt>
          <cx:pt idx="6200">First_Product_Purchased</cx:pt>
          <cx:pt idx="6201">First_Product_Purchased</cx:pt>
          <cx:pt idx="6202">First_Product_Purchased</cx:pt>
          <cx:pt idx="6203">First_Product_Purchased</cx:pt>
          <cx:pt idx="6204">First_Product_Purchased</cx:pt>
          <cx:pt idx="6205">First_Product_Purchased</cx:pt>
          <cx:pt idx="6206">First_Product_Purchased</cx:pt>
          <cx:pt idx="6207">First_Product_Purchased</cx:pt>
          <cx:pt idx="6208">First_Product_Purchased</cx:pt>
          <cx:pt idx="6209">First_Product_Purchased</cx:pt>
          <cx:pt idx="6210">First_Product_Purchased</cx:pt>
          <cx:pt idx="6211">First_Product_Purchased</cx:pt>
          <cx:pt idx="6212">First_Product_Purchased</cx:pt>
          <cx:pt idx="6213">First_Product_Purchased</cx:pt>
          <cx:pt idx="6214">First_Product_Purchased</cx:pt>
          <cx:pt idx="6215">First_Product_Purchased</cx:pt>
          <cx:pt idx="6216">First_Product_Purchased</cx:pt>
          <cx:pt idx="6217">First_Product_Purchased</cx:pt>
          <cx:pt idx="6218">First_Product_Purchased</cx:pt>
          <cx:pt idx="6219">First_Product_Purchased</cx:pt>
          <cx:pt idx="6220">First_Product_Purchased</cx:pt>
          <cx:pt idx="6221">First_Product_Purchased</cx:pt>
          <cx:pt idx="6222">First_Product_Purchased</cx:pt>
          <cx:pt idx="6223">First_Product_Purchased</cx:pt>
          <cx:pt idx="6224">First_Product_Purchased</cx:pt>
          <cx:pt idx="6225">First_Product_Purchased</cx:pt>
          <cx:pt idx="6226">First_Product_Purchased</cx:pt>
          <cx:pt idx="6227">First_Product_Purchased</cx:pt>
          <cx:pt idx="6228">First_Product_Purchased</cx:pt>
          <cx:pt idx="6229">First_Product_Purchased</cx:pt>
          <cx:pt idx="6230">First_Product_Purchased</cx:pt>
          <cx:pt idx="6231">First_Product_Purchased</cx:pt>
          <cx:pt idx="6232">First_Product_Purchased</cx:pt>
          <cx:pt idx="6233">First_Product_Purchased</cx:pt>
          <cx:pt idx="6234">First_Product_Purchased</cx:pt>
          <cx:pt idx="6235">First_Product_Purchased</cx:pt>
          <cx:pt idx="6236">First_Product_Purchased</cx:pt>
          <cx:pt idx="6237">First_Product_Purchased</cx:pt>
          <cx:pt idx="6238">First_Product_Purchased</cx:pt>
          <cx:pt idx="6239">First_Product_Purchased</cx:pt>
          <cx:pt idx="6240">First_Product_Purchased</cx:pt>
          <cx:pt idx="6241">First_Product_Purchased</cx:pt>
          <cx:pt idx="6242">First_Product_Purchased</cx:pt>
          <cx:pt idx="6243">First_Product_Purchased</cx:pt>
          <cx:pt idx="6244">First_Product_Purchased</cx:pt>
          <cx:pt idx="6245">First_Product_Purchased</cx:pt>
          <cx:pt idx="6246">First_Product_Purchased</cx:pt>
          <cx:pt idx="6247">First_Product_Purchased</cx:pt>
          <cx:pt idx="6248">First_Product_Purchased</cx:pt>
          <cx:pt idx="6249">First_Product_Purchased</cx:pt>
          <cx:pt idx="6250">First_Product_Purchased</cx:pt>
          <cx:pt idx="6251">First_Product_Purchased</cx:pt>
          <cx:pt idx="6252">First_Product_Purchased</cx:pt>
          <cx:pt idx="6253">First_Product_Purchased</cx:pt>
          <cx:pt idx="6254">First_Product_Purchased</cx:pt>
          <cx:pt idx="6255">First_Product_Purchased</cx:pt>
          <cx:pt idx="6256">First_Product_Purchased</cx:pt>
          <cx:pt idx="6257">First_Product_Purchased</cx:pt>
          <cx:pt idx="6258">First_Product_Purchased</cx:pt>
          <cx:pt idx="6259">First_Product_Purchased</cx:pt>
          <cx:pt idx="6260">First_Product_Purchased</cx:pt>
          <cx:pt idx="6261">First_Product_Purchased</cx:pt>
          <cx:pt idx="6262">First_Product_Purchased</cx:pt>
          <cx:pt idx="6263">First_Product_Purchased</cx:pt>
          <cx:pt idx="6264">First_Product_Purchased</cx:pt>
          <cx:pt idx="6265">First_Product_Purchased</cx:pt>
          <cx:pt idx="6266">First_Product_Purchased</cx:pt>
          <cx:pt idx="6267">First_Product_Purchased</cx:pt>
          <cx:pt idx="6268">First_Product_Purchased</cx:pt>
          <cx:pt idx="6269">First_Product_Purchased</cx:pt>
          <cx:pt idx="6270">First_Product_Purchased</cx:pt>
          <cx:pt idx="6271">First_Product_Purchased</cx:pt>
          <cx:pt idx="6272">First_Product_Purchased</cx:pt>
          <cx:pt idx="6273">First_Product_Purchased</cx:pt>
          <cx:pt idx="6274">First_Product_Purchased</cx:pt>
          <cx:pt idx="6275">First_Product_Purchased</cx:pt>
          <cx:pt idx="6276">First_Product_Purchased</cx:pt>
          <cx:pt idx="6277">First_Product_Purchased</cx:pt>
          <cx:pt idx="6278">First_Product_Purchased</cx:pt>
          <cx:pt idx="6279">First_Product_Purchased</cx:pt>
          <cx:pt idx="6280">First_Product_Purchased</cx:pt>
          <cx:pt idx="6281">First_Product_Purchased</cx:pt>
          <cx:pt idx="6282">First_Product_Purchased</cx:pt>
          <cx:pt idx="6283">First_Product_Purchased</cx:pt>
          <cx:pt idx="6284">First_Product_Purchased</cx:pt>
          <cx:pt idx="6285">First_Product_Purchased</cx:pt>
          <cx:pt idx="6286">First_Product_Purchased</cx:pt>
          <cx:pt idx="6287">First_Product_Purchased</cx:pt>
          <cx:pt idx="6288">First_Product_Purchased</cx:pt>
          <cx:pt idx="6289">First_Product_Purchased</cx:pt>
          <cx:pt idx="6290">First_Product_Purchased</cx:pt>
          <cx:pt idx="6291">First_Product_Purchased</cx:pt>
          <cx:pt idx="6292">First_Product_Purchased</cx:pt>
          <cx:pt idx="6293">First_Product_Purchased</cx:pt>
          <cx:pt idx="6294">First_Product_Purchased</cx:pt>
          <cx:pt idx="6295">First_Product_Purchased</cx:pt>
          <cx:pt idx="6296">First_Product_Purchased</cx:pt>
          <cx:pt idx="6297">First_Product_Purchased</cx:pt>
          <cx:pt idx="6298">First_Product_Purchased</cx:pt>
          <cx:pt idx="6299">First_Product_Purchased</cx:pt>
          <cx:pt idx="6300">First_Product_Purchased</cx:pt>
          <cx:pt idx="6301">First_Product_Purchased</cx:pt>
          <cx:pt idx="6302">First_Product_Purchased</cx:pt>
          <cx:pt idx="6303">First_Product_Purchased</cx:pt>
          <cx:pt idx="6304">First_Product_Purchased</cx:pt>
          <cx:pt idx="6305">First_Product_Purchased</cx:pt>
          <cx:pt idx="6306">First_Product_Purchased</cx:pt>
          <cx:pt idx="6307">First_Product_Purchased</cx:pt>
          <cx:pt idx="6308">First_Product_Purchased</cx:pt>
          <cx:pt idx="6309">First_Product_Purchased</cx:pt>
          <cx:pt idx="6310">First_Product_Purchased</cx:pt>
          <cx:pt idx="6311">First_Product_Purchased</cx:pt>
          <cx:pt idx="6312">First_Product_Purchased</cx:pt>
          <cx:pt idx="6313">First_Product_Purchased</cx:pt>
          <cx:pt idx="6314">First_Product_Purchased</cx:pt>
          <cx:pt idx="6315">First_Product_Purchased</cx:pt>
          <cx:pt idx="6316">First_Product_Purchased</cx:pt>
          <cx:pt idx="6317">First_Product_Purchased</cx:pt>
          <cx:pt idx="6318">First_Product_Purchased</cx:pt>
          <cx:pt idx="6319">First_Product_Purchased</cx:pt>
          <cx:pt idx="6320">First_Product_Purchased</cx:pt>
          <cx:pt idx="6321">First_Product_Purchased</cx:pt>
          <cx:pt idx="6322">First_Product_Purchased</cx:pt>
          <cx:pt idx="6323">First_Product_Purchased</cx:pt>
          <cx:pt idx="6324">First_Product_Purchased</cx:pt>
          <cx:pt idx="6325">First_Product_Purchased</cx:pt>
          <cx:pt idx="6326">First_Product_Purchased</cx:pt>
          <cx:pt idx="6327">First_Product_Purchased</cx:pt>
          <cx:pt idx="6328">First_Product_Purchased</cx:pt>
          <cx:pt idx="6329">First_Product_Purchased</cx:pt>
          <cx:pt idx="6330">First_Product_Purchased</cx:pt>
          <cx:pt idx="6331">First_Product_Purchased</cx:pt>
          <cx:pt idx="6332">First_Product_Purchased</cx:pt>
          <cx:pt idx="6333">First_Product_Purchased</cx:pt>
          <cx:pt idx="6334">First_Product_Purchased</cx:pt>
          <cx:pt idx="6335">First_Product_Purchased</cx:pt>
          <cx:pt idx="6336">First_Product_Purchased</cx:pt>
          <cx:pt idx="6337">First_Product_Purchased</cx:pt>
          <cx:pt idx="6338">First_Product_Purchased</cx:pt>
          <cx:pt idx="6339">First_Product_Purchased</cx:pt>
          <cx:pt idx="6340">First_Product_Purchased</cx:pt>
          <cx:pt idx="6341">First_Product_Purchased</cx:pt>
          <cx:pt idx="6342">First_Product_Purchased</cx:pt>
          <cx:pt idx="6343">First_Product_Purchased</cx:pt>
          <cx:pt idx="6344">First_Product_Purchased</cx:pt>
          <cx:pt idx="6345">First_Product_Purchased</cx:pt>
          <cx:pt idx="6346">First_Product_Purchased</cx:pt>
          <cx:pt idx="6347">First_Product_Purchased</cx:pt>
          <cx:pt idx="6348">First_Product_Purchased</cx:pt>
          <cx:pt idx="6349">First_Product_Purchased</cx:pt>
          <cx:pt idx="6350">First_Product_Purchased</cx:pt>
          <cx:pt idx="6351">First_Product_Purchased</cx:pt>
          <cx:pt idx="6352">First_Product_Purchased</cx:pt>
          <cx:pt idx="6353">First_Product_Purchased</cx:pt>
          <cx:pt idx="6354">First_Product_Purchased</cx:pt>
          <cx:pt idx="6355">First_Product_Purchased</cx:pt>
          <cx:pt idx="6356">First_Product_Purchased</cx:pt>
          <cx:pt idx="6357">First_Product_Purchased</cx:pt>
          <cx:pt idx="6358">First_Product_Purchased</cx:pt>
          <cx:pt idx="6359">First_Product_Purchased</cx:pt>
          <cx:pt idx="6360">First_Product_Purchased</cx:pt>
          <cx:pt idx="6361">First_Product_Purchased</cx:pt>
          <cx:pt idx="6362">First_Product_Purchased</cx:pt>
          <cx:pt idx="6363">First_Product_Purchased</cx:pt>
          <cx:pt idx="6364">First_Product_Purchased</cx:pt>
          <cx:pt idx="6365">First_Product_Purchased</cx:pt>
          <cx:pt idx="6366">First_Product_Purchased</cx:pt>
          <cx:pt idx="6367">First_Product_Purchased</cx:pt>
          <cx:pt idx="6368">First_Product_Purchased</cx:pt>
          <cx:pt idx="6369">First_Product_Purchased</cx:pt>
          <cx:pt idx="6370">First_Product_Purchased</cx:pt>
          <cx:pt idx="6371">First_Product_Purchased</cx:pt>
          <cx:pt idx="6372">First_Product_Purchased</cx:pt>
          <cx:pt idx="6373">First_Product_Purchased</cx:pt>
          <cx:pt idx="6374">First_Product_Purchased</cx:pt>
          <cx:pt idx="6375">First_Product_Purchased</cx:pt>
          <cx:pt idx="6376">First_Product_Purchased</cx:pt>
          <cx:pt idx="6377">First_Product_Purchased</cx:pt>
          <cx:pt idx="6378">First_Product_Purchased</cx:pt>
          <cx:pt idx="6379">First_Product_Purchased</cx:pt>
          <cx:pt idx="6380">First_Product_Purchased</cx:pt>
          <cx:pt idx="6381">First_Product_Purchased</cx:pt>
          <cx:pt idx="6382">First_Product_Purchased</cx:pt>
          <cx:pt idx="6383">First_Product_Purchased</cx:pt>
          <cx:pt idx="6384">First_Product_Purchased</cx:pt>
          <cx:pt idx="6385">First_Product_Purchased</cx:pt>
          <cx:pt idx="6386">First_Product_Purchased</cx:pt>
          <cx:pt idx="6387">First_Product_Purchased</cx:pt>
          <cx:pt idx="6388">First_Product_Purchased</cx:pt>
          <cx:pt idx="6389">First_Product_Purchased</cx:pt>
          <cx:pt idx="6390">First_Product_Purchased</cx:pt>
          <cx:pt idx="6391">First_Product_Purchased</cx:pt>
          <cx:pt idx="6392">First_Product_Purchased</cx:pt>
          <cx:pt idx="6393">First_Product_Purchased</cx:pt>
          <cx:pt idx="6394">First_Product_Purchased</cx:pt>
          <cx:pt idx="6395">First_Product_Purchased</cx:pt>
          <cx:pt idx="6396">First_Product_Purchased</cx:pt>
          <cx:pt idx="6397">First_Product_Purchased</cx:pt>
          <cx:pt idx="6398">First_Product_Purchased</cx:pt>
          <cx:pt idx="6399">First_Product_Purchased</cx:pt>
          <cx:pt idx="6400">First_Product_Purchased</cx:pt>
          <cx:pt idx="6401">First_Product_Purchased</cx:pt>
          <cx:pt idx="6402">First_Product_Purchased</cx:pt>
          <cx:pt idx="6403">First_Product_Purchased</cx:pt>
          <cx:pt idx="6404">First_Product_Purchased</cx:pt>
          <cx:pt idx="6405">First_Product_Purchased</cx:pt>
          <cx:pt idx="6406">First_Product_Purchased</cx:pt>
          <cx:pt idx="6407">First_Product_Purchased</cx:pt>
          <cx:pt idx="6408">First_Product_Purchased</cx:pt>
          <cx:pt idx="6409">First_Product_Purchased</cx:pt>
          <cx:pt idx="6410">First_Product_Purchased</cx:pt>
          <cx:pt idx="6411">First_Product_Purchased</cx:pt>
          <cx:pt idx="6412">First_Product_Purchased</cx:pt>
          <cx:pt idx="6413">First_Product_Purchased</cx:pt>
          <cx:pt idx="6414">First_Product_Purchased</cx:pt>
          <cx:pt idx="6415">First_Product_Purchased</cx:pt>
          <cx:pt idx="6416">First_Product_Purchased</cx:pt>
          <cx:pt idx="6417">First_Product_Purchased</cx:pt>
          <cx:pt idx="6418">First_Product_Purchased</cx:pt>
          <cx:pt idx="6419">First_Product_Purchased</cx:pt>
          <cx:pt idx="6420">First_Product_Purchased</cx:pt>
          <cx:pt idx="6421">First_Product_Purchased</cx:pt>
          <cx:pt idx="6422">First_Product_Purchased</cx:pt>
          <cx:pt idx="6423">First_Product_Purchased</cx:pt>
          <cx:pt idx="6424">First_Product_Purchased</cx:pt>
          <cx:pt idx="6425">First_Product_Purchased</cx:pt>
          <cx:pt idx="6426">First_Product_Purchased</cx:pt>
          <cx:pt idx="6427">First_Product_Purchased</cx:pt>
          <cx:pt idx="6428">First_Product_Purchased</cx:pt>
          <cx:pt idx="6429">First_Product_Purchased</cx:pt>
          <cx:pt idx="6430">First_Product_Purchased</cx:pt>
          <cx:pt idx="6431">First_Product_Purchased</cx:pt>
          <cx:pt idx="6432">First_Product_Purchased</cx:pt>
          <cx:pt idx="6433">First_Product_Purchased</cx:pt>
          <cx:pt idx="6434">First_Product_Purchased</cx:pt>
          <cx:pt idx="6435">First_Product_Purchased</cx:pt>
          <cx:pt idx="6436">First_Product_Purchased</cx:pt>
          <cx:pt idx="6437">First_Product_Purchased</cx:pt>
          <cx:pt idx="6438">First_Product_Purchased</cx:pt>
          <cx:pt idx="6439">First_Product_Purchased</cx:pt>
          <cx:pt idx="6440">First_Product_Purchased</cx:pt>
          <cx:pt idx="6441">First_Product_Purchased</cx:pt>
          <cx:pt idx="6442">First_Product_Purchased</cx:pt>
          <cx:pt idx="6443">First_Product_Purchased</cx:pt>
          <cx:pt idx="6444">First_Product_Purchased</cx:pt>
          <cx:pt idx="6445">First_Product_Purchased</cx:pt>
          <cx:pt idx="6446">First_Product_Purchased</cx:pt>
          <cx:pt idx="6447">First_Product_Purchased</cx:pt>
          <cx:pt idx="6448">First_Product_Purchased</cx:pt>
          <cx:pt idx="6449">First_Product_Purchased</cx:pt>
          <cx:pt idx="6450">First_Product_Purchased</cx:pt>
          <cx:pt idx="6451">First_Product_Purchased</cx:pt>
          <cx:pt idx="6452">First_Product_Purchased</cx:pt>
          <cx:pt idx="6453">First_Product_Purchased</cx:pt>
          <cx:pt idx="6454">First_Product_Purchased</cx:pt>
          <cx:pt idx="6455">First_Product_Purchased</cx:pt>
          <cx:pt idx="6456">First_Product_Purchased</cx:pt>
          <cx:pt idx="6457">First_Product_Purchased</cx:pt>
          <cx:pt idx="6458">First_Product_Purchased</cx:pt>
          <cx:pt idx="6459">First_Product_Purchased</cx:pt>
          <cx:pt idx="6460">First_Product_Purchased</cx:pt>
          <cx:pt idx="6461">First_Product_Purchased</cx:pt>
          <cx:pt idx="6462">First_Product_Purchased</cx:pt>
          <cx:pt idx="6463">First_Product_Purchased</cx:pt>
          <cx:pt idx="6464">First_Product_Purchased</cx:pt>
          <cx:pt idx="6465">First_Product_Purchased</cx:pt>
          <cx:pt idx="6466">First_Product_Purchased</cx:pt>
          <cx:pt idx="6467">First_Product_Purchased</cx:pt>
          <cx:pt idx="6468">First_Product_Purchased</cx:pt>
          <cx:pt idx="6469">First_Product_Purchased</cx:pt>
          <cx:pt idx="6470">First_Product_Purchased</cx:pt>
          <cx:pt idx="6471">First_Product_Purchased</cx:pt>
          <cx:pt idx="6472">First_Product_Purchased</cx:pt>
          <cx:pt idx="6473">First_Product_Purchased</cx:pt>
          <cx:pt idx="6474">First_Product_Purchased</cx:pt>
          <cx:pt idx="6475">First_Product_Purchased</cx:pt>
          <cx:pt idx="6476">First_Product_Purchased</cx:pt>
          <cx:pt idx="6477">First_Product_Purchased</cx:pt>
          <cx:pt idx="6478">First_Product_Purchased</cx:pt>
          <cx:pt idx="6479">First_Product_Purchased</cx:pt>
          <cx:pt idx="6480">First_Product_Purchased</cx:pt>
          <cx:pt idx="6481">First_Product_Purchased</cx:pt>
          <cx:pt idx="6482">First_Product_Purchased</cx:pt>
          <cx:pt idx="6483">First_Product_Purchased</cx:pt>
          <cx:pt idx="6484">First_Product_Purchased</cx:pt>
          <cx:pt idx="6485">First_Product_Purchased</cx:pt>
          <cx:pt idx="6486">First_Product_Purchased</cx:pt>
          <cx:pt idx="6487">First_Product_Purchased</cx:pt>
          <cx:pt idx="6488">First_Product_Purchased</cx:pt>
          <cx:pt idx="6489">First_Product_Purchased</cx:pt>
          <cx:pt idx="6490">First_Product_Purchased</cx:pt>
          <cx:pt idx="6491">First_Product_Purchased</cx:pt>
          <cx:pt idx="6492">First_Product_Purchased</cx:pt>
          <cx:pt idx="6493">First_Product_Purchased</cx:pt>
          <cx:pt idx="6494">First_Product_Purchased</cx:pt>
          <cx:pt idx="6495">First_Product_Purchased</cx:pt>
          <cx:pt idx="6496">First_Product_Purchased</cx:pt>
          <cx:pt idx="6497">First_Product_Purchased</cx:pt>
          <cx:pt idx="6498">First_Product_Purchased</cx:pt>
          <cx:pt idx="6499">First_Product_Purchased</cx:pt>
          <cx:pt idx="6500">First_Product_Purchased</cx:pt>
          <cx:pt idx="6501">First_Product_Purchased</cx:pt>
          <cx:pt idx="6502">First_Product_Purchased</cx:pt>
          <cx:pt idx="6503">First_Product_Purchased</cx:pt>
          <cx:pt idx="6504">First_Product_Purchased</cx:pt>
          <cx:pt idx="6505">First_Product_Purchased</cx:pt>
          <cx:pt idx="6506">First_Product_Purchased</cx:pt>
          <cx:pt idx="6507">First_Product_Purchased</cx:pt>
          <cx:pt idx="6508">First_Product_Purchased</cx:pt>
          <cx:pt idx="6509">First_Product_Purchased</cx:pt>
          <cx:pt idx="6510">First_Product_Purchased</cx:pt>
          <cx:pt idx="6511">First_Product_Purchased</cx:pt>
          <cx:pt idx="6512">First_Product_Purchased</cx:pt>
          <cx:pt idx="6513">First_Product_Purchased</cx:pt>
          <cx:pt idx="6514">First_Product_Purchased</cx:pt>
          <cx:pt idx="6515">First_Product_Purchased</cx:pt>
          <cx:pt idx="6516">First_Product_Purchased</cx:pt>
          <cx:pt idx="6517">First_Product_Purchased</cx:pt>
          <cx:pt idx="6518">First_Product_Purchased</cx:pt>
          <cx:pt idx="6519">First_Product_Purchased</cx:pt>
          <cx:pt idx="6520">First_Product_Purchased</cx:pt>
          <cx:pt idx="6521">First_Product_Purchased</cx:pt>
          <cx:pt idx="6522">First_Product_Purchased</cx:pt>
          <cx:pt idx="6523">First_Product_Purchased</cx:pt>
          <cx:pt idx="6524">First_Product_Purchased</cx:pt>
          <cx:pt idx="6525">First_Product_Purchased</cx:pt>
          <cx:pt idx="6526">First_Product_Purchased</cx:pt>
          <cx:pt idx="6527">First_Product_Purchased</cx:pt>
          <cx:pt idx="6528">First_Product_Purchased</cx:pt>
          <cx:pt idx="6529">First_Product_Purchased</cx:pt>
          <cx:pt idx="6530">First_Product_Purchased</cx:pt>
          <cx:pt idx="6531">First_Product_Purchased</cx:pt>
          <cx:pt idx="6532">First_Product_Purchased</cx:pt>
          <cx:pt idx="6533">First_Product_Purchased</cx:pt>
          <cx:pt idx="6534">Second_Product_Purchased</cx:pt>
          <cx:pt idx="6535">First_Product_Purchased</cx:pt>
          <cx:pt idx="6536">First_Product_Purchased</cx:pt>
          <cx:pt idx="6537">First_Product_Purchased</cx:pt>
          <cx:pt idx="6538">First_Product_Purchased</cx:pt>
          <cx:pt idx="6539">First_Product_Purchased</cx:pt>
          <cx:pt idx="6540">First_Product_Purchased</cx:pt>
          <cx:pt idx="6541">First_Product_Purchased</cx:pt>
          <cx:pt idx="6542">First_Product_Purchased</cx:pt>
          <cx:pt idx="6543">First_Product_Purchased</cx:pt>
          <cx:pt idx="6544">First_Product_Purchased</cx:pt>
          <cx:pt idx="6545">First_Product_Purchased</cx:pt>
          <cx:pt idx="6546">First_Product_Purchased</cx:pt>
          <cx:pt idx="6547">First_Product_Purchased</cx:pt>
          <cx:pt idx="6548">First_Product_Purchased</cx:pt>
          <cx:pt idx="6549">First_Product_Purchased</cx:pt>
          <cx:pt idx="6550">First_Product_Purchased</cx:pt>
          <cx:pt idx="6551">First_Product_Purchased</cx:pt>
          <cx:pt idx="6552">First_Product_Purchased</cx:pt>
          <cx:pt idx="6553">First_Product_Purchased</cx:pt>
          <cx:pt idx="6554">First_Product_Purchased</cx:pt>
          <cx:pt idx="6555">First_Product_Purchased</cx:pt>
          <cx:pt idx="6556">First_Product_Purchased</cx:pt>
          <cx:pt idx="6557">First_Product_Purchased</cx:pt>
          <cx:pt idx="6558">First_Product_Purchased</cx:pt>
          <cx:pt idx="6559">First_Product_Purchased</cx:pt>
          <cx:pt idx="6560">First_Product_Purchased</cx:pt>
          <cx:pt idx="6561">First_Product_Purchased</cx:pt>
          <cx:pt idx="6562">First_Product_Purchased</cx:pt>
          <cx:pt idx="6563">First_Product_Purchased</cx:pt>
          <cx:pt idx="6564">First_Product_Purchased</cx:pt>
          <cx:pt idx="6565">First_Product_Purchased</cx:pt>
          <cx:pt idx="6566">First_Product_Purchased</cx:pt>
          <cx:pt idx="6567">First_Product_Purchased</cx:pt>
          <cx:pt idx="6568">First_Product_Purchased</cx:pt>
          <cx:pt idx="6569">First_Product_Purchased</cx:pt>
          <cx:pt idx="6570">First_Product_Purchased</cx:pt>
          <cx:pt idx="6571">First_Product_Purchased</cx:pt>
          <cx:pt idx="6572">First_Product_Purchased</cx:pt>
          <cx:pt idx="6573">First_Product_Purchased</cx:pt>
          <cx:pt idx="6574">First_Product_Purchased</cx:pt>
          <cx:pt idx="6575">First_Product_Purchased</cx:pt>
          <cx:pt idx="6576">First_Product_Purchased</cx:pt>
          <cx:pt idx="6577">First_Product_Purchased</cx:pt>
          <cx:pt idx="6578">First_Product_Purchased</cx:pt>
          <cx:pt idx="6579">First_Product_Purchased</cx:pt>
          <cx:pt idx="6580">First_Product_Purchased</cx:pt>
          <cx:pt idx="6581">First_Product_Purchased</cx:pt>
          <cx:pt idx="6582">First_Product_Purchased</cx:pt>
          <cx:pt idx="6583">First_Product_Purchased</cx:pt>
          <cx:pt idx="6584">First_Product_Purchased</cx:pt>
          <cx:pt idx="6585">First_Product_Purchased</cx:pt>
          <cx:pt idx="6586">First_Product_Purchased</cx:pt>
          <cx:pt idx="6587">First_Product_Purchased</cx:pt>
          <cx:pt idx="6588">First_Product_Purchased</cx:pt>
          <cx:pt idx="6589">First_Product_Purchased</cx:pt>
          <cx:pt idx="6590">First_Product_Purchased</cx:pt>
          <cx:pt idx="6591">First_Product_Purchased</cx:pt>
          <cx:pt idx="6592">First_Product_Purchased</cx:pt>
          <cx:pt idx="6593">First_Product_Purchased</cx:pt>
          <cx:pt idx="6594">First_Product_Purchased</cx:pt>
          <cx:pt idx="6595">First_Product_Purchased</cx:pt>
          <cx:pt idx="6596">First_Product_Purchased</cx:pt>
          <cx:pt idx="6597">First_Product_Purchased</cx:pt>
          <cx:pt idx="6598">First_Product_Purchased</cx:pt>
          <cx:pt idx="6599">First_Product_Purchased</cx:pt>
          <cx:pt idx="6600">First_Product_Purchased</cx:pt>
          <cx:pt idx="6601">First_Product_Purchased</cx:pt>
          <cx:pt idx="6602">First_Product_Purchased</cx:pt>
          <cx:pt idx="6603">First_Product_Purchased</cx:pt>
          <cx:pt idx="6604">First_Product_Purchased</cx:pt>
          <cx:pt idx="6605">First_Product_Purchased</cx:pt>
          <cx:pt idx="6606">First_Product_Purchased</cx:pt>
          <cx:pt idx="6607">First_Product_Purchased</cx:pt>
          <cx:pt idx="6608">First_Product_Purchased</cx:pt>
          <cx:pt idx="6609">First_Product_Purchased</cx:pt>
          <cx:pt idx="6610">First_Product_Purchased</cx:pt>
          <cx:pt idx="6611">First_Product_Purchased</cx:pt>
          <cx:pt idx="6612">First_Product_Purchased</cx:pt>
          <cx:pt idx="6613">First_Product_Purchased</cx:pt>
          <cx:pt idx="6614">First_Product_Purchased</cx:pt>
          <cx:pt idx="6615">First_Product_Purchased</cx:pt>
          <cx:pt idx="6616">First_Product_Purchased</cx:pt>
          <cx:pt idx="6617">First_Product_Purchased</cx:pt>
          <cx:pt idx="6618">First_Product_Purchased</cx:pt>
          <cx:pt idx="6619">First_Product_Purchased</cx:pt>
          <cx:pt idx="6620">First_Product_Purchased</cx:pt>
          <cx:pt idx="6621">First_Product_Purchased</cx:pt>
          <cx:pt idx="6622">First_Product_Purchased</cx:pt>
          <cx:pt idx="6623">First_Product_Purchased</cx:pt>
          <cx:pt idx="6624">First_Product_Purchased</cx:pt>
          <cx:pt idx="6625">First_Product_Purchased</cx:pt>
          <cx:pt idx="6626">First_Product_Purchased</cx:pt>
          <cx:pt idx="6627">First_Product_Purchased</cx:pt>
          <cx:pt idx="6628">First_Product_Purchased</cx:pt>
          <cx:pt idx="6629">First_Product_Purchased</cx:pt>
          <cx:pt idx="6630">First_Product_Purchased</cx:pt>
          <cx:pt idx="6631">First_Product_Purchased</cx:pt>
          <cx:pt idx="6632">First_Product_Purchased</cx:pt>
          <cx:pt idx="6633">First_Product_Purchased</cx:pt>
          <cx:pt idx="6634">First_Product_Purchased</cx:pt>
          <cx:pt idx="6635">First_Product_Purchased</cx:pt>
          <cx:pt idx="6636">First_Product_Purchased</cx:pt>
          <cx:pt idx="6637">First_Product_Purchased</cx:pt>
          <cx:pt idx="6638">First_Product_Purchased</cx:pt>
          <cx:pt idx="6639">First_Product_Purchased</cx:pt>
          <cx:pt idx="6640">First_Product_Purchased</cx:pt>
          <cx:pt idx="6641">First_Product_Purchased</cx:pt>
          <cx:pt idx="6642">First_Product_Purchased</cx:pt>
          <cx:pt idx="6643">First_Product_Purchased</cx:pt>
          <cx:pt idx="6644">First_Product_Purchased</cx:pt>
          <cx:pt idx="6645">First_Product_Purchased</cx:pt>
          <cx:pt idx="6646">First_Product_Purchased</cx:pt>
          <cx:pt idx="6647">First_Product_Purchased</cx:pt>
          <cx:pt idx="6648">First_Product_Purchased</cx:pt>
          <cx:pt idx="6649">First_Product_Purchased</cx:pt>
          <cx:pt idx="6650">First_Product_Purchased</cx:pt>
          <cx:pt idx="6651">First_Product_Purchased</cx:pt>
          <cx:pt idx="6652">First_Product_Purchased</cx:pt>
          <cx:pt idx="6653">First_Product_Purchased</cx:pt>
          <cx:pt idx="6654">First_Product_Purchased</cx:pt>
          <cx:pt idx="6655">First_Product_Purchased</cx:pt>
          <cx:pt idx="6656">First_Product_Purchased</cx:pt>
          <cx:pt idx="6657">First_Product_Purchased</cx:pt>
          <cx:pt idx="6658">First_Product_Purchased</cx:pt>
          <cx:pt idx="6659">First_Product_Purchased</cx:pt>
          <cx:pt idx="6660">First_Product_Purchased</cx:pt>
          <cx:pt idx="6661">First_Product_Purchased</cx:pt>
          <cx:pt idx="6662">First_Product_Purchased</cx:pt>
          <cx:pt idx="6663">First_Product_Purchased</cx:pt>
          <cx:pt idx="6664">First_Product_Purchased</cx:pt>
          <cx:pt idx="6665">First_Product_Purchased</cx:pt>
          <cx:pt idx="6666">First_Product_Purchased</cx:pt>
          <cx:pt idx="6667">First_Product_Purchased</cx:pt>
          <cx:pt idx="6668">First_Product_Purchased</cx:pt>
          <cx:pt idx="6669">First_Product_Purchased</cx:pt>
          <cx:pt idx="6670">First_Product_Purchased</cx:pt>
          <cx:pt idx="6671">First_Product_Purchased</cx:pt>
          <cx:pt idx="6672">First_Product_Purchased</cx:pt>
          <cx:pt idx="6673">First_Product_Purchased</cx:pt>
          <cx:pt idx="6674">First_Product_Purchased</cx:pt>
          <cx:pt idx="6675">First_Product_Purchased</cx:pt>
          <cx:pt idx="6676">First_Product_Purchased</cx:pt>
          <cx:pt idx="6677">First_Product_Purchased</cx:pt>
          <cx:pt idx="6678">First_Product_Purchased</cx:pt>
          <cx:pt idx="6679">First_Product_Purchased</cx:pt>
          <cx:pt idx="6680">First_Product_Purchased</cx:pt>
          <cx:pt idx="6681">First_Product_Purchased</cx:pt>
          <cx:pt idx="6682">First_Product_Purchased</cx:pt>
          <cx:pt idx="6683">First_Product_Purchased</cx:pt>
          <cx:pt idx="6684">First_Product_Purchased</cx:pt>
          <cx:pt idx="6685">First_Product_Purchased</cx:pt>
          <cx:pt idx="6686">First_Product_Purchased</cx:pt>
          <cx:pt idx="6687">First_Product_Purchased</cx:pt>
          <cx:pt idx="6688">First_Product_Purchased</cx:pt>
          <cx:pt idx="6689">First_Product_Purchased</cx:pt>
          <cx:pt idx="6690">First_Product_Purchased</cx:pt>
          <cx:pt idx="6691">First_Product_Purchased</cx:pt>
          <cx:pt idx="6692">First_Product_Purchased</cx:pt>
          <cx:pt idx="6693">First_Product_Purchased</cx:pt>
          <cx:pt idx="6694">First_Product_Purchased</cx:pt>
          <cx:pt idx="6695">First_Product_Purchased</cx:pt>
          <cx:pt idx="6696">First_Product_Purchased</cx:pt>
          <cx:pt idx="6697">First_Product_Purchased</cx:pt>
          <cx:pt idx="6698">First_Product_Purchased</cx:pt>
          <cx:pt idx="6699">First_Product_Purchased</cx:pt>
          <cx:pt idx="6700">First_Product_Purchased</cx:pt>
          <cx:pt idx="6701">First_Product_Purchased</cx:pt>
          <cx:pt idx="6702">First_Product_Purchased</cx:pt>
          <cx:pt idx="6703">First_Product_Purchased</cx:pt>
          <cx:pt idx="6704">First_Product_Purchased</cx:pt>
          <cx:pt idx="6705">First_Product_Purchased</cx:pt>
          <cx:pt idx="6706">First_Product_Purchased</cx:pt>
          <cx:pt idx="6707">First_Product_Purchased</cx:pt>
          <cx:pt idx="6708">First_Product_Purchased</cx:pt>
          <cx:pt idx="6709">First_Product_Purchased</cx:pt>
          <cx:pt idx="6710">First_Product_Purchased</cx:pt>
          <cx:pt idx="6711">First_Product_Purchased</cx:pt>
          <cx:pt idx="6712">First_Product_Purchased</cx:pt>
          <cx:pt idx="6713">First_Product_Purchased</cx:pt>
          <cx:pt idx="6714">First_Product_Purchased</cx:pt>
          <cx:pt idx="6715">First_Product_Purchased</cx:pt>
          <cx:pt idx="6716">First_Product_Purchased</cx:pt>
          <cx:pt idx="6717">First_Product_Purchased</cx:pt>
          <cx:pt idx="6718">First_Product_Purchased</cx:pt>
          <cx:pt idx="6719">First_Product_Purchased</cx:pt>
          <cx:pt idx="6720">First_Product_Purchased</cx:pt>
          <cx:pt idx="6721">First_Product_Purchased</cx:pt>
          <cx:pt idx="6722">First_Product_Purchased</cx:pt>
          <cx:pt idx="6723">First_Product_Purchased</cx:pt>
          <cx:pt idx="6724">First_Product_Purchased</cx:pt>
          <cx:pt idx="6725">First_Product_Purchased</cx:pt>
          <cx:pt idx="6726">First_Product_Purchased</cx:pt>
          <cx:pt idx="6727">First_Product_Purchased</cx:pt>
          <cx:pt idx="6728">First_Product_Purchased</cx:pt>
          <cx:pt idx="6729">First_Product_Purchased</cx:pt>
          <cx:pt idx="6730">First_Product_Purchased</cx:pt>
          <cx:pt idx="6731">First_Product_Purchased</cx:pt>
          <cx:pt idx="6732">First_Product_Purchased</cx:pt>
          <cx:pt idx="6733">First_Product_Purchased</cx:pt>
          <cx:pt idx="6734">First_Product_Purchased</cx:pt>
          <cx:pt idx="6735">First_Product_Purchased</cx:pt>
          <cx:pt idx="6736">First_Product_Purchased</cx:pt>
          <cx:pt idx="6737">First_Product_Purchased</cx:pt>
          <cx:pt idx="6738">First_Product_Purchased</cx:pt>
          <cx:pt idx="6739">First_Product_Purchased</cx:pt>
          <cx:pt idx="6740">First_Product_Purchased</cx:pt>
          <cx:pt idx="6741">First_Product_Purchased</cx:pt>
          <cx:pt idx="6742">First_Product_Purchased</cx:pt>
          <cx:pt idx="6743">First_Product_Purchased</cx:pt>
          <cx:pt idx="6744">First_Product_Purchased</cx:pt>
          <cx:pt idx="6745">First_Product_Purchased</cx:pt>
          <cx:pt idx="6746">First_Product_Purchased</cx:pt>
          <cx:pt idx="6747">First_Product_Purchased</cx:pt>
          <cx:pt idx="6748">First_Product_Purchased</cx:pt>
          <cx:pt idx="6749">First_Product_Purchased</cx:pt>
          <cx:pt idx="6750">First_Product_Purchased</cx:pt>
          <cx:pt idx="6751">First_Product_Purchased</cx:pt>
          <cx:pt idx="6752">First_Product_Purchased</cx:pt>
          <cx:pt idx="6753">First_Product_Purchased</cx:pt>
          <cx:pt idx="6754">First_Product_Purchased</cx:pt>
          <cx:pt idx="6755">First_Product_Purchased</cx:pt>
          <cx:pt idx="6756">First_Product_Purchased</cx:pt>
          <cx:pt idx="6757">First_Product_Purchased</cx:pt>
          <cx:pt idx="6758">First_Product_Purchased</cx:pt>
          <cx:pt idx="6759">First_Product_Purchased</cx:pt>
          <cx:pt idx="6760">First_Product_Purchased</cx:pt>
          <cx:pt idx="6761">First_Product_Purchased</cx:pt>
          <cx:pt idx="6762">First_Product_Purchased</cx:pt>
          <cx:pt idx="6763">First_Product_Purchased</cx:pt>
          <cx:pt idx="6764">First_Product_Purchased</cx:pt>
          <cx:pt idx="6765">First_Product_Purchased</cx:pt>
          <cx:pt idx="6766">First_Product_Purchased</cx:pt>
          <cx:pt idx="6767">First_Product_Purchased</cx:pt>
          <cx:pt idx="6768">First_Product_Purchased</cx:pt>
          <cx:pt idx="6769">First_Product_Purchased</cx:pt>
          <cx:pt idx="6770">First_Product_Purchased</cx:pt>
          <cx:pt idx="6771">First_Product_Purchased</cx:pt>
          <cx:pt idx="6772">First_Product_Purchased</cx:pt>
          <cx:pt idx="6773">First_Product_Purchased</cx:pt>
          <cx:pt idx="6774">First_Product_Purchased</cx:pt>
          <cx:pt idx="6775">First_Product_Purchased</cx:pt>
          <cx:pt idx="6776">First_Product_Purchased</cx:pt>
          <cx:pt idx="6777">First_Product_Purchased</cx:pt>
          <cx:pt idx="6778">First_Product_Purchased</cx:pt>
          <cx:pt idx="6779">First_Product_Purchased</cx:pt>
          <cx:pt idx="6780">First_Product_Purchased</cx:pt>
          <cx:pt idx="6781">First_Product_Purchased</cx:pt>
          <cx:pt idx="6782">First_Product_Purchased</cx:pt>
          <cx:pt idx="6783">First_Product_Purchased</cx:pt>
          <cx:pt idx="6784">First_Product_Purchased</cx:pt>
          <cx:pt idx="6785">First_Product_Purchased</cx:pt>
          <cx:pt idx="6786">First_Product_Purchased</cx:pt>
          <cx:pt idx="6787">First_Product_Purchased</cx:pt>
          <cx:pt idx="6788">First_Product_Purchased</cx:pt>
          <cx:pt idx="6789">First_Product_Purchased</cx:pt>
          <cx:pt idx="6790">First_Product_Purchased</cx:pt>
          <cx:pt idx="6791">First_Product_Purchased</cx:pt>
          <cx:pt idx="6792">First_Product_Purchased</cx:pt>
          <cx:pt idx="6793">First_Product_Purchased</cx:pt>
          <cx:pt idx="6794">First_Product_Purchased</cx:pt>
          <cx:pt idx="6795">First_Product_Purchased</cx:pt>
          <cx:pt idx="6796">First_Product_Purchased</cx:pt>
          <cx:pt idx="6797">First_Product_Purchased</cx:pt>
          <cx:pt idx="6798">First_Product_Purchased</cx:pt>
          <cx:pt idx="6799">First_Product_Purchased</cx:pt>
          <cx:pt idx="6800">First_Product_Purchased</cx:pt>
          <cx:pt idx="6801">First_Product_Purchased</cx:pt>
          <cx:pt idx="6802">First_Product_Purchased</cx:pt>
          <cx:pt idx="6803">First_Product_Purchased</cx:pt>
          <cx:pt idx="6804">First_Product_Purchased</cx:pt>
          <cx:pt idx="6805">First_Product_Purchased</cx:pt>
          <cx:pt idx="6806">First_Product_Purchased</cx:pt>
          <cx:pt idx="6807">First_Product_Purchased</cx:pt>
          <cx:pt idx="6808">First_Product_Purchased</cx:pt>
          <cx:pt idx="6809">First_Product_Purchased</cx:pt>
          <cx:pt idx="6810">First_Product_Purchased</cx:pt>
          <cx:pt idx="6811">First_Product_Purchased</cx:pt>
          <cx:pt idx="6812">First_Product_Purchased</cx:pt>
          <cx:pt idx="6813">First_Product_Purchased</cx:pt>
          <cx:pt idx="6814">First_Product_Purchased</cx:pt>
          <cx:pt idx="6815">First_Product_Purchased</cx:pt>
          <cx:pt idx="6816">First_Product_Purchased</cx:pt>
          <cx:pt idx="6817">First_Product_Purchased</cx:pt>
          <cx:pt idx="6818">First_Product_Purchased</cx:pt>
          <cx:pt idx="6819">First_Product_Purchased</cx:pt>
          <cx:pt idx="6820">First_Product_Purchased</cx:pt>
          <cx:pt idx="6821">First_Product_Purchased</cx:pt>
          <cx:pt idx="6822">First_Product_Purchased</cx:pt>
          <cx:pt idx="6823">First_Product_Purchased</cx:pt>
          <cx:pt idx="6824">First_Product_Purchased</cx:pt>
          <cx:pt idx="6825">First_Product_Purchased</cx:pt>
          <cx:pt idx="6826">First_Product_Purchased</cx:pt>
          <cx:pt idx="6827">First_Product_Purchased</cx:pt>
          <cx:pt idx="6828">First_Product_Purchased</cx:pt>
          <cx:pt idx="6829">First_Product_Purchased</cx:pt>
          <cx:pt idx="6830">First_Product_Purchased</cx:pt>
          <cx:pt idx="6831">First_Product_Purchased</cx:pt>
          <cx:pt idx="6832">First_Product_Purchased</cx:pt>
          <cx:pt idx="6833">First_Product_Purchased</cx:pt>
          <cx:pt idx="6834">First_Product_Purchased</cx:pt>
          <cx:pt idx="6835">First_Product_Purchased</cx:pt>
          <cx:pt idx="6836">First_Product_Purchased</cx:pt>
          <cx:pt idx="6837">First_Product_Purchased</cx:pt>
          <cx:pt idx="6838">First_Product_Purchased</cx:pt>
          <cx:pt idx="6839">First_Product_Purchased</cx:pt>
          <cx:pt idx="6840">First_Product_Purchased</cx:pt>
          <cx:pt idx="6841">First_Product_Purchased</cx:pt>
          <cx:pt idx="6842">First_Product_Purchased</cx:pt>
          <cx:pt idx="6843">First_Product_Purchased</cx:pt>
          <cx:pt idx="6844">First_Product_Purchased</cx:pt>
          <cx:pt idx="6845">First_Product_Purchased</cx:pt>
          <cx:pt idx="6846">First_Product_Purchased</cx:pt>
          <cx:pt idx="6847">First_Product_Purchased</cx:pt>
          <cx:pt idx="6848">First_Product_Purchased</cx:pt>
          <cx:pt idx="6849">First_Product_Purchased</cx:pt>
          <cx:pt idx="6850">First_Product_Purchased</cx:pt>
          <cx:pt idx="6851">First_Product_Purchased</cx:pt>
          <cx:pt idx="6852">First_Product_Purchased</cx:pt>
          <cx:pt idx="6853">First_Product_Purchased</cx:pt>
          <cx:pt idx="6854">First_Product_Purchased</cx:pt>
          <cx:pt idx="6855">First_Product_Purchased</cx:pt>
          <cx:pt idx="6856">First_Product_Purchased</cx:pt>
          <cx:pt idx="6857">First_Product_Purchased</cx:pt>
          <cx:pt idx="6858">First_Product_Purchased</cx:pt>
          <cx:pt idx="6859">First_Product_Purchased</cx:pt>
          <cx:pt idx="6860">First_Product_Purchased</cx:pt>
          <cx:pt idx="6861">First_Product_Purchased</cx:pt>
          <cx:pt idx="6862">First_Product_Purchased</cx:pt>
          <cx:pt idx="6863">First_Product_Purchased</cx:pt>
          <cx:pt idx="6864">First_Product_Purchased</cx:pt>
          <cx:pt idx="6865">First_Product_Purchased</cx:pt>
          <cx:pt idx="6866">First_Product_Purchased</cx:pt>
          <cx:pt idx="6867">First_Product_Purchased</cx:pt>
          <cx:pt idx="6868">First_Product_Purchased</cx:pt>
          <cx:pt idx="6869">First_Product_Purchased</cx:pt>
          <cx:pt idx="6870">First_Product_Purchased</cx:pt>
          <cx:pt idx="6871">First_Product_Purchased</cx:pt>
          <cx:pt idx="6872">First_Product_Purchased</cx:pt>
          <cx:pt idx="6873">First_Product_Purchased</cx:pt>
          <cx:pt idx="6874">First_Product_Purchased</cx:pt>
          <cx:pt idx="6875">First_Product_Purchased</cx:pt>
          <cx:pt idx="6876">First_Product_Purchased</cx:pt>
          <cx:pt idx="6877">First_Product_Purchased</cx:pt>
          <cx:pt idx="6878">First_Product_Purchased</cx:pt>
          <cx:pt idx="6879">First_Product_Purchased</cx:pt>
          <cx:pt idx="6880">First_Product_Purchased</cx:pt>
          <cx:pt idx="6881">First_Product_Purchased</cx:pt>
          <cx:pt idx="6882">First_Product_Purchased</cx:pt>
          <cx:pt idx="6883">First_Product_Purchased</cx:pt>
          <cx:pt idx="6884">First_Product_Purchased</cx:pt>
          <cx:pt idx="6885">First_Product_Purchased</cx:pt>
          <cx:pt idx="6886">First_Product_Purchased</cx:pt>
          <cx:pt idx="6887">First_Product_Purchased</cx:pt>
          <cx:pt idx="6888">First_Product_Purchased</cx:pt>
          <cx:pt idx="6889">First_Product_Purchased</cx:pt>
          <cx:pt idx="6890">First_Product_Purchased</cx:pt>
          <cx:pt idx="6891">First_Product_Purchased</cx:pt>
          <cx:pt idx="6892">First_Product_Purchased</cx:pt>
          <cx:pt idx="6893">First_Product_Purchased</cx:pt>
          <cx:pt idx="6894">First_Product_Purchased</cx:pt>
          <cx:pt idx="6895">First_Product_Purchased</cx:pt>
          <cx:pt idx="6896">First_Product_Purchased</cx:pt>
          <cx:pt idx="6897">First_Product_Purchased</cx:pt>
          <cx:pt idx="6898">First_Product_Purchased</cx:pt>
          <cx:pt idx="6899">First_Product_Purchased</cx:pt>
          <cx:pt idx="6900">First_Product_Purchased</cx:pt>
          <cx:pt idx="6901">First_Product_Purchased</cx:pt>
          <cx:pt idx="6902">First_Product_Purchased</cx:pt>
          <cx:pt idx="6903">First_Product_Purchased</cx:pt>
          <cx:pt idx="6904">First_Product_Purchased</cx:pt>
          <cx:pt idx="6905">First_Product_Purchased</cx:pt>
          <cx:pt idx="6906">First_Product_Purchased</cx:pt>
          <cx:pt idx="6907">First_Product_Purchased</cx:pt>
          <cx:pt idx="6908">First_Product_Purchased</cx:pt>
          <cx:pt idx="6909">First_Product_Purchased</cx:pt>
          <cx:pt idx="6910">First_Product_Purchased</cx:pt>
          <cx:pt idx="6911">First_Product_Purchased</cx:pt>
          <cx:pt idx="6912">First_Product_Purchased</cx:pt>
          <cx:pt idx="6913">First_Product_Purchased</cx:pt>
          <cx:pt idx="6914">First_Product_Purchased</cx:pt>
          <cx:pt idx="6915">First_Product_Purchased</cx:pt>
          <cx:pt idx="6916">First_Product_Purchased</cx:pt>
          <cx:pt idx="6917">First_Product_Purchased</cx:pt>
          <cx:pt idx="6918">First_Product_Purchased</cx:pt>
          <cx:pt idx="6919">First_Product_Purchased</cx:pt>
          <cx:pt idx="6920">First_Product_Purchased</cx:pt>
          <cx:pt idx="6921">First_Product_Purchased</cx:pt>
          <cx:pt idx="6922">First_Product_Purchased</cx:pt>
          <cx:pt idx="6923">First_Product_Purchased</cx:pt>
          <cx:pt idx="6924">First_Product_Purchased</cx:pt>
          <cx:pt idx="6925">First_Product_Purchased</cx:pt>
          <cx:pt idx="6926">First_Product_Purchased</cx:pt>
          <cx:pt idx="6927">First_Product_Purchased</cx:pt>
          <cx:pt idx="6928">First_Product_Purchased</cx:pt>
          <cx:pt idx="6929">First_Product_Purchased</cx:pt>
          <cx:pt idx="6930">First_Product_Purchased</cx:pt>
          <cx:pt idx="6931">First_Product_Purchased</cx:pt>
          <cx:pt idx="6932">First_Product_Purchased</cx:pt>
          <cx:pt idx="6933">First_Product_Purchased</cx:pt>
          <cx:pt idx="6934">First_Product_Purchased</cx:pt>
          <cx:pt idx="6935">First_Product_Purchased</cx:pt>
          <cx:pt idx="6936">First_Product_Purchased</cx:pt>
          <cx:pt idx="6937">First_Product_Purchased</cx:pt>
          <cx:pt idx="6938">First_Product_Purchased</cx:pt>
          <cx:pt idx="6939">First_Product_Purchased</cx:pt>
          <cx:pt idx="6940">First_Product_Purchased</cx:pt>
          <cx:pt idx="6941">First_Product_Purchased</cx:pt>
          <cx:pt idx="6942">First_Product_Purchased</cx:pt>
          <cx:pt idx="6943">First_Product_Purchased</cx:pt>
          <cx:pt idx="6944">First_Product_Purchased</cx:pt>
          <cx:pt idx="6945">First_Product_Purchased</cx:pt>
          <cx:pt idx="6946">First_Product_Purchased</cx:pt>
          <cx:pt idx="6947">First_Product_Purchased</cx:pt>
          <cx:pt idx="6948">First_Product_Purchased</cx:pt>
          <cx:pt idx="6949">First_Product_Purchased</cx:pt>
          <cx:pt idx="6950">First_Product_Purchased</cx:pt>
          <cx:pt idx="6951">First_Product_Purchased</cx:pt>
          <cx:pt idx="6952">First_Product_Purchased</cx:pt>
          <cx:pt idx="6953">First_Product_Purchased</cx:pt>
          <cx:pt idx="6954">First_Product_Purchased</cx:pt>
          <cx:pt idx="6955">First_Product_Purchased</cx:pt>
          <cx:pt idx="6956">First_Product_Purchased</cx:pt>
          <cx:pt idx="6957">First_Product_Purchased</cx:pt>
          <cx:pt idx="6958">First_Product_Purchased</cx:pt>
          <cx:pt idx="6959">First_Product_Purchased</cx:pt>
          <cx:pt idx="6960">First_Product_Purchased</cx:pt>
          <cx:pt idx="6961">First_Product_Purchased</cx:pt>
          <cx:pt idx="6962">First_Product_Purchased</cx:pt>
          <cx:pt idx="6963">First_Product_Purchased</cx:pt>
          <cx:pt idx="6964">First_Product_Purchased</cx:pt>
          <cx:pt idx="6965">First_Product_Purchased</cx:pt>
          <cx:pt idx="6966">First_Product_Purchased</cx:pt>
          <cx:pt idx="6967">First_Product_Purchased</cx:pt>
          <cx:pt idx="6968">First_Product_Purchased</cx:pt>
          <cx:pt idx="6969">First_Product_Purchased</cx:pt>
          <cx:pt idx="6970">First_Product_Purchased</cx:pt>
          <cx:pt idx="6971">First_Product_Purchased</cx:pt>
          <cx:pt idx="6972">First_Product_Purchased</cx:pt>
          <cx:pt idx="6973">First_Product_Purchased</cx:pt>
          <cx:pt idx="6974">First_Product_Purchased</cx:pt>
          <cx:pt idx="6975">First_Product_Purchased</cx:pt>
          <cx:pt idx="6976">First_Product_Purchased</cx:pt>
          <cx:pt idx="6977">First_Product_Purchased</cx:pt>
          <cx:pt idx="6978">First_Product_Purchased</cx:pt>
          <cx:pt idx="6979">First_Product_Purchased</cx:pt>
          <cx:pt idx="6980">First_Product_Purchased</cx:pt>
          <cx:pt idx="6981">First_Product_Purchased</cx:pt>
          <cx:pt idx="6982">First_Product_Purchased</cx:pt>
          <cx:pt idx="6983">First_Product_Purchased</cx:pt>
          <cx:pt idx="6984">First_Product_Purchased</cx:pt>
          <cx:pt idx="6985">First_Product_Purchased</cx:pt>
          <cx:pt idx="6986">First_Product_Purchased</cx:pt>
          <cx:pt idx="6987">First_Product_Purchased</cx:pt>
          <cx:pt idx="6988">First_Product_Purchased</cx:pt>
          <cx:pt idx="6989">First_Product_Purchased</cx:pt>
          <cx:pt idx="6990">First_Product_Purchased</cx:pt>
          <cx:pt idx="6991">First_Product_Purchased</cx:pt>
          <cx:pt idx="6992">First_Product_Purchased</cx:pt>
          <cx:pt idx="6993">First_Product_Purchased</cx:pt>
          <cx:pt idx="6994">First_Product_Purchased</cx:pt>
          <cx:pt idx="6995">First_Product_Purchased</cx:pt>
          <cx:pt idx="6996">First_Product_Purchased</cx:pt>
          <cx:pt idx="6997">First_Product_Purchased</cx:pt>
          <cx:pt idx="6998">First_Product_Purchased</cx:pt>
          <cx:pt idx="6999">First_Product_Purchased</cx:pt>
          <cx:pt idx="7000">First_Product_Purchased</cx:pt>
          <cx:pt idx="7001">First_Product_Purchased</cx:pt>
          <cx:pt idx="7002">First_Product_Purchased</cx:pt>
          <cx:pt idx="7003">First_Product_Purchased</cx:pt>
          <cx:pt idx="7004">First_Product_Purchased</cx:pt>
          <cx:pt idx="7005">First_Product_Purchased</cx:pt>
          <cx:pt idx="7006">First_Product_Purchased</cx:pt>
          <cx:pt idx="7007">First_Product_Purchased</cx:pt>
          <cx:pt idx="7008">First_Product_Purchased</cx:pt>
          <cx:pt idx="7009">First_Product_Purchased</cx:pt>
          <cx:pt idx="7010">First_Product_Purchased</cx:pt>
          <cx:pt idx="7011">First_Product_Purchased</cx:pt>
          <cx:pt idx="7012">First_Product_Purchased</cx:pt>
          <cx:pt idx="7013">First_Product_Purchased</cx:pt>
          <cx:pt idx="7014">First_Product_Purchased</cx:pt>
          <cx:pt idx="7015">First_Product_Purchased</cx:pt>
          <cx:pt idx="7016">First_Product_Purchased</cx:pt>
          <cx:pt idx="7017">First_Product_Purchased</cx:pt>
          <cx:pt idx="7018">First_Product_Purchased</cx:pt>
          <cx:pt idx="7019">First_Product_Purchased</cx:pt>
          <cx:pt idx="7020">First_Product_Purchased</cx:pt>
          <cx:pt idx="7021">First_Product_Purchased</cx:pt>
          <cx:pt idx="7022">First_Product_Purchased</cx:pt>
          <cx:pt idx="7023">First_Product_Purchased</cx:pt>
          <cx:pt idx="7024">First_Product_Purchased</cx:pt>
          <cx:pt idx="7025">First_Product_Purchased</cx:pt>
          <cx:pt idx="7026">First_Product_Purchased</cx:pt>
          <cx:pt idx="7027">First_Product_Purchased</cx:pt>
          <cx:pt idx="7028">First_Product_Purchased</cx:pt>
          <cx:pt idx="7029">First_Product_Purchased</cx:pt>
          <cx:pt idx="7030">First_Product_Purchased</cx:pt>
          <cx:pt idx="7031">First_Product_Purchased</cx:pt>
          <cx:pt idx="7032">First_Product_Purchased</cx:pt>
          <cx:pt idx="7033">First_Product_Purchased</cx:pt>
          <cx:pt idx="7034">First_Product_Purchased</cx:pt>
          <cx:pt idx="7035">First_Product_Purchased</cx:pt>
          <cx:pt idx="7036">First_Product_Purchased</cx:pt>
          <cx:pt idx="7037">First_Product_Purchased</cx:pt>
          <cx:pt idx="7038">First_Product_Purchased</cx:pt>
          <cx:pt idx="7039">First_Product_Purchased</cx:pt>
          <cx:pt idx="7040">First_Product_Purchased</cx:pt>
          <cx:pt idx="7041">First_Product_Purchased</cx:pt>
          <cx:pt idx="7042">First_Product_Purchased</cx:pt>
          <cx:pt idx="7043">First_Product_Purchased</cx:pt>
          <cx:pt idx="7044">First_Product_Purchased</cx:pt>
          <cx:pt idx="7045">First_Product_Purchased</cx:pt>
          <cx:pt idx="7046">First_Product_Purchased</cx:pt>
          <cx:pt idx="7047">First_Product_Purchased</cx:pt>
          <cx:pt idx="7048">First_Product_Purchased</cx:pt>
          <cx:pt idx="7049">First_Product_Purchased</cx:pt>
          <cx:pt idx="7050">First_Product_Purchased</cx:pt>
          <cx:pt idx="7051">First_Product_Purchased</cx:pt>
          <cx:pt idx="7052">First_Product_Purchased</cx:pt>
          <cx:pt idx="7053">First_Product_Purchased</cx:pt>
          <cx:pt idx="7054">First_Product_Purchased</cx:pt>
          <cx:pt idx="7055">First_Product_Purchased</cx:pt>
          <cx:pt idx="7056">First_Product_Purchased</cx:pt>
          <cx:pt idx="7057">First_Product_Purchased</cx:pt>
          <cx:pt idx="7058">First_Product_Purchased</cx:pt>
          <cx:pt idx="7059">First_Product_Purchased</cx:pt>
          <cx:pt idx="7060">First_Product_Purchased</cx:pt>
          <cx:pt idx="7061">First_Product_Purchased</cx:pt>
          <cx:pt idx="7062">First_Product_Purchased</cx:pt>
          <cx:pt idx="7063">First_Product_Purchased</cx:pt>
          <cx:pt idx="7064">First_Product_Purchased</cx:pt>
          <cx:pt idx="7065">First_Product_Purchased</cx:pt>
          <cx:pt idx="7066">First_Product_Purchased</cx:pt>
          <cx:pt idx="7067">First_Product_Purchased</cx:pt>
          <cx:pt idx="7068">First_Product_Purchased</cx:pt>
          <cx:pt idx="7069">First_Product_Purchased</cx:pt>
          <cx:pt idx="7070">First_Product_Purchased</cx:pt>
          <cx:pt idx="7071">First_Product_Purchased</cx:pt>
          <cx:pt idx="7072">First_Product_Purchased</cx:pt>
          <cx:pt idx="7073">First_Product_Purchased</cx:pt>
          <cx:pt idx="7074">First_Product_Purchased</cx:pt>
          <cx:pt idx="7075">First_Product_Purchased</cx:pt>
          <cx:pt idx="7076">First_Product_Purchased</cx:pt>
          <cx:pt idx="7077">First_Product_Purchased</cx:pt>
          <cx:pt idx="7078">First_Product_Purchased</cx:pt>
          <cx:pt idx="7079">First_Product_Purchased</cx:pt>
          <cx:pt idx="7080">First_Product_Purchased</cx:pt>
          <cx:pt idx="7081">First_Product_Purchased</cx:pt>
          <cx:pt idx="7082">First_Product_Purchased</cx:pt>
          <cx:pt idx="7083">First_Product_Purchased</cx:pt>
          <cx:pt idx="7084">First_Product_Purchased</cx:pt>
          <cx:pt idx="7085">First_Product_Purchased</cx:pt>
          <cx:pt idx="7086">First_Product_Purchased</cx:pt>
          <cx:pt idx="7087">First_Product_Purchased</cx:pt>
          <cx:pt idx="7088">First_Product_Purchased</cx:pt>
          <cx:pt idx="7089">First_Product_Purchased</cx:pt>
          <cx:pt idx="7090">First_Product_Purchased</cx:pt>
          <cx:pt idx="7091">First_Product_Purchased</cx:pt>
          <cx:pt idx="7092">First_Product_Purchased</cx:pt>
          <cx:pt idx="7093">First_Product_Purchased</cx:pt>
          <cx:pt idx="7094">First_Product_Purchased</cx:pt>
          <cx:pt idx="7095">First_Product_Purchased</cx:pt>
          <cx:pt idx="7096">First_Product_Purchased</cx:pt>
          <cx:pt idx="7097">First_Product_Purchased</cx:pt>
          <cx:pt idx="7098">First_Product_Purchased</cx:pt>
          <cx:pt idx="7099">First_Product_Purchased</cx:pt>
          <cx:pt idx="7100">First_Product_Purchased</cx:pt>
          <cx:pt idx="7101">First_Product_Purchased</cx:pt>
          <cx:pt idx="7102">First_Product_Purchased</cx:pt>
          <cx:pt idx="7103">First_Product_Purchased</cx:pt>
          <cx:pt idx="7104">First_Product_Purchased</cx:pt>
          <cx:pt idx="7105">First_Product_Purchased</cx:pt>
          <cx:pt idx="7106">First_Product_Purchased</cx:pt>
          <cx:pt idx="7107">First_Product_Purchased</cx:pt>
          <cx:pt idx="7108">First_Product_Purchased</cx:pt>
          <cx:pt idx="7109">First_Product_Purchased</cx:pt>
          <cx:pt idx="7110">First_Product_Purchased</cx:pt>
          <cx:pt idx="7111">First_Product_Purchased</cx:pt>
          <cx:pt idx="7112">First_Product_Purchased</cx:pt>
          <cx:pt idx="7113">First_Product_Purchased</cx:pt>
          <cx:pt idx="7114">First_Product_Purchased</cx:pt>
          <cx:pt idx="7115">First_Product_Purchased</cx:pt>
          <cx:pt idx="7116">First_Product_Purchased</cx:pt>
          <cx:pt idx="7117">First_Product_Purchased</cx:pt>
          <cx:pt idx="7118">First_Product_Purchased</cx:pt>
          <cx:pt idx="7119">First_Product_Purchased</cx:pt>
          <cx:pt idx="7120">First_Product_Purchased</cx:pt>
          <cx:pt idx="7121">First_Product_Purchased</cx:pt>
          <cx:pt idx="7122">First_Product_Purchased</cx:pt>
          <cx:pt idx="7123">First_Product_Purchased</cx:pt>
          <cx:pt idx="7124">First_Product_Purchased</cx:pt>
          <cx:pt idx="7125">First_Product_Purchased</cx:pt>
          <cx:pt idx="7126">First_Product_Purchased</cx:pt>
          <cx:pt idx="7127">First_Product_Purchased</cx:pt>
          <cx:pt idx="7128">First_Product_Purchased</cx:pt>
          <cx:pt idx="7129">First_Product_Purchased</cx:pt>
          <cx:pt idx="7130">First_Product_Purchased</cx:pt>
          <cx:pt idx="7131">First_Product_Purchased</cx:pt>
          <cx:pt idx="7132">First_Product_Purchased</cx:pt>
          <cx:pt idx="7133">First_Product_Purchased</cx:pt>
          <cx:pt idx="7134">First_Product_Purchased</cx:pt>
          <cx:pt idx="7135">First_Product_Purchased</cx:pt>
          <cx:pt idx="7136">First_Product_Purchased</cx:pt>
          <cx:pt idx="7137">First_Product_Purchased</cx:pt>
          <cx:pt idx="7138">First_Product_Purchased</cx:pt>
          <cx:pt idx="7139">First_Product_Purchased</cx:pt>
          <cx:pt idx="7140">First_Product_Purchased</cx:pt>
          <cx:pt idx="7141">First_Product_Purchased</cx:pt>
          <cx:pt idx="7142">First_Product_Purchased</cx:pt>
          <cx:pt idx="7143">First_Product_Purchased</cx:pt>
          <cx:pt idx="7144">First_Product_Purchased</cx:pt>
          <cx:pt idx="7145">First_Product_Purchased</cx:pt>
          <cx:pt idx="7146">First_Product_Purchased</cx:pt>
          <cx:pt idx="7147">First_Product_Purchased</cx:pt>
          <cx:pt idx="7148">First_Product_Purchased</cx:pt>
          <cx:pt idx="7149">First_Product_Purchased</cx:pt>
          <cx:pt idx="7150">First_Product_Purchased</cx:pt>
          <cx:pt idx="7151">First_Product_Purchased</cx:pt>
          <cx:pt idx="7152">First_Product_Purchased</cx:pt>
          <cx:pt idx="7153">First_Product_Purchased</cx:pt>
          <cx:pt idx="7154">First_Product_Purchased</cx:pt>
          <cx:pt idx="7155">First_Product_Purchased</cx:pt>
          <cx:pt idx="7156">First_Product_Purchased</cx:pt>
          <cx:pt idx="7157">First_Product_Purchased</cx:pt>
          <cx:pt idx="7158">First_Product_Purchased</cx:pt>
          <cx:pt idx="7159">First_Product_Purchased</cx:pt>
          <cx:pt idx="7160">First_Product_Purchased</cx:pt>
          <cx:pt idx="7161">First_Product_Purchased</cx:pt>
          <cx:pt idx="7162">First_Product_Purchased</cx:pt>
          <cx:pt idx="7163">First_Product_Purchased</cx:pt>
          <cx:pt idx="7164">First_Product_Purchased</cx:pt>
          <cx:pt idx="7165">First_Product_Purchased</cx:pt>
          <cx:pt idx="7166">First_Product_Purchased</cx:pt>
          <cx:pt idx="7167">First_Product_Purchased</cx:pt>
          <cx:pt idx="7168">First_Product_Purchased</cx:pt>
          <cx:pt idx="7169">First_Product_Purchased</cx:pt>
          <cx:pt idx="7170">First_Product_Purchased</cx:pt>
          <cx:pt idx="7171">First_Product_Purchased</cx:pt>
          <cx:pt idx="7172">First_Product_Purchased</cx:pt>
          <cx:pt idx="7173">First_Product_Purchased</cx:pt>
          <cx:pt idx="7174">First_Product_Purchased</cx:pt>
          <cx:pt idx="7175">First_Product_Purchased</cx:pt>
          <cx:pt idx="7176">First_Product_Purchased</cx:pt>
          <cx:pt idx="7177">First_Product_Purchased</cx:pt>
          <cx:pt idx="7178">First_Product_Purchased</cx:pt>
          <cx:pt idx="7179">First_Product_Purchased</cx:pt>
          <cx:pt idx="7180">First_Product_Purchased</cx:pt>
          <cx:pt idx="7181">First_Product_Purchased</cx:pt>
          <cx:pt idx="7182">First_Product_Purchased</cx:pt>
          <cx:pt idx="7183">First_Product_Purchased</cx:pt>
          <cx:pt idx="7184">First_Product_Purchased</cx:pt>
          <cx:pt idx="7185">First_Product_Purchased</cx:pt>
          <cx:pt idx="7186">First_Product_Purchased</cx:pt>
          <cx:pt idx="7187">First_Product_Purchased</cx:pt>
          <cx:pt idx="7188">First_Product_Purchased</cx:pt>
          <cx:pt idx="7189">First_Product_Purchased</cx:pt>
          <cx:pt idx="7190">First_Product_Purchased</cx:pt>
          <cx:pt idx="7191">First_Product_Purchased</cx:pt>
          <cx:pt idx="7192">First_Product_Purchased</cx:pt>
          <cx:pt idx="7193">First_Product_Purchased</cx:pt>
          <cx:pt idx="7194">First_Product_Purchased</cx:pt>
          <cx:pt idx="7195">First_Product_Purchased</cx:pt>
          <cx:pt idx="7196">First_Product_Purchased</cx:pt>
          <cx:pt idx="7197">First_Product_Purchased</cx:pt>
          <cx:pt idx="7198">First_Product_Purchased</cx:pt>
          <cx:pt idx="7199">First_Product_Purchased</cx:pt>
          <cx:pt idx="7200">First_Product_Purchased</cx:pt>
          <cx:pt idx="7201">First_Product_Purchased</cx:pt>
          <cx:pt idx="7202">First_Product_Purchased</cx:pt>
          <cx:pt idx="7203">First_Product_Purchased</cx:pt>
          <cx:pt idx="7204">First_Product_Purchased</cx:pt>
          <cx:pt idx="7205">First_Product_Purchased</cx:pt>
          <cx:pt idx="7206">First_Product_Purchased</cx:pt>
          <cx:pt idx="7207">First_Product_Purchased</cx:pt>
          <cx:pt idx="7208">First_Product_Purchased</cx:pt>
          <cx:pt idx="7209">First_Product_Purchased</cx:pt>
          <cx:pt idx="7210">First_Product_Purchased</cx:pt>
          <cx:pt idx="7211">First_Product_Purchased</cx:pt>
          <cx:pt idx="7212">First_Product_Purchased</cx:pt>
          <cx:pt idx="7213">First_Product_Purchased</cx:pt>
          <cx:pt idx="7214">First_Product_Purchased</cx:pt>
          <cx:pt idx="7215">First_Product_Purchased</cx:pt>
          <cx:pt idx="7216">First_Product_Purchased</cx:pt>
          <cx:pt idx="7217">First_Product_Purchased</cx:pt>
          <cx:pt idx="7218">First_Product_Purchased</cx:pt>
          <cx:pt idx="7219">First_Product_Purchased</cx:pt>
          <cx:pt idx="7220">First_Product_Purchased</cx:pt>
          <cx:pt idx="7221">First_Product_Purchased</cx:pt>
          <cx:pt idx="7222">First_Product_Purchased</cx:pt>
          <cx:pt idx="7223">First_Product_Purchased</cx:pt>
          <cx:pt idx="7224">First_Product_Purchased</cx:pt>
          <cx:pt idx="7225">First_Product_Purchased</cx:pt>
          <cx:pt idx="7226">First_Product_Purchased</cx:pt>
          <cx:pt idx="7227">First_Product_Purchased</cx:pt>
          <cx:pt idx="7228">First_Product_Purchased</cx:pt>
          <cx:pt idx="7229">First_Product_Purchased</cx:pt>
          <cx:pt idx="7230">First_Product_Purchased</cx:pt>
          <cx:pt idx="7231">First_Product_Purchased</cx:pt>
          <cx:pt idx="7232">First_Product_Purchased</cx:pt>
          <cx:pt idx="7233">First_Product_Purchased</cx:pt>
          <cx:pt idx="7234">First_Product_Purchased</cx:pt>
          <cx:pt idx="7235">First_Product_Purchased</cx:pt>
          <cx:pt idx="7236">First_Product_Purchased</cx:pt>
          <cx:pt idx="7237">First_Product_Purchased</cx:pt>
          <cx:pt idx="7238">First_Product_Purchased</cx:pt>
          <cx:pt idx="7239">First_Product_Purchased</cx:pt>
          <cx:pt idx="7240">First_Product_Purchased</cx:pt>
          <cx:pt idx="7241">First_Product_Purchased</cx:pt>
          <cx:pt idx="7242">First_Product_Purchased</cx:pt>
          <cx:pt idx="7243">First_Product_Purchased</cx:pt>
          <cx:pt idx="7244">First_Product_Purchased</cx:pt>
          <cx:pt idx="7245">First_Product_Purchased</cx:pt>
          <cx:pt idx="7246">First_Product_Purchased</cx:pt>
          <cx:pt idx="7247">First_Product_Purchased</cx:pt>
          <cx:pt idx="7248">First_Product_Purchased</cx:pt>
          <cx:pt idx="7249">First_Product_Purchased</cx:pt>
          <cx:pt idx="7250">First_Product_Purchased</cx:pt>
          <cx:pt idx="7251">First_Product_Purchased</cx:pt>
          <cx:pt idx="7252">First_Product_Purchased</cx:pt>
          <cx:pt idx="7253">First_Product_Purchased</cx:pt>
          <cx:pt idx="7254">First_Product_Purchased</cx:pt>
          <cx:pt idx="7255">First_Product_Purchased</cx:pt>
          <cx:pt idx="7256">First_Product_Purchased</cx:pt>
          <cx:pt idx="7257">First_Product_Purchased</cx:pt>
          <cx:pt idx="7258">First_Product_Purchased</cx:pt>
          <cx:pt idx="7259">First_Product_Purchased</cx:pt>
          <cx:pt idx="7260">First_Product_Purchased</cx:pt>
          <cx:pt idx="7261">First_Product_Purchased</cx:pt>
          <cx:pt idx="7262">First_Product_Purchased</cx:pt>
          <cx:pt idx="7263">First_Product_Purchased</cx:pt>
          <cx:pt idx="7264">First_Product_Purchased</cx:pt>
          <cx:pt idx="7265">First_Product_Purchased</cx:pt>
          <cx:pt idx="7266">First_Product_Purchased</cx:pt>
          <cx:pt idx="7267">First_Product_Purchased</cx:pt>
          <cx:pt idx="7268">First_Product_Purchased</cx:pt>
          <cx:pt idx="7269">First_Product_Purchased</cx:pt>
          <cx:pt idx="7270">First_Product_Purchased</cx:pt>
          <cx:pt idx="7271">First_Product_Purchased</cx:pt>
          <cx:pt idx="7272">First_Product_Purchased</cx:pt>
          <cx:pt idx="7273">First_Product_Purchased</cx:pt>
          <cx:pt idx="7274">First_Product_Purchased</cx:pt>
          <cx:pt idx="7275">First_Product_Purchased</cx:pt>
          <cx:pt idx="7276">First_Product_Purchased</cx:pt>
          <cx:pt idx="7277">First_Product_Purchased</cx:pt>
          <cx:pt idx="7278">First_Product_Purchased</cx:pt>
          <cx:pt idx="7279">First_Product_Purchased</cx:pt>
          <cx:pt idx="7280">First_Product_Purchased</cx:pt>
          <cx:pt idx="7281">First_Product_Purchased</cx:pt>
          <cx:pt idx="7282">First_Product_Purchased</cx:pt>
          <cx:pt idx="7283">First_Product_Purchased</cx:pt>
          <cx:pt idx="7284">First_Product_Purchased</cx:pt>
          <cx:pt idx="7285">First_Product_Purchased</cx:pt>
          <cx:pt idx="7286">First_Product_Purchased</cx:pt>
          <cx:pt idx="7287">First_Product_Purchased</cx:pt>
          <cx:pt idx="7288">First_Product_Purchased</cx:pt>
          <cx:pt idx="7289">First_Product_Purchased</cx:pt>
          <cx:pt idx="7290">First_Product_Purchased</cx:pt>
          <cx:pt idx="7291">First_Product_Purchased</cx:pt>
          <cx:pt idx="7292">First_Product_Purchased</cx:pt>
          <cx:pt idx="7293">First_Product_Purchased</cx:pt>
          <cx:pt idx="7294">First_Product_Purchased</cx:pt>
          <cx:pt idx="7295">First_Product_Purchased</cx:pt>
          <cx:pt idx="7296">First_Product_Purchased</cx:pt>
          <cx:pt idx="7297">First_Product_Purchased</cx:pt>
          <cx:pt idx="7298">First_Product_Purchased</cx:pt>
          <cx:pt idx="7299">First_Product_Purchased</cx:pt>
          <cx:pt idx="7300">First_Product_Purchased</cx:pt>
          <cx:pt idx="7301">First_Product_Purchased</cx:pt>
          <cx:pt idx="7302">First_Product_Purchased</cx:pt>
          <cx:pt idx="7303">First_Product_Purchased</cx:pt>
          <cx:pt idx="7304">First_Product_Purchased</cx:pt>
          <cx:pt idx="7305">First_Product_Purchased</cx:pt>
          <cx:pt idx="7306">First_Product_Purchased</cx:pt>
          <cx:pt idx="7307">First_Product_Purchased</cx:pt>
          <cx:pt idx="7308">First_Product_Purchased</cx:pt>
          <cx:pt idx="7309">First_Product_Purchased</cx:pt>
          <cx:pt idx="7310">First_Product_Purchased</cx:pt>
          <cx:pt idx="7311">First_Product_Purchased</cx:pt>
          <cx:pt idx="7312">First_Product_Purchased</cx:pt>
          <cx:pt idx="7313">First_Product_Purchased</cx:pt>
          <cx:pt idx="7314">First_Product_Purchased</cx:pt>
          <cx:pt idx="7315">First_Product_Purchased</cx:pt>
          <cx:pt idx="7316">First_Product_Purchased</cx:pt>
          <cx:pt idx="7317">First_Product_Purchased</cx:pt>
          <cx:pt idx="7318">First_Product_Purchased</cx:pt>
          <cx:pt idx="7319">First_Product_Purchased</cx:pt>
          <cx:pt idx="7320">First_Product_Purchased</cx:pt>
          <cx:pt idx="7321">First_Product_Purchased</cx:pt>
          <cx:pt idx="7322">First_Product_Purchased</cx:pt>
          <cx:pt idx="7323">First_Product_Purchased</cx:pt>
          <cx:pt idx="7324">First_Product_Purchased</cx:pt>
          <cx:pt idx="7325">First_Product_Purchased</cx:pt>
          <cx:pt idx="7326">First_Product_Purchased</cx:pt>
          <cx:pt idx="7327">First_Product_Purchased</cx:pt>
          <cx:pt idx="7328">First_Product_Purchased</cx:pt>
          <cx:pt idx="7329">First_Product_Purchased</cx:pt>
          <cx:pt idx="7330">First_Product_Purchased</cx:pt>
          <cx:pt idx="7331">First_Product_Purchased</cx:pt>
          <cx:pt idx="7332">First_Product_Purchased</cx:pt>
          <cx:pt idx="7333">First_Product_Purchased</cx:pt>
          <cx:pt idx="7334">First_Product_Purchased</cx:pt>
          <cx:pt idx="7335">First_Product_Purchased</cx:pt>
          <cx:pt idx="7336">First_Product_Purchased</cx:pt>
          <cx:pt idx="7337">First_Product_Purchased</cx:pt>
          <cx:pt idx="7338">First_Product_Purchased</cx:pt>
          <cx:pt idx="7339">First_Product_Purchased</cx:pt>
          <cx:pt idx="7340">First_Product_Purchased</cx:pt>
          <cx:pt idx="7341">First_Product_Purchased</cx:pt>
          <cx:pt idx="7342">First_Product_Purchased</cx:pt>
          <cx:pt idx="7343">First_Product_Purchased</cx:pt>
          <cx:pt idx="7344">First_Product_Purchased</cx:pt>
          <cx:pt idx="7345">First_Product_Purchased</cx:pt>
          <cx:pt idx="7346">First_Product_Purchased</cx:pt>
          <cx:pt idx="7347">First_Product_Purchased</cx:pt>
          <cx:pt idx="7348">First_Product_Purchased</cx:pt>
          <cx:pt idx="7349">First_Product_Purchased</cx:pt>
          <cx:pt idx="7350">First_Product_Purchased</cx:pt>
          <cx:pt idx="7351">First_Product_Purchased</cx:pt>
          <cx:pt idx="7352">First_Product_Purchased</cx:pt>
          <cx:pt idx="7353">First_Product_Purchased</cx:pt>
          <cx:pt idx="7354">First_Product_Purchased</cx:pt>
          <cx:pt idx="7355">First_Product_Purchased</cx:pt>
          <cx:pt idx="7356">First_Product_Purchased</cx:pt>
          <cx:pt idx="7357">First_Product_Purchased</cx:pt>
          <cx:pt idx="7358">First_Product_Purchased</cx:pt>
          <cx:pt idx="7359">First_Product_Purchased</cx:pt>
          <cx:pt idx="7360">First_Product_Purchased</cx:pt>
          <cx:pt idx="7361">First_Product_Purchased</cx:pt>
          <cx:pt idx="7362">First_Product_Purchased</cx:pt>
          <cx:pt idx="7363">First_Product_Purchased</cx:pt>
          <cx:pt idx="7364">First_Product_Purchased</cx:pt>
          <cx:pt idx="7365">First_Product_Purchased</cx:pt>
          <cx:pt idx="7366">First_Product_Purchased</cx:pt>
          <cx:pt idx="7367">First_Product_Purchased</cx:pt>
          <cx:pt idx="7368">First_Product_Purchased</cx:pt>
          <cx:pt idx="7369">First_Product_Purchased</cx:pt>
          <cx:pt idx="7370">First_Product_Purchased</cx:pt>
          <cx:pt idx="7371">First_Product_Purchased</cx:pt>
          <cx:pt idx="7372">First_Product_Purchased</cx:pt>
          <cx:pt idx="7373">First_Product_Purchased</cx:pt>
          <cx:pt idx="7374">First_Product_Purchased</cx:pt>
          <cx:pt idx="7375">First_Product_Purchased</cx:pt>
          <cx:pt idx="7376">First_Product_Purchased</cx:pt>
          <cx:pt idx="7377">First_Product_Purchased</cx:pt>
          <cx:pt idx="7378">First_Product_Purchased</cx:pt>
          <cx:pt idx="7379">First_Product_Purchased</cx:pt>
          <cx:pt idx="7380">First_Product_Purchased</cx:pt>
          <cx:pt idx="7381">First_Product_Purchased</cx:pt>
          <cx:pt idx="7382">First_Product_Purchased</cx:pt>
          <cx:pt idx="7383">First_Product_Purchased</cx:pt>
          <cx:pt idx="7384">First_Product_Purchased</cx:pt>
          <cx:pt idx="7385">First_Product_Purchased</cx:pt>
          <cx:pt idx="7386">First_Product_Purchased</cx:pt>
          <cx:pt idx="7387">First_Product_Purchased</cx:pt>
          <cx:pt idx="7388">First_Product_Purchased</cx:pt>
          <cx:pt idx="7389">First_Product_Purchased</cx:pt>
          <cx:pt idx="7390">First_Product_Purchased</cx:pt>
          <cx:pt idx="7391">First_Product_Purchased</cx:pt>
          <cx:pt idx="7392">First_Product_Purchased</cx:pt>
          <cx:pt idx="7393">First_Product_Purchased</cx:pt>
          <cx:pt idx="7394">First_Product_Purchased</cx:pt>
          <cx:pt idx="7395">First_Product_Purchased</cx:pt>
          <cx:pt idx="7396">First_Product_Purchased</cx:pt>
          <cx:pt idx="7397">First_Product_Purchased</cx:pt>
          <cx:pt idx="7398">First_Product_Purchased</cx:pt>
          <cx:pt idx="7399">First_Product_Purchased</cx:pt>
          <cx:pt idx="7400">First_Product_Purchased</cx:pt>
          <cx:pt idx="7401">First_Product_Purchased</cx:pt>
          <cx:pt idx="7402">First_Product_Purchased</cx:pt>
          <cx:pt idx="7403">First_Product_Purchased</cx:pt>
          <cx:pt idx="7404">First_Product_Purchased</cx:pt>
          <cx:pt idx="7405">First_Product_Purchased</cx:pt>
          <cx:pt idx="7406">First_Product_Purchased</cx:pt>
          <cx:pt idx="7407">First_Product_Purchased</cx:pt>
          <cx:pt idx="7408">First_Product_Purchased</cx:pt>
          <cx:pt idx="7409">First_Product_Purchased</cx:pt>
          <cx:pt idx="7410">First_Product_Purchased</cx:pt>
          <cx:pt idx="7411">First_Product_Purchased</cx:pt>
          <cx:pt idx="7412">First_Product_Purchased</cx:pt>
          <cx:pt idx="7413">First_Product_Purchased</cx:pt>
          <cx:pt idx="7414">First_Product_Purchased</cx:pt>
          <cx:pt idx="7415">First_Product_Purchased</cx:pt>
          <cx:pt idx="7416">First_Product_Purchased</cx:pt>
          <cx:pt idx="7417">First_Product_Purchased</cx:pt>
          <cx:pt idx="7418">First_Product_Purchased</cx:pt>
          <cx:pt idx="7419">First_Product_Purchased</cx:pt>
          <cx:pt idx="7420">First_Product_Purchased</cx:pt>
          <cx:pt idx="7421">First_Product_Purchased</cx:pt>
          <cx:pt idx="7422">First_Product_Purchased</cx:pt>
          <cx:pt idx="7423">First_Product_Purchased</cx:pt>
          <cx:pt idx="7424">First_Product_Purchased</cx:pt>
          <cx:pt idx="7425">First_Product_Purchased</cx:pt>
          <cx:pt idx="7426">First_Product_Purchased</cx:pt>
          <cx:pt idx="7427">First_Product_Purchased</cx:pt>
          <cx:pt idx="7428">First_Product_Purchased</cx:pt>
          <cx:pt idx="7429">First_Product_Purchased</cx:pt>
          <cx:pt idx="7430">First_Product_Purchased</cx:pt>
          <cx:pt idx="7431">First_Product_Purchased</cx:pt>
          <cx:pt idx="7432">First_Product_Purchased</cx:pt>
          <cx:pt idx="7433">First_Product_Purchased</cx:pt>
          <cx:pt idx="7434">First_Product_Purchased</cx:pt>
          <cx:pt idx="7435">First_Product_Purchased</cx:pt>
          <cx:pt idx="7436">First_Product_Purchased</cx:pt>
          <cx:pt idx="7437">First_Product_Purchased</cx:pt>
          <cx:pt idx="7438">First_Product_Purchased</cx:pt>
          <cx:pt idx="7439">First_Product_Purchased</cx:pt>
          <cx:pt idx="7440">First_Product_Purchased</cx:pt>
          <cx:pt idx="7441">First_Product_Purchased</cx:pt>
          <cx:pt idx="7442">First_Product_Purchased</cx:pt>
          <cx:pt idx="7443">First_Product_Purchased</cx:pt>
          <cx:pt idx="7444">First_Product_Purchased</cx:pt>
          <cx:pt idx="7445">First_Product_Purchased</cx:pt>
          <cx:pt idx="7446">First_Product_Purchased</cx:pt>
          <cx:pt idx="7447">First_Product_Purchased</cx:pt>
          <cx:pt idx="7448">First_Product_Purchased</cx:pt>
          <cx:pt idx="7449">First_Product_Purchased</cx:pt>
          <cx:pt idx="7450">First_Product_Purchased</cx:pt>
          <cx:pt idx="7451">First_Product_Purchased</cx:pt>
          <cx:pt idx="7452">First_Product_Purchased</cx:pt>
          <cx:pt idx="7453">First_Product_Purchased</cx:pt>
          <cx:pt idx="7454">First_Product_Purchased</cx:pt>
          <cx:pt idx="7455">First_Product_Purchased</cx:pt>
          <cx:pt idx="7456">First_Product_Purchased</cx:pt>
          <cx:pt idx="7457">First_Product_Purchased</cx:pt>
          <cx:pt idx="7458">First_Product_Purchased</cx:pt>
          <cx:pt idx="7459">First_Product_Purchased</cx:pt>
          <cx:pt idx="7460">First_Product_Purchased</cx:pt>
          <cx:pt idx="7461">First_Product_Purchased</cx:pt>
          <cx:pt idx="7462">First_Product_Purchased</cx:pt>
          <cx:pt idx="7463">First_Product_Purchased</cx:pt>
          <cx:pt idx="7464">First_Product_Purchased</cx:pt>
          <cx:pt idx="7465">First_Product_Purchased</cx:pt>
          <cx:pt idx="7466">First_Product_Purchased</cx:pt>
          <cx:pt idx="7467">First_Product_Purchased</cx:pt>
          <cx:pt idx="7468">First_Product_Purchased</cx:pt>
          <cx:pt idx="7469">First_Product_Purchased</cx:pt>
          <cx:pt idx="7470">First_Product_Purchased</cx:pt>
          <cx:pt idx="7471">First_Product_Purchased</cx:pt>
          <cx:pt idx="7472">First_Product_Purchased</cx:pt>
          <cx:pt idx="7473">First_Product_Purchased</cx:pt>
          <cx:pt idx="7474">First_Product_Purchased</cx:pt>
          <cx:pt idx="7475">First_Product_Purchased</cx:pt>
          <cx:pt idx="7476">First_Product_Purchased</cx:pt>
          <cx:pt idx="7477">First_Product_Purchased</cx:pt>
          <cx:pt idx="7478">First_Product_Purchased</cx:pt>
          <cx:pt idx="7479">First_Product_Purchased</cx:pt>
          <cx:pt idx="7480">First_Product_Purchased</cx:pt>
          <cx:pt idx="7481">First_Product_Purchased</cx:pt>
          <cx:pt idx="7482">First_Product_Purchased</cx:pt>
          <cx:pt idx="7483">First_Product_Purchased</cx:pt>
          <cx:pt idx="7484">First_Product_Purchased</cx:pt>
          <cx:pt idx="7485">First_Product_Purchased</cx:pt>
          <cx:pt idx="7486">First_Product_Purchased</cx:pt>
          <cx:pt idx="7487">First_Product_Purchased</cx:pt>
          <cx:pt idx="7488">First_Product_Purchased</cx:pt>
          <cx:pt idx="7489">First_Product_Purchased</cx:pt>
          <cx:pt idx="7490">First_Product_Purchased</cx:pt>
          <cx:pt idx="7491">First_Product_Purchased</cx:pt>
          <cx:pt idx="7492">First_Product_Purchased</cx:pt>
          <cx:pt idx="7493">First_Product_Purchased</cx:pt>
          <cx:pt idx="7494">First_Product_Purchased</cx:pt>
          <cx:pt idx="7495">First_Product_Purchased</cx:pt>
          <cx:pt idx="7496">First_Product_Purchased</cx:pt>
          <cx:pt idx="7497">First_Product_Purchased</cx:pt>
          <cx:pt idx="7498">First_Product_Purchased</cx:pt>
          <cx:pt idx="7499">First_Product_Purchased</cx:pt>
          <cx:pt idx="7500">First_Product_Purchased</cx:pt>
          <cx:pt idx="7501">First_Product_Purchased</cx:pt>
          <cx:pt idx="7502">First_Product_Purchased</cx:pt>
          <cx:pt idx="7503">First_Product_Purchased</cx:pt>
          <cx:pt idx="7504">First_Product_Purchased</cx:pt>
          <cx:pt idx="7505">Second_Product_Purchased</cx:pt>
          <cx:pt idx="7506">First_Product_Purchased</cx:pt>
          <cx:pt idx="7507">First_Product_Purchased</cx:pt>
          <cx:pt idx="7508">First_Product_Purchased</cx:pt>
          <cx:pt idx="7509">First_Product_Purchased</cx:pt>
          <cx:pt idx="7510">First_Product_Purchased</cx:pt>
          <cx:pt idx="7511">First_Product_Purchased</cx:pt>
          <cx:pt idx="7512">First_Product_Purchased</cx:pt>
          <cx:pt idx="7513">First_Product_Purchased</cx:pt>
          <cx:pt idx="7514">First_Product_Purchased</cx:pt>
          <cx:pt idx="7515">First_Product_Purchased</cx:pt>
          <cx:pt idx="7516">First_Product_Purchased</cx:pt>
          <cx:pt idx="7517">First_Product_Purchased</cx:pt>
          <cx:pt idx="7518">First_Product_Purchased</cx:pt>
          <cx:pt idx="7519">First_Product_Purchased</cx:pt>
          <cx:pt idx="7520">First_Product_Purchased</cx:pt>
          <cx:pt idx="7521">First_Product_Purchased</cx:pt>
          <cx:pt idx="7522">First_Product_Purchased</cx:pt>
          <cx:pt idx="7523">First_Product_Purchased</cx:pt>
          <cx:pt idx="7524">First_Product_Purchased</cx:pt>
          <cx:pt idx="7525">First_Product_Purchased</cx:pt>
          <cx:pt idx="7526">First_Product_Purchased</cx:pt>
          <cx:pt idx="7527">First_Product_Purchased</cx:pt>
          <cx:pt idx="7528">First_Product_Purchased</cx:pt>
          <cx:pt idx="7529">First_Product_Purchased</cx:pt>
          <cx:pt idx="7530">First_Product_Purchased</cx:pt>
          <cx:pt idx="7531">First_Product_Purchased</cx:pt>
          <cx:pt idx="7532">First_Product_Purchased</cx:pt>
          <cx:pt idx="7533">First_Product_Purchased</cx:pt>
          <cx:pt idx="7534">First_Product_Purchased</cx:pt>
          <cx:pt idx="7535">First_Product_Purchased</cx:pt>
          <cx:pt idx="7536">First_Product_Purchased</cx:pt>
          <cx:pt idx="7537">First_Product_Purchased</cx:pt>
          <cx:pt idx="7538">First_Product_Purchased</cx:pt>
          <cx:pt idx="7539">First_Product_Purchased</cx:pt>
          <cx:pt idx="7540">First_Product_Purchased</cx:pt>
          <cx:pt idx="7541">First_Product_Purchased</cx:pt>
          <cx:pt idx="7542">First_Product_Purchased</cx:pt>
          <cx:pt idx="7543">First_Product_Purchased</cx:pt>
          <cx:pt idx="7544">First_Product_Purchased</cx:pt>
          <cx:pt idx="7545">First_Product_Purchased</cx:pt>
          <cx:pt idx="7546">First_Product_Purchased</cx:pt>
          <cx:pt idx="7547">First_Product_Purchased</cx:pt>
          <cx:pt idx="7548">First_Product_Purchased</cx:pt>
          <cx:pt idx="7549">First_Product_Purchased</cx:pt>
          <cx:pt idx="7550">First_Product_Purchased</cx:pt>
          <cx:pt idx="7551">First_Product_Purchased</cx:pt>
          <cx:pt idx="7552">First_Product_Purchased</cx:pt>
          <cx:pt idx="7553">First_Product_Purchased</cx:pt>
          <cx:pt idx="7554">First_Product_Purchased</cx:pt>
          <cx:pt idx="7555">First_Product_Purchased</cx:pt>
          <cx:pt idx="7556">First_Product_Purchased</cx:pt>
          <cx:pt idx="7557">First_Product_Purchased</cx:pt>
          <cx:pt idx="7558">First_Product_Purchased</cx:pt>
          <cx:pt idx="7559">First_Product_Purchased</cx:pt>
          <cx:pt idx="7560">First_Product_Purchased</cx:pt>
          <cx:pt idx="7561">First_Product_Purchased</cx:pt>
          <cx:pt idx="7562">First_Product_Purchased</cx:pt>
          <cx:pt idx="7563">First_Product_Purchased</cx:pt>
          <cx:pt idx="7564">First_Product_Purchased</cx:pt>
          <cx:pt idx="7565">First_Product_Purchased</cx:pt>
          <cx:pt idx="7566">First_Product_Purchased</cx:pt>
          <cx:pt idx="7567">First_Product_Purchased</cx:pt>
          <cx:pt idx="7568">First_Product_Purchased</cx:pt>
          <cx:pt idx="7569">First_Product_Purchased</cx:pt>
          <cx:pt idx="7570">First_Product_Purchased</cx:pt>
          <cx:pt idx="7571">First_Product_Purchased</cx:pt>
          <cx:pt idx="7572">First_Product_Purchased</cx:pt>
          <cx:pt idx="7573">First_Product_Purchased</cx:pt>
          <cx:pt idx="7574">First_Product_Purchased</cx:pt>
          <cx:pt idx="7575">First_Product_Purchased</cx:pt>
          <cx:pt idx="7576">First_Product_Purchased</cx:pt>
          <cx:pt idx="7577">First_Product_Purchased</cx:pt>
          <cx:pt idx="7578">First_Product_Purchased</cx:pt>
          <cx:pt idx="7579">First_Product_Purchased</cx:pt>
          <cx:pt idx="7580">First_Product_Purchased</cx:pt>
          <cx:pt idx="7581">First_Product_Purchased</cx:pt>
          <cx:pt idx="7582">First_Product_Purchased</cx:pt>
          <cx:pt idx="7583">First_Product_Purchased</cx:pt>
          <cx:pt idx="7584">First_Product_Purchased</cx:pt>
          <cx:pt idx="7585">First_Product_Purchased</cx:pt>
          <cx:pt idx="7586">First_Product_Purchased</cx:pt>
          <cx:pt idx="7587">First_Product_Purchased</cx:pt>
          <cx:pt idx="7588">First_Product_Purchased</cx:pt>
          <cx:pt idx="7589">First_Product_Purchased</cx:pt>
          <cx:pt idx="7590">First_Product_Purchased</cx:pt>
          <cx:pt idx="7591">First_Product_Purchased</cx:pt>
          <cx:pt idx="7592">First_Product_Purchased</cx:pt>
          <cx:pt idx="7593">First_Product_Purchased</cx:pt>
          <cx:pt idx="7594">First_Product_Purchased</cx:pt>
          <cx:pt idx="7595">First_Product_Purchased</cx:pt>
          <cx:pt idx="7596">First_Product_Purchased</cx:pt>
          <cx:pt idx="7597">First_Product_Purchased</cx:pt>
          <cx:pt idx="7598">First_Product_Purchased</cx:pt>
          <cx:pt idx="7599">First_Product_Purchased</cx:pt>
          <cx:pt idx="7600">First_Product_Purchased</cx:pt>
          <cx:pt idx="7601">First_Product_Purchased</cx:pt>
          <cx:pt idx="7602">First_Product_Purchased</cx:pt>
          <cx:pt idx="7603">First_Product_Purchased</cx:pt>
          <cx:pt idx="7604">First_Product_Purchased</cx:pt>
          <cx:pt idx="7605">First_Product_Purchased</cx:pt>
          <cx:pt idx="7606">First_Product_Purchased</cx:pt>
          <cx:pt idx="7607">First_Product_Purchased</cx:pt>
          <cx:pt idx="7608">First_Product_Purchased</cx:pt>
          <cx:pt idx="7609">First_Product_Purchased</cx:pt>
          <cx:pt idx="7610">First_Product_Purchased</cx:pt>
          <cx:pt idx="7611">First_Product_Purchased</cx:pt>
          <cx:pt idx="7612">First_Product_Purchased</cx:pt>
          <cx:pt idx="7613">First_Product_Purchased</cx:pt>
          <cx:pt idx="7614">First_Product_Purchased</cx:pt>
          <cx:pt idx="7615">First_Product_Purchased</cx:pt>
          <cx:pt idx="7616">First_Product_Purchased</cx:pt>
          <cx:pt idx="7617">First_Product_Purchased</cx:pt>
          <cx:pt idx="7618">First_Product_Purchased</cx:pt>
          <cx:pt idx="7619">First_Product_Purchased</cx:pt>
          <cx:pt idx="7620">First_Product_Purchased</cx:pt>
          <cx:pt idx="7621">First_Product_Purchased</cx:pt>
          <cx:pt idx="7622">First_Product_Purchased</cx:pt>
          <cx:pt idx="7623">First_Product_Purchased</cx:pt>
          <cx:pt idx="7624">First_Product_Purchased</cx:pt>
          <cx:pt idx="7625">First_Product_Purchased</cx:pt>
          <cx:pt idx="7626">First_Product_Purchased</cx:pt>
          <cx:pt idx="7627">First_Product_Purchased</cx:pt>
          <cx:pt idx="7628">First_Product_Purchased</cx:pt>
          <cx:pt idx="7629">First_Product_Purchased</cx:pt>
          <cx:pt idx="7630">First_Product_Purchased</cx:pt>
          <cx:pt idx="7631">First_Product_Purchased</cx:pt>
          <cx:pt idx="7632">First_Product_Purchased</cx:pt>
          <cx:pt idx="7633">First_Product_Purchased</cx:pt>
          <cx:pt idx="7634">First_Product_Purchased</cx:pt>
          <cx:pt idx="7635">First_Product_Purchased</cx:pt>
          <cx:pt idx="7636">First_Product_Purchased</cx:pt>
          <cx:pt idx="7637">First_Product_Purchased</cx:pt>
          <cx:pt idx="7638">First_Product_Purchased</cx:pt>
          <cx:pt idx="7639">First_Product_Purchased</cx:pt>
          <cx:pt idx="7640">First_Product_Purchased</cx:pt>
          <cx:pt idx="7641">First_Product_Purchased</cx:pt>
          <cx:pt idx="7642">First_Product_Purchased</cx:pt>
          <cx:pt idx="7643">First_Product_Purchased</cx:pt>
          <cx:pt idx="7644">First_Product_Purchased</cx:pt>
          <cx:pt idx="7645">First_Product_Purchased</cx:pt>
          <cx:pt idx="7646">First_Product_Purchased</cx:pt>
          <cx:pt idx="7647">First_Product_Purchased</cx:pt>
          <cx:pt idx="7648">First_Product_Purchased</cx:pt>
          <cx:pt idx="7649">First_Product_Purchased</cx:pt>
          <cx:pt idx="7650">First_Product_Purchased</cx:pt>
          <cx:pt idx="7651">First_Product_Purchased</cx:pt>
          <cx:pt idx="7652">First_Product_Purchased</cx:pt>
          <cx:pt idx="7653">First_Product_Purchased</cx:pt>
          <cx:pt idx="7654">First_Product_Purchased</cx:pt>
          <cx:pt idx="7655">First_Product_Purchased</cx:pt>
          <cx:pt idx="7656">First_Product_Purchased</cx:pt>
          <cx:pt idx="7657">First_Product_Purchased</cx:pt>
          <cx:pt idx="7658">First_Product_Purchased</cx:pt>
          <cx:pt idx="7659">First_Product_Purchased</cx:pt>
          <cx:pt idx="7660">First_Product_Purchased</cx:pt>
          <cx:pt idx="7661">First_Product_Purchased</cx:pt>
          <cx:pt idx="7662">First_Product_Purchased</cx:pt>
          <cx:pt idx="7663">First_Product_Purchased</cx:pt>
          <cx:pt idx="7664">First_Product_Purchased</cx:pt>
          <cx:pt idx="7665">First_Product_Purchased</cx:pt>
          <cx:pt idx="7666">First_Product_Purchased</cx:pt>
          <cx:pt idx="7667">First_Product_Purchased</cx:pt>
          <cx:pt idx="7668">First_Product_Purchased</cx:pt>
          <cx:pt idx="7669">First_Product_Purchased</cx:pt>
          <cx:pt idx="7670">First_Product_Purchased</cx:pt>
          <cx:pt idx="7671">First_Product_Purchased</cx:pt>
          <cx:pt idx="7672">First_Product_Purchased</cx:pt>
          <cx:pt idx="7673">First_Product_Purchased</cx:pt>
          <cx:pt idx="7674">First_Product_Purchased</cx:pt>
          <cx:pt idx="7675">First_Product_Purchased</cx:pt>
          <cx:pt idx="7676">First_Product_Purchased</cx:pt>
          <cx:pt idx="7677">First_Product_Purchased</cx:pt>
          <cx:pt idx="7678">First_Product_Purchased</cx:pt>
          <cx:pt idx="7679">First_Product_Purchased</cx:pt>
          <cx:pt idx="7680">First_Product_Purchased</cx:pt>
          <cx:pt idx="7681">First_Product_Purchased</cx:pt>
          <cx:pt idx="7682">Second_Product_Purchased</cx:pt>
          <cx:pt idx="7683">First_Product_Purchased</cx:pt>
          <cx:pt idx="7684">First_Product_Purchased</cx:pt>
          <cx:pt idx="7685">First_Product_Purchased</cx:pt>
          <cx:pt idx="7686">First_Product_Purchased</cx:pt>
          <cx:pt idx="7687">First_Product_Purchased</cx:pt>
          <cx:pt idx="7688">First_Product_Purchased</cx:pt>
          <cx:pt idx="7689">First_Product_Purchased</cx:pt>
          <cx:pt idx="7690">First_Product_Purchased</cx:pt>
          <cx:pt idx="7691">First_Product_Purchased</cx:pt>
          <cx:pt idx="7692">First_Product_Purchased</cx:pt>
          <cx:pt idx="7693">First_Product_Purchased</cx:pt>
          <cx:pt idx="7694">First_Product_Purchased</cx:pt>
          <cx:pt idx="7695">First_Product_Purchased</cx:pt>
          <cx:pt idx="7696">First_Product_Purchased</cx:pt>
          <cx:pt idx="7697">First_Product_Purchased</cx:pt>
          <cx:pt idx="7698">First_Product_Purchased</cx:pt>
          <cx:pt idx="7699">First_Product_Purchased</cx:pt>
          <cx:pt idx="7700">First_Product_Purchased</cx:pt>
          <cx:pt idx="7701">First_Product_Purchased</cx:pt>
          <cx:pt idx="7702">First_Product_Purchased</cx:pt>
          <cx:pt idx="7703">First_Product_Purchased</cx:pt>
          <cx:pt idx="7704">First_Product_Purchased</cx:pt>
          <cx:pt idx="7705">First_Product_Purchased</cx:pt>
          <cx:pt idx="7706">First_Product_Purchased</cx:pt>
          <cx:pt idx="7707">First_Product_Purchased</cx:pt>
          <cx:pt idx="7708">First_Product_Purchased</cx:pt>
          <cx:pt idx="7709">First_Product_Purchased</cx:pt>
          <cx:pt idx="7710">First_Product_Purchased</cx:pt>
          <cx:pt idx="7711">First_Product_Purchased</cx:pt>
          <cx:pt idx="7712">First_Product_Purchased</cx:pt>
          <cx:pt idx="7713">First_Product_Purchased</cx:pt>
          <cx:pt idx="7714">First_Product_Purchased</cx:pt>
          <cx:pt idx="7715">First_Product_Purchased</cx:pt>
          <cx:pt idx="7716">First_Product_Purchased</cx:pt>
          <cx:pt idx="7717">First_Product_Purchased</cx:pt>
          <cx:pt idx="7718">First_Product_Purchased</cx:pt>
          <cx:pt idx="7719">First_Product_Purchased</cx:pt>
          <cx:pt idx="7720">First_Product_Purchased</cx:pt>
          <cx:pt idx="7721">First_Product_Purchased</cx:pt>
          <cx:pt idx="7722">First_Product_Purchased</cx:pt>
          <cx:pt idx="7723">First_Product_Purchased</cx:pt>
          <cx:pt idx="7724">First_Product_Purchased</cx:pt>
          <cx:pt idx="7725">First_Product_Purchased</cx:pt>
          <cx:pt idx="7726">First_Product_Purchased</cx:pt>
          <cx:pt idx="7727">First_Product_Purchased</cx:pt>
          <cx:pt idx="7728">First_Product_Purchased</cx:pt>
          <cx:pt idx="7729">First_Product_Purchased</cx:pt>
          <cx:pt idx="7730">First_Product_Purchased</cx:pt>
          <cx:pt idx="7731">First_Product_Purchased</cx:pt>
          <cx:pt idx="7732">First_Product_Purchased</cx:pt>
          <cx:pt idx="7733">First_Product_Purchased</cx:pt>
          <cx:pt idx="7734">First_Product_Purchased</cx:pt>
          <cx:pt idx="7735">First_Product_Purchased</cx:pt>
          <cx:pt idx="7736">First_Product_Purchased</cx:pt>
          <cx:pt idx="7737">First_Product_Purchased</cx:pt>
          <cx:pt idx="7738">First_Product_Purchased</cx:pt>
          <cx:pt idx="7739">First_Product_Purchased</cx:pt>
          <cx:pt idx="7740">First_Product_Purchased</cx:pt>
          <cx:pt idx="7741">First_Product_Purchased</cx:pt>
          <cx:pt idx="7742">First_Product_Purchased</cx:pt>
          <cx:pt idx="7743">First_Product_Purchased</cx:pt>
          <cx:pt idx="7744">First_Product_Purchased</cx:pt>
          <cx:pt idx="7745">First_Product_Purchased</cx:pt>
          <cx:pt idx="7746">First_Product_Purchased</cx:pt>
          <cx:pt idx="7747">First_Product_Purchased</cx:pt>
          <cx:pt idx="7748">First_Product_Purchased</cx:pt>
          <cx:pt idx="7749">First_Product_Purchased</cx:pt>
          <cx:pt idx="7750">First_Product_Purchased</cx:pt>
          <cx:pt idx="7751">First_Product_Purchased</cx:pt>
          <cx:pt idx="7752">First_Product_Purchased</cx:pt>
          <cx:pt idx="7753">First_Product_Purchased</cx:pt>
          <cx:pt idx="7754">First_Product_Purchased</cx:pt>
          <cx:pt idx="7755">First_Product_Purchased</cx:pt>
          <cx:pt idx="7756">First_Product_Purchased</cx:pt>
          <cx:pt idx="7757">First_Product_Purchased</cx:pt>
          <cx:pt idx="7758">First_Product_Purchased</cx:pt>
          <cx:pt idx="7759">First_Product_Purchased</cx:pt>
          <cx:pt idx="7760">First_Product_Purchased</cx:pt>
          <cx:pt idx="7761">First_Product_Purchased</cx:pt>
          <cx:pt idx="7762">First_Product_Purchased</cx:pt>
          <cx:pt idx="7763">First_Product_Purchased</cx:pt>
          <cx:pt idx="7764">First_Product_Purchased</cx:pt>
          <cx:pt idx="7765">First_Product_Purchased</cx:pt>
          <cx:pt idx="7766">First_Product_Purchased</cx:pt>
          <cx:pt idx="7767">First_Product_Purchased</cx:pt>
          <cx:pt idx="7768">First_Product_Purchased</cx:pt>
          <cx:pt idx="7769">First_Product_Purchased</cx:pt>
          <cx:pt idx="7770">First_Product_Purchased</cx:pt>
          <cx:pt idx="7771">First_Product_Purchased</cx:pt>
          <cx:pt idx="7772">First_Product_Purchased</cx:pt>
          <cx:pt idx="7773">First_Product_Purchased</cx:pt>
          <cx:pt idx="7774">First_Product_Purchased</cx:pt>
          <cx:pt idx="7775">First_Product_Purchased</cx:pt>
          <cx:pt idx="7776">First_Product_Purchased</cx:pt>
          <cx:pt idx="7777">First_Product_Purchased</cx:pt>
          <cx:pt idx="7778">First_Product_Purchased</cx:pt>
          <cx:pt idx="7779">First_Product_Purchased</cx:pt>
          <cx:pt idx="7780">First_Product_Purchased</cx:pt>
          <cx:pt idx="7781">First_Product_Purchased</cx:pt>
          <cx:pt idx="7782">First_Product_Purchased</cx:pt>
          <cx:pt idx="7783">First_Product_Purchased</cx:pt>
          <cx:pt idx="7784">First_Product_Purchased</cx:pt>
          <cx:pt idx="7785">First_Product_Purchased</cx:pt>
          <cx:pt idx="7786">First_Product_Purchased</cx:pt>
          <cx:pt idx="7787">First_Product_Purchased</cx:pt>
          <cx:pt idx="7788">First_Product_Purchased</cx:pt>
          <cx:pt idx="7789">First_Product_Purchased</cx:pt>
          <cx:pt idx="7790">First_Product_Purchased</cx:pt>
          <cx:pt idx="7791">First_Product_Purchased</cx:pt>
          <cx:pt idx="7792">First_Product_Purchased</cx:pt>
          <cx:pt idx="7793">First_Product_Purchased</cx:pt>
          <cx:pt idx="7794">First_Product_Purchased</cx:pt>
          <cx:pt idx="7795">First_Product_Purchased</cx:pt>
          <cx:pt idx="7796">First_Product_Purchased</cx:pt>
          <cx:pt idx="7797">First_Product_Purchased</cx:pt>
          <cx:pt idx="7798">First_Product_Purchased</cx:pt>
          <cx:pt idx="7799">First_Product_Purchased</cx:pt>
          <cx:pt idx="7800">First_Product_Purchased</cx:pt>
          <cx:pt idx="7801">First_Product_Purchased</cx:pt>
          <cx:pt idx="7802">First_Product_Purchased</cx:pt>
          <cx:pt idx="7803">First_Product_Purchased</cx:pt>
          <cx:pt idx="7804">First_Product_Purchased</cx:pt>
          <cx:pt idx="7805">First_Product_Purchased</cx:pt>
          <cx:pt idx="7806">First_Product_Purchased</cx:pt>
          <cx:pt idx="7807">First_Product_Purchased</cx:pt>
          <cx:pt idx="7808">First_Product_Purchased</cx:pt>
          <cx:pt idx="7809">First_Product_Purchased</cx:pt>
          <cx:pt idx="7810">First_Product_Purchased</cx:pt>
          <cx:pt idx="7811">First_Product_Purchased</cx:pt>
          <cx:pt idx="7812">First_Product_Purchased</cx:pt>
          <cx:pt idx="7813">First_Product_Purchased</cx:pt>
          <cx:pt idx="7814">First_Product_Purchased</cx:pt>
          <cx:pt idx="7815">First_Product_Purchased</cx:pt>
          <cx:pt idx="7816">First_Product_Purchased</cx:pt>
          <cx:pt idx="7817">First_Product_Purchased</cx:pt>
          <cx:pt idx="7818">First_Product_Purchased</cx:pt>
          <cx:pt idx="7819">First_Product_Purchased</cx:pt>
          <cx:pt idx="7820">First_Product_Purchased</cx:pt>
          <cx:pt idx="7821">First_Product_Purchased</cx:pt>
          <cx:pt idx="7822">First_Product_Purchased</cx:pt>
          <cx:pt idx="7823">First_Product_Purchased</cx:pt>
          <cx:pt idx="7824">First_Product_Purchased</cx:pt>
          <cx:pt idx="7825">First_Product_Purchased</cx:pt>
          <cx:pt idx="7826">First_Product_Purchased</cx:pt>
          <cx:pt idx="7827">First_Product_Purchased</cx:pt>
          <cx:pt idx="7828">First_Product_Purchased</cx:pt>
          <cx:pt idx="7829">First_Product_Purchased</cx:pt>
          <cx:pt idx="7830">First_Product_Purchased</cx:pt>
          <cx:pt idx="7831">First_Product_Purchased</cx:pt>
          <cx:pt idx="7832">First_Product_Purchased</cx:pt>
          <cx:pt idx="7833">First_Product_Purchased</cx:pt>
          <cx:pt idx="7834">First_Product_Purchased</cx:pt>
          <cx:pt idx="7835">First_Product_Purchased</cx:pt>
          <cx:pt idx="7836">First_Product_Purchased</cx:pt>
          <cx:pt idx="7837">First_Product_Purchased</cx:pt>
          <cx:pt idx="7838">First_Product_Purchased</cx:pt>
          <cx:pt idx="7839">First_Product_Purchased</cx:pt>
          <cx:pt idx="7840">First_Product_Purchased</cx:pt>
          <cx:pt idx="7841">First_Product_Purchased</cx:pt>
          <cx:pt idx="7842">First_Product_Purchased</cx:pt>
          <cx:pt idx="7843">First_Product_Purchased</cx:pt>
          <cx:pt idx="7844">First_Product_Purchased</cx:pt>
          <cx:pt idx="7845">First_Product_Purchased</cx:pt>
          <cx:pt idx="7846">First_Product_Purchased</cx:pt>
          <cx:pt idx="7847">First_Product_Purchased</cx:pt>
          <cx:pt idx="7848">First_Product_Purchased</cx:pt>
          <cx:pt idx="7849">First_Product_Purchased</cx:pt>
          <cx:pt idx="7850">First_Product_Purchased</cx:pt>
          <cx:pt idx="7851">First_Product_Purchased</cx:pt>
          <cx:pt idx="7852">First_Product_Purchased</cx:pt>
          <cx:pt idx="7853">First_Product_Purchased</cx:pt>
          <cx:pt idx="7854">First_Product_Purchased</cx:pt>
          <cx:pt idx="7855">First_Product_Purchased</cx:pt>
          <cx:pt idx="7856">First_Product_Purchased</cx:pt>
          <cx:pt idx="7857">First_Product_Purchased</cx:pt>
          <cx:pt idx="7858">First_Product_Purchased</cx:pt>
          <cx:pt idx="7859">First_Product_Purchased</cx:pt>
          <cx:pt idx="7860">First_Product_Purchased</cx:pt>
          <cx:pt idx="7861">First_Product_Purchased</cx:pt>
          <cx:pt idx="7862">First_Product_Purchased</cx:pt>
          <cx:pt idx="7863">First_Product_Purchased</cx:pt>
          <cx:pt idx="7864">First_Product_Purchased</cx:pt>
          <cx:pt idx="7865">First_Product_Purchased</cx:pt>
          <cx:pt idx="7866">First_Product_Purchased</cx:pt>
          <cx:pt idx="7867">First_Product_Purchased</cx:pt>
          <cx:pt idx="7868">First_Product_Purchased</cx:pt>
          <cx:pt idx="7869">First_Product_Purchased</cx:pt>
          <cx:pt idx="7870">First_Product_Purchased</cx:pt>
          <cx:pt idx="7871">First_Product_Purchased</cx:pt>
          <cx:pt idx="7872">First_Product_Purchased</cx:pt>
          <cx:pt idx="7873">First_Product_Purchased</cx:pt>
          <cx:pt idx="7874">First_Product_Purchased</cx:pt>
          <cx:pt idx="7875">First_Product_Purchased</cx:pt>
          <cx:pt idx="7876">First_Product_Purchased</cx:pt>
          <cx:pt idx="7877">First_Product_Purchased</cx:pt>
          <cx:pt idx="7878">First_Product_Purchased</cx:pt>
          <cx:pt idx="7879">First_Product_Purchased</cx:pt>
          <cx:pt idx="7880">First_Product_Purchased</cx:pt>
          <cx:pt idx="7881">First_Product_Purchased</cx:pt>
          <cx:pt idx="7882">First_Product_Purchased</cx:pt>
          <cx:pt idx="7883">First_Product_Purchased</cx:pt>
          <cx:pt idx="7884">First_Product_Purchased</cx:pt>
          <cx:pt idx="7885">First_Product_Purchased</cx:pt>
          <cx:pt idx="7886">First_Product_Purchased</cx:pt>
          <cx:pt idx="7887">First_Product_Purchased</cx:pt>
          <cx:pt idx="7888">First_Product_Purchased</cx:pt>
          <cx:pt idx="7889">First_Product_Purchased</cx:pt>
          <cx:pt idx="7890">First_Product_Purchased</cx:pt>
          <cx:pt idx="7891">First_Product_Purchased</cx:pt>
          <cx:pt idx="7892">First_Product_Purchased</cx:pt>
          <cx:pt idx="7893">First_Product_Purchased</cx:pt>
          <cx:pt idx="7894">First_Product_Purchased</cx:pt>
          <cx:pt idx="7895">First_Product_Purchased</cx:pt>
          <cx:pt idx="7896">First_Product_Purchased</cx:pt>
          <cx:pt idx="7897">First_Product_Purchased</cx:pt>
          <cx:pt idx="7898">First_Product_Purchased</cx:pt>
          <cx:pt idx="7899">First_Product_Purchased</cx:pt>
          <cx:pt idx="7900">First_Product_Purchased</cx:pt>
          <cx:pt idx="7901">First_Product_Purchased</cx:pt>
          <cx:pt idx="7902">First_Product_Purchased</cx:pt>
          <cx:pt idx="7903">First_Product_Purchased</cx:pt>
          <cx:pt idx="7904">First_Product_Purchased</cx:pt>
          <cx:pt idx="7905">First_Product_Purchased</cx:pt>
          <cx:pt idx="7906">First_Product_Purchased</cx:pt>
          <cx:pt idx="7907">First_Product_Purchased</cx:pt>
          <cx:pt idx="7908">First_Product_Purchased</cx:pt>
          <cx:pt idx="7909">First_Product_Purchased</cx:pt>
          <cx:pt idx="7910">First_Product_Purchased</cx:pt>
          <cx:pt idx="7911">First_Product_Purchased</cx:pt>
          <cx:pt idx="7912">First_Product_Purchased</cx:pt>
          <cx:pt idx="7913">First_Product_Purchased</cx:pt>
          <cx:pt idx="7914">First_Product_Purchased</cx:pt>
          <cx:pt idx="7915">First_Product_Purchased</cx:pt>
          <cx:pt idx="7916">First_Product_Purchased</cx:pt>
          <cx:pt idx="7917">First_Product_Purchased</cx:pt>
          <cx:pt idx="7918">First_Product_Purchased</cx:pt>
          <cx:pt idx="7919">First_Product_Purchased</cx:pt>
          <cx:pt idx="7920">First_Product_Purchased</cx:pt>
          <cx:pt idx="7921">First_Product_Purchased</cx:pt>
          <cx:pt idx="7922">First_Product_Purchased</cx:pt>
          <cx:pt idx="7923">First_Product_Purchased</cx:pt>
          <cx:pt idx="7924">First_Product_Purchased</cx:pt>
          <cx:pt idx="7925">First_Product_Purchased</cx:pt>
          <cx:pt idx="7926">First_Product_Purchased</cx:pt>
          <cx:pt idx="7927">First_Product_Purchased</cx:pt>
          <cx:pt idx="7928">First_Product_Purchased</cx:pt>
          <cx:pt idx="7929">First_Product_Purchased</cx:pt>
          <cx:pt idx="7930">First_Product_Purchased</cx:pt>
          <cx:pt idx="7931">First_Product_Purchased</cx:pt>
          <cx:pt idx="7932">First_Product_Purchased</cx:pt>
          <cx:pt idx="7933">First_Product_Purchased</cx:pt>
          <cx:pt idx="7934">First_Product_Purchased</cx:pt>
          <cx:pt idx="7935">First_Product_Purchased</cx:pt>
          <cx:pt idx="7936">Second_Product_Purchased</cx:pt>
          <cx:pt idx="7937">First_Product_Purchased</cx:pt>
          <cx:pt idx="7938">First_Product_Purchased</cx:pt>
          <cx:pt idx="7939">First_Product_Purchased</cx:pt>
          <cx:pt idx="7940">First_Product_Purchased</cx:pt>
          <cx:pt idx="7941">First_Product_Purchased</cx:pt>
          <cx:pt idx="7942">First_Product_Purchased</cx:pt>
          <cx:pt idx="7943">First_Product_Purchased</cx:pt>
          <cx:pt idx="7944">First_Product_Purchased</cx:pt>
          <cx:pt idx="7945">First_Product_Purchased</cx:pt>
          <cx:pt idx="7946">First_Product_Purchased</cx:pt>
          <cx:pt idx="7947">First_Product_Purchased</cx:pt>
          <cx:pt idx="7948">First_Product_Purchased</cx:pt>
          <cx:pt idx="7949">First_Product_Purchased</cx:pt>
          <cx:pt idx="7950">First_Product_Purchased</cx:pt>
          <cx:pt idx="7951">First_Product_Purchased</cx:pt>
          <cx:pt idx="7952">First_Product_Purchased</cx:pt>
          <cx:pt idx="7953">First_Product_Purchased</cx:pt>
          <cx:pt idx="7954">First_Product_Purchased</cx:pt>
          <cx:pt idx="7955">First_Product_Purchased</cx:pt>
          <cx:pt idx="7956">First_Product_Purchased</cx:pt>
          <cx:pt idx="7957">First_Product_Purchased</cx:pt>
          <cx:pt idx="7958">First_Product_Purchased</cx:pt>
          <cx:pt idx="7959">First_Product_Purchased</cx:pt>
          <cx:pt idx="7960">First_Product_Purchased</cx:pt>
          <cx:pt idx="7961">First_Product_Purchased</cx:pt>
          <cx:pt idx="7962">First_Product_Purchased</cx:pt>
          <cx:pt idx="7963">First_Product_Purchased</cx:pt>
          <cx:pt idx="7964">First_Product_Purchased</cx:pt>
          <cx:pt idx="7965">First_Product_Purchased</cx:pt>
          <cx:pt idx="7966">First_Product_Purchased</cx:pt>
          <cx:pt idx="7967">First_Product_Purchased</cx:pt>
          <cx:pt idx="7968">First_Product_Purchased</cx:pt>
          <cx:pt idx="7969">First_Product_Purchased</cx:pt>
          <cx:pt idx="7970">First_Product_Purchased</cx:pt>
          <cx:pt idx="7971">First_Product_Purchased</cx:pt>
          <cx:pt idx="7972">First_Product_Purchased</cx:pt>
          <cx:pt idx="7973">First_Product_Purchased</cx:pt>
          <cx:pt idx="7974">First_Product_Purchased</cx:pt>
          <cx:pt idx="7975">First_Product_Purchased</cx:pt>
          <cx:pt idx="7976">First_Product_Purchased</cx:pt>
          <cx:pt idx="7977">First_Product_Purchased</cx:pt>
          <cx:pt idx="7978">First_Product_Purchased</cx:pt>
          <cx:pt idx="7979">First_Product_Purchased</cx:pt>
          <cx:pt idx="7980">First_Product_Purchased</cx:pt>
          <cx:pt idx="7981">First_Product_Purchased</cx:pt>
          <cx:pt idx="7982">First_Product_Purchased</cx:pt>
          <cx:pt idx="7983">First_Product_Purchased</cx:pt>
          <cx:pt idx="7984">First_Product_Purchased</cx:pt>
          <cx:pt idx="7985">First_Product_Purchased</cx:pt>
          <cx:pt idx="7986">First_Product_Purchased</cx:pt>
          <cx:pt idx="7987">First_Product_Purchased</cx:pt>
          <cx:pt idx="7988">First_Product_Purchased</cx:pt>
          <cx:pt idx="7989">First_Product_Purchased</cx:pt>
          <cx:pt idx="7990">First_Product_Purchased</cx:pt>
          <cx:pt idx="7991">First_Product_Purchased</cx:pt>
          <cx:pt idx="7992">First_Product_Purchased</cx:pt>
          <cx:pt idx="7993">First_Product_Purchased</cx:pt>
          <cx:pt idx="7994">First_Product_Purchased</cx:pt>
          <cx:pt idx="7995">First_Product_Purchased</cx:pt>
          <cx:pt idx="7996">First_Product_Purchased</cx:pt>
          <cx:pt idx="7997">First_Product_Purchased</cx:pt>
          <cx:pt idx="7998">First_Product_Purchased</cx:pt>
          <cx:pt idx="7999">First_Product_Purchased</cx:pt>
          <cx:pt idx="8000">First_Product_Purchased</cx:pt>
          <cx:pt idx="8001">First_Product_Purchased</cx:pt>
          <cx:pt idx="8002">First_Product_Purchased</cx:pt>
          <cx:pt idx="8003">First_Product_Purchased</cx:pt>
          <cx:pt idx="8004">First_Product_Purchased</cx:pt>
          <cx:pt idx="8005">First_Product_Purchased</cx:pt>
          <cx:pt idx="8006">First_Product_Purchased</cx:pt>
          <cx:pt idx="8007">First_Product_Purchased</cx:pt>
          <cx:pt idx="8008">First_Product_Purchased</cx:pt>
          <cx:pt idx="8009">First_Product_Purchased</cx:pt>
          <cx:pt idx="8010">First_Product_Purchased</cx:pt>
          <cx:pt idx="8011">First_Product_Purchased</cx:pt>
          <cx:pt idx="8012">First_Product_Purchased</cx:pt>
          <cx:pt idx="8013">First_Product_Purchased</cx:pt>
          <cx:pt idx="8014">First_Product_Purchased</cx:pt>
          <cx:pt idx="8015">First_Product_Purchased</cx:pt>
          <cx:pt idx="8016">First_Product_Purchased</cx:pt>
          <cx:pt idx="8017">First_Product_Purchased</cx:pt>
          <cx:pt idx="8018">First_Product_Purchased</cx:pt>
          <cx:pt idx="8019">First_Product_Purchased</cx:pt>
          <cx:pt idx="8020">First_Product_Purchased</cx:pt>
          <cx:pt idx="8021">First_Product_Purchased</cx:pt>
          <cx:pt idx="8022">First_Product_Purchased</cx:pt>
          <cx:pt idx="8023">First_Product_Purchased</cx:pt>
          <cx:pt idx="8024">First_Product_Purchased</cx:pt>
          <cx:pt idx="8025">First_Product_Purchased</cx:pt>
          <cx:pt idx="8026">First_Product_Purchased</cx:pt>
          <cx:pt idx="8027">First_Product_Purchased</cx:pt>
          <cx:pt idx="8028">First_Product_Purchased</cx:pt>
          <cx:pt idx="8029">First_Product_Purchased</cx:pt>
          <cx:pt idx="8030">First_Product_Purchased</cx:pt>
          <cx:pt idx="8031">First_Product_Purchased</cx:pt>
          <cx:pt idx="8032">First_Product_Purchased</cx:pt>
          <cx:pt idx="8033">First_Product_Purchased</cx:pt>
          <cx:pt idx="8034">First_Product_Purchased</cx:pt>
          <cx:pt idx="8035">First_Product_Purchased</cx:pt>
          <cx:pt idx="8036">First_Product_Purchased</cx:pt>
          <cx:pt idx="8037">First_Product_Purchased</cx:pt>
          <cx:pt idx="8038">First_Product_Purchased</cx:pt>
          <cx:pt idx="8039">First_Product_Purchased</cx:pt>
          <cx:pt idx="8040">First_Product_Purchased</cx:pt>
          <cx:pt idx="8041">First_Product_Purchased</cx:pt>
          <cx:pt idx="8042">First_Product_Purchased</cx:pt>
          <cx:pt idx="8043">First_Product_Purchased</cx:pt>
          <cx:pt idx="8044">First_Product_Purchased</cx:pt>
          <cx:pt idx="8045">First_Product_Purchased</cx:pt>
          <cx:pt idx="8046">First_Product_Purchased</cx:pt>
          <cx:pt idx="8047">First_Product_Purchased</cx:pt>
          <cx:pt idx="8048">First_Product_Purchased</cx:pt>
          <cx:pt idx="8049">First_Product_Purchased</cx:pt>
          <cx:pt idx="8050">First_Product_Purchased</cx:pt>
          <cx:pt idx="8051">First_Product_Purchased</cx:pt>
          <cx:pt idx="8052">First_Product_Purchased</cx:pt>
          <cx:pt idx="8053">First_Product_Purchased</cx:pt>
          <cx:pt idx="8054">First_Product_Purchased</cx:pt>
          <cx:pt idx="8055">First_Product_Purchased</cx:pt>
          <cx:pt idx="8056">First_Product_Purchased</cx:pt>
          <cx:pt idx="8057">First_Product_Purchased</cx:pt>
          <cx:pt idx="8058">First_Product_Purchased</cx:pt>
          <cx:pt idx="8059">First_Product_Purchased</cx:pt>
          <cx:pt idx="8060">First_Product_Purchased</cx:pt>
          <cx:pt idx="8061">First_Product_Purchased</cx:pt>
          <cx:pt idx="8062">First_Product_Purchased</cx:pt>
          <cx:pt idx="8063">First_Product_Purchased</cx:pt>
          <cx:pt idx="8064">First_Product_Purchased</cx:pt>
          <cx:pt idx="8065">First_Product_Purchased</cx:pt>
          <cx:pt idx="8066">First_Product_Purchased</cx:pt>
          <cx:pt idx="8067">First_Product_Purchased</cx:pt>
          <cx:pt idx="8068">First_Product_Purchased</cx:pt>
          <cx:pt idx="8069">First_Product_Purchased</cx:pt>
          <cx:pt idx="8070">First_Product_Purchased</cx:pt>
          <cx:pt idx="8071">First_Product_Purchased</cx:pt>
          <cx:pt idx="8072">First_Product_Purchased</cx:pt>
          <cx:pt idx="8073">First_Product_Purchased</cx:pt>
          <cx:pt idx="8074">First_Product_Purchased</cx:pt>
          <cx:pt idx="8075">First_Product_Purchased</cx:pt>
          <cx:pt idx="8076">First_Product_Purchased</cx:pt>
          <cx:pt idx="8077">First_Product_Purchased</cx:pt>
          <cx:pt idx="8078">First_Product_Purchased</cx:pt>
          <cx:pt idx="8079">First_Product_Purchased</cx:pt>
          <cx:pt idx="8080">First_Product_Purchased</cx:pt>
          <cx:pt idx="8081">First_Product_Purchased</cx:pt>
          <cx:pt idx="8082">First_Product_Purchased</cx:pt>
          <cx:pt idx="8083">First_Product_Purchased</cx:pt>
          <cx:pt idx="8084">First_Product_Purchased</cx:pt>
          <cx:pt idx="8085">First_Product_Purchased</cx:pt>
          <cx:pt idx="8086">First_Product_Purchased</cx:pt>
          <cx:pt idx="8087">First_Product_Purchased</cx:pt>
          <cx:pt idx="8088">First_Product_Purchased</cx:pt>
          <cx:pt idx="8089">First_Product_Purchased</cx:pt>
          <cx:pt idx="8090">First_Product_Purchased</cx:pt>
          <cx:pt idx="8091">First_Product_Purchased</cx:pt>
          <cx:pt idx="8092">First_Product_Purchased</cx:pt>
          <cx:pt idx="8093">First_Product_Purchased</cx:pt>
          <cx:pt idx="8094">First_Product_Purchased</cx:pt>
          <cx:pt idx="8095">First_Product_Purchased</cx:pt>
          <cx:pt idx="8096">First_Product_Purchased</cx:pt>
          <cx:pt idx="8097">First_Product_Purchased</cx:pt>
          <cx:pt idx="8098">First_Product_Purchased</cx:pt>
          <cx:pt idx="8099">First_Product_Purchased</cx:pt>
          <cx:pt idx="8100">First_Product_Purchased</cx:pt>
          <cx:pt idx="8101">First_Product_Purchased</cx:pt>
          <cx:pt idx="8102">First_Product_Purchased</cx:pt>
          <cx:pt idx="8103">First_Product_Purchased</cx:pt>
          <cx:pt idx="8104">First_Product_Purchased</cx:pt>
          <cx:pt idx="8105">First_Product_Purchased</cx:pt>
          <cx:pt idx="8106">First_Product_Purchased</cx:pt>
          <cx:pt idx="8107">First_Product_Purchased</cx:pt>
          <cx:pt idx="8108">First_Product_Purchased</cx:pt>
          <cx:pt idx="8109">First_Product_Purchased</cx:pt>
          <cx:pt idx="8110">First_Product_Purchased</cx:pt>
          <cx:pt idx="8111">First_Product_Purchased</cx:pt>
          <cx:pt idx="8112">First_Product_Purchased</cx:pt>
          <cx:pt idx="8113">First_Product_Purchased</cx:pt>
          <cx:pt idx="8114">First_Product_Purchased</cx:pt>
          <cx:pt idx="8115">First_Product_Purchased</cx:pt>
          <cx:pt idx="8116">First_Product_Purchased</cx:pt>
          <cx:pt idx="8117">First_Product_Purchased</cx:pt>
          <cx:pt idx="8118">First_Product_Purchased</cx:pt>
          <cx:pt idx="8119">First_Product_Purchased</cx:pt>
          <cx:pt idx="8120">First_Product_Purchased</cx:pt>
          <cx:pt idx="8121">First_Product_Purchased</cx:pt>
          <cx:pt idx="8122">First_Product_Purchased</cx:pt>
          <cx:pt idx="8123">First_Product_Purchased</cx:pt>
          <cx:pt idx="8124">First_Product_Purchased</cx:pt>
          <cx:pt idx="8125">First_Product_Purchased</cx:pt>
          <cx:pt idx="8126">First_Product_Purchased</cx:pt>
          <cx:pt idx="8127">First_Product_Purchased</cx:pt>
          <cx:pt idx="8128">First_Product_Purchased</cx:pt>
          <cx:pt idx="8129">First_Product_Purchased</cx:pt>
          <cx:pt idx="8130">First_Product_Purchased</cx:pt>
          <cx:pt idx="8131">First_Product_Purchased</cx:pt>
          <cx:pt idx="8132">First_Product_Purchased</cx:pt>
          <cx:pt idx="8133">First_Product_Purchased</cx:pt>
          <cx:pt idx="8134">First_Product_Purchased</cx:pt>
          <cx:pt idx="8135">First_Product_Purchased</cx:pt>
          <cx:pt idx="8136">First_Product_Purchased</cx:pt>
          <cx:pt idx="8137">First_Product_Purchased</cx:pt>
          <cx:pt idx="8138">First_Product_Purchased</cx:pt>
          <cx:pt idx="8139">First_Product_Purchased</cx:pt>
          <cx:pt idx="8140">First_Product_Purchased</cx:pt>
          <cx:pt idx="8141">First_Product_Purchased</cx:pt>
          <cx:pt idx="8142">First_Product_Purchased</cx:pt>
          <cx:pt idx="8143">First_Product_Purchased</cx:pt>
          <cx:pt idx="8144">First_Product_Purchased</cx:pt>
          <cx:pt idx="8145">First_Product_Purchased</cx:pt>
          <cx:pt idx="8146">First_Product_Purchased</cx:pt>
          <cx:pt idx="8147">First_Product_Purchased</cx:pt>
          <cx:pt idx="8148">First_Product_Purchased</cx:pt>
          <cx:pt idx="8149">First_Product_Purchased</cx:pt>
          <cx:pt idx="8150">First_Product_Purchased</cx:pt>
          <cx:pt idx="8151">First_Product_Purchased</cx:pt>
          <cx:pt idx="8152">First_Product_Purchased</cx:pt>
          <cx:pt idx="8153">First_Product_Purchased</cx:pt>
          <cx:pt idx="8154">First_Product_Purchased</cx:pt>
          <cx:pt idx="8155">First_Product_Purchased</cx:pt>
          <cx:pt idx="8156">First_Product_Purchased</cx:pt>
          <cx:pt idx="8157">First_Product_Purchased</cx:pt>
          <cx:pt idx="8158">First_Product_Purchased</cx:pt>
          <cx:pt idx="8159">First_Product_Purchased</cx:pt>
          <cx:pt idx="8160">First_Product_Purchased</cx:pt>
          <cx:pt idx="8161">First_Product_Purchased</cx:pt>
          <cx:pt idx="8162">First_Product_Purchased</cx:pt>
          <cx:pt idx="8163">First_Product_Purchased</cx:pt>
          <cx:pt idx="8164">First_Product_Purchased</cx:pt>
          <cx:pt idx="8165">First_Product_Purchased</cx:pt>
          <cx:pt idx="8166">First_Product_Purchased</cx:pt>
          <cx:pt idx="8167">First_Product_Purchased</cx:pt>
          <cx:pt idx="8168">First_Product_Purchased</cx:pt>
          <cx:pt idx="8169">First_Product_Purchased</cx:pt>
          <cx:pt idx="8170">First_Product_Purchased</cx:pt>
          <cx:pt idx="8171">First_Product_Purchased</cx:pt>
          <cx:pt idx="8172">First_Product_Purchased</cx:pt>
          <cx:pt idx="8173">First_Product_Purchased</cx:pt>
          <cx:pt idx="8174">First_Product_Purchased</cx:pt>
          <cx:pt idx="8175">First_Product_Purchased</cx:pt>
          <cx:pt idx="8176">First_Product_Purchased</cx:pt>
          <cx:pt idx="8177">First_Product_Purchased</cx:pt>
          <cx:pt idx="8178">First_Product_Purchased</cx:pt>
          <cx:pt idx="8179">First_Product_Purchased</cx:pt>
          <cx:pt idx="8180">First_Product_Purchased</cx:pt>
          <cx:pt idx="8181">First_Product_Purchased</cx:pt>
          <cx:pt idx="8182">First_Product_Purchased</cx:pt>
          <cx:pt idx="8183">First_Product_Purchased</cx:pt>
          <cx:pt idx="8184">First_Product_Purchased</cx:pt>
          <cx:pt idx="8185">First_Product_Purchased</cx:pt>
          <cx:pt idx="8186">First_Product_Purchased</cx:pt>
          <cx:pt idx="8187">First_Product_Purchased</cx:pt>
          <cx:pt idx="8188">First_Product_Purchased</cx:pt>
          <cx:pt idx="8189">First_Product_Purchased</cx:pt>
          <cx:pt idx="8190">First_Product_Purchased</cx:pt>
          <cx:pt idx="8191">First_Product_Purchased</cx:pt>
          <cx:pt idx="8192">First_Product_Purchased</cx:pt>
          <cx:pt idx="8193">First_Product_Purchased</cx:pt>
          <cx:pt idx="8194">First_Product_Purchased</cx:pt>
          <cx:pt idx="8195">First_Product_Purchased</cx:pt>
          <cx:pt idx="8196">First_Product_Purchased</cx:pt>
          <cx:pt idx="8197">First_Product_Purchased</cx:pt>
          <cx:pt idx="8198">First_Product_Purchased</cx:pt>
          <cx:pt idx="8199">First_Product_Purchased</cx:pt>
          <cx:pt idx="8200">First_Product_Purchased</cx:pt>
          <cx:pt idx="8201">First_Product_Purchased</cx:pt>
          <cx:pt idx="8202">First_Product_Purchased</cx:pt>
          <cx:pt idx="8203">First_Product_Purchased</cx:pt>
          <cx:pt idx="8204">First_Product_Purchased</cx:pt>
          <cx:pt idx="8205">First_Product_Purchased</cx:pt>
          <cx:pt idx="8206">First_Product_Purchased</cx:pt>
          <cx:pt idx="8207">First_Product_Purchased</cx:pt>
          <cx:pt idx="8208">First_Product_Purchased</cx:pt>
          <cx:pt idx="8209">First_Product_Purchased</cx:pt>
          <cx:pt idx="8210">First_Product_Purchased</cx:pt>
          <cx:pt idx="8211">First_Product_Purchased</cx:pt>
          <cx:pt idx="8212">First_Product_Purchased</cx:pt>
          <cx:pt idx="8213">First_Product_Purchased</cx:pt>
          <cx:pt idx="8214">First_Product_Purchased</cx:pt>
          <cx:pt idx="8215">First_Product_Purchased</cx:pt>
          <cx:pt idx="8216">First_Product_Purchased</cx:pt>
          <cx:pt idx="8217">First_Product_Purchased</cx:pt>
          <cx:pt idx="8218">First_Product_Purchased</cx:pt>
          <cx:pt idx="8219">Second_Product_Purchased</cx:pt>
          <cx:pt idx="8220">First_Product_Purchased</cx:pt>
          <cx:pt idx="8221">First_Product_Purchased</cx:pt>
          <cx:pt idx="8222">First_Product_Purchased</cx:pt>
          <cx:pt idx="8223">First_Product_Purchased</cx:pt>
          <cx:pt idx="8224">First_Product_Purchased</cx:pt>
          <cx:pt idx="8225">First_Product_Purchased</cx:pt>
          <cx:pt idx="8226">First_Product_Purchased</cx:pt>
          <cx:pt idx="8227">First_Product_Purchased</cx:pt>
          <cx:pt idx="8228">First_Product_Purchased</cx:pt>
          <cx:pt idx="8229">First_Product_Purchased</cx:pt>
          <cx:pt idx="8230">First_Product_Purchased</cx:pt>
          <cx:pt idx="8231">Second_Product_Purchased</cx:pt>
          <cx:pt idx="8232">First_Product_Purchased</cx:pt>
          <cx:pt idx="8233">First_Product_Purchased</cx:pt>
          <cx:pt idx="8234">First_Product_Purchased</cx:pt>
          <cx:pt idx="8235">First_Product_Purchased</cx:pt>
          <cx:pt idx="8236">First_Product_Purchased</cx:pt>
          <cx:pt idx="8237">First_Product_Purchased</cx:pt>
          <cx:pt idx="8238">First_Product_Purchased</cx:pt>
          <cx:pt idx="8239">First_Product_Purchased</cx:pt>
          <cx:pt idx="8240">First_Product_Purchased</cx:pt>
          <cx:pt idx="8241">First_Product_Purchased</cx:pt>
          <cx:pt idx="8242">First_Product_Purchased</cx:pt>
          <cx:pt idx="8243">First_Product_Purchased</cx:pt>
          <cx:pt idx="8244">First_Product_Purchased</cx:pt>
          <cx:pt idx="8245">First_Product_Purchased</cx:pt>
          <cx:pt idx="8246">First_Product_Purchased</cx:pt>
          <cx:pt idx="8247">First_Product_Purchased</cx:pt>
          <cx:pt idx="8248">First_Product_Purchased</cx:pt>
          <cx:pt idx="8249">First_Product_Purchased</cx:pt>
          <cx:pt idx="8250">First_Product_Purchased</cx:pt>
          <cx:pt idx="8251">First_Product_Purchased</cx:pt>
          <cx:pt idx="8252">First_Product_Purchased</cx:pt>
          <cx:pt idx="8253">First_Product_Purchased</cx:pt>
          <cx:pt idx="8254">First_Product_Purchased</cx:pt>
          <cx:pt idx="8255">First_Product_Purchased</cx:pt>
          <cx:pt idx="8256">First_Product_Purchased</cx:pt>
          <cx:pt idx="8257">First_Product_Purchased</cx:pt>
          <cx:pt idx="8258">First_Product_Purchased</cx:pt>
          <cx:pt idx="8259">First_Product_Purchased</cx:pt>
          <cx:pt idx="8260">First_Product_Purchased</cx:pt>
          <cx:pt idx="8261">First_Product_Purchased</cx:pt>
          <cx:pt idx="8262">First_Product_Purchased</cx:pt>
          <cx:pt idx="8263">First_Product_Purchased</cx:pt>
          <cx:pt idx="8264">First_Product_Purchased</cx:pt>
          <cx:pt idx="8265">First_Product_Purchased</cx:pt>
          <cx:pt idx="8266">First_Product_Purchased</cx:pt>
          <cx:pt idx="8267">First_Product_Purchased</cx:pt>
          <cx:pt idx="8268">First_Product_Purchased</cx:pt>
          <cx:pt idx="8269">First_Product_Purchased</cx:pt>
          <cx:pt idx="8270">First_Product_Purchased</cx:pt>
          <cx:pt idx="8271">First_Product_Purchased</cx:pt>
          <cx:pt idx="8272">First_Product_Purchased</cx:pt>
          <cx:pt idx="8273">First_Product_Purchased</cx:pt>
          <cx:pt idx="8274">First_Product_Purchased</cx:pt>
          <cx:pt idx="8275">First_Product_Purchased</cx:pt>
          <cx:pt idx="8276">First_Product_Purchased</cx:pt>
          <cx:pt idx="8277">First_Product_Purchased</cx:pt>
          <cx:pt idx="8278">First_Product_Purchased</cx:pt>
          <cx:pt idx="8279">First_Product_Purchased</cx:pt>
          <cx:pt idx="8280">First_Product_Purchased</cx:pt>
          <cx:pt idx="8281">First_Product_Purchased</cx:pt>
          <cx:pt idx="8282">First_Product_Purchased</cx:pt>
          <cx:pt idx="8283">First_Product_Purchased</cx:pt>
          <cx:pt idx="8284">Second_Product_Purchased</cx:pt>
          <cx:pt idx="8285">First_Product_Purchased</cx:pt>
          <cx:pt idx="8286">First_Product_Purchased</cx:pt>
          <cx:pt idx="8287">First_Product_Purchased</cx:pt>
          <cx:pt idx="8288">First_Product_Purchased</cx:pt>
          <cx:pt idx="8289">First_Product_Purchased</cx:pt>
          <cx:pt idx="8290">First_Product_Purchased</cx:pt>
          <cx:pt idx="8291">First_Product_Purchased</cx:pt>
          <cx:pt idx="8292">First_Product_Purchased</cx:pt>
          <cx:pt idx="8293">First_Product_Purchased</cx:pt>
          <cx:pt idx="8294">First_Product_Purchased</cx:pt>
          <cx:pt idx="8295">First_Product_Purchased</cx:pt>
          <cx:pt idx="8296">First_Product_Purchased</cx:pt>
          <cx:pt idx="8297">First_Product_Purchased</cx:pt>
          <cx:pt idx="8298">First_Product_Purchased</cx:pt>
          <cx:pt idx="8299">First_Product_Purchased</cx:pt>
          <cx:pt idx="8300">First_Product_Purchased</cx:pt>
          <cx:pt idx="8301">First_Product_Purchased</cx:pt>
          <cx:pt idx="8302">First_Product_Purchased</cx:pt>
          <cx:pt idx="8303">First_Product_Purchased</cx:pt>
          <cx:pt idx="8304">First_Product_Purchased</cx:pt>
          <cx:pt idx="8305">First_Product_Purchased</cx:pt>
          <cx:pt idx="8306">First_Product_Purchased</cx:pt>
          <cx:pt idx="8307">First_Product_Purchased</cx:pt>
          <cx:pt idx="8308">First_Product_Purchased</cx:pt>
          <cx:pt idx="8309">First_Product_Purchased</cx:pt>
          <cx:pt idx="8310">First_Product_Purchased</cx:pt>
          <cx:pt idx="8311">First_Product_Purchased</cx:pt>
          <cx:pt idx="8312">First_Product_Purchased</cx:pt>
          <cx:pt idx="8313">First_Product_Purchased</cx:pt>
          <cx:pt idx="8314">First_Product_Purchased</cx:pt>
          <cx:pt idx="8315">First_Product_Purchased</cx:pt>
          <cx:pt idx="8316">First_Product_Purchased</cx:pt>
          <cx:pt idx="8317">First_Product_Purchased</cx:pt>
          <cx:pt idx="8318">First_Product_Purchased</cx:pt>
          <cx:pt idx="8319">First_Product_Purchased</cx:pt>
          <cx:pt idx="8320">First_Product_Purchased</cx:pt>
          <cx:pt idx="8321">First_Product_Purchased</cx:pt>
          <cx:pt idx="8322">First_Product_Purchased</cx:pt>
          <cx:pt idx="8323">First_Product_Purchased</cx:pt>
          <cx:pt idx="8324">First_Product_Purchased</cx:pt>
          <cx:pt idx="8325">First_Product_Purchased</cx:pt>
          <cx:pt idx="8326">First_Product_Purchased</cx:pt>
          <cx:pt idx="8327">First_Product_Purchased</cx:pt>
          <cx:pt idx="8328">First_Product_Purchased</cx:pt>
          <cx:pt idx="8329">First_Product_Purchased</cx:pt>
          <cx:pt idx="8330">First_Product_Purchased</cx:pt>
          <cx:pt idx="8331">First_Product_Purchased</cx:pt>
          <cx:pt idx="8332">First_Product_Purchased</cx:pt>
          <cx:pt idx="8333">First_Product_Purchased</cx:pt>
          <cx:pt idx="8334">First_Product_Purchased</cx:pt>
          <cx:pt idx="8335">First_Product_Purchased</cx:pt>
          <cx:pt idx="8336">First_Product_Purchased</cx:pt>
          <cx:pt idx="8337">First_Product_Purchased</cx:pt>
          <cx:pt idx="8338">First_Product_Purchased</cx:pt>
          <cx:pt idx="8339">First_Product_Purchased</cx:pt>
          <cx:pt idx="8340">First_Product_Purchased</cx:pt>
          <cx:pt idx="8341">First_Product_Purchased</cx:pt>
          <cx:pt idx="8342">First_Product_Purchased</cx:pt>
          <cx:pt idx="8343">First_Product_Purchased</cx:pt>
          <cx:pt idx="8344">First_Product_Purchased</cx:pt>
          <cx:pt idx="8345">First_Product_Purchased</cx:pt>
          <cx:pt idx="8346">First_Product_Purchased</cx:pt>
          <cx:pt idx="8347">First_Product_Purchased</cx:pt>
          <cx:pt idx="8348">First_Product_Purchased</cx:pt>
          <cx:pt idx="8349">First_Product_Purchased</cx:pt>
          <cx:pt idx="8350">First_Product_Purchased</cx:pt>
          <cx:pt idx="8351">First_Product_Purchased</cx:pt>
          <cx:pt idx="8352">First_Product_Purchased</cx:pt>
          <cx:pt idx="8353">First_Product_Purchased</cx:pt>
          <cx:pt idx="8354">First_Product_Purchased</cx:pt>
          <cx:pt idx="8355">First_Product_Purchased</cx:pt>
          <cx:pt idx="8356">First_Product_Purchased</cx:pt>
          <cx:pt idx="8357">First_Product_Purchased</cx:pt>
          <cx:pt idx="8358">First_Product_Purchased</cx:pt>
          <cx:pt idx="8359">First_Product_Purchased</cx:pt>
          <cx:pt idx="8360">First_Product_Purchased</cx:pt>
          <cx:pt idx="8361">First_Product_Purchased</cx:pt>
          <cx:pt idx="8362">First_Product_Purchased</cx:pt>
          <cx:pt idx="8363">First_Product_Purchased</cx:pt>
          <cx:pt idx="8364">First_Product_Purchased</cx:pt>
          <cx:pt idx="8365">First_Product_Purchased</cx:pt>
          <cx:pt idx="8366">First_Product_Purchased</cx:pt>
          <cx:pt idx="8367">First_Product_Purchased</cx:pt>
          <cx:pt idx="8368">First_Product_Purchased</cx:pt>
          <cx:pt idx="8369">First_Product_Purchased</cx:pt>
          <cx:pt idx="8370">First_Product_Purchased</cx:pt>
          <cx:pt idx="8371">First_Product_Purchased</cx:pt>
          <cx:pt idx="8372">First_Product_Purchased</cx:pt>
          <cx:pt idx="8373">First_Product_Purchased</cx:pt>
          <cx:pt idx="8374">Second_Product_Purchased</cx:pt>
          <cx:pt idx="8375">First_Product_Purchased</cx:pt>
          <cx:pt idx="8376">First_Product_Purchased</cx:pt>
          <cx:pt idx="8377">First_Product_Purchased</cx:pt>
          <cx:pt idx="8378">First_Product_Purchased</cx:pt>
          <cx:pt idx="8379">First_Product_Purchased</cx:pt>
          <cx:pt idx="8380">First_Product_Purchased</cx:pt>
          <cx:pt idx="8381">First_Product_Purchased</cx:pt>
          <cx:pt idx="8382">First_Product_Purchased</cx:pt>
          <cx:pt idx="8383">First_Product_Purchased</cx:pt>
          <cx:pt idx="8384">First_Product_Purchased</cx:pt>
          <cx:pt idx="8385">First_Product_Purchased</cx:pt>
          <cx:pt idx="8386">First_Product_Purchased</cx:pt>
          <cx:pt idx="8387">First_Product_Purchased</cx:pt>
          <cx:pt idx="8388">First_Product_Purchased</cx:pt>
          <cx:pt idx="8389">First_Product_Purchased</cx:pt>
          <cx:pt idx="8390">First_Product_Purchased</cx:pt>
          <cx:pt idx="8391">First_Product_Purchased</cx:pt>
          <cx:pt idx="8392">First_Product_Purchased</cx:pt>
          <cx:pt idx="8393">First_Product_Purchased</cx:pt>
          <cx:pt idx="8394">First_Product_Purchased</cx:pt>
          <cx:pt idx="8395">First_Product_Purchased</cx:pt>
          <cx:pt idx="8396">First_Product_Purchased</cx:pt>
          <cx:pt idx="8397">First_Product_Purchased</cx:pt>
          <cx:pt idx="8398">Second_Product_Purchased</cx:pt>
          <cx:pt idx="8399">First_Product_Purchased</cx:pt>
          <cx:pt idx="8400">First_Product_Purchased</cx:pt>
          <cx:pt idx="8401">First_Product_Purchased</cx:pt>
          <cx:pt idx="8402">First_Product_Purchased</cx:pt>
          <cx:pt idx="8403">First_Product_Purchased</cx:pt>
          <cx:pt idx="8404">First_Product_Purchased</cx:pt>
          <cx:pt idx="8405">First_Product_Purchased</cx:pt>
          <cx:pt idx="8406">First_Product_Purchased</cx:pt>
          <cx:pt idx="8407">First_Product_Purchased</cx:pt>
          <cx:pt idx="8408">First_Product_Purchased</cx:pt>
          <cx:pt idx="8409">First_Product_Purchased</cx:pt>
          <cx:pt idx="8410">First_Product_Purchased</cx:pt>
          <cx:pt idx="8411">First_Product_Purchased</cx:pt>
          <cx:pt idx="8412">First_Product_Purchased</cx:pt>
          <cx:pt idx="8413">First_Product_Purchased</cx:pt>
          <cx:pt idx="8414">First_Product_Purchased</cx:pt>
          <cx:pt idx="8415">Second_Product_Purchased</cx:pt>
          <cx:pt idx="8416">First_Product_Purchased</cx:pt>
          <cx:pt idx="8417">First_Product_Purchased</cx:pt>
          <cx:pt idx="8418">First_Product_Purchased</cx:pt>
          <cx:pt idx="8419">First_Product_Purchased</cx:pt>
          <cx:pt idx="8420">First_Product_Purchased</cx:pt>
          <cx:pt idx="8421">First_Product_Purchased</cx:pt>
          <cx:pt idx="8422">First_Product_Purchased</cx:pt>
          <cx:pt idx="8423">First_Product_Purchased</cx:pt>
          <cx:pt idx="8424">First_Product_Purchased</cx:pt>
          <cx:pt idx="8425">First_Product_Purchased</cx:pt>
          <cx:pt idx="8426">First_Product_Purchased</cx:pt>
          <cx:pt idx="8427">First_Product_Purchased</cx:pt>
          <cx:pt idx="8428">First_Product_Purchased</cx:pt>
          <cx:pt idx="8429">First_Product_Purchased</cx:pt>
          <cx:pt idx="8430">First_Product_Purchased</cx:pt>
          <cx:pt idx="8431">First_Product_Purchased</cx:pt>
          <cx:pt idx="8432">First_Product_Purchased</cx:pt>
          <cx:pt idx="8433">First_Product_Purchased</cx:pt>
          <cx:pt idx="8434">First_Product_Purchased</cx:pt>
          <cx:pt idx="8435">First_Product_Purchased</cx:pt>
          <cx:pt idx="8436">Second_Product_Purchased</cx:pt>
          <cx:pt idx="8437">First_Product_Purchased</cx:pt>
          <cx:pt idx="8438">First_Product_Purchased</cx:pt>
          <cx:pt idx="8439">First_Product_Purchased</cx:pt>
          <cx:pt idx="8440">First_Product_Purchased</cx:pt>
          <cx:pt idx="8441">First_Product_Purchased</cx:pt>
          <cx:pt idx="8442">First_Product_Purchased</cx:pt>
          <cx:pt idx="8443">First_Product_Purchased</cx:pt>
          <cx:pt idx="8444">First_Product_Purchased</cx:pt>
          <cx:pt idx="8445">First_Product_Purchased</cx:pt>
          <cx:pt idx="8446">First_Product_Purchased</cx:pt>
          <cx:pt idx="8447">First_Product_Purchased</cx:pt>
          <cx:pt idx="8448">First_Product_Purchased</cx:pt>
          <cx:pt idx="8449">First_Product_Purchased</cx:pt>
          <cx:pt idx="8450">First_Product_Purchased</cx:pt>
          <cx:pt idx="8451">First_Product_Purchased</cx:pt>
          <cx:pt idx="8452">First_Product_Purchased</cx:pt>
          <cx:pt idx="8453">First_Product_Purchased</cx:pt>
          <cx:pt idx="8454">First_Product_Purchased</cx:pt>
          <cx:pt idx="8455">First_Product_Purchased</cx:pt>
          <cx:pt idx="8456">First_Product_Purchased</cx:pt>
          <cx:pt idx="8457">First_Product_Purchased</cx:pt>
          <cx:pt idx="8458">First_Product_Purchased</cx:pt>
          <cx:pt idx="8459">First_Product_Purchased</cx:pt>
          <cx:pt idx="8460">First_Product_Purchased</cx:pt>
          <cx:pt idx="8461">First_Product_Purchased</cx:pt>
          <cx:pt idx="8462">First_Product_Purchased</cx:pt>
          <cx:pt idx="8463">First_Product_Purchased</cx:pt>
          <cx:pt idx="8464">First_Product_Purchased</cx:pt>
          <cx:pt idx="8465">First_Product_Purchased</cx:pt>
          <cx:pt idx="8466">First_Product_Purchased</cx:pt>
          <cx:pt idx="8467">First_Product_Purchased</cx:pt>
          <cx:pt idx="8468">First_Product_Purchased</cx:pt>
          <cx:pt idx="8469">First_Product_Purchased</cx:pt>
          <cx:pt idx="8470">First_Product_Purchased</cx:pt>
          <cx:pt idx="8471">First_Product_Purchased</cx:pt>
          <cx:pt idx="8472">First_Product_Purchased</cx:pt>
          <cx:pt idx="8473">First_Product_Purchased</cx:pt>
          <cx:pt idx="8474">First_Product_Purchased</cx:pt>
          <cx:pt idx="8475">First_Product_Purchased</cx:pt>
          <cx:pt idx="8476">First_Product_Purchased</cx:pt>
          <cx:pt idx="8477">First_Product_Purchased</cx:pt>
          <cx:pt idx="8478">First_Product_Purchased</cx:pt>
          <cx:pt idx="8479">First_Product_Purchased</cx:pt>
          <cx:pt idx="8480">First_Product_Purchased</cx:pt>
          <cx:pt idx="8481">First_Product_Purchased</cx:pt>
          <cx:pt idx="8482">First_Product_Purchased</cx:pt>
          <cx:pt idx="8483">First_Product_Purchased</cx:pt>
          <cx:pt idx="8484">First_Product_Purchased</cx:pt>
          <cx:pt idx="8485">First_Product_Purchased</cx:pt>
          <cx:pt idx="8486">First_Product_Purchased</cx:pt>
          <cx:pt idx="8487">First_Product_Purchased</cx:pt>
          <cx:pt idx="8488">First_Product_Purchased</cx:pt>
          <cx:pt idx="8489">First_Product_Purchased</cx:pt>
          <cx:pt idx="8490">First_Product_Purchased</cx:pt>
          <cx:pt idx="8491">First_Product_Purchased</cx:pt>
          <cx:pt idx="8492">First_Product_Purchased</cx:pt>
          <cx:pt idx="8493">First_Product_Purchased</cx:pt>
          <cx:pt idx="8494">First_Product_Purchased</cx:pt>
          <cx:pt idx="8495">First_Product_Purchased</cx:pt>
          <cx:pt idx="8496">First_Product_Purchased</cx:pt>
          <cx:pt idx="8497">First_Product_Purchased</cx:pt>
          <cx:pt idx="8498">First_Product_Purchased</cx:pt>
          <cx:pt idx="8499">First_Product_Purchased</cx:pt>
          <cx:pt idx="8500">Second_Product_Purchased</cx:pt>
          <cx:pt idx="8501">First_Product_Purchased</cx:pt>
          <cx:pt idx="8502">First_Product_Purchased</cx:pt>
          <cx:pt idx="8503">First_Product_Purchased</cx:pt>
          <cx:pt idx="8504">First_Product_Purchased</cx:pt>
          <cx:pt idx="8505">First_Product_Purchased</cx:pt>
          <cx:pt idx="8506">First_Product_Purchased</cx:pt>
          <cx:pt idx="8507">First_Product_Purchased</cx:pt>
          <cx:pt idx="8508">First_Product_Purchased</cx:pt>
          <cx:pt idx="8509">First_Product_Purchased</cx:pt>
          <cx:pt idx="8510">First_Product_Purchased</cx:pt>
          <cx:pt idx="8511">First_Product_Purchased</cx:pt>
          <cx:pt idx="8512">First_Product_Purchased</cx:pt>
          <cx:pt idx="8513">First_Product_Purchased</cx:pt>
          <cx:pt idx="8514">First_Product_Purchased</cx:pt>
          <cx:pt idx="8515">First_Product_Purchased</cx:pt>
          <cx:pt idx="8516">First_Product_Purchased</cx:pt>
          <cx:pt idx="8517">First_Product_Purchased</cx:pt>
          <cx:pt idx="8518">First_Product_Purchased</cx:pt>
          <cx:pt idx="8519">First_Product_Purchased</cx:pt>
          <cx:pt idx="8520">First_Product_Purchased</cx:pt>
          <cx:pt idx="8521">First_Product_Purchased</cx:pt>
          <cx:pt idx="8522">First_Product_Purchased</cx:pt>
          <cx:pt idx="8523">First_Product_Purchased</cx:pt>
          <cx:pt idx="8524">First_Product_Purchased</cx:pt>
          <cx:pt idx="8525">First_Product_Purchased</cx:pt>
          <cx:pt idx="8526">First_Product_Purchased</cx:pt>
          <cx:pt idx="8527">First_Product_Purchased</cx:pt>
          <cx:pt idx="8528">First_Product_Purchased</cx:pt>
          <cx:pt idx="8529">First_Product_Purchased</cx:pt>
          <cx:pt idx="8530">First_Product_Purchased</cx:pt>
          <cx:pt idx="8531">First_Product_Purchased</cx:pt>
          <cx:pt idx="8532">First_Product_Purchased</cx:pt>
          <cx:pt idx="8533">First_Product_Purchased</cx:pt>
          <cx:pt idx="8534">First_Product_Purchased</cx:pt>
          <cx:pt idx="8535">First_Product_Purchased</cx:pt>
          <cx:pt idx="8536">First_Product_Purchased</cx:pt>
          <cx:pt idx="8537">First_Product_Purchased</cx:pt>
          <cx:pt idx="8538">First_Product_Purchased</cx:pt>
          <cx:pt idx="8539">First_Product_Purchased</cx:pt>
          <cx:pt idx="8540">First_Product_Purchased</cx:pt>
          <cx:pt idx="8541">First_Product_Purchased</cx:pt>
          <cx:pt idx="8542">Second_Product_Purchased</cx:pt>
          <cx:pt idx="8543">First_Product_Purchased</cx:pt>
          <cx:pt idx="8544">First_Product_Purchased</cx:pt>
          <cx:pt idx="8545">First_Product_Purchased</cx:pt>
          <cx:pt idx="8546">First_Product_Purchased</cx:pt>
          <cx:pt idx="8547">First_Product_Purchased</cx:pt>
          <cx:pt idx="8548">First_Product_Purchased</cx:pt>
          <cx:pt idx="8549">First_Product_Purchased</cx:pt>
          <cx:pt idx="8550">First_Product_Purchased</cx:pt>
          <cx:pt idx="8551">First_Product_Purchased</cx:pt>
          <cx:pt idx="8552">First_Product_Purchased</cx:pt>
          <cx:pt idx="8553">First_Product_Purchased</cx:pt>
          <cx:pt idx="8554">First_Product_Purchased</cx:pt>
          <cx:pt idx="8555">First_Product_Purchased</cx:pt>
          <cx:pt idx="8556">First_Product_Purchased</cx:pt>
          <cx:pt idx="8557">First_Product_Purchased</cx:pt>
          <cx:pt idx="8558">First_Product_Purchased</cx:pt>
          <cx:pt idx="8559">First_Product_Purchased</cx:pt>
          <cx:pt idx="8560">First_Product_Purchased</cx:pt>
          <cx:pt idx="8561">First_Product_Purchased</cx:pt>
          <cx:pt idx="8562">First_Product_Purchased</cx:pt>
          <cx:pt idx="8563">First_Product_Purchased</cx:pt>
          <cx:pt idx="8564">First_Product_Purchased</cx:pt>
          <cx:pt idx="8565">First_Product_Purchased</cx:pt>
          <cx:pt idx="8566">First_Product_Purchased</cx:pt>
          <cx:pt idx="8567">First_Product_Purchased</cx:pt>
          <cx:pt idx="8568">First_Product_Purchased</cx:pt>
          <cx:pt idx="8569">First_Product_Purchased</cx:pt>
          <cx:pt idx="8570">First_Product_Purchased</cx:pt>
          <cx:pt idx="8571">First_Product_Purchased</cx:pt>
          <cx:pt idx="8572">First_Product_Purchased</cx:pt>
          <cx:pt idx="8573">First_Product_Purchased</cx:pt>
          <cx:pt idx="8574">First_Product_Purchased</cx:pt>
          <cx:pt idx="8575">First_Product_Purchased</cx:pt>
          <cx:pt idx="8576">First_Product_Purchased</cx:pt>
          <cx:pt idx="8577">First_Product_Purchased</cx:pt>
          <cx:pt idx="8578">First_Product_Purchased</cx:pt>
          <cx:pt idx="8579">First_Product_Purchased</cx:pt>
          <cx:pt idx="8580">First_Product_Purchased</cx:pt>
          <cx:pt idx="8581">First_Product_Purchased</cx:pt>
          <cx:pt idx="8582">First_Product_Purchased</cx:pt>
          <cx:pt idx="8583">First_Product_Purchased</cx:pt>
          <cx:pt idx="8584">First_Product_Purchased</cx:pt>
          <cx:pt idx="8585">First_Product_Purchased</cx:pt>
          <cx:pt idx="8586">First_Product_Purchased</cx:pt>
          <cx:pt idx="8587">First_Product_Purchased</cx:pt>
          <cx:pt idx="8588">First_Product_Purchased</cx:pt>
          <cx:pt idx="8589">First_Product_Purchased</cx:pt>
          <cx:pt idx="8590">First_Product_Purchased</cx:pt>
          <cx:pt idx="8591">First_Product_Purchased</cx:pt>
          <cx:pt idx="8592">First_Product_Purchased</cx:pt>
          <cx:pt idx="8593">First_Product_Purchased</cx:pt>
          <cx:pt idx="8594">First_Product_Purchased</cx:pt>
          <cx:pt idx="8595">First_Product_Purchased</cx:pt>
          <cx:pt idx="8596">First_Product_Purchased</cx:pt>
          <cx:pt idx="8597">First_Product_Purchased</cx:pt>
          <cx:pt idx="8598">First_Product_Purchased</cx:pt>
          <cx:pt idx="8599">First_Product_Purchased</cx:pt>
          <cx:pt idx="8600">First_Product_Purchased</cx:pt>
          <cx:pt idx="8601">First_Product_Purchased</cx:pt>
          <cx:pt idx="8602">First_Product_Purchased</cx:pt>
          <cx:pt idx="8603">First_Product_Purchased</cx:pt>
          <cx:pt idx="8604">First_Product_Purchased</cx:pt>
          <cx:pt idx="8605">First_Product_Purchased</cx:pt>
          <cx:pt idx="8606">First_Product_Purchased</cx:pt>
          <cx:pt idx="8607">First_Product_Purchased</cx:pt>
          <cx:pt idx="8608">First_Product_Purchased</cx:pt>
          <cx:pt idx="8609">First_Product_Purchased</cx:pt>
          <cx:pt idx="8610">First_Product_Purchased</cx:pt>
          <cx:pt idx="8611">First_Product_Purchased</cx:pt>
          <cx:pt idx="8612">First_Product_Purchased</cx:pt>
          <cx:pt idx="8613">First_Product_Purchased</cx:pt>
          <cx:pt idx="8614">First_Product_Purchased</cx:pt>
          <cx:pt idx="8615">First_Product_Purchased</cx:pt>
          <cx:pt idx="8616">First_Product_Purchased</cx:pt>
          <cx:pt idx="8617">First_Product_Purchased</cx:pt>
          <cx:pt idx="8618">First_Product_Purchased</cx:pt>
          <cx:pt idx="8619">First_Product_Purchased</cx:pt>
          <cx:pt idx="8620">First_Product_Purchased</cx:pt>
          <cx:pt idx="8621">First_Product_Purchased</cx:pt>
          <cx:pt idx="8622">First_Product_Purchased</cx:pt>
          <cx:pt idx="8623">First_Product_Purchased</cx:pt>
          <cx:pt idx="8624">First_Product_Purchased</cx:pt>
          <cx:pt idx="8625">First_Product_Purchased</cx:pt>
          <cx:pt idx="8626">First_Product_Purchased</cx:pt>
          <cx:pt idx="8627">First_Product_Purchased</cx:pt>
          <cx:pt idx="8628">First_Product_Purchased</cx:pt>
          <cx:pt idx="8629">First_Product_Purchased</cx:pt>
          <cx:pt idx="8630">First_Product_Purchased</cx:pt>
          <cx:pt idx="8631">First_Product_Purchased</cx:pt>
          <cx:pt idx="8632">First_Product_Purchased</cx:pt>
          <cx:pt idx="8633">First_Product_Purchased</cx:pt>
          <cx:pt idx="8634">First_Product_Purchased</cx:pt>
          <cx:pt idx="8635">First_Product_Purchased</cx:pt>
          <cx:pt idx="8636">First_Product_Purchased</cx:pt>
          <cx:pt idx="8637">First_Product_Purchased</cx:pt>
          <cx:pt idx="8638">First_Product_Purchased</cx:pt>
          <cx:pt idx="8639">First_Product_Purchased</cx:pt>
          <cx:pt idx="8640">First_Product_Purchased</cx:pt>
          <cx:pt idx="8641">Second_Product_Purchased</cx:pt>
          <cx:pt idx="8642">Second_Product_Purchased</cx:pt>
          <cx:pt idx="8643">First_Product_Purchased</cx:pt>
          <cx:pt idx="8644">First_Product_Purchased</cx:pt>
          <cx:pt idx="8645">First_Product_Purchased</cx:pt>
          <cx:pt idx="8646">First_Product_Purchased</cx:pt>
          <cx:pt idx="8647">First_Product_Purchased</cx:pt>
          <cx:pt idx="8648">First_Product_Purchased</cx:pt>
          <cx:pt idx="8649">First_Product_Purchased</cx:pt>
          <cx:pt idx="8650">First_Product_Purchased</cx:pt>
          <cx:pt idx="8651">First_Product_Purchased</cx:pt>
          <cx:pt idx="8652">First_Product_Purchased</cx:pt>
          <cx:pt idx="8653">First_Product_Purchased</cx:pt>
          <cx:pt idx="8654">First_Product_Purchased</cx:pt>
          <cx:pt idx="8655">First_Product_Purchased</cx:pt>
          <cx:pt idx="8656">First_Product_Purchased</cx:pt>
          <cx:pt idx="8657">First_Product_Purchased</cx:pt>
          <cx:pt idx="8658">First_Product_Purchased</cx:pt>
          <cx:pt idx="8659">First_Product_Purchased</cx:pt>
          <cx:pt idx="8660">First_Product_Purchased</cx:pt>
          <cx:pt idx="8661">First_Product_Purchased</cx:pt>
          <cx:pt idx="8662">First_Product_Purchased</cx:pt>
          <cx:pt idx="8663">First_Product_Purchased</cx:pt>
          <cx:pt idx="8664">First_Product_Purchased</cx:pt>
          <cx:pt idx="8665">First_Product_Purchased</cx:pt>
          <cx:pt idx="8666">First_Product_Purchased</cx:pt>
          <cx:pt idx="8667">First_Product_Purchased</cx:pt>
          <cx:pt idx="8668">First_Product_Purchased</cx:pt>
          <cx:pt idx="8669">First_Product_Purchased</cx:pt>
          <cx:pt idx="8670">First_Product_Purchased</cx:pt>
          <cx:pt idx="8671">First_Product_Purchased</cx:pt>
          <cx:pt idx="8672">Second_Product_Purchased</cx:pt>
          <cx:pt idx="8673">First_Product_Purchased</cx:pt>
          <cx:pt idx="8674">First_Product_Purchased</cx:pt>
          <cx:pt idx="8675">First_Product_Purchased</cx:pt>
          <cx:pt idx="8676">First_Product_Purchased</cx:pt>
          <cx:pt idx="8677">First_Product_Purchased</cx:pt>
          <cx:pt idx="8678">First_Product_Purchased</cx:pt>
          <cx:pt idx="8679">First_Product_Purchased</cx:pt>
          <cx:pt idx="8680">First_Product_Purchased</cx:pt>
          <cx:pt idx="8681">First_Product_Purchased</cx:pt>
          <cx:pt idx="8682">First_Product_Purchased</cx:pt>
          <cx:pt idx="8683">First_Product_Purchased</cx:pt>
          <cx:pt idx="8684">First_Product_Purchased</cx:pt>
          <cx:pt idx="8685">First_Product_Purchased</cx:pt>
          <cx:pt idx="8686">First_Product_Purchased</cx:pt>
          <cx:pt idx="8687">First_Product_Purchased</cx:pt>
          <cx:pt idx="8688">First_Product_Purchased</cx:pt>
          <cx:pt idx="8689">First_Product_Purchased</cx:pt>
          <cx:pt idx="8690">First_Product_Purchased</cx:pt>
          <cx:pt idx="8691">First_Product_Purchased</cx:pt>
          <cx:pt idx="8692">First_Product_Purchased</cx:pt>
          <cx:pt idx="8693">Second_Product_Purchased</cx:pt>
          <cx:pt idx="8694">First_Product_Purchased</cx:pt>
          <cx:pt idx="8695">First_Product_Purchased</cx:pt>
          <cx:pt idx="8696">First_Product_Purchased</cx:pt>
          <cx:pt idx="8697">First_Product_Purchased</cx:pt>
          <cx:pt idx="8698">First_Product_Purchased</cx:pt>
          <cx:pt idx="8699">First_Product_Purchased</cx:pt>
          <cx:pt idx="8700">First_Product_Purchased</cx:pt>
          <cx:pt idx="8701">First_Product_Purchased</cx:pt>
          <cx:pt idx="8702">First_Product_Purchased</cx:pt>
          <cx:pt idx="8703">First_Product_Purchased</cx:pt>
          <cx:pt idx="8704">First_Product_Purchased</cx:pt>
          <cx:pt idx="8705">First_Product_Purchased</cx:pt>
          <cx:pt idx="8706">First_Product_Purchased</cx:pt>
          <cx:pt idx="8707">First_Product_Purchased</cx:pt>
          <cx:pt idx="8708">First_Product_Purchased</cx:pt>
          <cx:pt idx="8709">First_Product_Purchased</cx:pt>
          <cx:pt idx="8710">First_Product_Purchased</cx:pt>
          <cx:pt idx="8711">First_Product_Purchased</cx:pt>
          <cx:pt idx="8712">First_Product_Purchased</cx:pt>
          <cx:pt idx="8713">First_Product_Purchased</cx:pt>
          <cx:pt idx="8714">First_Product_Purchased</cx:pt>
          <cx:pt idx="8715">First_Product_Purchased</cx:pt>
          <cx:pt idx="8716">First_Product_Purchased</cx:pt>
          <cx:pt idx="8717">First_Product_Purchased</cx:pt>
          <cx:pt idx="8718">First_Product_Purchased</cx:pt>
          <cx:pt idx="8719">First_Product_Purchased</cx:pt>
          <cx:pt idx="8720">First_Product_Purchased</cx:pt>
          <cx:pt idx="8721">First_Product_Purchased</cx:pt>
          <cx:pt idx="8722">First_Product_Purchased</cx:pt>
          <cx:pt idx="8723">First_Product_Purchased</cx:pt>
          <cx:pt idx="8724">First_Product_Purchased</cx:pt>
          <cx:pt idx="8725">First_Product_Purchased</cx:pt>
          <cx:pt idx="8726">Second_Product_Purchased</cx:pt>
          <cx:pt idx="8727">First_Product_Purchased</cx:pt>
          <cx:pt idx="8728">First_Product_Purchased</cx:pt>
          <cx:pt idx="8729">First_Product_Purchased</cx:pt>
          <cx:pt idx="8730">First_Product_Purchased</cx:pt>
          <cx:pt idx="8731">First_Product_Purchased</cx:pt>
          <cx:pt idx="8732">First_Product_Purchased</cx:pt>
          <cx:pt idx="8733">First_Product_Purchased</cx:pt>
          <cx:pt idx="8734">First_Product_Purchased</cx:pt>
          <cx:pt idx="8735">First_Product_Purchased</cx:pt>
          <cx:pt idx="8736">First_Product_Purchased</cx:pt>
          <cx:pt idx="8737">First_Product_Purchased</cx:pt>
          <cx:pt idx="8738">First_Product_Purchased</cx:pt>
          <cx:pt idx="8739">First_Product_Purchased</cx:pt>
          <cx:pt idx="8740">First_Product_Purchased</cx:pt>
          <cx:pt idx="8741">First_Product_Purchased</cx:pt>
          <cx:pt idx="8742">First_Product_Purchased</cx:pt>
          <cx:pt idx="8743">First_Product_Purchased</cx:pt>
          <cx:pt idx="8744">First_Product_Purchased</cx:pt>
          <cx:pt idx="8745">First_Product_Purchased</cx:pt>
          <cx:pt idx="8746">First_Product_Purchased</cx:pt>
          <cx:pt idx="8747">First_Product_Purchased</cx:pt>
          <cx:pt idx="8748">First_Product_Purchased</cx:pt>
          <cx:pt idx="8749">First_Product_Purchased</cx:pt>
          <cx:pt idx="8750">Second_Product_Purchased</cx:pt>
          <cx:pt idx="8751">First_Product_Purchased</cx:pt>
          <cx:pt idx="8752">First_Product_Purchased</cx:pt>
          <cx:pt idx="8753">First_Product_Purchased</cx:pt>
          <cx:pt idx="8754">First_Product_Purchased</cx:pt>
          <cx:pt idx="8755">First_Product_Purchased</cx:pt>
          <cx:pt idx="8756">First_Product_Purchased</cx:pt>
          <cx:pt idx="8757">First_Product_Purchased</cx:pt>
          <cx:pt idx="8758">First_Product_Purchased</cx:pt>
          <cx:pt idx="8759">First_Product_Purchased</cx:pt>
          <cx:pt idx="8760">First_Product_Purchased</cx:pt>
          <cx:pt idx="8761">First_Product_Purchased</cx:pt>
          <cx:pt idx="8762">First_Product_Purchased</cx:pt>
          <cx:pt idx="8763">First_Product_Purchased</cx:pt>
          <cx:pt idx="8764">First_Product_Purchased</cx:pt>
          <cx:pt idx="8765">First_Product_Purchased</cx:pt>
          <cx:pt idx="8766">First_Product_Purchased</cx:pt>
          <cx:pt idx="8767">First_Product_Purchased</cx:pt>
          <cx:pt idx="8768">First_Product_Purchased</cx:pt>
          <cx:pt idx="8769">First_Product_Purchased</cx:pt>
          <cx:pt idx="8770">First_Product_Purchased</cx:pt>
          <cx:pt idx="8771">Second_Product_Purchased</cx:pt>
          <cx:pt idx="8772">First_Product_Purchased</cx:pt>
          <cx:pt idx="8773">First_Product_Purchased</cx:pt>
          <cx:pt idx="8774">First_Product_Purchased</cx:pt>
          <cx:pt idx="8775">First_Product_Purchased</cx:pt>
          <cx:pt idx="8776">First_Product_Purchased</cx:pt>
          <cx:pt idx="8777">First_Product_Purchased</cx:pt>
          <cx:pt idx="8778">First_Product_Purchased</cx:pt>
          <cx:pt idx="8779">First_Product_Purchased</cx:pt>
          <cx:pt idx="8780">First_Product_Purchased</cx:pt>
          <cx:pt idx="8781">First_Product_Purchased</cx:pt>
          <cx:pt idx="8782">First_Product_Purchased</cx:pt>
          <cx:pt idx="8783">First_Product_Purchased</cx:pt>
          <cx:pt idx="8784">First_Product_Purchased</cx:pt>
          <cx:pt idx="8785">First_Product_Purchased</cx:pt>
          <cx:pt idx="8786">First_Product_Purchased</cx:pt>
          <cx:pt idx="8787">First_Product_Purchased</cx:pt>
          <cx:pt idx="8788">First_Product_Purchased</cx:pt>
          <cx:pt idx="8789">First_Product_Purchased</cx:pt>
          <cx:pt idx="8790">First_Product_Purchased</cx:pt>
          <cx:pt idx="8791">First_Product_Purchased</cx:pt>
          <cx:pt idx="8792">First_Product_Purchased</cx:pt>
          <cx:pt idx="8793">First_Product_Purchased</cx:pt>
          <cx:pt idx="8794">First_Product_Purchased</cx:pt>
          <cx:pt idx="8795">First_Product_Purchased</cx:pt>
          <cx:pt idx="8796">First_Product_Purchased</cx:pt>
          <cx:pt idx="8797">First_Product_Purchased</cx:pt>
          <cx:pt idx="8798">First_Product_Purchased</cx:pt>
          <cx:pt idx="8799">First_Product_Purchased</cx:pt>
          <cx:pt idx="8800">First_Product_Purchased</cx:pt>
          <cx:pt idx="8801">First_Product_Purchased</cx:pt>
          <cx:pt idx="8802">Second_Product_Purchased</cx:pt>
          <cx:pt idx="8803">First_Product_Purchased</cx:pt>
          <cx:pt idx="8804">First_Product_Purchased</cx:pt>
          <cx:pt idx="8805">First_Product_Purchased</cx:pt>
          <cx:pt idx="8806">First_Product_Purchased</cx:pt>
          <cx:pt idx="8807">First_Product_Purchased</cx:pt>
          <cx:pt idx="8808">First_Product_Purchased</cx:pt>
          <cx:pt idx="8809">First_Product_Purchased</cx:pt>
          <cx:pt idx="8810">First_Product_Purchased</cx:pt>
          <cx:pt idx="8811">First_Product_Purchased</cx:pt>
          <cx:pt idx="8812">First_Product_Purchased</cx:pt>
          <cx:pt idx="8813">First_Product_Purchased</cx:pt>
          <cx:pt idx="8814">First_Product_Purchased</cx:pt>
          <cx:pt idx="8815">First_Product_Purchased</cx:pt>
          <cx:pt idx="8816">First_Product_Purchased</cx:pt>
          <cx:pt idx="8817">First_Product_Purchased</cx:pt>
          <cx:pt idx="8818">First_Product_Purchased</cx:pt>
          <cx:pt idx="8819">First_Product_Purchased</cx:pt>
          <cx:pt idx="8820">First_Product_Purchased</cx:pt>
          <cx:pt idx="8821">First_Product_Purchased</cx:pt>
          <cx:pt idx="8822">First_Product_Purchased</cx:pt>
          <cx:pt idx="8823">First_Product_Purchased</cx:pt>
          <cx:pt idx="8824">First_Product_Purchased</cx:pt>
          <cx:pt idx="8825">First_Product_Purchased</cx:pt>
          <cx:pt idx="8826">First_Product_Purchased</cx:pt>
          <cx:pt idx="8827">First_Product_Purchased</cx:pt>
          <cx:pt idx="8828">First_Product_Purchased</cx:pt>
          <cx:pt idx="8829">First_Product_Purchased</cx:pt>
          <cx:pt idx="8830">First_Product_Purchased</cx:pt>
          <cx:pt idx="8831">First_Product_Purchased</cx:pt>
          <cx:pt idx="8832">First_Product_Purchased</cx:pt>
          <cx:pt idx="8833">First_Product_Purchased</cx:pt>
          <cx:pt idx="8834">First_Product_Purchased</cx:pt>
          <cx:pt idx="8835">First_Product_Purchased</cx:pt>
          <cx:pt idx="8836">First_Product_Purchased</cx:pt>
          <cx:pt idx="8837">First_Product_Purchased</cx:pt>
          <cx:pt idx="8838">First_Product_Purchased</cx:pt>
          <cx:pt idx="8839">First_Product_Purchased</cx:pt>
          <cx:pt idx="8840">First_Product_Purchased</cx:pt>
          <cx:pt idx="8841">First_Product_Purchased</cx:pt>
          <cx:pt idx="8842">First_Product_Purchased</cx:pt>
          <cx:pt idx="8843">First_Product_Purchased</cx:pt>
          <cx:pt idx="8844">First_Product_Purchased</cx:pt>
          <cx:pt idx="8845">First_Product_Purchased</cx:pt>
          <cx:pt idx="8846">First_Product_Purchased</cx:pt>
          <cx:pt idx="8847">First_Product_Purchased</cx:pt>
          <cx:pt idx="8848">First_Product_Purchased</cx:pt>
          <cx:pt idx="8849">First_Product_Purchased</cx:pt>
          <cx:pt idx="8850">First_Product_Purchased</cx:pt>
          <cx:pt idx="8851">First_Product_Purchased</cx:pt>
          <cx:pt idx="8852">First_Product_Purchased</cx:pt>
          <cx:pt idx="8853">First_Product_Purchased</cx:pt>
          <cx:pt idx="8854">First_Product_Purchased</cx:pt>
          <cx:pt idx="8855">First_Product_Purchased</cx:pt>
          <cx:pt idx="8856">First_Product_Purchased</cx:pt>
          <cx:pt idx="8857">First_Product_Purchased</cx:pt>
          <cx:pt idx="8858">First_Product_Purchased</cx:pt>
          <cx:pt idx="8859">First_Product_Purchased</cx:pt>
          <cx:pt idx="8860">First_Product_Purchased</cx:pt>
          <cx:pt idx="8861">First_Product_Purchased</cx:pt>
          <cx:pt idx="8862">First_Product_Purchased</cx:pt>
          <cx:pt idx="8863">First_Product_Purchased</cx:pt>
          <cx:pt idx="8864">First_Product_Purchased</cx:pt>
          <cx:pt idx="8865">First_Product_Purchased</cx:pt>
          <cx:pt idx="8866">Second_Product_Purchased</cx:pt>
          <cx:pt idx="8867">First_Product_Purchased</cx:pt>
          <cx:pt idx="8868">First_Product_Purchased</cx:pt>
          <cx:pt idx="8869">First_Product_Purchased</cx:pt>
          <cx:pt idx="8870">First_Product_Purchased</cx:pt>
          <cx:pt idx="8871">First_Product_Purchased</cx:pt>
          <cx:pt idx="8872">First_Product_Purchased</cx:pt>
          <cx:pt idx="8873">First_Product_Purchased</cx:pt>
          <cx:pt idx="8874">First_Product_Purchased</cx:pt>
          <cx:pt idx="8875">First_Product_Purchased</cx:pt>
          <cx:pt idx="8876">First_Product_Purchased</cx:pt>
          <cx:pt idx="8877">First_Product_Purchased</cx:pt>
          <cx:pt idx="8878">First_Product_Purchased</cx:pt>
          <cx:pt idx="8879">First_Product_Purchased</cx:pt>
          <cx:pt idx="8880">First_Product_Purchased</cx:pt>
          <cx:pt idx="8881">First_Product_Purchased</cx:pt>
          <cx:pt idx="8882">First_Product_Purchased</cx:pt>
          <cx:pt idx="8883">First_Product_Purchased</cx:pt>
          <cx:pt idx="8884">First_Product_Purchased</cx:pt>
          <cx:pt idx="8885">First_Product_Purchased</cx:pt>
          <cx:pt idx="8886">First_Product_Purchased</cx:pt>
          <cx:pt idx="8887">First_Product_Purchased</cx:pt>
          <cx:pt idx="8888">First_Product_Purchased</cx:pt>
          <cx:pt idx="8889">First_Product_Purchased</cx:pt>
          <cx:pt idx="8890">First_Product_Purchased</cx:pt>
          <cx:pt idx="8891">First_Product_Purchased</cx:pt>
          <cx:pt idx="8892">First_Product_Purchased</cx:pt>
          <cx:pt idx="8893">First_Product_Purchased</cx:pt>
          <cx:pt idx="8894">First_Product_Purchased</cx:pt>
          <cx:pt idx="8895">First_Product_Purchased</cx:pt>
          <cx:pt idx="8896">First_Product_Purchased</cx:pt>
          <cx:pt idx="8897">First_Product_Purchased</cx:pt>
          <cx:pt idx="8898">First_Product_Purchased</cx:pt>
          <cx:pt idx="8899">First_Product_Purchased</cx:pt>
          <cx:pt idx="8900">First_Product_Purchased</cx:pt>
          <cx:pt idx="8901">First_Product_Purchased</cx:pt>
          <cx:pt idx="8902">First_Product_Purchased</cx:pt>
          <cx:pt idx="8903">Second_Product_Purchased</cx:pt>
          <cx:pt idx="8904">First_Product_Purchased</cx:pt>
          <cx:pt idx="8905">First_Product_Purchased</cx:pt>
          <cx:pt idx="8906">First_Product_Purchased</cx:pt>
          <cx:pt idx="8907">First_Product_Purchased</cx:pt>
          <cx:pt idx="8908">First_Product_Purchased</cx:pt>
          <cx:pt idx="8909">Second_Product_Purchased</cx:pt>
          <cx:pt idx="8910">First_Product_Purchased</cx:pt>
          <cx:pt idx="8911">First_Product_Purchased</cx:pt>
          <cx:pt idx="8912">First_Product_Purchased</cx:pt>
          <cx:pt idx="8913">First_Product_Purchased</cx:pt>
          <cx:pt idx="8914">First_Product_Purchased</cx:pt>
          <cx:pt idx="8915">First_Product_Purchased</cx:pt>
          <cx:pt idx="8916">First_Product_Purchased</cx:pt>
          <cx:pt idx="8917">First_Product_Purchased</cx:pt>
          <cx:pt idx="8918">First_Product_Purchased</cx:pt>
          <cx:pt idx="8919">First_Product_Purchased</cx:pt>
          <cx:pt idx="8920">First_Product_Purchased</cx:pt>
          <cx:pt idx="8921">First_Product_Purchased</cx:pt>
          <cx:pt idx="8922">First_Product_Purchased</cx:pt>
          <cx:pt idx="8923">First_Product_Purchased</cx:pt>
          <cx:pt idx="8924">First_Product_Purchased</cx:pt>
          <cx:pt idx="8925">First_Product_Purchased</cx:pt>
          <cx:pt idx="8926">First_Product_Purchased</cx:pt>
          <cx:pt idx="8927">First_Product_Purchased</cx:pt>
          <cx:pt idx="8928">First_Product_Purchased</cx:pt>
          <cx:pt idx="8929">First_Product_Purchased</cx:pt>
          <cx:pt idx="8930">First_Product_Purchased</cx:pt>
          <cx:pt idx="8931">First_Product_Purchased</cx:pt>
          <cx:pt idx="8932">First_Product_Purchased</cx:pt>
          <cx:pt idx="8933">First_Product_Purchased</cx:pt>
          <cx:pt idx="8934">First_Product_Purchased</cx:pt>
          <cx:pt idx="8935">First_Product_Purchased</cx:pt>
          <cx:pt idx="8936">First_Product_Purchased</cx:pt>
          <cx:pt idx="8937">First_Product_Purchased</cx:pt>
          <cx:pt idx="8938">First_Product_Purchased</cx:pt>
          <cx:pt idx="8939">First_Product_Purchased</cx:pt>
          <cx:pt idx="8940">Second_Product_Purchased</cx:pt>
          <cx:pt idx="8941">First_Product_Purchased</cx:pt>
          <cx:pt idx="8942">First_Product_Purchased</cx:pt>
          <cx:pt idx="8943">First_Product_Purchased</cx:pt>
          <cx:pt idx="8944">First_Product_Purchased</cx:pt>
          <cx:pt idx="8945">First_Product_Purchased</cx:pt>
          <cx:pt idx="8946">First_Product_Purchased</cx:pt>
          <cx:pt idx="8947">Second_Product_Purchased</cx:pt>
          <cx:pt idx="8948">First_Product_Purchased</cx:pt>
          <cx:pt idx="8949">First_Product_Purchased</cx:pt>
          <cx:pt idx="8950">First_Product_Purchased</cx:pt>
          <cx:pt idx="8951">First_Product_Purchased</cx:pt>
          <cx:pt idx="8952">First_Product_Purchased</cx:pt>
          <cx:pt idx="8953">First_Product_Purchased</cx:pt>
          <cx:pt idx="8954">First_Product_Purchased</cx:pt>
          <cx:pt idx="8955">First_Product_Purchased</cx:pt>
          <cx:pt idx="8956">First_Product_Purchased</cx:pt>
          <cx:pt idx="8957">First_Product_Purchased</cx:pt>
          <cx:pt idx="8958">First_Product_Purchased</cx:pt>
          <cx:pt idx="8959">First_Product_Purchased</cx:pt>
          <cx:pt idx="8960">First_Product_Purchased</cx:pt>
          <cx:pt idx="8961">First_Product_Purchased</cx:pt>
          <cx:pt idx="8962">First_Product_Purchased</cx:pt>
          <cx:pt idx="8963">First_Product_Purchased</cx:pt>
          <cx:pt idx="8964">First_Product_Purchased</cx:pt>
          <cx:pt idx="8965">First_Product_Purchased</cx:pt>
          <cx:pt idx="8966">First_Product_Purchased</cx:pt>
          <cx:pt idx="8967">First_Product_Purchased</cx:pt>
          <cx:pt idx="8968">First_Product_Purchased</cx:pt>
          <cx:pt idx="8969">First_Product_Purchased</cx:pt>
          <cx:pt idx="8970">First_Product_Purchased</cx:pt>
          <cx:pt idx="8971">First_Product_Purchased</cx:pt>
          <cx:pt idx="8972">First_Product_Purchased</cx:pt>
          <cx:pt idx="8973">First_Product_Purchased</cx:pt>
          <cx:pt idx="8974">First_Product_Purchased</cx:pt>
          <cx:pt idx="8975">First_Product_Purchased</cx:pt>
          <cx:pt idx="8976">First_Product_Purchased</cx:pt>
          <cx:pt idx="8977">First_Product_Purchased</cx:pt>
          <cx:pt idx="8978">First_Product_Purchased</cx:pt>
          <cx:pt idx="8979">First_Product_Purchased</cx:pt>
          <cx:pt idx="8980">First_Product_Purchased</cx:pt>
          <cx:pt idx="8981">First_Product_Purchased</cx:pt>
          <cx:pt idx="8982">First_Product_Purchased</cx:pt>
          <cx:pt idx="8983">First_Product_Purchased</cx:pt>
          <cx:pt idx="8984">First_Product_Purchased</cx:pt>
          <cx:pt idx="8985">First_Product_Purchased</cx:pt>
          <cx:pt idx="8986">First_Product_Purchased</cx:pt>
          <cx:pt idx="8987">First_Product_Purchased</cx:pt>
          <cx:pt idx="8988">First_Product_Purchased</cx:pt>
          <cx:pt idx="8989">First_Product_Purchased</cx:pt>
          <cx:pt idx="8990">First_Product_Purchased</cx:pt>
          <cx:pt idx="8991">First_Product_Purchased</cx:pt>
          <cx:pt idx="8992">First_Product_Purchased</cx:pt>
          <cx:pt idx="8993">First_Product_Purchased</cx:pt>
          <cx:pt idx="8994">First_Product_Purchased</cx:pt>
          <cx:pt idx="8995">First_Product_Purchased</cx:pt>
          <cx:pt idx="8996">First_Product_Purchased</cx:pt>
          <cx:pt idx="8997">First_Product_Purchased</cx:pt>
          <cx:pt idx="8998">First_Product_Purchased</cx:pt>
          <cx:pt idx="8999">First_Product_Purchased</cx:pt>
          <cx:pt idx="9000">First_Product_Purchased</cx:pt>
          <cx:pt idx="9001">First_Product_Purchased</cx:pt>
          <cx:pt idx="9002">First_Product_Purchased</cx:pt>
          <cx:pt idx="9003">First_Product_Purchased</cx:pt>
          <cx:pt idx="9004">First_Product_Purchased</cx:pt>
          <cx:pt idx="9005">First_Product_Purchased</cx:pt>
          <cx:pt idx="9006">First_Product_Purchased</cx:pt>
          <cx:pt idx="9007">First_Product_Purchased</cx:pt>
          <cx:pt idx="9008">First_Product_Purchased</cx:pt>
          <cx:pt idx="9009">First_Product_Purchased</cx:pt>
          <cx:pt idx="9010">First_Product_Purchased</cx:pt>
          <cx:pt idx="9011">First_Product_Purchased</cx:pt>
          <cx:pt idx="9012">First_Product_Purchased</cx:pt>
          <cx:pt idx="9013">First_Product_Purchased</cx:pt>
          <cx:pt idx="9014">First_Product_Purchased</cx:pt>
          <cx:pt idx="9015">First_Product_Purchased</cx:pt>
          <cx:pt idx="9016">First_Product_Purchased</cx:pt>
          <cx:pt idx="9017">First_Product_Purchased</cx:pt>
          <cx:pt idx="9018">First_Product_Purchased</cx:pt>
          <cx:pt idx="9019">First_Product_Purchased</cx:pt>
          <cx:pt idx="9020">First_Product_Purchased</cx:pt>
          <cx:pt idx="9021">First_Product_Purchased</cx:pt>
          <cx:pt idx="9022">First_Product_Purchased</cx:pt>
          <cx:pt idx="9023">First_Product_Purchased</cx:pt>
          <cx:pt idx="9024">First_Product_Purchased</cx:pt>
          <cx:pt idx="9025">First_Product_Purchased</cx:pt>
          <cx:pt idx="9026">First_Product_Purchased</cx:pt>
          <cx:pt idx="9027">First_Product_Purchased</cx:pt>
          <cx:pt idx="9028">First_Product_Purchased</cx:pt>
          <cx:pt idx="9029">First_Product_Purchased</cx:pt>
          <cx:pt idx="9030">First_Product_Purchased</cx:pt>
          <cx:pt idx="9031">First_Product_Purchased</cx:pt>
          <cx:pt idx="9032">First_Product_Purchased</cx:pt>
          <cx:pt idx="9033">First_Product_Purchased</cx:pt>
          <cx:pt idx="9034">First_Product_Purchased</cx:pt>
          <cx:pt idx="9035">First_Product_Purchased</cx:pt>
          <cx:pt idx="9036">First_Product_Purchased</cx:pt>
          <cx:pt idx="9037">First_Product_Purchased</cx:pt>
          <cx:pt idx="9038">First_Product_Purchased</cx:pt>
          <cx:pt idx="9039">First_Product_Purchased</cx:pt>
          <cx:pt idx="9040">Second_Product_Purchased</cx:pt>
          <cx:pt idx="9041">First_Product_Purchased</cx:pt>
          <cx:pt idx="9042">First_Product_Purchased</cx:pt>
          <cx:pt idx="9043">First_Product_Purchased</cx:pt>
          <cx:pt idx="9044">First_Product_Purchased</cx:pt>
          <cx:pt idx="9045">First_Product_Purchased</cx:pt>
          <cx:pt idx="9046">First_Product_Purchased</cx:pt>
          <cx:pt idx="9047">First_Product_Purchased</cx:pt>
          <cx:pt idx="9048">First_Product_Purchased</cx:pt>
          <cx:pt idx="9049">First_Product_Purchased</cx:pt>
          <cx:pt idx="9050">First_Product_Purchased</cx:pt>
          <cx:pt idx="9051">First_Product_Purchased</cx:pt>
          <cx:pt idx="9052">First_Product_Purchased</cx:pt>
          <cx:pt idx="9053">First_Product_Purchased</cx:pt>
          <cx:pt idx="9054">First_Product_Purchased</cx:pt>
          <cx:pt idx="9055">First_Product_Purchased</cx:pt>
          <cx:pt idx="9056">First_Product_Purchased</cx:pt>
          <cx:pt idx="9057">First_Product_Purchased</cx:pt>
          <cx:pt idx="9058">First_Product_Purchased</cx:pt>
          <cx:pt idx="9059">First_Product_Purchased</cx:pt>
          <cx:pt idx="9060">First_Product_Purchased</cx:pt>
          <cx:pt idx="9061">First_Product_Purchased</cx:pt>
          <cx:pt idx="9062">First_Product_Purchased</cx:pt>
          <cx:pt idx="9063">First_Product_Purchased</cx:pt>
          <cx:pt idx="9064">First_Product_Purchased</cx:pt>
          <cx:pt idx="9065">First_Product_Purchased</cx:pt>
          <cx:pt idx="9066">First_Product_Purchased</cx:pt>
          <cx:pt idx="9067">First_Product_Purchased</cx:pt>
          <cx:pt idx="9068">First_Product_Purchased</cx:pt>
          <cx:pt idx="9069">First_Product_Purchased</cx:pt>
          <cx:pt idx="9070">First_Product_Purchased</cx:pt>
          <cx:pt idx="9071">First_Product_Purchased</cx:pt>
          <cx:pt idx="9072">First_Product_Purchased</cx:pt>
          <cx:pt idx="9073">First_Product_Purchased</cx:pt>
          <cx:pt idx="9074">First_Product_Purchased</cx:pt>
          <cx:pt idx="9075">First_Product_Purchased</cx:pt>
          <cx:pt idx="9076">First_Product_Purchased</cx:pt>
          <cx:pt idx="9077">First_Product_Purchased</cx:pt>
          <cx:pt idx="9078">First_Product_Purchased</cx:pt>
          <cx:pt idx="9079">First_Product_Purchased</cx:pt>
          <cx:pt idx="9080">First_Product_Purchased</cx:pt>
          <cx:pt idx="9081">First_Product_Purchased</cx:pt>
          <cx:pt idx="9082">First_Product_Purchased</cx:pt>
          <cx:pt idx="9083">First_Product_Purchased</cx:pt>
          <cx:pt idx="9084">First_Product_Purchased</cx:pt>
          <cx:pt idx="9085">First_Product_Purchased</cx:pt>
          <cx:pt idx="9086">First_Product_Purchased</cx:pt>
          <cx:pt idx="9087">Second_Product_Purchased</cx:pt>
          <cx:pt idx="9088">First_Product_Purchased</cx:pt>
          <cx:pt idx="9089">First_Product_Purchased</cx:pt>
          <cx:pt idx="9090">First_Product_Purchased</cx:pt>
          <cx:pt idx="9091">First_Product_Purchased</cx:pt>
          <cx:pt idx="9092">First_Product_Purchased</cx:pt>
          <cx:pt idx="9093">First_Product_Purchased</cx:pt>
          <cx:pt idx="9094">First_Product_Purchased</cx:pt>
          <cx:pt idx="9095">First_Product_Purchased</cx:pt>
          <cx:pt idx="9096">First_Product_Purchased</cx:pt>
          <cx:pt idx="9097">First_Product_Purchased</cx:pt>
          <cx:pt idx="9098">First_Product_Purchased</cx:pt>
          <cx:pt idx="9099">First_Product_Purchased</cx:pt>
          <cx:pt idx="9100">First_Product_Purchased</cx:pt>
          <cx:pt idx="9101">First_Product_Purchased</cx:pt>
          <cx:pt idx="9102">First_Product_Purchased</cx:pt>
          <cx:pt idx="9103">First_Product_Purchased</cx:pt>
          <cx:pt idx="9104">First_Product_Purchased</cx:pt>
          <cx:pt idx="9105">First_Product_Purchased</cx:pt>
          <cx:pt idx="9106">First_Product_Purchased</cx:pt>
          <cx:pt idx="9107">First_Product_Purchased</cx:pt>
          <cx:pt idx="9108">First_Product_Purchased</cx:pt>
          <cx:pt idx="9109">First_Product_Purchased</cx:pt>
          <cx:pt idx="9110">First_Product_Purchased</cx:pt>
          <cx:pt idx="9111">First_Product_Purchased</cx:pt>
          <cx:pt idx="9112">First_Product_Purchased</cx:pt>
          <cx:pt idx="9113">First_Product_Purchased</cx:pt>
          <cx:pt idx="9114">First_Product_Purchased</cx:pt>
          <cx:pt idx="9115">First_Product_Purchased</cx:pt>
          <cx:pt idx="9116">First_Product_Purchased</cx:pt>
          <cx:pt idx="9117">First_Product_Purchased</cx:pt>
          <cx:pt idx="9118">First_Product_Purchased</cx:pt>
          <cx:pt idx="9119">First_Product_Purchased</cx:pt>
          <cx:pt idx="9120">First_Product_Purchased</cx:pt>
          <cx:pt idx="9121">First_Product_Purchased</cx:pt>
          <cx:pt idx="9122">First_Product_Purchased</cx:pt>
          <cx:pt idx="9123">First_Product_Purchased</cx:pt>
          <cx:pt idx="9124">First_Product_Purchased</cx:pt>
          <cx:pt idx="9125">First_Product_Purchased</cx:pt>
          <cx:pt idx="9126">First_Product_Purchased</cx:pt>
          <cx:pt idx="9127">First_Product_Purchased</cx:pt>
          <cx:pt idx="9128">First_Product_Purchased</cx:pt>
          <cx:pt idx="9129">First_Product_Purchased</cx:pt>
          <cx:pt idx="9130">First_Product_Purchased</cx:pt>
          <cx:pt idx="9131">First_Product_Purchased</cx:pt>
          <cx:pt idx="9132">First_Product_Purchased</cx:pt>
          <cx:pt idx="9133">First_Product_Purchased</cx:pt>
          <cx:pt idx="9134">First_Product_Purchased</cx:pt>
          <cx:pt idx="9135">First_Product_Purchased</cx:pt>
          <cx:pt idx="9136">First_Product_Purchased</cx:pt>
          <cx:pt idx="9137">First_Product_Purchased</cx:pt>
          <cx:pt idx="9138">First_Product_Purchased</cx:pt>
          <cx:pt idx="9139">First_Product_Purchased</cx:pt>
          <cx:pt idx="9140">First_Product_Purchased</cx:pt>
          <cx:pt idx="9141">First_Product_Purchased</cx:pt>
          <cx:pt idx="9142">First_Product_Purchased</cx:pt>
          <cx:pt idx="9143">First_Product_Purchased</cx:pt>
          <cx:pt idx="9144">First_Product_Purchased</cx:pt>
          <cx:pt idx="9145">First_Product_Purchased</cx:pt>
          <cx:pt idx="9146">First_Product_Purchased</cx:pt>
          <cx:pt idx="9147">First_Product_Purchased</cx:pt>
          <cx:pt idx="9148">First_Product_Purchased</cx:pt>
          <cx:pt idx="9149">First_Product_Purchased</cx:pt>
          <cx:pt idx="9150">First_Product_Purchased</cx:pt>
          <cx:pt idx="9151">First_Product_Purchased</cx:pt>
          <cx:pt idx="9152">First_Product_Purchased</cx:pt>
          <cx:pt idx="9153">First_Product_Purchased</cx:pt>
          <cx:pt idx="9154">First_Product_Purchased</cx:pt>
          <cx:pt idx="9155">First_Product_Purchased</cx:pt>
          <cx:pt idx="9156">First_Product_Purchased</cx:pt>
          <cx:pt idx="9157">First_Product_Purchased</cx:pt>
          <cx:pt idx="9158">First_Product_Purchased</cx:pt>
          <cx:pt idx="9159">First_Product_Purchased</cx:pt>
          <cx:pt idx="9160">Second_Product_Purchased</cx:pt>
          <cx:pt idx="9161">First_Product_Purchased</cx:pt>
          <cx:pt idx="9162">First_Product_Purchased</cx:pt>
          <cx:pt idx="9163">First_Product_Purchased</cx:pt>
          <cx:pt idx="9164">First_Product_Purchased</cx:pt>
          <cx:pt idx="9165">First_Product_Purchased</cx:pt>
          <cx:pt idx="9166">First_Product_Purchased</cx:pt>
          <cx:pt idx="9167">First_Product_Purchased</cx:pt>
          <cx:pt idx="9168">First_Product_Purchased</cx:pt>
          <cx:pt idx="9169">First_Product_Purchased</cx:pt>
          <cx:pt idx="9170">First_Product_Purchased</cx:pt>
          <cx:pt idx="9171">First_Product_Purchased</cx:pt>
          <cx:pt idx="9172">First_Product_Purchased</cx:pt>
          <cx:pt idx="9173">First_Product_Purchased</cx:pt>
          <cx:pt idx="9174">First_Product_Purchased</cx:pt>
          <cx:pt idx="9175">First_Product_Purchased</cx:pt>
          <cx:pt idx="9176">First_Product_Purchased</cx:pt>
          <cx:pt idx="9177">First_Product_Purchased</cx:pt>
          <cx:pt idx="9178">First_Product_Purchased</cx:pt>
          <cx:pt idx="9179">First_Product_Purchased</cx:pt>
          <cx:pt idx="9180">First_Product_Purchased</cx:pt>
          <cx:pt idx="9181">First_Product_Purchased</cx:pt>
          <cx:pt idx="9182">First_Product_Purchased</cx:pt>
          <cx:pt idx="9183">First_Product_Purchased</cx:pt>
          <cx:pt idx="9184">First_Product_Purchased</cx:pt>
          <cx:pt idx="9185">First_Product_Purchased</cx:pt>
          <cx:pt idx="9186">First_Product_Purchased</cx:pt>
          <cx:pt idx="9187">First_Product_Purchased</cx:pt>
          <cx:pt idx="9188">First_Product_Purchased</cx:pt>
          <cx:pt idx="9189">First_Product_Purchased</cx:pt>
          <cx:pt idx="9190">First_Product_Purchased</cx:pt>
          <cx:pt idx="9191">First_Product_Purchased</cx:pt>
          <cx:pt idx="9192">First_Product_Purchased</cx:pt>
          <cx:pt idx="9193">First_Product_Purchased</cx:pt>
          <cx:pt idx="9194">First_Product_Purchased</cx:pt>
          <cx:pt idx="9195">First_Product_Purchased</cx:pt>
          <cx:pt idx="9196">First_Product_Purchased</cx:pt>
          <cx:pt idx="9197">First_Product_Purchased</cx:pt>
          <cx:pt idx="9198">First_Product_Purchased</cx:pt>
          <cx:pt idx="9199">First_Product_Purchased</cx:pt>
          <cx:pt idx="9200">First_Product_Purchased</cx:pt>
          <cx:pt idx="9201">First_Product_Purchased</cx:pt>
          <cx:pt idx="9202">First_Product_Purchased</cx:pt>
          <cx:pt idx="9203">First_Product_Purchased</cx:pt>
          <cx:pt idx="9204">First_Product_Purchased</cx:pt>
          <cx:pt idx="9205">First_Product_Purchased</cx:pt>
          <cx:pt idx="9206">First_Product_Purchased</cx:pt>
          <cx:pt idx="9207">First_Product_Purchased</cx:pt>
          <cx:pt idx="9208">First_Product_Purchased</cx:pt>
          <cx:pt idx="9209">First_Product_Purchased</cx:pt>
          <cx:pt idx="9210">First_Product_Purchased</cx:pt>
          <cx:pt idx="9211">First_Product_Purchased</cx:pt>
          <cx:pt idx="9212">First_Product_Purchased</cx:pt>
          <cx:pt idx="9213">First_Product_Purchased</cx:pt>
          <cx:pt idx="9214">First_Product_Purchased</cx:pt>
          <cx:pt idx="9215">First_Product_Purchased</cx:pt>
          <cx:pt idx="9216">First_Product_Purchased</cx:pt>
          <cx:pt idx="9217">First_Product_Purchased</cx:pt>
          <cx:pt idx="9218">First_Product_Purchased</cx:pt>
          <cx:pt idx="9219">First_Product_Purchased</cx:pt>
          <cx:pt idx="9220">First_Product_Purchased</cx:pt>
          <cx:pt idx="9221">First_Product_Purchased</cx:pt>
          <cx:pt idx="9222">First_Product_Purchased</cx:pt>
          <cx:pt idx="9223">First_Product_Purchased</cx:pt>
          <cx:pt idx="9224">First_Product_Purchased</cx:pt>
          <cx:pt idx="9225">First_Product_Purchased</cx:pt>
          <cx:pt idx="9226">First_Product_Purchased</cx:pt>
          <cx:pt idx="9227">First_Product_Purchased</cx:pt>
          <cx:pt idx="9228">First_Product_Purchased</cx:pt>
          <cx:pt idx="9229">First_Product_Purchased</cx:pt>
          <cx:pt idx="9230">First_Product_Purchased</cx:pt>
          <cx:pt idx="9231">First_Product_Purchased</cx:pt>
          <cx:pt idx="9232">First_Product_Purchased</cx:pt>
          <cx:pt idx="9233">First_Product_Purchased</cx:pt>
          <cx:pt idx="9234">First_Product_Purchased</cx:pt>
          <cx:pt idx="9235">First_Product_Purchased</cx:pt>
          <cx:pt idx="9236">First_Product_Purchased</cx:pt>
          <cx:pt idx="9237">First_Product_Purchased</cx:pt>
          <cx:pt idx="9238">First_Product_Purchased</cx:pt>
          <cx:pt idx="9239">First_Product_Purchased</cx:pt>
          <cx:pt idx="9240">First_Product_Purchased</cx:pt>
          <cx:pt idx="9241">First_Product_Purchased</cx:pt>
          <cx:pt idx="9242">First_Product_Purchased</cx:pt>
          <cx:pt idx="9243">First_Product_Purchased</cx:pt>
          <cx:pt idx="9244">First_Product_Purchased</cx:pt>
          <cx:pt idx="9245">First_Product_Purchased</cx:pt>
          <cx:pt idx="9246">First_Product_Purchased</cx:pt>
          <cx:pt idx="9247">First_Product_Purchased</cx:pt>
          <cx:pt idx="9248">First_Product_Purchased</cx:pt>
          <cx:pt idx="9249">First_Product_Purchased</cx:pt>
          <cx:pt idx="9250">First_Product_Purchased</cx:pt>
          <cx:pt idx="9251">First_Product_Purchased</cx:pt>
          <cx:pt idx="9252">First_Product_Purchased</cx:pt>
          <cx:pt idx="9253">First_Product_Purchased</cx:pt>
          <cx:pt idx="9254">First_Product_Purchased</cx:pt>
          <cx:pt idx="9255">First_Product_Purchased</cx:pt>
          <cx:pt idx="9256">First_Product_Purchased</cx:pt>
          <cx:pt idx="9257">First_Product_Purchased</cx:pt>
          <cx:pt idx="9258">First_Product_Purchased</cx:pt>
          <cx:pt idx="9259">First_Product_Purchased</cx:pt>
          <cx:pt idx="9260">First_Product_Purchased</cx:pt>
          <cx:pt idx="9261">First_Product_Purchased</cx:pt>
          <cx:pt idx="9262">First_Product_Purchased</cx:pt>
          <cx:pt idx="9263">First_Product_Purchased</cx:pt>
          <cx:pt idx="9264">First_Product_Purchased</cx:pt>
          <cx:pt idx="9265">First_Product_Purchased</cx:pt>
          <cx:pt idx="9266">First_Product_Purchased</cx:pt>
          <cx:pt idx="9267">First_Product_Purchased</cx:pt>
          <cx:pt idx="9268">First_Product_Purchased</cx:pt>
          <cx:pt idx="9269">First_Product_Purchased</cx:pt>
          <cx:pt idx="9270">First_Product_Purchased</cx:pt>
          <cx:pt idx="9271">First_Product_Purchased</cx:pt>
          <cx:pt idx="9272">First_Product_Purchased</cx:pt>
          <cx:pt idx="9273">First_Product_Purchased</cx:pt>
          <cx:pt idx="9274">First_Product_Purchased</cx:pt>
          <cx:pt idx="9275">First_Product_Purchased</cx:pt>
          <cx:pt idx="9276">First_Product_Purchased</cx:pt>
          <cx:pt idx="9277">First_Product_Purchased</cx:pt>
          <cx:pt idx="9278">First_Product_Purchased</cx:pt>
          <cx:pt idx="9279">First_Product_Purchased</cx:pt>
          <cx:pt idx="9280">First_Product_Purchased</cx:pt>
          <cx:pt idx="9281">First_Product_Purchased</cx:pt>
          <cx:pt idx="9282">First_Product_Purchased</cx:pt>
          <cx:pt idx="9283">First_Product_Purchased</cx:pt>
          <cx:pt idx="9284">First_Product_Purchased</cx:pt>
          <cx:pt idx="9285">First_Product_Purchased</cx:pt>
          <cx:pt idx="9286">Second_Product_Purchased</cx:pt>
          <cx:pt idx="9287">First_Product_Purchased</cx:pt>
          <cx:pt idx="9288">First_Product_Purchased</cx:pt>
          <cx:pt idx="9289">First_Product_Purchased</cx:pt>
          <cx:pt idx="9290">First_Product_Purchased</cx:pt>
          <cx:pt idx="9291">First_Product_Purchased</cx:pt>
          <cx:pt idx="9292">First_Product_Purchased</cx:pt>
          <cx:pt idx="9293">First_Product_Purchased</cx:pt>
          <cx:pt idx="9294">First_Product_Purchased</cx:pt>
          <cx:pt idx="9295">First_Product_Purchased</cx:pt>
          <cx:pt idx="9296">First_Product_Purchased</cx:pt>
          <cx:pt idx="9297">First_Product_Purchased</cx:pt>
          <cx:pt idx="9298">First_Product_Purchased</cx:pt>
          <cx:pt idx="9299">First_Product_Purchased</cx:pt>
          <cx:pt idx="9300">First_Product_Purchased</cx:pt>
          <cx:pt idx="9301">First_Product_Purchased</cx:pt>
          <cx:pt idx="9302">First_Product_Purchased</cx:pt>
          <cx:pt idx="9303">First_Product_Purchased</cx:pt>
          <cx:pt idx="9304">First_Product_Purchased</cx:pt>
          <cx:pt idx="9305">First_Product_Purchased</cx:pt>
          <cx:pt idx="9306">First_Product_Purchased</cx:pt>
          <cx:pt idx="9307">First_Product_Purchased</cx:pt>
          <cx:pt idx="9308">First_Product_Purchased</cx:pt>
          <cx:pt idx="9309">First_Product_Purchased</cx:pt>
          <cx:pt idx="9310">First_Product_Purchased</cx:pt>
          <cx:pt idx="9311">First_Product_Purchased</cx:pt>
          <cx:pt idx="9312">First_Product_Purchased</cx:pt>
          <cx:pt idx="9313">First_Product_Purchased</cx:pt>
          <cx:pt idx="9314">First_Product_Purchased</cx:pt>
          <cx:pt idx="9315">First_Product_Purchased</cx:pt>
          <cx:pt idx="9316">First_Product_Purchased</cx:pt>
          <cx:pt idx="9317">First_Product_Purchased</cx:pt>
          <cx:pt idx="9318">First_Product_Purchased</cx:pt>
          <cx:pt idx="9319">First_Product_Purchased</cx:pt>
          <cx:pt idx="9320">First_Product_Purchased</cx:pt>
          <cx:pt idx="9321">First_Product_Purchased</cx:pt>
          <cx:pt idx="9322">First_Product_Purchased</cx:pt>
          <cx:pt idx="9323">First_Product_Purchased</cx:pt>
          <cx:pt idx="9324">First_Product_Purchased</cx:pt>
          <cx:pt idx="9325">First_Product_Purchased</cx:pt>
          <cx:pt idx="9326">First_Product_Purchased</cx:pt>
          <cx:pt idx="9327">First_Product_Purchased</cx:pt>
          <cx:pt idx="9328">First_Product_Purchased</cx:pt>
          <cx:pt idx="9329">First_Product_Purchased</cx:pt>
          <cx:pt idx="9330">First_Product_Purchased</cx:pt>
          <cx:pt idx="9331">First_Product_Purchased</cx:pt>
          <cx:pt idx="9332">First_Product_Purchased</cx:pt>
          <cx:pt idx="9333">First_Product_Purchased</cx:pt>
          <cx:pt idx="9334">First_Product_Purchased</cx:pt>
          <cx:pt idx="9335">Second_Product_Purchased</cx:pt>
          <cx:pt idx="9336">First_Product_Purchased</cx:pt>
          <cx:pt idx="9337">First_Product_Purchased</cx:pt>
          <cx:pt idx="9338">First_Product_Purchased</cx:pt>
          <cx:pt idx="9339">First_Product_Purchased</cx:pt>
          <cx:pt idx="9340">First_Product_Purchased</cx:pt>
          <cx:pt idx="9341">First_Product_Purchased</cx:pt>
          <cx:pt idx="9342">First_Product_Purchased</cx:pt>
          <cx:pt idx="9343">First_Product_Purchased</cx:pt>
          <cx:pt idx="9344">First_Product_Purchased</cx:pt>
          <cx:pt idx="9345">First_Product_Purchased</cx:pt>
          <cx:pt idx="9346">First_Product_Purchased</cx:pt>
          <cx:pt idx="9347">First_Product_Purchased</cx:pt>
          <cx:pt idx="9348">First_Product_Purchased</cx:pt>
          <cx:pt idx="9349">First_Product_Purchased</cx:pt>
          <cx:pt idx="9350">First_Product_Purchased</cx:pt>
          <cx:pt idx="9351">First_Product_Purchased</cx:pt>
          <cx:pt idx="9352">First_Product_Purchased</cx:pt>
          <cx:pt idx="9353">First_Product_Purchased</cx:pt>
          <cx:pt idx="9354">First_Product_Purchased</cx:pt>
          <cx:pt idx="9355">First_Product_Purchased</cx:pt>
          <cx:pt idx="9356">First_Product_Purchased</cx:pt>
          <cx:pt idx="9357">First_Product_Purchased</cx:pt>
          <cx:pt idx="9358">First_Product_Purchased</cx:pt>
          <cx:pt idx="9359">First_Product_Purchased</cx:pt>
          <cx:pt idx="9360">First_Product_Purchased</cx:pt>
          <cx:pt idx="9361">First_Product_Purchased</cx:pt>
          <cx:pt idx="9362">First_Product_Purchased</cx:pt>
          <cx:pt idx="9363">First_Product_Purchased</cx:pt>
          <cx:pt idx="9364">First_Product_Purchased</cx:pt>
          <cx:pt idx="9365">First_Product_Purchased</cx:pt>
          <cx:pt idx="9366">First_Product_Purchased</cx:pt>
          <cx:pt idx="9367">First_Product_Purchased</cx:pt>
          <cx:pt idx="9368">First_Product_Purchased</cx:pt>
          <cx:pt idx="9369">First_Product_Purchased</cx:pt>
          <cx:pt idx="9370">First_Product_Purchased</cx:pt>
          <cx:pt idx="9371">First_Product_Purchased</cx:pt>
          <cx:pt idx="9372">First_Product_Purchased</cx:pt>
          <cx:pt idx="9373">First_Product_Purchased</cx:pt>
          <cx:pt idx="9374">First_Product_Purchased</cx:pt>
          <cx:pt idx="9375">First_Product_Purchased</cx:pt>
          <cx:pt idx="9376">First_Product_Purchased</cx:pt>
          <cx:pt idx="9377">First_Product_Purchased</cx:pt>
          <cx:pt idx="9378">First_Product_Purchased</cx:pt>
          <cx:pt idx="9379">First_Product_Purchased</cx:pt>
          <cx:pt idx="9380">First_Product_Purchased</cx:pt>
          <cx:pt idx="9381">First_Product_Purchased</cx:pt>
          <cx:pt idx="9382">First_Product_Purchased</cx:pt>
          <cx:pt idx="9383">First_Product_Purchased</cx:pt>
          <cx:pt idx="9384">First_Product_Purchased</cx:pt>
          <cx:pt idx="9385">First_Product_Purchased</cx:pt>
          <cx:pt idx="9386">First_Product_Purchased</cx:pt>
          <cx:pt idx="9387">First_Product_Purchased</cx:pt>
          <cx:pt idx="9388">First_Product_Purchased</cx:pt>
          <cx:pt idx="9389">First_Product_Purchased</cx:pt>
          <cx:pt idx="9390">First_Product_Purchased</cx:pt>
          <cx:pt idx="9391">First_Product_Purchased</cx:pt>
          <cx:pt idx="9392">First_Product_Purchased</cx:pt>
          <cx:pt idx="9393">First_Product_Purchased</cx:pt>
          <cx:pt idx="9394">First_Product_Purchased</cx:pt>
          <cx:pt idx="9395">First_Product_Purchased</cx:pt>
          <cx:pt idx="9396">First_Product_Purchased</cx:pt>
          <cx:pt idx="9397">First_Product_Purchased</cx:pt>
          <cx:pt idx="9398">First_Product_Purchased</cx:pt>
          <cx:pt idx="9399">First_Product_Purchased</cx:pt>
          <cx:pt idx="9400">First_Product_Purchased</cx:pt>
          <cx:pt idx="9401">First_Product_Purchased</cx:pt>
          <cx:pt idx="9402">First_Product_Purchased</cx:pt>
          <cx:pt idx="9403">First_Product_Purchased</cx:pt>
          <cx:pt idx="9404">First_Product_Purchased</cx:pt>
          <cx:pt idx="9405">First_Product_Purchased</cx:pt>
          <cx:pt idx="9406">First_Product_Purchased</cx:pt>
          <cx:pt idx="9407">First_Product_Purchased</cx:pt>
          <cx:pt idx="9408">First_Product_Purchased</cx:pt>
          <cx:pt idx="9409">First_Product_Purchased</cx:pt>
          <cx:pt idx="9410">First_Product_Purchased</cx:pt>
          <cx:pt idx="9411">First_Product_Purchased</cx:pt>
          <cx:pt idx="9412">First_Product_Purchased</cx:pt>
          <cx:pt idx="9413">First_Product_Purchased</cx:pt>
          <cx:pt idx="9414">First_Product_Purchased</cx:pt>
          <cx:pt idx="9415">First_Product_Purchased</cx:pt>
          <cx:pt idx="9416">First_Product_Purchased</cx:pt>
          <cx:pt idx="9417">First_Product_Purchased</cx:pt>
          <cx:pt idx="9418">First_Product_Purchased</cx:pt>
          <cx:pt idx="9419">First_Product_Purchased</cx:pt>
          <cx:pt idx="9420">First_Product_Purchased</cx:pt>
          <cx:pt idx="9421">First_Product_Purchased</cx:pt>
          <cx:pt idx="9422">First_Product_Purchased</cx:pt>
          <cx:pt idx="9423">First_Product_Purchased</cx:pt>
          <cx:pt idx="9424">First_Product_Purchased</cx:pt>
          <cx:pt idx="9425">First_Product_Purchased</cx:pt>
          <cx:pt idx="9426">First_Product_Purchased</cx:pt>
          <cx:pt idx="9427">First_Product_Purchased</cx:pt>
          <cx:pt idx="9428">First_Product_Purchased</cx:pt>
          <cx:pt idx="9429">Second_Product_Purchased</cx:pt>
          <cx:pt idx="9430">First_Product_Purchased</cx:pt>
          <cx:pt idx="9431">First_Product_Purchased</cx:pt>
          <cx:pt idx="9432">First_Product_Purchased</cx:pt>
          <cx:pt idx="9433">First_Product_Purchased</cx:pt>
          <cx:pt idx="9434">First_Product_Purchased</cx:pt>
          <cx:pt idx="9435">First_Product_Purchased</cx:pt>
          <cx:pt idx="9436">First_Product_Purchased</cx:pt>
          <cx:pt idx="9437">First_Product_Purchased</cx:pt>
          <cx:pt idx="9438">First_Product_Purchased</cx:pt>
          <cx:pt idx="9439">First_Product_Purchased</cx:pt>
          <cx:pt idx="9440">First_Product_Purchased</cx:pt>
          <cx:pt idx="9441">First_Product_Purchased</cx:pt>
          <cx:pt idx="9442">First_Product_Purchased</cx:pt>
          <cx:pt idx="9443">First_Product_Purchased</cx:pt>
          <cx:pt idx="9444">First_Product_Purchased</cx:pt>
          <cx:pt idx="9445">First_Product_Purchased</cx:pt>
          <cx:pt idx="9446">First_Product_Purchased</cx:pt>
          <cx:pt idx="9447">First_Product_Purchased</cx:pt>
          <cx:pt idx="9448">First_Product_Purchased</cx:pt>
          <cx:pt idx="9449">First_Product_Purchased</cx:pt>
          <cx:pt idx="9450">First_Product_Purchased</cx:pt>
          <cx:pt idx="9451">First_Product_Purchased</cx:pt>
          <cx:pt idx="9452">First_Product_Purchased</cx:pt>
          <cx:pt idx="9453">First_Product_Purchased</cx:pt>
          <cx:pt idx="9454">First_Product_Purchased</cx:pt>
          <cx:pt idx="9455">First_Product_Purchased</cx:pt>
          <cx:pt idx="9456">First_Product_Purchased</cx:pt>
          <cx:pt idx="9457">First_Product_Purchased</cx:pt>
          <cx:pt idx="9458">First_Product_Purchased</cx:pt>
          <cx:pt idx="9459">First_Product_Purchased</cx:pt>
          <cx:pt idx="9460">First_Product_Purchased</cx:pt>
          <cx:pt idx="9461">First_Product_Purchased</cx:pt>
          <cx:pt idx="9462">First_Product_Purchased</cx:pt>
          <cx:pt idx="9463">First_Product_Purchased</cx:pt>
          <cx:pt idx="9464">Second_Product_Purchased</cx:pt>
          <cx:pt idx="9465">First_Product_Purchased</cx:pt>
          <cx:pt idx="9466">First_Product_Purchased</cx:pt>
          <cx:pt idx="9467">First_Product_Purchased</cx:pt>
          <cx:pt idx="9468">First_Product_Purchased</cx:pt>
          <cx:pt idx="9469">First_Product_Purchased</cx:pt>
          <cx:pt idx="9470">First_Product_Purchased</cx:pt>
          <cx:pt idx="9471">First_Product_Purchased</cx:pt>
          <cx:pt idx="9472">First_Product_Purchased</cx:pt>
          <cx:pt idx="9473">First_Product_Purchased</cx:pt>
          <cx:pt idx="9474">First_Product_Purchased</cx:pt>
          <cx:pt idx="9475">First_Product_Purchased</cx:pt>
          <cx:pt idx="9476">First_Product_Purchased</cx:pt>
          <cx:pt idx="9477">First_Product_Purchased</cx:pt>
          <cx:pt idx="9478">First_Product_Purchased</cx:pt>
          <cx:pt idx="9479">First_Product_Purchased</cx:pt>
          <cx:pt idx="9480">First_Product_Purchased</cx:pt>
          <cx:pt idx="9481">First_Product_Purchased</cx:pt>
          <cx:pt idx="9482">First_Product_Purchased</cx:pt>
          <cx:pt idx="9483">First_Product_Purchased</cx:pt>
          <cx:pt idx="9484">First_Product_Purchased</cx:pt>
          <cx:pt idx="9485">First_Product_Purchased</cx:pt>
          <cx:pt idx="9486">First_Product_Purchased</cx:pt>
          <cx:pt idx="9487">First_Product_Purchased</cx:pt>
          <cx:pt idx="9488">First_Product_Purchased</cx:pt>
          <cx:pt idx="9489">First_Product_Purchased</cx:pt>
          <cx:pt idx="9490">Second_Product_Purchased</cx:pt>
          <cx:pt idx="9491">First_Product_Purchased</cx:pt>
          <cx:pt idx="9492">First_Product_Purchased</cx:pt>
          <cx:pt idx="9493">First_Product_Purchased</cx:pt>
          <cx:pt idx="9494">First_Product_Purchased</cx:pt>
          <cx:pt idx="9495">First_Product_Purchased</cx:pt>
          <cx:pt idx="9496">First_Product_Purchased</cx:pt>
          <cx:pt idx="9497">First_Product_Purchased</cx:pt>
          <cx:pt idx="9498">First_Product_Purchased</cx:pt>
          <cx:pt idx="9499">First_Product_Purchased</cx:pt>
          <cx:pt idx="9500">First_Product_Purchased</cx:pt>
          <cx:pt idx="9501">First_Product_Purchased</cx:pt>
          <cx:pt idx="9502">First_Product_Purchased</cx:pt>
          <cx:pt idx="9503">First_Product_Purchased</cx:pt>
          <cx:pt idx="9504">First_Product_Purchased</cx:pt>
          <cx:pt idx="9505">First_Product_Purchased</cx:pt>
          <cx:pt idx="9506">First_Product_Purchased</cx:pt>
          <cx:pt idx="9507">First_Product_Purchased</cx:pt>
          <cx:pt idx="9508">First_Product_Purchased</cx:pt>
          <cx:pt idx="9509">First_Product_Purchased</cx:pt>
          <cx:pt idx="9510">First_Product_Purchased</cx:pt>
          <cx:pt idx="9511">First_Product_Purchased</cx:pt>
          <cx:pt idx="9512">First_Product_Purchased</cx:pt>
          <cx:pt idx="9513">First_Product_Purchased</cx:pt>
          <cx:pt idx="9514">First_Product_Purchased</cx:pt>
          <cx:pt idx="9515">Second_Product_Purchased</cx:pt>
          <cx:pt idx="9516">First_Product_Purchased</cx:pt>
          <cx:pt idx="9517">First_Product_Purchased</cx:pt>
          <cx:pt idx="9518">First_Product_Purchased</cx:pt>
          <cx:pt idx="9519">First_Product_Purchased</cx:pt>
          <cx:pt idx="9520">First_Product_Purchased</cx:pt>
          <cx:pt idx="9521">First_Product_Purchased</cx:pt>
          <cx:pt idx="9522">First_Product_Purchased</cx:pt>
          <cx:pt idx="9523">First_Product_Purchased</cx:pt>
          <cx:pt idx="9524">First_Product_Purchased</cx:pt>
          <cx:pt idx="9525">First_Product_Purchased</cx:pt>
          <cx:pt idx="9526">First_Product_Purchased</cx:pt>
          <cx:pt idx="9527">First_Product_Purchased</cx:pt>
          <cx:pt idx="9528">Second_Product_Purchased</cx:pt>
          <cx:pt idx="9529">First_Product_Purchased</cx:pt>
          <cx:pt idx="9530">First_Product_Purchased</cx:pt>
          <cx:pt idx="9531">First_Product_Purchased</cx:pt>
          <cx:pt idx="9532">First_Product_Purchased</cx:pt>
          <cx:pt idx="9533">First_Product_Purchased</cx:pt>
          <cx:pt idx="9534">First_Product_Purchased</cx:pt>
          <cx:pt idx="9535">First_Product_Purchased</cx:pt>
          <cx:pt idx="9536">First_Product_Purchased</cx:pt>
          <cx:pt idx="9537">First_Product_Purchased</cx:pt>
          <cx:pt idx="9538">First_Product_Purchased</cx:pt>
          <cx:pt idx="9539">First_Product_Purchased</cx:pt>
          <cx:pt idx="9540">First_Product_Purchased</cx:pt>
          <cx:pt idx="9541">First_Product_Purchased</cx:pt>
          <cx:pt idx="9542">First_Product_Purchased</cx:pt>
          <cx:pt idx="9543">First_Product_Purchased</cx:pt>
          <cx:pt idx="9544">First_Product_Purchased</cx:pt>
          <cx:pt idx="9545">First_Product_Purchased</cx:pt>
          <cx:pt idx="9546">First_Product_Purchased</cx:pt>
          <cx:pt idx="9547">First_Product_Purchased</cx:pt>
          <cx:pt idx="9548">First_Product_Purchased</cx:pt>
          <cx:pt idx="9549">First_Product_Purchased</cx:pt>
          <cx:pt idx="9550">First_Product_Purchased</cx:pt>
          <cx:pt idx="9551">First_Product_Purchased</cx:pt>
          <cx:pt idx="9552">First_Product_Purchased</cx:pt>
          <cx:pt idx="9553">First_Product_Purchased</cx:pt>
          <cx:pt idx="9554">First_Product_Purchased</cx:pt>
          <cx:pt idx="9555">First_Product_Purchased</cx:pt>
          <cx:pt idx="9556">First_Product_Purchased</cx:pt>
          <cx:pt idx="9557">First_Product_Purchased</cx:pt>
          <cx:pt idx="9558">First_Product_Purchased</cx:pt>
          <cx:pt idx="9559">First_Product_Purchased</cx:pt>
          <cx:pt idx="9560">First_Product_Purchased</cx:pt>
          <cx:pt idx="9561">First_Product_Purchased</cx:pt>
          <cx:pt idx="9562">First_Product_Purchased</cx:pt>
          <cx:pt idx="9563">First_Product_Purchased</cx:pt>
          <cx:pt idx="9564">First_Product_Purchased</cx:pt>
          <cx:pt idx="9565">First_Product_Purchased</cx:pt>
          <cx:pt idx="9566">First_Product_Purchased</cx:pt>
          <cx:pt idx="9567">Second_Product_Purchased</cx:pt>
          <cx:pt idx="9568">First_Product_Purchased</cx:pt>
          <cx:pt idx="9569">First_Product_Purchased</cx:pt>
          <cx:pt idx="9570">First_Product_Purchased</cx:pt>
          <cx:pt idx="9571">First_Product_Purchased</cx:pt>
          <cx:pt idx="9572">First_Product_Purchased</cx:pt>
          <cx:pt idx="9573">First_Product_Purchased</cx:pt>
          <cx:pt idx="9574">First_Product_Purchased</cx:pt>
          <cx:pt idx="9575">First_Product_Purchased</cx:pt>
          <cx:pt idx="9576">First_Product_Purchased</cx:pt>
          <cx:pt idx="9577">First_Product_Purchased</cx:pt>
          <cx:pt idx="9578">First_Product_Purchased</cx:pt>
          <cx:pt idx="9579">First_Product_Purchased</cx:pt>
          <cx:pt idx="9580">First_Product_Purchased</cx:pt>
          <cx:pt idx="9581">First_Product_Purchased</cx:pt>
          <cx:pt idx="9582">First_Product_Purchased</cx:pt>
          <cx:pt idx="9583">First_Product_Purchased</cx:pt>
          <cx:pt idx="9584">First_Product_Purchased</cx:pt>
          <cx:pt idx="9585">First_Product_Purchased</cx:pt>
          <cx:pt idx="9586">First_Product_Purchased</cx:pt>
          <cx:pt idx="9587">First_Product_Purchased</cx:pt>
          <cx:pt idx="9588">First_Product_Purchased</cx:pt>
          <cx:pt idx="9589">First_Product_Purchased</cx:pt>
          <cx:pt idx="9590">First_Product_Purchased</cx:pt>
          <cx:pt idx="9591">First_Product_Purchased</cx:pt>
          <cx:pt idx="9592">First_Product_Purchased</cx:pt>
          <cx:pt idx="9593">First_Product_Purchased</cx:pt>
          <cx:pt idx="9594">First_Product_Purchased</cx:pt>
          <cx:pt idx="9595">First_Product_Purchased</cx:pt>
          <cx:pt idx="9596">First_Product_Purchased</cx:pt>
          <cx:pt idx="9597">First_Product_Purchased</cx:pt>
          <cx:pt idx="9598">First_Product_Purchased</cx:pt>
          <cx:pt idx="9599">First_Product_Purchased</cx:pt>
          <cx:pt idx="9600">First_Product_Purchased</cx:pt>
          <cx:pt idx="9601">First_Product_Purchased</cx:pt>
          <cx:pt idx="9602">First_Product_Purchased</cx:pt>
          <cx:pt idx="9603">First_Product_Purchased</cx:pt>
          <cx:pt idx="9604">First_Product_Purchased</cx:pt>
          <cx:pt idx="9605">Second_Product_Purchased</cx:pt>
          <cx:pt idx="9606">First_Product_Purchased</cx:pt>
          <cx:pt idx="9607">First_Product_Purchased</cx:pt>
          <cx:pt idx="9608">First_Product_Purchased</cx:pt>
          <cx:pt idx="9609">First_Product_Purchased</cx:pt>
          <cx:pt idx="9610">First_Product_Purchased</cx:pt>
          <cx:pt idx="9611">First_Product_Purchased</cx:pt>
          <cx:pt idx="9612">First_Product_Purchased</cx:pt>
          <cx:pt idx="9613">First_Product_Purchased</cx:pt>
          <cx:pt idx="9614">First_Product_Purchased</cx:pt>
          <cx:pt idx="9615">First_Product_Purchased</cx:pt>
          <cx:pt idx="9616">First_Product_Purchased</cx:pt>
          <cx:pt idx="9617">First_Product_Purchased</cx:pt>
          <cx:pt idx="9618">First_Product_Purchased</cx:pt>
          <cx:pt idx="9619">First_Product_Purchased</cx:pt>
          <cx:pt idx="9620">First_Product_Purchased</cx:pt>
          <cx:pt idx="9621">First_Product_Purchased</cx:pt>
          <cx:pt idx="9622">First_Product_Purchased</cx:pt>
          <cx:pt idx="9623">First_Product_Purchased</cx:pt>
          <cx:pt idx="9624">First_Product_Purchased</cx:pt>
          <cx:pt idx="9625">First_Product_Purchased</cx:pt>
          <cx:pt idx="9626">First_Product_Purchased</cx:pt>
          <cx:pt idx="9627">First_Product_Purchased</cx:pt>
          <cx:pt idx="9628">First_Product_Purchased</cx:pt>
          <cx:pt idx="9629">First_Product_Purchased</cx:pt>
          <cx:pt idx="9630">First_Product_Purchased</cx:pt>
          <cx:pt idx="9631">First_Product_Purchased</cx:pt>
          <cx:pt idx="9632">First_Product_Purchased</cx:pt>
          <cx:pt idx="9633">First_Product_Purchased</cx:pt>
          <cx:pt idx="9634">First_Product_Purchased</cx:pt>
          <cx:pt idx="9635">First_Product_Purchased</cx:pt>
          <cx:pt idx="9636">First_Product_Purchased</cx:pt>
          <cx:pt idx="9637">First_Product_Purchased</cx:pt>
          <cx:pt idx="9638">First_Product_Purchased</cx:pt>
          <cx:pt idx="9639">First_Product_Purchased</cx:pt>
          <cx:pt idx="9640">First_Product_Purchased</cx:pt>
          <cx:pt idx="9641">First_Product_Purchased</cx:pt>
          <cx:pt idx="9642">First_Product_Purchased</cx:pt>
          <cx:pt idx="9643">Second_Product_Purchased</cx:pt>
          <cx:pt idx="9644">First_Product_Purchased</cx:pt>
          <cx:pt idx="9645">First_Product_Purchased</cx:pt>
          <cx:pt idx="9646">First_Product_Purchased</cx:pt>
          <cx:pt idx="9647">First_Product_Purchased</cx:pt>
          <cx:pt idx="9648">First_Product_Purchased</cx:pt>
          <cx:pt idx="9649">First_Product_Purchased</cx:pt>
          <cx:pt idx="9650">First_Product_Purchased</cx:pt>
          <cx:pt idx="9651">First_Product_Purchased</cx:pt>
          <cx:pt idx="9652">First_Product_Purchased</cx:pt>
          <cx:pt idx="9653">First_Product_Purchased</cx:pt>
          <cx:pt idx="9654">First_Product_Purchased</cx:pt>
          <cx:pt idx="9655">First_Product_Purchased</cx:pt>
          <cx:pt idx="9656">First_Product_Purchased</cx:pt>
          <cx:pt idx="9657">Second_Product_Purchased</cx:pt>
          <cx:pt idx="9658">First_Product_Purchased</cx:pt>
          <cx:pt idx="9659">First_Product_Purchased</cx:pt>
          <cx:pt idx="9660">First_Product_Purchased</cx:pt>
          <cx:pt idx="9661">First_Product_Purchased</cx:pt>
          <cx:pt idx="9662">First_Product_Purchased</cx:pt>
          <cx:pt idx="9663">First_Product_Purchased</cx:pt>
          <cx:pt idx="9664">First_Product_Purchased</cx:pt>
          <cx:pt idx="9665">First_Product_Purchased</cx:pt>
          <cx:pt idx="9666">First_Product_Purchased</cx:pt>
          <cx:pt idx="9667">First_Product_Purchased</cx:pt>
          <cx:pt idx="9668">First_Product_Purchased</cx:pt>
          <cx:pt idx="9669">First_Product_Purchased</cx:pt>
          <cx:pt idx="9670">First_Product_Purchased</cx:pt>
          <cx:pt idx="9671">First_Product_Purchased</cx:pt>
          <cx:pt idx="9672">First_Product_Purchased</cx:pt>
          <cx:pt idx="9673">First_Product_Purchased</cx:pt>
          <cx:pt idx="9674">First_Product_Purchased</cx:pt>
          <cx:pt idx="9675">First_Product_Purchased</cx:pt>
          <cx:pt idx="9676">First_Product_Purchased</cx:pt>
          <cx:pt idx="9677">First_Product_Purchased</cx:pt>
          <cx:pt idx="9678">First_Product_Purchased</cx:pt>
          <cx:pt idx="9679">First_Product_Purchased</cx:pt>
          <cx:pt idx="9680">First_Product_Purchased</cx:pt>
          <cx:pt idx="9681">First_Product_Purchased</cx:pt>
          <cx:pt idx="9682">First_Product_Purchased</cx:pt>
          <cx:pt idx="9683">First_Product_Purchased</cx:pt>
          <cx:pt idx="9684">First_Product_Purchased</cx:pt>
          <cx:pt idx="9685">First_Product_Purchased</cx:pt>
          <cx:pt idx="9686">First_Product_Purchased</cx:pt>
          <cx:pt idx="9687">First_Product_Purchased</cx:pt>
          <cx:pt idx="9688">Second_Product_Purchased</cx:pt>
          <cx:pt idx="9689">First_Product_Purchased</cx:pt>
          <cx:pt idx="9690">Second_Product_Purchased</cx:pt>
          <cx:pt idx="9691">First_Product_Purchased</cx:pt>
          <cx:pt idx="9692">First_Product_Purchased</cx:pt>
          <cx:pt idx="9693">First_Product_Purchased</cx:pt>
          <cx:pt idx="9694">First_Product_Purchased</cx:pt>
          <cx:pt idx="9695">First_Product_Purchased</cx:pt>
          <cx:pt idx="9696">First_Product_Purchased</cx:pt>
          <cx:pt idx="9697">First_Product_Purchased</cx:pt>
          <cx:pt idx="9698">First_Product_Purchased</cx:pt>
          <cx:pt idx="9699">First_Product_Purchased</cx:pt>
          <cx:pt idx="9700">First_Product_Purchased</cx:pt>
          <cx:pt idx="9701">First_Product_Purchased</cx:pt>
          <cx:pt idx="9702">First_Product_Purchased</cx:pt>
          <cx:pt idx="9703">First_Product_Purchased</cx:pt>
          <cx:pt idx="9704">First_Product_Purchased</cx:pt>
          <cx:pt idx="9705">Second_Product_Purchased</cx:pt>
          <cx:pt idx="9706">First_Product_Purchased</cx:pt>
          <cx:pt idx="9707">First_Product_Purchased</cx:pt>
          <cx:pt idx="9708">First_Product_Purchased</cx:pt>
          <cx:pt idx="9709">First_Product_Purchased</cx:pt>
          <cx:pt idx="9710">First_Product_Purchased</cx:pt>
          <cx:pt idx="9711">First_Product_Purchased</cx:pt>
          <cx:pt idx="9712">First_Product_Purchased</cx:pt>
          <cx:pt idx="9713">First_Product_Purchased</cx:pt>
          <cx:pt idx="9714">First_Product_Purchased</cx:pt>
          <cx:pt idx="9715">First_Product_Purchased</cx:pt>
          <cx:pt idx="9716">First_Product_Purchased</cx:pt>
          <cx:pt idx="9717">First_Product_Purchased</cx:pt>
          <cx:pt idx="9718">First_Product_Purchased</cx:pt>
          <cx:pt idx="9719">First_Product_Purchased</cx:pt>
          <cx:pt idx="9720">First_Product_Purchased</cx:pt>
          <cx:pt idx="9721">First_Product_Purchased</cx:pt>
          <cx:pt idx="9722">First_Product_Purchased</cx:pt>
          <cx:pt idx="9723">First_Product_Purchased</cx:pt>
          <cx:pt idx="9724">First_Product_Purchased</cx:pt>
          <cx:pt idx="9725">First_Product_Purchased</cx:pt>
          <cx:pt idx="9726">First_Product_Purchased</cx:pt>
          <cx:pt idx="9727">First_Product_Purchased</cx:pt>
          <cx:pt idx="9728">First_Product_Purchased</cx:pt>
          <cx:pt idx="9729">First_Product_Purchased</cx:pt>
          <cx:pt idx="9730">First_Product_Purchased</cx:pt>
          <cx:pt idx="9731">First_Product_Purchased</cx:pt>
          <cx:pt idx="9732">First_Product_Purchased</cx:pt>
          <cx:pt idx="9733">First_Product_Purchased</cx:pt>
          <cx:pt idx="9734">First_Product_Purchased</cx:pt>
          <cx:pt idx="9735">First_Product_Purchased</cx:pt>
          <cx:pt idx="9736">First_Product_Purchased</cx:pt>
          <cx:pt idx="9737">First_Product_Purchased</cx:pt>
          <cx:pt idx="9738">First_Product_Purchased</cx:pt>
          <cx:pt idx="9739">First_Product_Purchased</cx:pt>
          <cx:pt idx="9740">First_Product_Purchased</cx:pt>
          <cx:pt idx="9741">First_Product_Purchased</cx:pt>
          <cx:pt idx="9742">First_Product_Purchased</cx:pt>
          <cx:pt idx="9743">First_Product_Purchased</cx:pt>
          <cx:pt idx="9744">Second_Product_Purchased</cx:pt>
          <cx:pt idx="9745">First_Product_Purchased</cx:pt>
          <cx:pt idx="9746">First_Product_Purchased</cx:pt>
          <cx:pt idx="9747">First_Product_Purchased</cx:pt>
          <cx:pt idx="9748">First_Product_Purchased</cx:pt>
          <cx:pt idx="9749">First_Product_Purchased</cx:pt>
          <cx:pt idx="9750">First_Product_Purchased</cx:pt>
          <cx:pt idx="9751">First_Product_Purchased</cx:pt>
          <cx:pt idx="9752">First_Product_Purchased</cx:pt>
          <cx:pt idx="9753">First_Product_Purchased</cx:pt>
          <cx:pt idx="9754">First_Product_Purchased</cx:pt>
          <cx:pt idx="9755">First_Product_Purchased</cx:pt>
          <cx:pt idx="9756">First_Product_Purchased</cx:pt>
          <cx:pt idx="9757">First_Product_Purchased</cx:pt>
          <cx:pt idx="9758">First_Product_Purchased</cx:pt>
          <cx:pt idx="9759">First_Product_Purchased</cx:pt>
          <cx:pt idx="9760">First_Product_Purchased</cx:pt>
          <cx:pt idx="9761">First_Product_Purchased</cx:pt>
          <cx:pt idx="9762">First_Product_Purchased</cx:pt>
          <cx:pt idx="9763">First_Product_Purchased</cx:pt>
          <cx:pt idx="9764">First_Product_Purchased</cx:pt>
          <cx:pt idx="9765">First_Product_Purchased</cx:pt>
          <cx:pt idx="9766">First_Product_Purchased</cx:pt>
          <cx:pt idx="9767">First_Product_Purchased</cx:pt>
          <cx:pt idx="9768">First_Product_Purchased</cx:pt>
          <cx:pt idx="9769">First_Product_Purchased</cx:pt>
          <cx:pt idx="9770">First_Product_Purchased</cx:pt>
          <cx:pt idx="9771">First_Product_Purchased</cx:pt>
          <cx:pt idx="9772">First_Product_Purchased</cx:pt>
          <cx:pt idx="9773">First_Product_Purchased</cx:pt>
          <cx:pt idx="9774">First_Product_Purchased</cx:pt>
          <cx:pt idx="9775">First_Product_Purchased</cx:pt>
          <cx:pt idx="9776">First_Product_Purchased</cx:pt>
          <cx:pt idx="9777">First_Product_Purchased</cx:pt>
          <cx:pt idx="9778">First_Product_Purchased</cx:pt>
          <cx:pt idx="9779">First_Product_Purchased</cx:pt>
          <cx:pt idx="9780">First_Product_Purchased</cx:pt>
          <cx:pt idx="9781">First_Product_Purchased</cx:pt>
          <cx:pt idx="9782">First_Product_Purchased</cx:pt>
          <cx:pt idx="9783">First_Product_Purchased</cx:pt>
          <cx:pt idx="9784">First_Product_Purchased</cx:pt>
          <cx:pt idx="9785">First_Product_Purchased</cx:pt>
          <cx:pt idx="9786">First_Product_Purchased</cx:pt>
          <cx:pt idx="9787">First_Product_Purchased</cx:pt>
          <cx:pt idx="9788">First_Product_Purchased</cx:pt>
          <cx:pt idx="9789">First_Product_Purchased</cx:pt>
          <cx:pt idx="9790">First_Product_Purchased</cx:pt>
          <cx:pt idx="9791">First_Product_Purchased</cx:pt>
          <cx:pt idx="9792">First_Product_Purchased</cx:pt>
          <cx:pt idx="9793">First_Product_Purchased</cx:pt>
          <cx:pt idx="9794">First_Product_Purchased</cx:pt>
          <cx:pt idx="9795">First_Product_Purchased</cx:pt>
          <cx:pt idx="9796">First_Product_Purchased</cx:pt>
          <cx:pt idx="9797">First_Product_Purchased</cx:pt>
          <cx:pt idx="9798">First_Product_Purchased</cx:pt>
          <cx:pt idx="9799">First_Product_Purchased</cx:pt>
          <cx:pt idx="9800">First_Product_Purchased</cx:pt>
          <cx:pt idx="9801">First_Product_Purchased</cx:pt>
          <cx:pt idx="9802">First_Product_Purchased</cx:pt>
          <cx:pt idx="9803">First_Product_Purchased</cx:pt>
          <cx:pt idx="9804">First_Product_Purchased</cx:pt>
          <cx:pt idx="9805">First_Product_Purchased</cx:pt>
          <cx:pt idx="9806">First_Product_Purchased</cx:pt>
          <cx:pt idx="9807">First_Product_Purchased</cx:pt>
          <cx:pt idx="9808">First_Product_Purchased</cx:pt>
          <cx:pt idx="9809">First_Product_Purchased</cx:pt>
          <cx:pt idx="9810">First_Product_Purchased</cx:pt>
          <cx:pt idx="9811">First_Product_Purchased</cx:pt>
          <cx:pt idx="9812">First_Product_Purchased</cx:pt>
          <cx:pt idx="9813">First_Product_Purchased</cx:pt>
          <cx:pt idx="9814">First_Product_Purchased</cx:pt>
          <cx:pt idx="9815">First_Product_Purchased</cx:pt>
          <cx:pt idx="9816">First_Product_Purchased</cx:pt>
          <cx:pt idx="9817">First_Product_Purchased</cx:pt>
          <cx:pt idx="9818">First_Product_Purchased</cx:pt>
          <cx:pt idx="9819">First_Product_Purchased</cx:pt>
          <cx:pt idx="9820">First_Product_Purchased</cx:pt>
          <cx:pt idx="9821">First_Product_Purchased</cx:pt>
          <cx:pt idx="9822">First_Product_Purchased</cx:pt>
          <cx:pt idx="9823">First_Product_Purchased</cx:pt>
          <cx:pt idx="9824">First_Product_Purchased</cx:pt>
          <cx:pt idx="9825">First_Product_Purchased</cx:pt>
          <cx:pt idx="9826">First_Product_Purchased</cx:pt>
          <cx:pt idx="9827">First_Product_Purchased</cx:pt>
          <cx:pt idx="9828">First_Product_Purchased</cx:pt>
          <cx:pt idx="9829">First_Product_Purchased</cx:pt>
          <cx:pt idx="9830">First_Product_Purchased</cx:pt>
          <cx:pt idx="9831">First_Product_Purchased</cx:pt>
          <cx:pt idx="9832">First_Product_Purchased</cx:pt>
          <cx:pt idx="9833">First_Product_Purchased</cx:pt>
          <cx:pt idx="9834">First_Product_Purchased</cx:pt>
          <cx:pt idx="9835">First_Product_Purchased</cx:pt>
          <cx:pt idx="9836">First_Product_Purchased</cx:pt>
          <cx:pt idx="9837">First_Product_Purchased</cx:pt>
          <cx:pt idx="9838">First_Product_Purchased</cx:pt>
          <cx:pt idx="9839">First_Product_Purchased</cx:pt>
          <cx:pt idx="9840">First_Product_Purchased</cx:pt>
          <cx:pt idx="9841">First_Product_Purchased</cx:pt>
          <cx:pt idx="9842">First_Product_Purchased</cx:pt>
          <cx:pt idx="9843">First_Product_Purchased</cx:pt>
          <cx:pt idx="9844">First_Product_Purchased</cx:pt>
          <cx:pt idx="9845">First_Product_Purchased</cx:pt>
          <cx:pt idx="9846">First_Product_Purchased</cx:pt>
          <cx:pt idx="9847">First_Product_Purchased</cx:pt>
          <cx:pt idx="9848">First_Product_Purchased</cx:pt>
          <cx:pt idx="9849">First_Product_Purchased</cx:pt>
          <cx:pt idx="9850">First_Product_Purchased</cx:pt>
          <cx:pt idx="9851">First_Product_Purchased</cx:pt>
          <cx:pt idx="9852">First_Product_Purchased</cx:pt>
          <cx:pt idx="9853">First_Product_Purchased</cx:pt>
          <cx:pt idx="9854">First_Product_Purchased</cx:pt>
          <cx:pt idx="9855">First_Product_Purchased</cx:pt>
          <cx:pt idx="9856">First_Product_Purchased</cx:pt>
          <cx:pt idx="9857">First_Product_Purchased</cx:pt>
          <cx:pt idx="9858">First_Product_Purchased</cx:pt>
          <cx:pt idx="9859">First_Product_Purchased</cx:pt>
          <cx:pt idx="9860">First_Product_Purchased</cx:pt>
          <cx:pt idx="9861">First_Product_Purchased</cx:pt>
          <cx:pt idx="9862">Second_Product_Purchased</cx:pt>
          <cx:pt idx="9863">First_Product_Purchased</cx:pt>
          <cx:pt idx="9864">First_Product_Purchased</cx:pt>
          <cx:pt idx="9865">First_Product_Purchased</cx:pt>
          <cx:pt idx="9866">First_Product_Purchased</cx:pt>
          <cx:pt idx="9867">First_Product_Purchased</cx:pt>
          <cx:pt idx="9868">First_Product_Purchased</cx:pt>
          <cx:pt idx="9869">First_Product_Purchased</cx:pt>
          <cx:pt idx="9870">First_Product_Purchased</cx:pt>
          <cx:pt idx="9871">First_Product_Purchased</cx:pt>
          <cx:pt idx="9872">First_Product_Purchased</cx:pt>
          <cx:pt idx="9873">First_Product_Purchased</cx:pt>
          <cx:pt idx="9874">First_Product_Purchased</cx:pt>
          <cx:pt idx="9875">First_Product_Purchased</cx:pt>
          <cx:pt idx="9876">First_Product_Purchased</cx:pt>
          <cx:pt idx="9877">First_Product_Purchased</cx:pt>
          <cx:pt idx="9878">First_Product_Purchased</cx:pt>
          <cx:pt idx="9879">First_Product_Purchased</cx:pt>
          <cx:pt idx="9880">First_Product_Purchased</cx:pt>
          <cx:pt idx="9881">First_Product_Purchased</cx:pt>
          <cx:pt idx="9882">First_Product_Purchased</cx:pt>
          <cx:pt idx="9883">First_Product_Purchased</cx:pt>
          <cx:pt idx="9884">First_Product_Purchased</cx:pt>
          <cx:pt idx="9885">First_Product_Purchased</cx:pt>
          <cx:pt idx="9886">First_Product_Purchased</cx:pt>
          <cx:pt idx="9887">First_Product_Purchased</cx:pt>
          <cx:pt idx="9888">First_Product_Purchased</cx:pt>
          <cx:pt idx="9889">First_Product_Purchased</cx:pt>
          <cx:pt idx="9890">First_Product_Purchased</cx:pt>
          <cx:pt idx="9891">First_Product_Purchased</cx:pt>
          <cx:pt idx="9892">First_Product_Purchased</cx:pt>
          <cx:pt idx="9893">First_Product_Purchased</cx:pt>
          <cx:pt idx="9894">First_Product_Purchased</cx:pt>
          <cx:pt idx="9895">First_Product_Purchased</cx:pt>
          <cx:pt idx="9896">First_Product_Purchased</cx:pt>
          <cx:pt idx="9897">First_Product_Purchased</cx:pt>
          <cx:pt idx="9898">First_Product_Purchased</cx:pt>
          <cx:pt idx="9899">First_Product_Purchased</cx:pt>
          <cx:pt idx="9900">First_Product_Purchased</cx:pt>
          <cx:pt idx="9901">First_Product_Purchased</cx:pt>
          <cx:pt idx="9902">First_Product_Purchased</cx:pt>
          <cx:pt idx="9903">First_Product_Purchased</cx:pt>
          <cx:pt idx="9904">First_Product_Purchased</cx:pt>
          <cx:pt idx="9905">First_Product_Purchased</cx:pt>
          <cx:pt idx="9906">First_Product_Purchased</cx:pt>
          <cx:pt idx="9907">First_Product_Purchased</cx:pt>
          <cx:pt idx="9908">First_Product_Purchased</cx:pt>
          <cx:pt idx="9909">First_Product_Purchased</cx:pt>
          <cx:pt idx="9910">First_Product_Purchased</cx:pt>
          <cx:pt idx="9911">First_Product_Purchased</cx:pt>
          <cx:pt idx="9912">First_Product_Purchased</cx:pt>
          <cx:pt idx="9913">First_Product_Purchased</cx:pt>
          <cx:pt idx="9914">First_Product_Purchased</cx:pt>
          <cx:pt idx="9915">First_Product_Purchased</cx:pt>
          <cx:pt idx="9916">First_Product_Purchased</cx:pt>
          <cx:pt idx="9917">First_Product_Purchased</cx:pt>
          <cx:pt idx="9918">First_Product_Purchased</cx:pt>
          <cx:pt idx="9919">First_Product_Purchased</cx:pt>
          <cx:pt idx="9920">First_Product_Purchased</cx:pt>
          <cx:pt idx="9921">First_Product_Purchased</cx:pt>
          <cx:pt idx="9922">First_Product_Purchased</cx:pt>
          <cx:pt idx="9923">First_Product_Purchased</cx:pt>
          <cx:pt idx="9924">First_Product_Purchased</cx:pt>
          <cx:pt idx="9925">First_Product_Purchased</cx:pt>
          <cx:pt idx="9926">First_Product_Purchased</cx:pt>
          <cx:pt idx="9927">First_Product_Purchased</cx:pt>
          <cx:pt idx="9928">First_Product_Purchased</cx:pt>
          <cx:pt idx="9929">First_Product_Purchased</cx:pt>
          <cx:pt idx="9930">First_Product_Purchased</cx:pt>
          <cx:pt idx="9931">First_Product_Purchased</cx:pt>
          <cx:pt idx="9932">First_Product_Purchased</cx:pt>
          <cx:pt idx="9933">First_Product_Purchased</cx:pt>
          <cx:pt idx="9934">First_Product_Purchased</cx:pt>
          <cx:pt idx="9935">First_Product_Purchased</cx:pt>
          <cx:pt idx="9936">First_Product_Purchased</cx:pt>
          <cx:pt idx="9937">First_Product_Purchased</cx:pt>
          <cx:pt idx="9938">First_Product_Purchased</cx:pt>
          <cx:pt idx="9939">First_Product_Purchased</cx:pt>
          <cx:pt idx="9940">First_Product_Purchased</cx:pt>
          <cx:pt idx="9941">First_Product_Purchased</cx:pt>
          <cx:pt idx="9942">First_Product_Purchased</cx:pt>
          <cx:pt idx="9943">First_Product_Purchased</cx:pt>
          <cx:pt idx="9944">First_Product_Purchased</cx:pt>
          <cx:pt idx="9945">First_Product_Purchased</cx:pt>
          <cx:pt idx="9946">First_Product_Purchased</cx:pt>
          <cx:pt idx="9947">First_Product_Purchased</cx:pt>
          <cx:pt idx="9948">First_Product_Purchased</cx:pt>
          <cx:pt idx="9949">First_Product_Purchased</cx:pt>
          <cx:pt idx="9950">First_Product_Purchased</cx:pt>
          <cx:pt idx="9951">First_Product_Purchased</cx:pt>
          <cx:pt idx="9952">First_Product_Purchased</cx:pt>
          <cx:pt idx="9953">First_Product_Purchased</cx:pt>
          <cx:pt idx="9954">First_Product_Purchased</cx:pt>
          <cx:pt idx="9955">First_Product_Purchased</cx:pt>
          <cx:pt idx="9956">First_Product_Purchased</cx:pt>
          <cx:pt idx="9957">First_Product_Purchased</cx:pt>
          <cx:pt idx="9958">First_Product_Purchased</cx:pt>
          <cx:pt idx="9959">First_Product_Purchased</cx:pt>
          <cx:pt idx="9960">First_Product_Purchased</cx:pt>
          <cx:pt idx="9961">First_Product_Purchased</cx:pt>
          <cx:pt idx="9962">First_Product_Purchased</cx:pt>
          <cx:pt idx="9963">First_Product_Purchased</cx:pt>
          <cx:pt idx="9964">First_Product_Purchased</cx:pt>
          <cx:pt idx="9965">First_Product_Purchased</cx:pt>
          <cx:pt idx="9966">First_Product_Purchased</cx:pt>
          <cx:pt idx="9967">Second_Product_Purchased</cx:pt>
          <cx:pt idx="9968">First_Product_Purchased</cx:pt>
          <cx:pt idx="9969">First_Product_Purchased</cx:pt>
          <cx:pt idx="9970">First_Product_Purchased</cx:pt>
          <cx:pt idx="9971">First_Product_Purchased</cx:pt>
          <cx:pt idx="9972">First_Product_Purchased</cx:pt>
          <cx:pt idx="9973">First_Product_Purchased</cx:pt>
          <cx:pt idx="9974">First_Product_Purchased</cx:pt>
          <cx:pt idx="9975">First_Product_Purchased</cx:pt>
          <cx:pt idx="9976">First_Product_Purchased</cx:pt>
          <cx:pt idx="9977">First_Product_Purchased</cx:pt>
          <cx:pt idx="9978">First_Product_Purchased</cx:pt>
          <cx:pt idx="9979">First_Product_Purchased</cx:pt>
          <cx:pt idx="9980">First_Product_Purchased</cx:pt>
          <cx:pt idx="9981">First_Product_Purchased</cx:pt>
          <cx:pt idx="9982">First_Product_Purchased</cx:pt>
          <cx:pt idx="9983">First_Product_Purchased</cx:pt>
          <cx:pt idx="9984">First_Product_Purchased</cx:pt>
          <cx:pt idx="9985">First_Product_Purchased</cx:pt>
          <cx:pt idx="9986">First_Product_Purchased</cx:pt>
          <cx:pt idx="9987">First_Product_Purchased</cx:pt>
          <cx:pt idx="9988">First_Product_Purchased</cx:pt>
          <cx:pt idx="9989">First_Product_Purchased</cx:pt>
          <cx:pt idx="9990">First_Product_Purchased</cx:pt>
          <cx:pt idx="9991">First_Product_Purchased</cx:pt>
          <cx:pt idx="9992">First_Product_Purchased</cx:pt>
          <cx:pt idx="9993">First_Product_Purchased</cx:pt>
          <cx:pt idx="9994">First_Product_Purchased</cx:pt>
          <cx:pt idx="9995">First_Product_Purchased</cx:pt>
          <cx:pt idx="9996">First_Product_Purchased</cx:pt>
          <cx:pt idx="9997">First_Product_Purchased</cx:pt>
          <cx:pt idx="9998">First_Product_Purchased</cx:pt>
          <cx:pt idx="9999">First_Product_Purchased</cx:pt>
          <cx:pt idx="10000">First_Product_Purchased</cx:pt>
          <cx:pt idx="10001">First_Product_Purchased</cx:pt>
          <cx:pt idx="10002">First_Product_Purchased</cx:pt>
          <cx:pt idx="10003">First_Product_Purchased</cx:pt>
          <cx:pt idx="10004">First_Product_Purchased</cx:pt>
          <cx:pt idx="10005">First_Product_Purchased</cx:pt>
          <cx:pt idx="10006">First_Product_Purchased</cx:pt>
          <cx:pt idx="10007">First_Product_Purchased</cx:pt>
          <cx:pt idx="10008">First_Product_Purchased</cx:pt>
          <cx:pt idx="10009">First_Product_Purchased</cx:pt>
          <cx:pt idx="10010">First_Product_Purchased</cx:pt>
          <cx:pt idx="10011">First_Product_Purchased</cx:pt>
          <cx:pt idx="10012">First_Product_Purchased</cx:pt>
          <cx:pt idx="10013">First_Product_Purchased</cx:pt>
          <cx:pt idx="10014">First_Product_Purchased</cx:pt>
          <cx:pt idx="10015">First_Product_Purchased</cx:pt>
          <cx:pt idx="10016">First_Product_Purchased</cx:pt>
          <cx:pt idx="10017">First_Product_Purchased</cx:pt>
          <cx:pt idx="10018">First_Product_Purchased</cx:pt>
          <cx:pt idx="10019">First_Product_Purchased</cx:pt>
          <cx:pt idx="10020">First_Product_Purchased</cx:pt>
          <cx:pt idx="10021">First_Product_Purchased</cx:pt>
          <cx:pt idx="10022">First_Product_Purchased</cx:pt>
          <cx:pt idx="10023">First_Product_Purchased</cx:pt>
          <cx:pt idx="10024">First_Product_Purchased</cx:pt>
          <cx:pt idx="10025">First_Product_Purchased</cx:pt>
          <cx:pt idx="10026">First_Product_Purchased</cx:pt>
          <cx:pt idx="10027">First_Product_Purchased</cx:pt>
          <cx:pt idx="10028">First_Product_Purchased</cx:pt>
          <cx:pt idx="10029">First_Product_Purchased</cx:pt>
          <cx:pt idx="10030">First_Product_Purchased</cx:pt>
          <cx:pt idx="10031">First_Product_Purchased</cx:pt>
          <cx:pt idx="10032">First_Product_Purchased</cx:pt>
          <cx:pt idx="10033">First_Product_Purchased</cx:pt>
          <cx:pt idx="10034">First_Product_Purchased</cx:pt>
          <cx:pt idx="10035">First_Product_Purchased</cx:pt>
          <cx:pt idx="10036">First_Product_Purchased</cx:pt>
          <cx:pt idx="10037">First_Product_Purchased</cx:pt>
          <cx:pt idx="10038">First_Product_Purchased</cx:pt>
          <cx:pt idx="10039">First_Product_Purchased</cx:pt>
          <cx:pt idx="10040">First_Product_Purchased</cx:pt>
          <cx:pt idx="10041">First_Product_Purchased</cx:pt>
          <cx:pt idx="10042">First_Product_Purchased</cx:pt>
          <cx:pt idx="10043">First_Product_Purchased</cx:pt>
          <cx:pt idx="10044">First_Product_Purchased</cx:pt>
          <cx:pt idx="10045">First_Product_Purchased</cx:pt>
          <cx:pt idx="10046">First_Product_Purchased</cx:pt>
          <cx:pt idx="10047">First_Product_Purchased</cx:pt>
          <cx:pt idx="10048">First_Product_Purchased</cx:pt>
          <cx:pt idx="10049">First_Product_Purchased</cx:pt>
          <cx:pt idx="10050">First_Product_Purchased</cx:pt>
          <cx:pt idx="10051">First_Product_Purchased</cx:pt>
          <cx:pt idx="10052">First_Product_Purchased</cx:pt>
          <cx:pt idx="10053">First_Product_Purchased</cx:pt>
          <cx:pt idx="10054">First_Product_Purchased</cx:pt>
          <cx:pt idx="10055">First_Product_Purchased</cx:pt>
          <cx:pt idx="10056">First_Product_Purchased</cx:pt>
          <cx:pt idx="10057">First_Product_Purchased</cx:pt>
          <cx:pt idx="10058">First_Product_Purchased</cx:pt>
          <cx:pt idx="10059">First_Product_Purchased</cx:pt>
          <cx:pt idx="10060">First_Product_Purchased</cx:pt>
          <cx:pt idx="10061">First_Product_Purchased</cx:pt>
          <cx:pt idx="10062">First_Product_Purchased</cx:pt>
          <cx:pt idx="10063">First_Product_Purchased</cx:pt>
          <cx:pt idx="10064">First_Product_Purchased</cx:pt>
          <cx:pt idx="10065">First_Product_Purchased</cx:pt>
          <cx:pt idx="10066">First_Product_Purchased</cx:pt>
          <cx:pt idx="10067">First_Product_Purchased</cx:pt>
          <cx:pt idx="10068">First_Product_Purchased</cx:pt>
          <cx:pt idx="10069">First_Product_Purchased</cx:pt>
          <cx:pt idx="10070">First_Product_Purchased</cx:pt>
          <cx:pt idx="10071">First_Product_Purchased</cx:pt>
          <cx:pt idx="10072">First_Product_Purchased</cx:pt>
          <cx:pt idx="10073">First_Product_Purchased</cx:pt>
          <cx:pt idx="10074">First_Product_Purchased</cx:pt>
          <cx:pt idx="10075">First_Product_Purchased</cx:pt>
          <cx:pt idx="10076">First_Product_Purchased</cx:pt>
          <cx:pt idx="10077">Second_Product_Purchased</cx:pt>
          <cx:pt idx="10078">First_Product_Purchased</cx:pt>
          <cx:pt idx="10079">First_Product_Purchased</cx:pt>
          <cx:pt idx="10080">First_Product_Purchased</cx:pt>
          <cx:pt idx="10081">First_Product_Purchased</cx:pt>
          <cx:pt idx="10082">First_Product_Purchased</cx:pt>
          <cx:pt idx="10083">First_Product_Purchased</cx:pt>
          <cx:pt idx="10084">First_Product_Purchased</cx:pt>
          <cx:pt idx="10085">Second_Product_Purchased</cx:pt>
          <cx:pt idx="10086">First_Product_Purchased</cx:pt>
          <cx:pt idx="10087">First_Product_Purchased</cx:pt>
          <cx:pt idx="10088">First_Product_Purchased</cx:pt>
          <cx:pt idx="10089">First_Product_Purchased</cx:pt>
          <cx:pt idx="10090">First_Product_Purchased</cx:pt>
          <cx:pt idx="10091">First_Product_Purchased</cx:pt>
          <cx:pt idx="10092">First_Product_Purchased</cx:pt>
          <cx:pt idx="10093">First_Product_Purchased</cx:pt>
          <cx:pt idx="10094">First_Product_Purchased</cx:pt>
          <cx:pt idx="10095">First_Product_Purchased</cx:pt>
          <cx:pt idx="10096">First_Product_Purchased</cx:pt>
          <cx:pt idx="10097">First_Product_Purchased</cx:pt>
          <cx:pt idx="10098">First_Product_Purchased</cx:pt>
          <cx:pt idx="10099">First_Product_Purchased</cx:pt>
          <cx:pt idx="10100">First_Product_Purchased</cx:pt>
          <cx:pt idx="10101">First_Product_Purchased</cx:pt>
          <cx:pt idx="10102">Second_Product_Purchased</cx:pt>
          <cx:pt idx="10103">First_Product_Purchased</cx:pt>
          <cx:pt idx="10104">First_Product_Purchased</cx:pt>
          <cx:pt idx="10105">First_Product_Purchased</cx:pt>
          <cx:pt idx="10106">First_Product_Purchased</cx:pt>
          <cx:pt idx="10107">First_Product_Purchased</cx:pt>
          <cx:pt idx="10108">First_Product_Purchased</cx:pt>
          <cx:pt idx="10109">First_Product_Purchased</cx:pt>
          <cx:pt idx="10110">First_Product_Purchased</cx:pt>
          <cx:pt idx="10111">Second_Product_Purchased</cx:pt>
          <cx:pt idx="10112">First_Product_Purchased</cx:pt>
          <cx:pt idx="10113">First_Product_Purchased</cx:pt>
          <cx:pt idx="10114">First_Product_Purchased</cx:pt>
          <cx:pt idx="10115">First_Product_Purchased</cx:pt>
          <cx:pt idx="10116">First_Product_Purchased</cx:pt>
          <cx:pt idx="10117">First_Product_Purchased</cx:pt>
          <cx:pt idx="10118">First_Product_Purchased</cx:pt>
          <cx:pt idx="10119">First_Product_Purchased</cx:pt>
          <cx:pt idx="10120">First_Product_Purchased</cx:pt>
          <cx:pt idx="10121">First_Product_Purchased</cx:pt>
          <cx:pt idx="10122">First_Product_Purchased</cx:pt>
          <cx:pt idx="10123">First_Product_Purchased</cx:pt>
          <cx:pt idx="10124">First_Product_Purchased</cx:pt>
          <cx:pt idx="10125">First_Product_Purchased</cx:pt>
          <cx:pt idx="10126">First_Product_Purchased</cx:pt>
          <cx:pt idx="10127">First_Product_Purchased</cx:pt>
          <cx:pt idx="10128">First_Product_Purchased</cx:pt>
          <cx:pt idx="10129">First_Product_Purchased</cx:pt>
          <cx:pt idx="10130">First_Product_Purchased</cx:pt>
          <cx:pt idx="10131">First_Product_Purchased</cx:pt>
          <cx:pt idx="10132">First_Product_Purchased</cx:pt>
          <cx:pt idx="10133">First_Product_Purchased</cx:pt>
          <cx:pt idx="10134">First_Product_Purchased</cx:pt>
          <cx:pt idx="10135">First_Product_Purchased</cx:pt>
          <cx:pt idx="10136">First_Product_Purchased</cx:pt>
          <cx:pt idx="10137">First_Product_Purchased</cx:pt>
          <cx:pt idx="10138">First_Product_Purchased</cx:pt>
          <cx:pt idx="10139">First_Product_Purchased</cx:pt>
          <cx:pt idx="10140">First_Product_Purchased</cx:pt>
          <cx:pt idx="10141">First_Product_Purchased</cx:pt>
          <cx:pt idx="10142">First_Product_Purchased</cx:pt>
          <cx:pt idx="10143">First_Product_Purchased</cx:pt>
          <cx:pt idx="10144">First_Product_Purchased</cx:pt>
          <cx:pt idx="10145">First_Product_Purchased</cx:pt>
          <cx:pt idx="10146">First_Product_Purchased</cx:pt>
          <cx:pt idx="10147">First_Product_Purchased</cx:pt>
          <cx:pt idx="10148">First_Product_Purchased</cx:pt>
          <cx:pt idx="10149">First_Product_Purchased</cx:pt>
          <cx:pt idx="10150">First_Product_Purchased</cx:pt>
          <cx:pt idx="10151">First_Product_Purchased</cx:pt>
          <cx:pt idx="10152">First_Product_Purchased</cx:pt>
          <cx:pt idx="10153">First_Product_Purchased</cx:pt>
          <cx:pt idx="10154">First_Product_Purchased</cx:pt>
          <cx:pt idx="10155">First_Product_Purchased</cx:pt>
          <cx:pt idx="10156">First_Product_Purchased</cx:pt>
          <cx:pt idx="10157">First_Product_Purchased</cx:pt>
          <cx:pt idx="10158">First_Product_Purchased</cx:pt>
          <cx:pt idx="10159">First_Product_Purchased</cx:pt>
          <cx:pt idx="10160">First_Product_Purchased</cx:pt>
          <cx:pt idx="10161">First_Product_Purchased</cx:pt>
          <cx:pt idx="10162">First_Product_Purchased</cx:pt>
          <cx:pt idx="10163">First_Product_Purchased</cx:pt>
          <cx:pt idx="10164">First_Product_Purchased</cx:pt>
          <cx:pt idx="10165">Second_Product_Purchased</cx:pt>
          <cx:pt idx="10166">First_Product_Purchased</cx:pt>
          <cx:pt idx="10167">First_Product_Purchased</cx:pt>
          <cx:pt idx="10168">First_Product_Purchased</cx:pt>
          <cx:pt idx="10169">First_Product_Purchased</cx:pt>
          <cx:pt idx="10170">Second_Product_Purchased</cx:pt>
          <cx:pt idx="10171">First_Product_Purchased</cx:pt>
          <cx:pt idx="10172">First_Product_Purchased</cx:pt>
          <cx:pt idx="10173">First_Product_Purchased</cx:pt>
          <cx:pt idx="10174">First_Product_Purchased</cx:pt>
          <cx:pt idx="10175">First_Product_Purchased</cx:pt>
          <cx:pt idx="10176">First_Product_Purchased</cx:pt>
          <cx:pt idx="10177">First_Product_Purchased</cx:pt>
          <cx:pt idx="10178">First_Product_Purchased</cx:pt>
          <cx:pt idx="10179">First_Product_Purchased</cx:pt>
          <cx:pt idx="10180">First_Product_Purchased</cx:pt>
          <cx:pt idx="10181">First_Product_Purchased</cx:pt>
          <cx:pt idx="10182">First_Product_Purchased</cx:pt>
          <cx:pt idx="10183">First_Product_Purchased</cx:pt>
          <cx:pt idx="10184">Second_Product_Purchased</cx:pt>
          <cx:pt idx="10185">First_Product_Purchased</cx:pt>
          <cx:pt idx="10186">First_Product_Purchased</cx:pt>
          <cx:pt idx="10187">First_Product_Purchased</cx:pt>
          <cx:pt idx="10188">First_Product_Purchased</cx:pt>
          <cx:pt idx="10189">First_Product_Purchased</cx:pt>
          <cx:pt idx="10190">First_Product_Purchased</cx:pt>
          <cx:pt idx="10191">First_Product_Purchased</cx:pt>
          <cx:pt idx="10192">First_Product_Purchased</cx:pt>
          <cx:pt idx="10193">First_Product_Purchased</cx:pt>
          <cx:pt idx="10194">First_Product_Purchased</cx:pt>
          <cx:pt idx="10195">First_Product_Purchased</cx:pt>
          <cx:pt idx="10196">First_Product_Purchased</cx:pt>
          <cx:pt idx="10197">First_Product_Purchased</cx:pt>
          <cx:pt idx="10198">First_Product_Purchased</cx:pt>
          <cx:pt idx="10199">First_Product_Purchased</cx:pt>
          <cx:pt idx="10200">First_Product_Purchased</cx:pt>
          <cx:pt idx="10201">First_Product_Purchased</cx:pt>
          <cx:pt idx="10202">First_Product_Purchased</cx:pt>
          <cx:pt idx="10203">First_Product_Purchased</cx:pt>
          <cx:pt idx="10204">First_Product_Purchased</cx:pt>
          <cx:pt idx="10205">First_Product_Purchased</cx:pt>
          <cx:pt idx="10206">First_Product_Purchased</cx:pt>
          <cx:pt idx="10207">First_Product_Purchased</cx:pt>
          <cx:pt idx="10208">First_Product_Purchased</cx:pt>
          <cx:pt idx="10209">First_Product_Purchased</cx:pt>
          <cx:pt idx="10210">First_Product_Purchased</cx:pt>
          <cx:pt idx="10211">First_Product_Purchased</cx:pt>
          <cx:pt idx="10212">Second_Product_Purchased</cx:pt>
          <cx:pt idx="10213">First_Product_Purchased</cx:pt>
          <cx:pt idx="10214">First_Product_Purchased</cx:pt>
          <cx:pt idx="10215">First_Product_Purchased</cx:pt>
          <cx:pt idx="10216">First_Product_Purchased</cx:pt>
          <cx:pt idx="10217">First_Product_Purchased</cx:pt>
          <cx:pt idx="10218">First_Product_Purchased</cx:pt>
          <cx:pt idx="10219">First_Product_Purchased</cx:pt>
          <cx:pt idx="10220">First_Product_Purchased</cx:pt>
          <cx:pt idx="10221">First_Product_Purchased</cx:pt>
          <cx:pt idx="10222">First_Product_Purchased</cx:pt>
          <cx:pt idx="10223">First_Product_Purchased</cx:pt>
          <cx:pt idx="10224">First_Product_Purchased</cx:pt>
          <cx:pt idx="10225">First_Product_Purchased</cx:pt>
          <cx:pt idx="10226">First_Product_Purchased</cx:pt>
          <cx:pt idx="10227">First_Product_Purchased</cx:pt>
          <cx:pt idx="10228">First_Product_Purchased</cx:pt>
          <cx:pt idx="10229">First_Product_Purchased</cx:pt>
          <cx:pt idx="10230">First_Product_Purchased</cx:pt>
          <cx:pt idx="10231">First_Product_Purchased</cx:pt>
          <cx:pt idx="10232">First_Product_Purchased</cx:pt>
          <cx:pt idx="10233">First_Product_Purchased</cx:pt>
          <cx:pt idx="10234">Second_Product_Purchased</cx:pt>
          <cx:pt idx="10235">First_Product_Purchased</cx:pt>
          <cx:pt idx="10236">First_Product_Purchased</cx:pt>
          <cx:pt idx="10237">First_Product_Purchased</cx:pt>
          <cx:pt idx="10238">First_Product_Purchased</cx:pt>
          <cx:pt idx="10239">First_Product_Purchased</cx:pt>
          <cx:pt idx="10240">First_Product_Purchased</cx:pt>
          <cx:pt idx="10241">First_Product_Purchased</cx:pt>
          <cx:pt idx="10242">First_Product_Purchased</cx:pt>
          <cx:pt idx="10243">First_Product_Purchased</cx:pt>
          <cx:pt idx="10244">First_Product_Purchased</cx:pt>
          <cx:pt idx="10245">First_Product_Purchased</cx:pt>
          <cx:pt idx="10246">First_Product_Purchased</cx:pt>
          <cx:pt idx="10247">First_Product_Purchased</cx:pt>
          <cx:pt idx="10248">First_Product_Purchased</cx:pt>
          <cx:pt idx="10249">First_Product_Purchased</cx:pt>
          <cx:pt idx="10250">First_Product_Purchased</cx:pt>
          <cx:pt idx="10251">First_Product_Purchased</cx:pt>
          <cx:pt idx="10252">First_Product_Purchased</cx:pt>
          <cx:pt idx="10253">First_Product_Purchased</cx:pt>
          <cx:pt idx="10254">First_Product_Purchased</cx:pt>
          <cx:pt idx="10255">First_Product_Purchased</cx:pt>
          <cx:pt idx="10256">First_Product_Purchased</cx:pt>
          <cx:pt idx="10257">First_Product_Purchased</cx:pt>
          <cx:pt idx="10258">First_Product_Purchased</cx:pt>
          <cx:pt idx="10259">First_Product_Purchased</cx:pt>
          <cx:pt idx="10260">First_Product_Purchased</cx:pt>
          <cx:pt idx="10261">First_Product_Purchased</cx:pt>
          <cx:pt idx="10262">First_Product_Purchased</cx:pt>
          <cx:pt idx="10263">First_Product_Purchased</cx:pt>
          <cx:pt idx="10264">Second_Product_Purchased</cx:pt>
          <cx:pt idx="10265">First_Product_Purchased</cx:pt>
          <cx:pt idx="10266">First_Product_Purchased</cx:pt>
          <cx:pt idx="10267">First_Product_Purchased</cx:pt>
          <cx:pt idx="10268">First_Product_Purchased</cx:pt>
          <cx:pt idx="10269">Second_Product_Purchased</cx:pt>
          <cx:pt idx="10270">First_Product_Purchased</cx:pt>
          <cx:pt idx="10271">First_Product_Purchased</cx:pt>
          <cx:pt idx="10272">First_Product_Purchased</cx:pt>
          <cx:pt idx="10273">First_Product_Purchased</cx:pt>
          <cx:pt idx="10274">First_Product_Purchased</cx:pt>
          <cx:pt idx="10275">First_Product_Purchased</cx:pt>
          <cx:pt idx="10276">First_Product_Purchased</cx:pt>
          <cx:pt idx="10277">First_Product_Purchased</cx:pt>
          <cx:pt idx="10278">First_Product_Purchased</cx:pt>
          <cx:pt idx="10279">First_Product_Purchased</cx:pt>
          <cx:pt idx="10280">First_Product_Purchased</cx:pt>
          <cx:pt idx="10281">First_Product_Purchased</cx:pt>
          <cx:pt idx="10282">First_Product_Purchased</cx:pt>
          <cx:pt idx="10283">First_Product_Purchased</cx:pt>
          <cx:pt idx="10284">First_Product_Purchased</cx:pt>
          <cx:pt idx="10285">First_Product_Purchased</cx:pt>
          <cx:pt idx="10286">First_Product_Purchased</cx:pt>
          <cx:pt idx="10287">First_Product_Purchased</cx:pt>
          <cx:pt idx="10288">First_Product_Purchased</cx:pt>
          <cx:pt idx="10289">First_Product_Purchased</cx:pt>
          <cx:pt idx="10290">Second_Product_Purchased</cx:pt>
          <cx:pt idx="10291">First_Product_Purchased</cx:pt>
          <cx:pt idx="10292">First_Product_Purchased</cx:pt>
          <cx:pt idx="10293">First_Product_Purchased</cx:pt>
          <cx:pt idx="10294">First_Product_Purchased</cx:pt>
          <cx:pt idx="10295">First_Product_Purchased</cx:pt>
          <cx:pt idx="10296">First_Product_Purchased</cx:pt>
          <cx:pt idx="10297">First_Product_Purchased</cx:pt>
          <cx:pt idx="10298">First_Product_Purchased</cx:pt>
          <cx:pt idx="10299">First_Product_Purchased</cx:pt>
          <cx:pt idx="10300">First_Product_Purchased</cx:pt>
          <cx:pt idx="10301">First_Product_Purchased</cx:pt>
          <cx:pt idx="10302">First_Product_Purchased</cx:pt>
          <cx:pt idx="10303">First_Product_Purchased</cx:pt>
          <cx:pt idx="10304">First_Product_Purchased</cx:pt>
          <cx:pt idx="10305">First_Product_Purchased</cx:pt>
          <cx:pt idx="10306">First_Product_Purchased</cx:pt>
          <cx:pt idx="10307">First_Product_Purchased</cx:pt>
          <cx:pt idx="10308">First_Product_Purchased</cx:pt>
          <cx:pt idx="10309">First_Product_Purchased</cx:pt>
          <cx:pt idx="10310">First_Product_Purchased</cx:pt>
          <cx:pt idx="10311">First_Product_Purchased</cx:pt>
          <cx:pt idx="10312">First_Product_Purchased</cx:pt>
          <cx:pt idx="10313">First_Product_Purchased</cx:pt>
          <cx:pt idx="10314">First_Product_Purchased</cx:pt>
          <cx:pt idx="10315">First_Product_Purchased</cx:pt>
          <cx:pt idx="10316">First_Product_Purchased</cx:pt>
          <cx:pt idx="10317">First_Product_Purchased</cx:pt>
          <cx:pt idx="10318">First_Product_Purchased</cx:pt>
          <cx:pt idx="10319">First_Product_Purchased</cx:pt>
          <cx:pt idx="10320">First_Product_Purchased</cx:pt>
          <cx:pt idx="10321">First_Product_Purchased</cx:pt>
          <cx:pt idx="10322">First_Product_Purchased</cx:pt>
          <cx:pt idx="10323">First_Product_Purchased</cx:pt>
          <cx:pt idx="10324">First_Product_Purchased</cx:pt>
          <cx:pt idx="10325">First_Product_Purchased</cx:pt>
          <cx:pt idx="10326">First_Product_Purchased</cx:pt>
          <cx:pt idx="10327">First_Product_Purchased</cx:pt>
          <cx:pt idx="10328">First_Product_Purchased</cx:pt>
          <cx:pt idx="10329">First_Product_Purchased</cx:pt>
          <cx:pt idx="10330">First_Product_Purchased</cx:pt>
          <cx:pt idx="10331">First_Product_Purchased</cx:pt>
          <cx:pt idx="10332">First_Product_Purchased</cx:pt>
          <cx:pt idx="10333">First_Product_Purchased</cx:pt>
          <cx:pt idx="10334">First_Product_Purchased</cx:pt>
          <cx:pt idx="10335">First_Product_Purchased</cx:pt>
          <cx:pt idx="10336">First_Product_Purchased</cx:pt>
          <cx:pt idx="10337">First_Product_Purchased</cx:pt>
          <cx:pt idx="10338">First_Product_Purchased</cx:pt>
          <cx:pt idx="10339">First_Product_Purchased</cx:pt>
          <cx:pt idx="10340">First_Product_Purchased</cx:pt>
          <cx:pt idx="10341">First_Product_Purchased</cx:pt>
          <cx:pt idx="10342">First_Product_Purchased</cx:pt>
          <cx:pt idx="10343">First_Product_Purchased</cx:pt>
          <cx:pt idx="10344">First_Product_Purchased</cx:pt>
          <cx:pt idx="10345">First_Product_Purchased</cx:pt>
          <cx:pt idx="10346">First_Product_Purchased</cx:pt>
          <cx:pt idx="10347">First_Product_Purchased</cx:pt>
          <cx:pt idx="10348">First_Product_Purchased</cx:pt>
          <cx:pt idx="10349">First_Product_Purchased</cx:pt>
          <cx:pt idx="10350">First_Product_Purchased</cx:pt>
          <cx:pt idx="10351">First_Product_Purchased</cx:pt>
          <cx:pt idx="10352">First_Product_Purchased</cx:pt>
          <cx:pt idx="10353">First_Product_Purchased</cx:pt>
          <cx:pt idx="10354">First_Product_Purchased</cx:pt>
          <cx:pt idx="10355">First_Product_Purchased</cx:pt>
          <cx:pt idx="10356">First_Product_Purchased</cx:pt>
          <cx:pt idx="10357">First_Product_Purchased</cx:pt>
          <cx:pt idx="10358">First_Product_Purchased</cx:pt>
          <cx:pt idx="10359">First_Product_Purchased</cx:pt>
          <cx:pt idx="10360">First_Product_Purchased</cx:pt>
          <cx:pt idx="10361">First_Product_Purchased</cx:pt>
          <cx:pt idx="10362">First_Product_Purchased</cx:pt>
          <cx:pt idx="10363">First_Product_Purchased</cx:pt>
          <cx:pt idx="10364">First_Product_Purchased</cx:pt>
          <cx:pt idx="10365">First_Product_Purchased</cx:pt>
          <cx:pt idx="10366">First_Product_Purchased</cx:pt>
          <cx:pt idx="10367">First_Product_Purchased</cx:pt>
          <cx:pt idx="10368">First_Product_Purchased</cx:pt>
          <cx:pt idx="10369">First_Product_Purchased</cx:pt>
          <cx:pt idx="10370">First_Product_Purchased</cx:pt>
          <cx:pt idx="10371">First_Product_Purchased</cx:pt>
          <cx:pt idx="10372">First_Product_Purchased</cx:pt>
          <cx:pt idx="10373">First_Product_Purchased</cx:pt>
          <cx:pt idx="10374">First_Product_Purchased</cx:pt>
          <cx:pt idx="10375">First_Product_Purchased</cx:pt>
          <cx:pt idx="10376">First_Product_Purchased</cx:pt>
          <cx:pt idx="10377">First_Product_Purchased</cx:pt>
          <cx:pt idx="10378">First_Product_Purchased</cx:pt>
          <cx:pt idx="10379">First_Product_Purchased</cx:pt>
          <cx:pt idx="10380">First_Product_Purchased</cx:pt>
          <cx:pt idx="10381">First_Product_Purchased</cx:pt>
          <cx:pt idx="10382">First_Product_Purchased</cx:pt>
          <cx:pt idx="10383">First_Product_Purchased</cx:pt>
          <cx:pt idx="10384">First_Product_Purchased</cx:pt>
          <cx:pt idx="10385">First_Product_Purchased</cx:pt>
          <cx:pt idx="10386">First_Product_Purchased</cx:pt>
          <cx:pt idx="10387">First_Product_Purchased</cx:pt>
          <cx:pt idx="10388">First_Product_Purchased</cx:pt>
          <cx:pt idx="10389">First_Product_Purchased</cx:pt>
          <cx:pt idx="10390">First_Product_Purchased</cx:pt>
          <cx:pt idx="10391">First_Product_Purchased</cx:pt>
          <cx:pt idx="10392">First_Product_Purchased</cx:pt>
          <cx:pt idx="10393">First_Product_Purchased</cx:pt>
          <cx:pt idx="10394">Second_Product_Purchased</cx:pt>
          <cx:pt idx="10395">First_Product_Purchased</cx:pt>
          <cx:pt idx="10396">First_Product_Purchased</cx:pt>
          <cx:pt idx="10397">First_Product_Purchased</cx:pt>
          <cx:pt idx="10398">First_Product_Purchased</cx:pt>
          <cx:pt idx="10399">First_Product_Purchased</cx:pt>
          <cx:pt idx="10400">First_Product_Purchased</cx:pt>
          <cx:pt idx="10401">First_Product_Purchased</cx:pt>
          <cx:pt idx="10402">First_Product_Purchased</cx:pt>
          <cx:pt idx="10403">First_Product_Purchased</cx:pt>
          <cx:pt idx="10404">First_Product_Purchased</cx:pt>
          <cx:pt idx="10405">First_Product_Purchased</cx:pt>
          <cx:pt idx="10406">First_Product_Purchased</cx:pt>
          <cx:pt idx="10407">First_Product_Purchased</cx:pt>
          <cx:pt idx="10408">First_Product_Purchased</cx:pt>
          <cx:pt idx="10409">First_Product_Purchased</cx:pt>
          <cx:pt idx="10410">First_Product_Purchased</cx:pt>
          <cx:pt idx="10411">First_Product_Purchased</cx:pt>
          <cx:pt idx="10412">First_Product_Purchased</cx:pt>
          <cx:pt idx="10413">First_Product_Purchased</cx:pt>
          <cx:pt idx="10414">First_Product_Purchased</cx:pt>
          <cx:pt idx="10415">First_Product_Purchased</cx:pt>
          <cx:pt idx="10416">First_Product_Purchased</cx:pt>
          <cx:pt idx="10417">First_Product_Purchased</cx:pt>
          <cx:pt idx="10418">First_Product_Purchased</cx:pt>
          <cx:pt idx="10419">First_Product_Purchased</cx:pt>
          <cx:pt idx="10420">First_Product_Purchased</cx:pt>
          <cx:pt idx="10421">First_Product_Purchased</cx:pt>
          <cx:pt idx="10422">First_Product_Purchased</cx:pt>
          <cx:pt idx="10423">First_Product_Purchased</cx:pt>
          <cx:pt idx="10424">First_Product_Purchased</cx:pt>
          <cx:pt idx="10425">First_Product_Purchased</cx:pt>
          <cx:pt idx="10426">First_Product_Purchased</cx:pt>
          <cx:pt idx="10427">First_Product_Purchased</cx:pt>
          <cx:pt idx="10428">First_Product_Purchased</cx:pt>
          <cx:pt idx="10429">First_Product_Purchased</cx:pt>
          <cx:pt idx="10430">First_Product_Purchased</cx:pt>
          <cx:pt idx="10431">First_Product_Purchased</cx:pt>
          <cx:pt idx="10432">First_Product_Purchased</cx:pt>
          <cx:pt idx="10433">First_Product_Purchased</cx:pt>
          <cx:pt idx="10434">First_Product_Purchased</cx:pt>
          <cx:pt idx="10435">First_Product_Purchased</cx:pt>
          <cx:pt idx="10436">First_Product_Purchased</cx:pt>
          <cx:pt idx="10437">First_Product_Purchased</cx:pt>
          <cx:pt idx="10438">First_Product_Purchased</cx:pt>
          <cx:pt idx="10439">First_Product_Purchased</cx:pt>
          <cx:pt idx="10440">First_Product_Purchased</cx:pt>
          <cx:pt idx="10441">First_Product_Purchased</cx:pt>
          <cx:pt idx="10442">First_Product_Purchased</cx:pt>
          <cx:pt idx="10443">First_Product_Purchased</cx:pt>
          <cx:pt idx="10444">First_Product_Purchased</cx:pt>
          <cx:pt idx="10445">First_Product_Purchased</cx:pt>
          <cx:pt idx="10446">First_Product_Purchased</cx:pt>
          <cx:pt idx="10447">First_Product_Purchased</cx:pt>
          <cx:pt idx="10448">First_Product_Purchased</cx:pt>
          <cx:pt idx="10449">First_Product_Purchased</cx:pt>
          <cx:pt idx="10450">First_Product_Purchased</cx:pt>
          <cx:pt idx="10451">First_Product_Purchased</cx:pt>
          <cx:pt idx="10452">First_Product_Purchased</cx:pt>
          <cx:pt idx="10453">First_Product_Purchased</cx:pt>
          <cx:pt idx="10454">First_Product_Purchased</cx:pt>
          <cx:pt idx="10455">First_Product_Purchased</cx:pt>
          <cx:pt idx="10456">First_Product_Purchased</cx:pt>
          <cx:pt idx="10457">First_Product_Purchased</cx:pt>
          <cx:pt idx="10458">First_Product_Purchased</cx:pt>
          <cx:pt idx="10459">First_Product_Purchased</cx:pt>
          <cx:pt idx="10460">First_Product_Purchased</cx:pt>
          <cx:pt idx="10461">First_Product_Purchased</cx:pt>
          <cx:pt idx="10462">First_Product_Purchased</cx:pt>
          <cx:pt idx="10463">First_Product_Purchased</cx:pt>
          <cx:pt idx="10464">First_Product_Purchased</cx:pt>
          <cx:pt idx="10465">First_Product_Purchased</cx:pt>
          <cx:pt idx="10466">First_Product_Purchased</cx:pt>
          <cx:pt idx="10467">First_Product_Purchased</cx:pt>
          <cx:pt idx="10468">First_Product_Purchased</cx:pt>
          <cx:pt idx="10469">First_Product_Purchased</cx:pt>
          <cx:pt idx="10470">First_Product_Purchased</cx:pt>
          <cx:pt idx="10471">First_Product_Purchased</cx:pt>
          <cx:pt idx="10472">First_Product_Purchased</cx:pt>
          <cx:pt idx="10473">First_Product_Purchased</cx:pt>
          <cx:pt idx="10474">First_Product_Purchased</cx:pt>
          <cx:pt idx="10475">First_Product_Purchased</cx:pt>
          <cx:pt idx="10476">First_Product_Purchased</cx:pt>
          <cx:pt idx="10477">First_Product_Purchased</cx:pt>
          <cx:pt idx="10478">First_Product_Purchased</cx:pt>
          <cx:pt idx="10479">First_Product_Purchased</cx:pt>
          <cx:pt idx="10480">First_Product_Purchased</cx:pt>
          <cx:pt idx="10481">First_Product_Purchased</cx:pt>
          <cx:pt idx="10482">First_Product_Purchased</cx:pt>
          <cx:pt idx="10483">First_Product_Purchased</cx:pt>
          <cx:pt idx="10484">First_Product_Purchased</cx:pt>
          <cx:pt idx="10485">First_Product_Purchased</cx:pt>
          <cx:pt idx="10486">First_Product_Purchased</cx:pt>
          <cx:pt idx="10487">First_Product_Purchased</cx:pt>
          <cx:pt idx="10488">First_Product_Purchased</cx:pt>
          <cx:pt idx="10489">First_Product_Purchased</cx:pt>
          <cx:pt idx="10490">First_Product_Purchased</cx:pt>
          <cx:pt idx="10491">First_Product_Purchased</cx:pt>
          <cx:pt idx="10492">First_Product_Purchased</cx:pt>
          <cx:pt idx="10493">First_Product_Purchased</cx:pt>
          <cx:pt idx="10494">First_Product_Purchased</cx:pt>
          <cx:pt idx="10495">First_Product_Purchased</cx:pt>
          <cx:pt idx="10496">First_Product_Purchased</cx:pt>
          <cx:pt idx="10497">First_Product_Purchased</cx:pt>
          <cx:pt idx="10498">First_Product_Purchased</cx:pt>
          <cx:pt idx="10499">First_Product_Purchased</cx:pt>
          <cx:pt idx="10500">First_Product_Purchased</cx:pt>
          <cx:pt idx="10501">Second_Product_Purchased</cx:pt>
          <cx:pt idx="10502">First_Product_Purchased</cx:pt>
          <cx:pt idx="10503">First_Product_Purchased</cx:pt>
          <cx:pt idx="10504">First_Product_Purchased</cx:pt>
          <cx:pt idx="10505">First_Product_Purchased</cx:pt>
          <cx:pt idx="10506">First_Product_Purchased</cx:pt>
          <cx:pt idx="10507">First_Product_Purchased</cx:pt>
          <cx:pt idx="10508">First_Product_Purchased</cx:pt>
          <cx:pt idx="10509">First_Product_Purchased</cx:pt>
          <cx:pt idx="10510">First_Product_Purchased</cx:pt>
          <cx:pt idx="10511">First_Product_Purchased</cx:pt>
          <cx:pt idx="10512">First_Product_Purchased</cx:pt>
          <cx:pt idx="10513">First_Product_Purchased</cx:pt>
          <cx:pt idx="10514">First_Product_Purchased</cx:pt>
          <cx:pt idx="10515">First_Product_Purchased</cx:pt>
          <cx:pt idx="10516">First_Product_Purchased</cx:pt>
          <cx:pt idx="10517">First_Product_Purchased</cx:pt>
          <cx:pt idx="10518">First_Product_Purchased</cx:pt>
          <cx:pt idx="10519">First_Product_Purchased</cx:pt>
          <cx:pt idx="10520">First_Product_Purchased</cx:pt>
          <cx:pt idx="10521">First_Product_Purchased</cx:pt>
          <cx:pt idx="10522">First_Product_Purchased</cx:pt>
          <cx:pt idx="10523">First_Product_Purchased</cx:pt>
          <cx:pt idx="10524">First_Product_Purchased</cx:pt>
          <cx:pt idx="10525">First_Product_Purchased</cx:pt>
          <cx:pt idx="10526">First_Product_Purchased</cx:pt>
          <cx:pt idx="10527">First_Product_Purchased</cx:pt>
          <cx:pt idx="10528">First_Product_Purchased</cx:pt>
          <cx:pt idx="10529">First_Product_Purchased</cx:pt>
          <cx:pt idx="10530">First_Product_Purchased</cx:pt>
          <cx:pt idx="10531">First_Product_Purchased</cx:pt>
          <cx:pt idx="10532">First_Product_Purchased</cx:pt>
          <cx:pt idx="10533">First_Product_Purchased</cx:pt>
          <cx:pt idx="10534">First_Product_Purchased</cx:pt>
          <cx:pt idx="10535">First_Product_Purchased</cx:pt>
          <cx:pt idx="10536">First_Product_Purchased</cx:pt>
          <cx:pt idx="10537">First_Product_Purchased</cx:pt>
          <cx:pt idx="10538">First_Product_Purchased</cx:pt>
          <cx:pt idx="10539">First_Product_Purchased</cx:pt>
          <cx:pt idx="10540">First_Product_Purchased</cx:pt>
          <cx:pt idx="10541">First_Product_Purchased</cx:pt>
          <cx:pt idx="10542">First_Product_Purchased</cx:pt>
          <cx:pt idx="10543">First_Product_Purchased</cx:pt>
          <cx:pt idx="10544">First_Product_Purchased</cx:pt>
          <cx:pt idx="10545">First_Product_Purchased</cx:pt>
          <cx:pt idx="10546">First_Product_Purchased</cx:pt>
          <cx:pt idx="10547">First_Product_Purchased</cx:pt>
          <cx:pt idx="10548">Second_Product_Purchased</cx:pt>
          <cx:pt idx="10549">First_Product_Purchased</cx:pt>
          <cx:pt idx="10550">First_Product_Purchased</cx:pt>
          <cx:pt idx="10551">First_Product_Purchased</cx:pt>
          <cx:pt idx="10552">First_Product_Purchased</cx:pt>
          <cx:pt idx="10553">First_Product_Purchased</cx:pt>
          <cx:pt idx="10554">First_Product_Purchased</cx:pt>
          <cx:pt idx="10555">First_Product_Purchased</cx:pt>
          <cx:pt idx="10556">First_Product_Purchased</cx:pt>
          <cx:pt idx="10557">First_Product_Purchased</cx:pt>
          <cx:pt idx="10558">First_Product_Purchased</cx:pt>
          <cx:pt idx="10559">First_Product_Purchased</cx:pt>
          <cx:pt idx="10560">First_Product_Purchased</cx:pt>
          <cx:pt idx="10561">First_Product_Purchased</cx:pt>
          <cx:pt idx="10562">First_Product_Purchased</cx:pt>
          <cx:pt idx="10563">First_Product_Purchased</cx:pt>
          <cx:pt idx="10564">First_Product_Purchased</cx:pt>
          <cx:pt idx="10565">First_Product_Purchased</cx:pt>
          <cx:pt idx="10566">First_Product_Purchased</cx:pt>
          <cx:pt idx="10567">First_Product_Purchased</cx:pt>
          <cx:pt idx="10568">First_Product_Purchased</cx:pt>
          <cx:pt idx="10569">First_Product_Purchased</cx:pt>
          <cx:pt idx="10570">First_Product_Purchased</cx:pt>
          <cx:pt idx="10571">First_Product_Purchased</cx:pt>
          <cx:pt idx="10572">First_Product_Purchased</cx:pt>
          <cx:pt idx="10573">First_Product_Purchased</cx:pt>
          <cx:pt idx="10574">First_Product_Purchased</cx:pt>
          <cx:pt idx="10575">First_Product_Purchased</cx:pt>
          <cx:pt idx="10576">First_Product_Purchased</cx:pt>
          <cx:pt idx="10577">First_Product_Purchased</cx:pt>
          <cx:pt idx="10578">First_Product_Purchased</cx:pt>
          <cx:pt idx="10579">First_Product_Purchased</cx:pt>
          <cx:pt idx="10580">First_Product_Purchased</cx:pt>
          <cx:pt idx="10581">First_Product_Purchased</cx:pt>
          <cx:pt idx="10582">First_Product_Purchased</cx:pt>
          <cx:pt idx="10583">First_Product_Purchased</cx:pt>
          <cx:pt idx="10584">First_Product_Purchased</cx:pt>
          <cx:pt idx="10585">First_Product_Purchased</cx:pt>
          <cx:pt idx="10586">Second_Product_Purchased</cx:pt>
          <cx:pt idx="10587">First_Product_Purchased</cx:pt>
          <cx:pt idx="10588">First_Product_Purchased</cx:pt>
          <cx:pt idx="10589">First_Product_Purchased</cx:pt>
          <cx:pt idx="10590">First_Product_Purchased</cx:pt>
          <cx:pt idx="10591">First_Product_Purchased</cx:pt>
          <cx:pt idx="10592">First_Product_Purchased</cx:pt>
          <cx:pt idx="10593">First_Product_Purchased</cx:pt>
          <cx:pt idx="10594">First_Product_Purchased</cx:pt>
          <cx:pt idx="10595">First_Product_Purchased</cx:pt>
          <cx:pt idx="10596">First_Product_Purchased</cx:pt>
          <cx:pt idx="10597">First_Product_Purchased</cx:pt>
          <cx:pt idx="10598">First_Product_Purchased</cx:pt>
          <cx:pt idx="10599">First_Product_Purchased</cx:pt>
          <cx:pt idx="10600">First_Product_Purchased</cx:pt>
          <cx:pt idx="10601">First_Product_Purchased</cx:pt>
          <cx:pt idx="10602">First_Product_Purchased</cx:pt>
          <cx:pt idx="10603">First_Product_Purchased</cx:pt>
          <cx:pt idx="10604">First_Product_Purchased</cx:pt>
          <cx:pt idx="10605">First_Product_Purchased</cx:pt>
          <cx:pt idx="10606">Second_Product_Purchased</cx:pt>
          <cx:pt idx="10607">First_Product_Purchased</cx:pt>
          <cx:pt idx="10608">First_Product_Purchased</cx:pt>
          <cx:pt idx="10609">First_Product_Purchased</cx:pt>
          <cx:pt idx="10610">First_Product_Purchased</cx:pt>
          <cx:pt idx="10611">First_Product_Purchased</cx:pt>
          <cx:pt idx="10612">First_Product_Purchased</cx:pt>
          <cx:pt idx="10613">First_Product_Purchased</cx:pt>
          <cx:pt idx="10614">First_Product_Purchased</cx:pt>
          <cx:pt idx="10615">First_Product_Purchased</cx:pt>
          <cx:pt idx="10616">First_Product_Purchased</cx:pt>
          <cx:pt idx="10617">First_Product_Purchased</cx:pt>
          <cx:pt idx="10618">First_Product_Purchased</cx:pt>
          <cx:pt idx="10619">First_Product_Purchased</cx:pt>
          <cx:pt idx="10620">First_Product_Purchased</cx:pt>
          <cx:pt idx="10621">First_Product_Purchased</cx:pt>
          <cx:pt idx="10622">First_Product_Purchased</cx:pt>
          <cx:pt idx="10623">First_Product_Purchased</cx:pt>
          <cx:pt idx="10624">First_Product_Purchased</cx:pt>
          <cx:pt idx="10625">First_Product_Purchased</cx:pt>
          <cx:pt idx="10626">First_Product_Purchased</cx:pt>
          <cx:pt idx="10627">First_Product_Purchased</cx:pt>
          <cx:pt idx="10628">First_Product_Purchased</cx:pt>
          <cx:pt idx="10629">First_Product_Purchased</cx:pt>
          <cx:pt idx="10630">First_Product_Purchased</cx:pt>
          <cx:pt idx="10631">First_Product_Purchased</cx:pt>
          <cx:pt idx="10632">First_Product_Purchased</cx:pt>
          <cx:pt idx="10633">First_Product_Purchased</cx:pt>
          <cx:pt idx="10634">First_Product_Purchased</cx:pt>
          <cx:pt idx="10635">First_Product_Purchased</cx:pt>
          <cx:pt idx="10636">First_Product_Purchased</cx:pt>
          <cx:pt idx="10637">First_Product_Purchased</cx:pt>
          <cx:pt idx="10638">First_Product_Purchased</cx:pt>
          <cx:pt idx="10639">First_Product_Purchased</cx:pt>
          <cx:pt idx="10640">First_Product_Purchased</cx:pt>
          <cx:pt idx="10641">First_Product_Purchased</cx:pt>
          <cx:pt idx="10642">First_Product_Purchased</cx:pt>
          <cx:pt idx="10643">First_Product_Purchased</cx:pt>
          <cx:pt idx="10644">Second_Product_Purchased</cx:pt>
          <cx:pt idx="10645">First_Product_Purchased</cx:pt>
          <cx:pt idx="10646">First_Product_Purchased</cx:pt>
          <cx:pt idx="10647">First_Product_Purchased</cx:pt>
          <cx:pt idx="10648">First_Product_Purchased</cx:pt>
          <cx:pt idx="10649">First_Product_Purchased</cx:pt>
          <cx:pt idx="10650">First_Product_Purchased</cx:pt>
          <cx:pt idx="10651">First_Product_Purchased</cx:pt>
          <cx:pt idx="10652">First_Product_Purchased</cx:pt>
          <cx:pt idx="10653">First_Product_Purchased</cx:pt>
          <cx:pt idx="10654">First_Product_Purchased</cx:pt>
          <cx:pt idx="10655">First_Product_Purchased</cx:pt>
          <cx:pt idx="10656">First_Product_Purchased</cx:pt>
          <cx:pt idx="10657">First_Product_Purchased</cx:pt>
          <cx:pt idx="10658">First_Product_Purchased</cx:pt>
          <cx:pt idx="10659">First_Product_Purchased</cx:pt>
          <cx:pt idx="10660">First_Product_Purchased</cx:pt>
          <cx:pt idx="10661">First_Product_Purchased</cx:pt>
          <cx:pt idx="10662">First_Product_Purchased</cx:pt>
          <cx:pt idx="10663">First_Product_Purchased</cx:pt>
          <cx:pt idx="10664">First_Product_Purchased</cx:pt>
          <cx:pt idx="10665">First_Product_Purchased</cx:pt>
          <cx:pt idx="10666">First_Product_Purchased</cx:pt>
          <cx:pt idx="10667">First_Product_Purchased</cx:pt>
          <cx:pt idx="10668">First_Product_Purchased</cx:pt>
          <cx:pt idx="10669">First_Product_Purchased</cx:pt>
          <cx:pt idx="10670">First_Product_Purchased</cx:pt>
          <cx:pt idx="10671">First_Product_Purchased</cx:pt>
          <cx:pt idx="10672">First_Product_Purchased</cx:pt>
          <cx:pt idx="10673">First_Product_Purchased</cx:pt>
          <cx:pt idx="10674">First_Product_Purchased</cx:pt>
          <cx:pt idx="10675">First_Product_Purchased</cx:pt>
          <cx:pt idx="10676">First_Product_Purchased</cx:pt>
          <cx:pt idx="10677">First_Product_Purchased</cx:pt>
          <cx:pt idx="10678">First_Product_Purchased</cx:pt>
          <cx:pt idx="10679">First_Product_Purchased</cx:pt>
          <cx:pt idx="10680">First_Product_Purchased</cx:pt>
          <cx:pt idx="10681">First_Product_Purchased</cx:pt>
          <cx:pt idx="10682">First_Product_Purchased</cx:pt>
          <cx:pt idx="10683">First_Product_Purchased</cx:pt>
          <cx:pt idx="10684">First_Product_Purchased</cx:pt>
          <cx:pt idx="10685">First_Product_Purchased</cx:pt>
          <cx:pt idx="10686">First_Product_Purchased</cx:pt>
          <cx:pt idx="10687">First_Product_Purchased</cx:pt>
          <cx:pt idx="10688">First_Product_Purchased</cx:pt>
          <cx:pt idx="10689">First_Product_Purchased</cx:pt>
          <cx:pt idx="10690">First_Product_Purchased</cx:pt>
          <cx:pt idx="10691">First_Product_Purchased</cx:pt>
          <cx:pt idx="10692">First_Product_Purchased</cx:pt>
          <cx:pt idx="10693">Second_Product_Purchased</cx:pt>
          <cx:pt idx="10694">First_Product_Purchased</cx:pt>
          <cx:pt idx="10695">First_Product_Purchased</cx:pt>
          <cx:pt idx="10696">First_Product_Purchased</cx:pt>
          <cx:pt idx="10697">First_Product_Purchased</cx:pt>
          <cx:pt idx="10698">First_Product_Purchased</cx:pt>
          <cx:pt idx="10699">First_Product_Purchased</cx:pt>
          <cx:pt idx="10700">First_Product_Purchased</cx:pt>
          <cx:pt idx="10701">First_Product_Purchased</cx:pt>
          <cx:pt idx="10702">First_Product_Purchased</cx:pt>
          <cx:pt idx="10703">First_Product_Purchased</cx:pt>
          <cx:pt idx="10704">First_Product_Purchased</cx:pt>
          <cx:pt idx="10705">First_Product_Purchased</cx:pt>
          <cx:pt idx="10706">First_Product_Purchased</cx:pt>
          <cx:pt idx="10707">First_Product_Purchased</cx:pt>
          <cx:pt idx="10708">First_Product_Purchased</cx:pt>
          <cx:pt idx="10709">First_Product_Purchased</cx:pt>
          <cx:pt idx="10710">First_Product_Purchased</cx:pt>
          <cx:pt idx="10711">First_Product_Purchased</cx:pt>
          <cx:pt idx="10712">First_Product_Purchased</cx:pt>
          <cx:pt idx="10713">First_Product_Purchased</cx:pt>
          <cx:pt idx="10714">First_Product_Purchased</cx:pt>
          <cx:pt idx="10715">First_Product_Purchased</cx:pt>
          <cx:pt idx="10716">First_Product_Purchased</cx:pt>
          <cx:pt idx="10717">First_Product_Purchased</cx:pt>
          <cx:pt idx="10718">First_Product_Purchased</cx:pt>
          <cx:pt idx="10719">First_Product_Purchased</cx:pt>
          <cx:pt idx="10720">First_Product_Purchased</cx:pt>
          <cx:pt idx="10721">First_Product_Purchased</cx:pt>
          <cx:pt idx="10722">First_Product_Purchased</cx:pt>
          <cx:pt idx="10723">First_Product_Purchased</cx:pt>
          <cx:pt idx="10724">First_Product_Purchased</cx:pt>
          <cx:pt idx="10725">First_Product_Purchased</cx:pt>
          <cx:pt idx="10726">First_Product_Purchased</cx:pt>
          <cx:pt idx="10727">First_Product_Purchased</cx:pt>
          <cx:pt idx="10728">First_Product_Purchased</cx:pt>
          <cx:pt idx="10729">First_Product_Purchased</cx:pt>
          <cx:pt idx="10730">First_Product_Purchased</cx:pt>
          <cx:pt idx="10731">First_Product_Purchased</cx:pt>
          <cx:pt idx="10732">First_Product_Purchased</cx:pt>
          <cx:pt idx="10733">First_Product_Purchased</cx:pt>
          <cx:pt idx="10734">First_Product_Purchased</cx:pt>
          <cx:pt idx="10735">First_Product_Purchased</cx:pt>
          <cx:pt idx="10736">First_Product_Purchased</cx:pt>
          <cx:pt idx="10737">First_Product_Purchased</cx:pt>
          <cx:pt idx="10738">First_Product_Purchased</cx:pt>
          <cx:pt idx="10739">First_Product_Purchased</cx:pt>
          <cx:pt idx="10740">First_Product_Purchased</cx:pt>
          <cx:pt idx="10741">First_Product_Purchased</cx:pt>
          <cx:pt idx="10742">First_Product_Purchased</cx:pt>
          <cx:pt idx="10743">First_Product_Purchased</cx:pt>
          <cx:pt idx="10744">First_Product_Purchased</cx:pt>
          <cx:pt idx="10745">First_Product_Purchased</cx:pt>
          <cx:pt idx="10746">First_Product_Purchased</cx:pt>
          <cx:pt idx="10747">First_Product_Purchased</cx:pt>
          <cx:pt idx="10748">First_Product_Purchased</cx:pt>
          <cx:pt idx="10749">First_Product_Purchased</cx:pt>
          <cx:pt idx="10750">First_Product_Purchased</cx:pt>
          <cx:pt idx="10751">First_Product_Purchased</cx:pt>
          <cx:pt idx="10752">First_Product_Purchased</cx:pt>
          <cx:pt idx="10753">First_Product_Purchased</cx:pt>
          <cx:pt idx="10754">First_Product_Purchased</cx:pt>
          <cx:pt idx="10755">First_Product_Purchased</cx:pt>
          <cx:pt idx="10756">First_Product_Purchased</cx:pt>
          <cx:pt idx="10757">Second_Product_Purchased</cx:pt>
          <cx:pt idx="10758">First_Product_Purchased</cx:pt>
          <cx:pt idx="10759">First_Product_Purchased</cx:pt>
          <cx:pt idx="10760">First_Product_Purchased</cx:pt>
          <cx:pt idx="10761">First_Product_Purchased</cx:pt>
          <cx:pt idx="10762">First_Product_Purchased</cx:pt>
          <cx:pt idx="10763">First_Product_Purchased</cx:pt>
          <cx:pt idx="10764">First_Product_Purchased</cx:pt>
          <cx:pt idx="10765">First_Product_Purchased</cx:pt>
          <cx:pt idx="10766">First_Product_Purchased</cx:pt>
          <cx:pt idx="10767">First_Product_Purchased</cx:pt>
          <cx:pt idx="10768">First_Product_Purchased</cx:pt>
          <cx:pt idx="10769">First_Product_Purchased</cx:pt>
          <cx:pt idx="10770">First_Product_Purchased</cx:pt>
          <cx:pt idx="10771">First_Product_Purchased</cx:pt>
          <cx:pt idx="10772">First_Product_Purchased</cx:pt>
          <cx:pt idx="10773">First_Product_Purchased</cx:pt>
          <cx:pt idx="10774">First_Product_Purchased</cx:pt>
          <cx:pt idx="10775">First_Product_Purchased</cx:pt>
          <cx:pt idx="10776">First_Product_Purchased</cx:pt>
          <cx:pt idx="10777">Second_Product_Purchased</cx:pt>
          <cx:pt idx="10778">First_Product_Purchased</cx:pt>
          <cx:pt idx="10779">First_Product_Purchased</cx:pt>
          <cx:pt idx="10780">First_Product_Purchased</cx:pt>
          <cx:pt idx="10781">First_Product_Purchased</cx:pt>
          <cx:pt idx="10782">First_Product_Purchased</cx:pt>
          <cx:pt idx="10783">First_Product_Purchased</cx:pt>
          <cx:pt idx="10784">First_Product_Purchased</cx:pt>
          <cx:pt idx="10785">First_Product_Purchased</cx:pt>
          <cx:pt idx="10786">First_Product_Purchased</cx:pt>
          <cx:pt idx="10787">First_Product_Purchased</cx:pt>
          <cx:pt idx="10788">First_Product_Purchased</cx:pt>
          <cx:pt idx="10789">First_Product_Purchased</cx:pt>
          <cx:pt idx="10790">First_Product_Purchased</cx:pt>
          <cx:pt idx="10791">First_Product_Purchased</cx:pt>
          <cx:pt idx="10792">First_Product_Purchased</cx:pt>
          <cx:pt idx="10793">First_Product_Purchased</cx:pt>
          <cx:pt idx="10794">First_Product_Purchased</cx:pt>
          <cx:pt idx="10795">First_Product_Purchased</cx:pt>
          <cx:pt idx="10796">First_Product_Purchased</cx:pt>
          <cx:pt idx="10797">First_Product_Purchased</cx:pt>
          <cx:pt idx="10798">First_Product_Purchased</cx:pt>
          <cx:pt idx="10799">First_Product_Purchased</cx:pt>
          <cx:pt idx="10800">First_Product_Purchased</cx:pt>
          <cx:pt idx="10801">First_Product_Purchased</cx:pt>
          <cx:pt idx="10802">First_Product_Purchased</cx:pt>
          <cx:pt idx="10803">First_Product_Purchased</cx:pt>
          <cx:pt idx="10804">First_Product_Purchased</cx:pt>
          <cx:pt idx="10805">First_Product_Purchased</cx:pt>
          <cx:pt idx="10806">First_Product_Purchased</cx:pt>
          <cx:pt idx="10807">First_Product_Purchased</cx:pt>
          <cx:pt idx="10808">First_Product_Purchased</cx:pt>
          <cx:pt idx="10809">First_Product_Purchased</cx:pt>
          <cx:pt idx="10810">First_Product_Purchased</cx:pt>
          <cx:pt idx="10811">First_Product_Purchased</cx:pt>
          <cx:pt idx="10812">First_Product_Purchased</cx:pt>
          <cx:pt idx="10813">First_Product_Purchased</cx:pt>
          <cx:pt idx="10814">First_Product_Purchased</cx:pt>
          <cx:pt idx="10815">First_Product_Purchased</cx:pt>
          <cx:pt idx="10816">First_Product_Purchased</cx:pt>
          <cx:pt idx="10817">First_Product_Purchased</cx:pt>
          <cx:pt idx="10818">First_Product_Purchased</cx:pt>
          <cx:pt idx="10819">First_Product_Purchased</cx:pt>
          <cx:pt idx="10820">First_Product_Purchased</cx:pt>
          <cx:pt idx="10821">First_Product_Purchased</cx:pt>
          <cx:pt idx="10822">First_Product_Purchased</cx:pt>
          <cx:pt idx="10823">First_Product_Purchased</cx:pt>
          <cx:pt idx="10824">First_Product_Purchased</cx:pt>
          <cx:pt idx="10825">First_Product_Purchased</cx:pt>
          <cx:pt idx="10826">First_Product_Purchased</cx:pt>
          <cx:pt idx="10827">First_Product_Purchased</cx:pt>
          <cx:pt idx="10828">First_Product_Purchased</cx:pt>
          <cx:pt idx="10829">First_Product_Purchased</cx:pt>
          <cx:pt idx="10830">First_Product_Purchased</cx:pt>
          <cx:pt idx="10831">First_Product_Purchased</cx:pt>
          <cx:pt idx="10832">First_Product_Purchased</cx:pt>
          <cx:pt idx="10833">First_Product_Purchased</cx:pt>
          <cx:pt idx="10834">First_Product_Purchased</cx:pt>
          <cx:pt idx="10835">First_Product_Purchased</cx:pt>
          <cx:pt idx="10836">Second_Product_Purchased</cx:pt>
          <cx:pt idx="10837">First_Product_Purchased</cx:pt>
          <cx:pt idx="10838">First_Product_Purchased</cx:pt>
          <cx:pt idx="10839">First_Product_Purchased</cx:pt>
          <cx:pt idx="10840">First_Product_Purchased</cx:pt>
          <cx:pt idx="10841">First_Product_Purchased</cx:pt>
          <cx:pt idx="10842">First_Product_Purchased</cx:pt>
          <cx:pt idx="10843">First_Product_Purchased</cx:pt>
          <cx:pt idx="10844">First_Product_Purchased</cx:pt>
          <cx:pt idx="10845">First_Product_Purchased</cx:pt>
          <cx:pt idx="10846">First_Product_Purchased</cx:pt>
          <cx:pt idx="10847">First_Product_Purchased</cx:pt>
          <cx:pt idx="10848">First_Product_Purchased</cx:pt>
          <cx:pt idx="10849">First_Product_Purchased</cx:pt>
          <cx:pt idx="10850">First_Product_Purchased</cx:pt>
          <cx:pt idx="10851">First_Product_Purchased</cx:pt>
          <cx:pt idx="10852">First_Product_Purchased</cx:pt>
          <cx:pt idx="10853">First_Product_Purchased</cx:pt>
          <cx:pt idx="10854">First_Product_Purchased</cx:pt>
          <cx:pt idx="10855">First_Product_Purchased</cx:pt>
          <cx:pt idx="10856">First_Product_Purchased</cx:pt>
          <cx:pt idx="10857">First_Product_Purchased</cx:pt>
          <cx:pt idx="10858">First_Product_Purchased</cx:pt>
          <cx:pt idx="10859">First_Product_Purchased</cx:pt>
          <cx:pt idx="10860">First_Product_Purchased</cx:pt>
          <cx:pt idx="10861">First_Product_Purchased</cx:pt>
          <cx:pt idx="10862">First_Product_Purchased</cx:pt>
          <cx:pt idx="10863">First_Product_Purchased</cx:pt>
          <cx:pt idx="10864">First_Product_Purchased</cx:pt>
          <cx:pt idx="10865">First_Product_Purchased</cx:pt>
          <cx:pt idx="10866">First_Product_Purchased</cx:pt>
          <cx:pt idx="10867">First_Product_Purchased</cx:pt>
          <cx:pt idx="10868">First_Product_Purchased</cx:pt>
          <cx:pt idx="10869">First_Product_Purchased</cx:pt>
          <cx:pt idx="10870">First_Product_Purchased</cx:pt>
          <cx:pt idx="10871">First_Product_Purchased</cx:pt>
          <cx:pt idx="10872">First_Product_Purchased</cx:pt>
          <cx:pt idx="10873">First_Product_Purchased</cx:pt>
          <cx:pt idx="10874">First_Product_Purchased</cx:pt>
          <cx:pt idx="10875">First_Product_Purchased</cx:pt>
          <cx:pt idx="10876">First_Product_Purchased</cx:pt>
          <cx:pt idx="10877">First_Product_Purchased</cx:pt>
          <cx:pt idx="10878">First_Product_Purchased</cx:pt>
          <cx:pt idx="10879">First_Product_Purchased</cx:pt>
          <cx:pt idx="10880">First_Product_Purchased</cx:pt>
          <cx:pt idx="10881">First_Product_Purchased</cx:pt>
          <cx:pt idx="10882">First_Product_Purchased</cx:pt>
          <cx:pt idx="10883">First_Product_Purchased</cx:pt>
          <cx:pt idx="10884">First_Product_Purchased</cx:pt>
          <cx:pt idx="10885">First_Product_Purchased</cx:pt>
          <cx:pt idx="10886">First_Product_Purchased</cx:pt>
          <cx:pt idx="10887">First_Product_Purchased</cx:pt>
          <cx:pt idx="10888">First_Product_Purchased</cx:pt>
          <cx:pt idx="10889">First_Product_Purchased</cx:pt>
          <cx:pt idx="10890">First_Product_Purchased</cx:pt>
          <cx:pt idx="10891">First_Product_Purchased</cx:pt>
          <cx:pt idx="10892">First_Product_Purchased</cx:pt>
          <cx:pt idx="10893">First_Product_Purchased</cx:pt>
          <cx:pt idx="10894">First_Product_Purchased</cx:pt>
          <cx:pt idx="10895">First_Product_Purchased</cx:pt>
          <cx:pt idx="10896">First_Product_Purchased</cx:pt>
          <cx:pt idx="10897">First_Product_Purchased</cx:pt>
          <cx:pt idx="10898">First_Product_Purchased</cx:pt>
          <cx:pt idx="10899">First_Product_Purchased</cx:pt>
          <cx:pt idx="10900">First_Product_Purchased</cx:pt>
          <cx:pt idx="10901">First_Product_Purchased</cx:pt>
          <cx:pt idx="10902">First_Product_Purchased</cx:pt>
          <cx:pt idx="10903">First_Product_Purchased</cx:pt>
          <cx:pt idx="10904">First_Product_Purchased</cx:pt>
          <cx:pt idx="10905">First_Product_Purchased</cx:pt>
          <cx:pt idx="10906">First_Product_Purchased</cx:pt>
          <cx:pt idx="10907">Second_Product_Purchased</cx:pt>
          <cx:pt idx="10908">First_Product_Purchased</cx:pt>
          <cx:pt idx="10909">First_Product_Purchased</cx:pt>
          <cx:pt idx="10910">First_Product_Purchased</cx:pt>
          <cx:pt idx="10911">First_Product_Purchased</cx:pt>
          <cx:pt idx="10912">First_Product_Purchased</cx:pt>
          <cx:pt idx="10913">First_Product_Purchased</cx:pt>
          <cx:pt idx="10914">First_Product_Purchased</cx:pt>
          <cx:pt idx="10915">First_Product_Purchased</cx:pt>
          <cx:pt idx="10916">First_Product_Purchased</cx:pt>
          <cx:pt idx="10917">First_Product_Purchased</cx:pt>
          <cx:pt idx="10918">First_Product_Purchased</cx:pt>
          <cx:pt idx="10919">First_Product_Purchased</cx:pt>
          <cx:pt idx="10920">First_Product_Purchased</cx:pt>
          <cx:pt idx="10921">First_Product_Purchased</cx:pt>
          <cx:pt idx="10922">First_Product_Purchased</cx:pt>
          <cx:pt idx="10923">First_Product_Purchased</cx:pt>
          <cx:pt idx="10924">First_Product_Purchased</cx:pt>
          <cx:pt idx="10925">First_Product_Purchased</cx:pt>
          <cx:pt idx="10926">First_Product_Purchased</cx:pt>
          <cx:pt idx="10927">First_Product_Purchased</cx:pt>
          <cx:pt idx="10928">First_Product_Purchased</cx:pt>
          <cx:pt idx="10929">First_Product_Purchased</cx:pt>
          <cx:pt idx="10930">First_Product_Purchased</cx:pt>
          <cx:pt idx="10931">First_Product_Purchased</cx:pt>
          <cx:pt idx="10932">First_Product_Purchased</cx:pt>
          <cx:pt idx="10933">First_Product_Purchased</cx:pt>
          <cx:pt idx="10934">First_Product_Purchased</cx:pt>
          <cx:pt idx="10935">First_Product_Purchased</cx:pt>
          <cx:pt idx="10936">First_Product_Purchased</cx:pt>
          <cx:pt idx="10937">First_Product_Purchased</cx:pt>
          <cx:pt idx="10938">First_Product_Purchased</cx:pt>
          <cx:pt idx="10939">First_Product_Purchased</cx:pt>
          <cx:pt idx="10940">First_Product_Purchased</cx:pt>
          <cx:pt idx="10941">First_Product_Purchased</cx:pt>
          <cx:pt idx="10942">First_Product_Purchased</cx:pt>
          <cx:pt idx="10943">First_Product_Purchased</cx:pt>
          <cx:pt idx="10944">First_Product_Purchased</cx:pt>
          <cx:pt idx="10945">First_Product_Purchased</cx:pt>
          <cx:pt idx="10946">Second_Product_Purchased</cx:pt>
          <cx:pt idx="10947">First_Product_Purchased</cx:pt>
          <cx:pt idx="10948">First_Product_Purchased</cx:pt>
          <cx:pt idx="10949">First_Product_Purchased</cx:pt>
          <cx:pt idx="10950">First_Product_Purchased</cx:pt>
          <cx:pt idx="10951">First_Product_Purchased</cx:pt>
          <cx:pt idx="10952">Second_Product_Purchased</cx:pt>
          <cx:pt idx="10953">First_Product_Purchased</cx:pt>
          <cx:pt idx="10954">First_Product_Purchased</cx:pt>
          <cx:pt idx="10955">First_Product_Purchased</cx:pt>
          <cx:pt idx="10956">First_Product_Purchased</cx:pt>
          <cx:pt idx="10957">First_Product_Purchased</cx:pt>
          <cx:pt idx="10958">First_Product_Purchased</cx:pt>
          <cx:pt idx="10959">First_Product_Purchased</cx:pt>
          <cx:pt idx="10960">First_Product_Purchased</cx:pt>
          <cx:pt idx="10961">First_Product_Purchased</cx:pt>
          <cx:pt idx="10962">First_Product_Purchased</cx:pt>
          <cx:pt idx="10963">First_Product_Purchased</cx:pt>
          <cx:pt idx="10964">First_Product_Purchased</cx:pt>
          <cx:pt idx="10965">First_Product_Purchased</cx:pt>
          <cx:pt idx="10966">First_Product_Purchased</cx:pt>
          <cx:pt idx="10967">First_Product_Purchased</cx:pt>
          <cx:pt idx="10968">First_Product_Purchased</cx:pt>
          <cx:pt idx="10969">First_Product_Purchased</cx:pt>
          <cx:pt idx="10970">First_Product_Purchased</cx:pt>
          <cx:pt idx="10971">First_Product_Purchased</cx:pt>
          <cx:pt idx="10972">First_Product_Purchased</cx:pt>
          <cx:pt idx="10973">First_Product_Purchased</cx:pt>
          <cx:pt idx="10974">First_Product_Purchased</cx:pt>
          <cx:pt idx="10975">First_Product_Purchased</cx:pt>
          <cx:pt idx="10976">First_Product_Purchased</cx:pt>
          <cx:pt idx="10977">First_Product_Purchased</cx:pt>
          <cx:pt idx="10978">First_Product_Purchased</cx:pt>
          <cx:pt idx="10979">First_Product_Purchased</cx:pt>
          <cx:pt idx="10980">First_Product_Purchased</cx:pt>
          <cx:pt idx="10981">First_Product_Purchased</cx:pt>
          <cx:pt idx="10982">First_Product_Purchased</cx:pt>
          <cx:pt idx="10983">First_Product_Purchased</cx:pt>
          <cx:pt idx="10984">First_Product_Purchased</cx:pt>
          <cx:pt idx="10985">First_Product_Purchased</cx:pt>
          <cx:pt idx="10986">First_Product_Purchased</cx:pt>
          <cx:pt idx="10987">First_Product_Purchased</cx:pt>
          <cx:pt idx="10988">First_Product_Purchased</cx:pt>
          <cx:pt idx="10989">First_Product_Purchased</cx:pt>
          <cx:pt idx="10990">First_Product_Purchased</cx:pt>
          <cx:pt idx="10991">First_Product_Purchased</cx:pt>
          <cx:pt idx="10992">First_Product_Purchased</cx:pt>
          <cx:pt idx="10993">First_Product_Purchased</cx:pt>
          <cx:pt idx="10994">First_Product_Purchased</cx:pt>
          <cx:pt idx="10995">First_Product_Purchased</cx:pt>
          <cx:pt idx="10996">First_Product_Purchased</cx:pt>
          <cx:pt idx="10997">First_Product_Purchased</cx:pt>
          <cx:pt idx="10998">First_Product_Purchased</cx:pt>
          <cx:pt idx="10999">First_Product_Purchased</cx:pt>
          <cx:pt idx="11000">First_Product_Purchased</cx:pt>
          <cx:pt idx="11001">First_Product_Purchased</cx:pt>
          <cx:pt idx="11002">First_Product_Purchased</cx:pt>
          <cx:pt idx="11003">First_Product_Purchased</cx:pt>
          <cx:pt idx="11004">First_Product_Purchased</cx:pt>
          <cx:pt idx="11005">First_Product_Purchased</cx:pt>
          <cx:pt idx="11006">First_Product_Purchased</cx:pt>
          <cx:pt idx="11007">First_Product_Purchased</cx:pt>
          <cx:pt idx="11008">First_Product_Purchased</cx:pt>
          <cx:pt idx="11009">First_Product_Purchased</cx:pt>
          <cx:pt idx="11010">First_Product_Purchased</cx:pt>
          <cx:pt idx="11011">First_Product_Purchased</cx:pt>
          <cx:pt idx="11012">First_Product_Purchased</cx:pt>
          <cx:pt idx="11013">First_Product_Purchased</cx:pt>
          <cx:pt idx="11014">First_Product_Purchased</cx:pt>
          <cx:pt idx="11015">First_Product_Purchased</cx:pt>
          <cx:pt idx="11016">First_Product_Purchased</cx:pt>
          <cx:pt idx="11017">First_Product_Purchased</cx:pt>
          <cx:pt idx="11018">First_Product_Purchased</cx:pt>
          <cx:pt idx="11019">First_Product_Purchased</cx:pt>
          <cx:pt idx="11020">First_Product_Purchased</cx:pt>
          <cx:pt idx="11021">First_Product_Purchased</cx:pt>
          <cx:pt idx="11022">First_Product_Purchased</cx:pt>
          <cx:pt idx="11023">First_Product_Purchased</cx:pt>
          <cx:pt idx="11024">First_Product_Purchased</cx:pt>
          <cx:pt idx="11025">First_Product_Purchased</cx:pt>
          <cx:pt idx="11026">First_Product_Purchased</cx:pt>
          <cx:pt idx="11027">First_Product_Purchased</cx:pt>
          <cx:pt idx="11028">First_Product_Purchased</cx:pt>
          <cx:pt idx="11029">First_Product_Purchased</cx:pt>
          <cx:pt idx="11030">Second_Product_Purchased</cx:pt>
          <cx:pt idx="11031">First_Product_Purchased</cx:pt>
          <cx:pt idx="11032">First_Product_Purchased</cx:pt>
          <cx:pt idx="11033">First_Product_Purchased</cx:pt>
          <cx:pt idx="11034">First_Product_Purchased</cx:pt>
          <cx:pt idx="11035">First_Product_Purchased</cx:pt>
          <cx:pt idx="11036">First_Product_Purchased</cx:pt>
          <cx:pt idx="11037">First_Product_Purchased</cx:pt>
          <cx:pt idx="11038">First_Product_Purchased</cx:pt>
          <cx:pt idx="11039">First_Product_Purchased</cx:pt>
          <cx:pt idx="11040">First_Product_Purchased</cx:pt>
          <cx:pt idx="11041">First_Product_Purchased</cx:pt>
          <cx:pt idx="11042">First_Product_Purchased</cx:pt>
          <cx:pt idx="11043">First_Product_Purchased</cx:pt>
          <cx:pt idx="11044">First_Product_Purchased</cx:pt>
          <cx:pt idx="11045">First_Product_Purchased</cx:pt>
          <cx:pt idx="11046">First_Product_Purchased</cx:pt>
          <cx:pt idx="11047">First_Product_Purchased</cx:pt>
          <cx:pt idx="11048">First_Product_Purchased</cx:pt>
          <cx:pt idx="11049">First_Product_Purchased</cx:pt>
          <cx:pt idx="11050">First_Product_Purchased</cx:pt>
          <cx:pt idx="11051">Second_Product_Purchased</cx:pt>
          <cx:pt idx="11052">First_Product_Purchased</cx:pt>
          <cx:pt idx="11053">First_Product_Purchased</cx:pt>
          <cx:pt idx="11054">First_Product_Purchased</cx:pt>
          <cx:pt idx="11055">First_Product_Purchased</cx:pt>
          <cx:pt idx="11056">First_Product_Purchased</cx:pt>
          <cx:pt idx="11057">First_Product_Purchased</cx:pt>
          <cx:pt idx="11058">First_Product_Purchased</cx:pt>
          <cx:pt idx="11059">First_Product_Purchased</cx:pt>
          <cx:pt idx="11060">First_Product_Purchased</cx:pt>
          <cx:pt idx="11061">First_Product_Purchased</cx:pt>
          <cx:pt idx="11062">First_Product_Purchased</cx:pt>
          <cx:pt idx="11063">First_Product_Purchased</cx:pt>
          <cx:pt idx="11064">First_Product_Purchased</cx:pt>
          <cx:pt idx="11065">First_Product_Purchased</cx:pt>
          <cx:pt idx="11066">First_Product_Purchased</cx:pt>
          <cx:pt idx="11067">First_Product_Purchased</cx:pt>
          <cx:pt idx="11068">First_Product_Purchased</cx:pt>
          <cx:pt idx="11069">First_Product_Purchased</cx:pt>
          <cx:pt idx="11070">First_Product_Purchased</cx:pt>
          <cx:pt idx="11071">First_Product_Purchased</cx:pt>
          <cx:pt idx="11072">First_Product_Purchased</cx:pt>
          <cx:pt idx="11073">First_Product_Purchased</cx:pt>
          <cx:pt idx="11074">First_Product_Purchased</cx:pt>
          <cx:pt idx="11075">First_Product_Purchased</cx:pt>
          <cx:pt idx="11076">First_Product_Purchased</cx:pt>
          <cx:pt idx="11077">First_Product_Purchased</cx:pt>
          <cx:pt idx="11078">First_Product_Purchased</cx:pt>
          <cx:pt idx="11079">First_Product_Purchased</cx:pt>
          <cx:pt idx="11080">First_Product_Purchased</cx:pt>
          <cx:pt idx="11081">First_Product_Purchased</cx:pt>
          <cx:pt idx="11082">First_Product_Purchased</cx:pt>
          <cx:pt idx="11083">First_Product_Purchased</cx:pt>
          <cx:pt idx="11084">First_Product_Purchased</cx:pt>
          <cx:pt idx="11085">First_Product_Purchased</cx:pt>
          <cx:pt idx="11086">First_Product_Purchased</cx:pt>
          <cx:pt idx="11087">First_Product_Purchased</cx:pt>
          <cx:pt idx="11088">First_Product_Purchased</cx:pt>
          <cx:pt idx="11089">First_Product_Purchased</cx:pt>
          <cx:pt idx="11090">First_Product_Purchased</cx:pt>
          <cx:pt idx="11091">First_Product_Purchased</cx:pt>
          <cx:pt idx="11092">First_Product_Purchased</cx:pt>
          <cx:pt idx="11093">First_Product_Purchased</cx:pt>
          <cx:pt idx="11094">First_Product_Purchased</cx:pt>
          <cx:pt idx="11095">First_Product_Purchased</cx:pt>
          <cx:pt idx="11096">First_Product_Purchased</cx:pt>
          <cx:pt idx="11097">First_Product_Purchased</cx:pt>
          <cx:pt idx="11098">Second_Product_Purchased</cx:pt>
          <cx:pt idx="11099">First_Product_Purchased</cx:pt>
          <cx:pt idx="11100">First_Product_Purchased</cx:pt>
          <cx:pt idx="11101">First_Product_Purchased</cx:pt>
          <cx:pt idx="11102">First_Product_Purchased</cx:pt>
          <cx:pt idx="11103">First_Product_Purchased</cx:pt>
          <cx:pt idx="11104">First_Product_Purchased</cx:pt>
          <cx:pt idx="11105">First_Product_Purchased</cx:pt>
          <cx:pt idx="11106">First_Product_Purchased</cx:pt>
          <cx:pt idx="11107">First_Product_Purchased</cx:pt>
          <cx:pt idx="11108">First_Product_Purchased</cx:pt>
          <cx:pt idx="11109">First_Product_Purchased</cx:pt>
          <cx:pt idx="11110">First_Product_Purchased</cx:pt>
          <cx:pt idx="11111">First_Product_Purchased</cx:pt>
          <cx:pt idx="11112">First_Product_Purchased</cx:pt>
          <cx:pt idx="11113">First_Product_Purchased</cx:pt>
          <cx:pt idx="11114">First_Product_Purchased</cx:pt>
          <cx:pt idx="11115">First_Product_Purchased</cx:pt>
          <cx:pt idx="11116">First_Product_Purchased</cx:pt>
          <cx:pt idx="11117">First_Product_Purchased</cx:pt>
          <cx:pt idx="11118">Second_Product_Purchased</cx:pt>
          <cx:pt idx="11119">First_Product_Purchased</cx:pt>
          <cx:pt idx="11120">First_Product_Purchased</cx:pt>
          <cx:pt idx="11121">First_Product_Purchased</cx:pt>
          <cx:pt idx="11122">First_Product_Purchased</cx:pt>
          <cx:pt idx="11123">First_Product_Purchased</cx:pt>
          <cx:pt idx="11124">First_Product_Purchased</cx:pt>
          <cx:pt idx="11125">First_Product_Purchased</cx:pt>
          <cx:pt idx="11126">First_Product_Purchased</cx:pt>
          <cx:pt idx="11127">First_Product_Purchased</cx:pt>
          <cx:pt idx="11128">First_Product_Purchased</cx:pt>
          <cx:pt idx="11129">First_Product_Purchased</cx:pt>
          <cx:pt idx="11130">First_Product_Purchased</cx:pt>
          <cx:pt idx="11131">First_Product_Purchased</cx:pt>
          <cx:pt idx="11132">First_Product_Purchased</cx:pt>
          <cx:pt idx="11133">First_Product_Purchased</cx:pt>
          <cx:pt idx="11134">First_Product_Purchased</cx:pt>
          <cx:pt idx="11135">First_Product_Purchased</cx:pt>
          <cx:pt idx="11136">First_Product_Purchased</cx:pt>
          <cx:pt idx="11137">First_Product_Purchased</cx:pt>
          <cx:pt idx="11138">First_Product_Purchased</cx:pt>
          <cx:pt idx="11139">First_Product_Purchased</cx:pt>
          <cx:pt idx="11140">First_Product_Purchased</cx:pt>
          <cx:pt idx="11141">First_Product_Purchased</cx:pt>
          <cx:pt idx="11142">First_Product_Purchased</cx:pt>
          <cx:pt idx="11143">First_Product_Purchased</cx:pt>
          <cx:pt idx="11144">First_Product_Purchased</cx:pt>
          <cx:pt idx="11145">First_Product_Purchased</cx:pt>
          <cx:pt idx="11146">First_Product_Purchased</cx:pt>
          <cx:pt idx="11147">First_Product_Purchased</cx:pt>
          <cx:pt idx="11148">First_Product_Purchased</cx:pt>
          <cx:pt idx="11149">First_Product_Purchased</cx:pt>
          <cx:pt idx="11150">First_Product_Purchased</cx:pt>
          <cx:pt idx="11151">First_Product_Purchased</cx:pt>
          <cx:pt idx="11152">First_Product_Purchased</cx:pt>
          <cx:pt idx="11153">First_Product_Purchased</cx:pt>
          <cx:pt idx="11154">First_Product_Purchased</cx:pt>
          <cx:pt idx="11155">First_Product_Purchased</cx:pt>
          <cx:pt idx="11156">First_Product_Purchased</cx:pt>
          <cx:pt idx="11157">First_Product_Purchased</cx:pt>
          <cx:pt idx="11158">First_Product_Purchased</cx:pt>
          <cx:pt idx="11159">First_Product_Purchased</cx:pt>
          <cx:pt idx="11160">First_Product_Purchased</cx:pt>
          <cx:pt idx="11161">First_Product_Purchased</cx:pt>
          <cx:pt idx="11162">First_Product_Purchased</cx:pt>
          <cx:pt idx="11163">First_Product_Purchased</cx:pt>
          <cx:pt idx="11164">First_Product_Purchased</cx:pt>
          <cx:pt idx="11165">First_Product_Purchased</cx:pt>
          <cx:pt idx="11166">First_Product_Purchased</cx:pt>
          <cx:pt idx="11167">First_Product_Purchased</cx:pt>
          <cx:pt idx="11168">First_Product_Purchased</cx:pt>
          <cx:pt idx="11169">First_Product_Purchased</cx:pt>
          <cx:pt idx="11170">First_Product_Purchased</cx:pt>
          <cx:pt idx="11171">First_Product_Purchased</cx:pt>
          <cx:pt idx="11172">First_Product_Purchased</cx:pt>
          <cx:pt idx="11173">First_Product_Purchased</cx:pt>
          <cx:pt idx="11174">First_Product_Purchased</cx:pt>
          <cx:pt idx="11175">First_Product_Purchased</cx:pt>
          <cx:pt idx="11176">First_Product_Purchased</cx:pt>
          <cx:pt idx="11177">First_Product_Purchased</cx:pt>
          <cx:pt idx="11178">First_Product_Purchased</cx:pt>
          <cx:pt idx="11179">First_Product_Purchased</cx:pt>
          <cx:pt idx="11180">First_Product_Purchased</cx:pt>
          <cx:pt idx="11181">First_Product_Purchased</cx:pt>
          <cx:pt idx="11182">Second_Product_Purchased</cx:pt>
          <cx:pt idx="11183">First_Product_Purchased</cx:pt>
          <cx:pt idx="11184">First_Product_Purchased</cx:pt>
          <cx:pt idx="11185">First_Product_Purchased</cx:pt>
          <cx:pt idx="11186">First_Product_Purchased</cx:pt>
          <cx:pt idx="11187">First_Product_Purchased</cx:pt>
          <cx:pt idx="11188">First_Product_Purchased</cx:pt>
          <cx:pt idx="11189">First_Product_Purchased</cx:pt>
          <cx:pt idx="11190">First_Product_Purchased</cx:pt>
          <cx:pt idx="11191">First_Product_Purchased</cx:pt>
          <cx:pt idx="11192">First_Product_Purchased</cx:pt>
          <cx:pt idx="11193">First_Product_Purchased</cx:pt>
          <cx:pt idx="11194">First_Product_Purchased</cx:pt>
          <cx:pt idx="11195">First_Product_Purchased</cx:pt>
          <cx:pt idx="11196">First_Product_Purchased</cx:pt>
          <cx:pt idx="11197">First_Product_Purchased</cx:pt>
          <cx:pt idx="11198">First_Product_Purchased</cx:pt>
          <cx:pt idx="11199">First_Product_Purchased</cx:pt>
          <cx:pt idx="11200">First_Product_Purchased</cx:pt>
          <cx:pt idx="11201">First_Product_Purchased</cx:pt>
          <cx:pt idx="11202">First_Product_Purchased</cx:pt>
          <cx:pt idx="11203">First_Product_Purchased</cx:pt>
          <cx:pt idx="11204">First_Product_Purchased</cx:pt>
          <cx:pt idx="11205">First_Product_Purchased</cx:pt>
          <cx:pt idx="11206">First_Product_Purchased</cx:pt>
          <cx:pt idx="11207">First_Product_Purchased</cx:pt>
          <cx:pt idx="11208">First_Product_Purchased</cx:pt>
          <cx:pt idx="11209">First_Product_Purchased</cx:pt>
          <cx:pt idx="11210">First_Product_Purchased</cx:pt>
          <cx:pt idx="11211">First_Product_Purchased</cx:pt>
          <cx:pt idx="11212">First_Product_Purchased</cx:pt>
          <cx:pt idx="11213">First_Product_Purchased</cx:pt>
          <cx:pt idx="11214">First_Product_Purchased</cx:pt>
          <cx:pt idx="11215">First_Product_Purchased</cx:pt>
          <cx:pt idx="11216">Second_Product_Purchased</cx:pt>
          <cx:pt idx="11217">First_Product_Purchased</cx:pt>
          <cx:pt idx="11218">First_Product_Purchased</cx:pt>
          <cx:pt idx="11219">First_Product_Purchased</cx:pt>
          <cx:pt idx="11220">First_Product_Purchased</cx:pt>
          <cx:pt idx="11221">First_Product_Purchased</cx:pt>
          <cx:pt idx="11222">First_Product_Purchased</cx:pt>
          <cx:pt idx="11223">First_Product_Purchased</cx:pt>
          <cx:pt idx="11224">First_Product_Purchased</cx:pt>
          <cx:pt idx="11225">First_Product_Purchased</cx:pt>
          <cx:pt idx="11226">First_Product_Purchased</cx:pt>
          <cx:pt idx="11227">First_Product_Purchased</cx:pt>
          <cx:pt idx="11228">First_Product_Purchased</cx:pt>
          <cx:pt idx="11229">First_Product_Purchased</cx:pt>
          <cx:pt idx="11230">First_Product_Purchased</cx:pt>
          <cx:pt idx="11231">First_Product_Purchased</cx:pt>
          <cx:pt idx="11232">First_Product_Purchased</cx:pt>
          <cx:pt idx="11233">First_Product_Purchased</cx:pt>
          <cx:pt idx="11234">First_Product_Purchased</cx:pt>
          <cx:pt idx="11235">First_Product_Purchased</cx:pt>
          <cx:pt idx="11236">First_Product_Purchased</cx:pt>
          <cx:pt idx="11237">First_Product_Purchased</cx:pt>
          <cx:pt idx="11238">First_Product_Purchased</cx:pt>
          <cx:pt idx="11239">First_Product_Purchased</cx:pt>
          <cx:pt idx="11240">First_Product_Purchased</cx:pt>
          <cx:pt idx="11241">First_Product_Purchased</cx:pt>
          <cx:pt idx="11242">First_Product_Purchased</cx:pt>
          <cx:pt idx="11243">First_Product_Purchased</cx:pt>
          <cx:pt idx="11244">First_Product_Purchased</cx:pt>
          <cx:pt idx="11245">First_Product_Purchased</cx:pt>
          <cx:pt idx="11246">First_Product_Purchased</cx:pt>
          <cx:pt idx="11247">First_Product_Purchased</cx:pt>
          <cx:pt idx="11248">First_Product_Purchased</cx:pt>
          <cx:pt idx="11249">First_Product_Purchased</cx:pt>
          <cx:pt idx="11250">First_Product_Purchased</cx:pt>
          <cx:pt idx="11251">First_Product_Purchased</cx:pt>
          <cx:pt idx="11252">First_Product_Purchased</cx:pt>
          <cx:pt idx="11253">First_Product_Purchased</cx:pt>
          <cx:pt idx="11254">First_Product_Purchased</cx:pt>
          <cx:pt idx="11255">First_Product_Purchased</cx:pt>
          <cx:pt idx="11256">First_Product_Purchased</cx:pt>
          <cx:pt idx="11257">First_Product_Purchased</cx:pt>
          <cx:pt idx="11258">First_Product_Purchased</cx:pt>
          <cx:pt idx="11259">First_Product_Purchased</cx:pt>
          <cx:pt idx="11260">First_Product_Purchased</cx:pt>
          <cx:pt idx="11261">First_Product_Purchased</cx:pt>
          <cx:pt idx="11262">First_Product_Purchased</cx:pt>
          <cx:pt idx="11263">First_Product_Purchased</cx:pt>
          <cx:pt idx="11264">First_Product_Purchased</cx:pt>
          <cx:pt idx="11265">First_Product_Purchased</cx:pt>
          <cx:pt idx="11266">First_Product_Purchased</cx:pt>
          <cx:pt idx="11267">First_Product_Purchased</cx:pt>
          <cx:pt idx="11268">First_Product_Purchased</cx:pt>
          <cx:pt idx="11269">First_Product_Purchased</cx:pt>
          <cx:pt idx="11270">First_Product_Purchased</cx:pt>
          <cx:pt idx="11271">First_Product_Purchased</cx:pt>
          <cx:pt idx="11272">First_Product_Purchased</cx:pt>
          <cx:pt idx="11273">First_Product_Purchased</cx:pt>
          <cx:pt idx="11274">First_Product_Purchased</cx:pt>
          <cx:pt idx="11275">First_Product_Purchased</cx:pt>
          <cx:pt idx="11276">First_Product_Purchased</cx:pt>
          <cx:pt idx="11277">First_Product_Purchased</cx:pt>
          <cx:pt idx="11278">First_Product_Purchased</cx:pt>
          <cx:pt idx="11279">First_Product_Purchased</cx:pt>
          <cx:pt idx="11280">First_Product_Purchased</cx:pt>
          <cx:pt idx="11281">First_Product_Purchased</cx:pt>
          <cx:pt idx="11282">First_Product_Purchased</cx:pt>
          <cx:pt idx="11283">First_Product_Purchased</cx:pt>
          <cx:pt idx="11284">First_Product_Purchased</cx:pt>
          <cx:pt idx="11285">First_Product_Purchased</cx:pt>
          <cx:pt idx="11286">First_Product_Purchased</cx:pt>
          <cx:pt idx="11287">First_Product_Purchased</cx:pt>
          <cx:pt idx="11288">First_Product_Purchased</cx:pt>
          <cx:pt idx="11289">First_Product_Purchased</cx:pt>
          <cx:pt idx="11290">First_Product_Purchased</cx:pt>
          <cx:pt idx="11291">First_Product_Purchased</cx:pt>
          <cx:pt idx="11292">First_Product_Purchased</cx:pt>
          <cx:pt idx="11293">First_Product_Purchased</cx:pt>
          <cx:pt idx="11294">First_Product_Purchased</cx:pt>
          <cx:pt idx="11295">First_Product_Purchased</cx:pt>
          <cx:pt idx="11296">First_Product_Purchased</cx:pt>
          <cx:pt idx="11297">First_Product_Purchased</cx:pt>
          <cx:pt idx="11298">First_Product_Purchased</cx:pt>
          <cx:pt idx="11299">First_Product_Purchased</cx:pt>
          <cx:pt idx="11300">First_Product_Purchased</cx:pt>
          <cx:pt idx="11301">First_Product_Purchased</cx:pt>
          <cx:pt idx="11302">First_Product_Purchased</cx:pt>
          <cx:pt idx="11303">First_Product_Purchased</cx:pt>
          <cx:pt idx="11304">First_Product_Purchased</cx:pt>
          <cx:pt idx="11305">First_Product_Purchased</cx:pt>
          <cx:pt idx="11306">First_Product_Purchased</cx:pt>
          <cx:pt idx="11307">First_Product_Purchased</cx:pt>
          <cx:pt idx="11308">First_Product_Purchased</cx:pt>
          <cx:pt idx="11309">First_Product_Purchased</cx:pt>
          <cx:pt idx="11310">First_Product_Purchased</cx:pt>
          <cx:pt idx="11311">First_Product_Purchased</cx:pt>
          <cx:pt idx="11312">First_Product_Purchased</cx:pt>
          <cx:pt idx="11313">First_Product_Purchased</cx:pt>
          <cx:pt idx="11314">First_Product_Purchased</cx:pt>
          <cx:pt idx="11315">First_Product_Purchased</cx:pt>
          <cx:pt idx="11316">First_Product_Purchased</cx:pt>
          <cx:pt idx="11317">First_Product_Purchased</cx:pt>
          <cx:pt idx="11318">First_Product_Purchased</cx:pt>
          <cx:pt idx="11319">First_Product_Purchased</cx:pt>
          <cx:pt idx="11320">First_Product_Purchased</cx:pt>
          <cx:pt idx="11321">First_Product_Purchased</cx:pt>
          <cx:pt idx="11322">First_Product_Purchased</cx:pt>
          <cx:pt idx="11323">First_Product_Purchased</cx:pt>
          <cx:pt idx="11324">First_Product_Purchased</cx:pt>
          <cx:pt idx="11325">First_Product_Purchased</cx:pt>
          <cx:pt idx="11326">First_Product_Purchased</cx:pt>
          <cx:pt idx="11327">First_Product_Purchased</cx:pt>
          <cx:pt idx="11328">First_Product_Purchased</cx:pt>
          <cx:pt idx="11329">First_Product_Purchased</cx:pt>
          <cx:pt idx="11330">First_Product_Purchased</cx:pt>
          <cx:pt idx="11331">First_Product_Purchased</cx:pt>
          <cx:pt idx="11332">First_Product_Purchased</cx:pt>
          <cx:pt idx="11333">First_Product_Purchased</cx:pt>
          <cx:pt idx="11334">First_Product_Purchased</cx:pt>
          <cx:pt idx="11335">First_Product_Purchased</cx:pt>
          <cx:pt idx="11336">First_Product_Purchased</cx:pt>
          <cx:pt idx="11337">First_Product_Purchased</cx:pt>
          <cx:pt idx="11338">First_Product_Purchased</cx:pt>
          <cx:pt idx="11339">First_Product_Purchased</cx:pt>
          <cx:pt idx="11340">First_Product_Purchased</cx:pt>
          <cx:pt idx="11341">Second_Product_Purchased</cx:pt>
          <cx:pt idx="11342">First_Product_Purchased</cx:pt>
          <cx:pt idx="11343">First_Product_Purchased</cx:pt>
          <cx:pt idx="11344">First_Product_Purchased</cx:pt>
          <cx:pt idx="11345">First_Product_Purchased</cx:pt>
          <cx:pt idx="11346">First_Product_Purchased</cx:pt>
          <cx:pt idx="11347">First_Product_Purchased</cx:pt>
          <cx:pt idx="11348">First_Product_Purchased</cx:pt>
          <cx:pt idx="11349">First_Product_Purchased</cx:pt>
          <cx:pt idx="11350">First_Product_Purchased</cx:pt>
          <cx:pt idx="11351">First_Product_Purchased</cx:pt>
          <cx:pt idx="11352">First_Product_Purchased</cx:pt>
          <cx:pt idx="11353">First_Product_Purchased</cx:pt>
          <cx:pt idx="11354">First_Product_Purchased</cx:pt>
          <cx:pt idx="11355">First_Product_Purchased</cx:pt>
          <cx:pt idx="11356">First_Product_Purchased</cx:pt>
          <cx:pt idx="11357">First_Product_Purchased</cx:pt>
          <cx:pt idx="11358">First_Product_Purchased</cx:pt>
          <cx:pt idx="11359">First_Product_Purchased</cx:pt>
          <cx:pt idx="11360">First_Product_Purchased</cx:pt>
          <cx:pt idx="11361">First_Product_Purchased</cx:pt>
          <cx:pt idx="11362">First_Product_Purchased</cx:pt>
          <cx:pt idx="11363">First_Product_Purchased</cx:pt>
          <cx:pt idx="11364">First_Product_Purchased</cx:pt>
          <cx:pt idx="11365">First_Product_Purchased</cx:pt>
          <cx:pt idx="11366">First_Product_Purchased</cx:pt>
          <cx:pt idx="11367">First_Product_Purchased</cx:pt>
          <cx:pt idx="11368">First_Product_Purchased</cx:pt>
          <cx:pt idx="11369">First_Product_Purchased</cx:pt>
          <cx:pt idx="11370">First_Product_Purchased</cx:pt>
          <cx:pt idx="11371">First_Product_Purchased</cx:pt>
          <cx:pt idx="11372">First_Product_Purchased</cx:pt>
          <cx:pt idx="11373">First_Product_Purchased</cx:pt>
          <cx:pt idx="11374">First_Product_Purchased</cx:pt>
          <cx:pt idx="11375">First_Product_Purchased</cx:pt>
          <cx:pt idx="11376">First_Product_Purchased</cx:pt>
          <cx:pt idx="11377">First_Product_Purchased</cx:pt>
          <cx:pt idx="11378">First_Product_Purchased</cx:pt>
          <cx:pt idx="11379">First_Product_Purchased</cx:pt>
          <cx:pt idx="11380">First_Product_Purchased</cx:pt>
          <cx:pt idx="11381">First_Product_Purchased</cx:pt>
          <cx:pt idx="11382">First_Product_Purchased</cx:pt>
          <cx:pt idx="11383">First_Product_Purchased</cx:pt>
          <cx:pt idx="11384">First_Product_Purchased</cx:pt>
          <cx:pt idx="11385">First_Product_Purchased</cx:pt>
          <cx:pt idx="11386">First_Product_Purchased</cx:pt>
          <cx:pt idx="11387">First_Product_Purchased</cx:pt>
          <cx:pt idx="11388">First_Product_Purchased</cx:pt>
          <cx:pt idx="11389">First_Product_Purchased</cx:pt>
          <cx:pt idx="11390">First_Product_Purchased</cx:pt>
          <cx:pt idx="11391">First_Product_Purchased</cx:pt>
          <cx:pt idx="11392">First_Product_Purchased</cx:pt>
          <cx:pt idx="11393">First_Product_Purchased</cx:pt>
          <cx:pt idx="11394">First_Product_Purchased</cx:pt>
          <cx:pt idx="11395">First_Product_Purchased</cx:pt>
          <cx:pt idx="11396">First_Product_Purchased</cx:pt>
          <cx:pt idx="11397">First_Product_Purchased</cx:pt>
          <cx:pt idx="11398">First_Product_Purchased</cx:pt>
          <cx:pt idx="11399">First_Product_Purchased</cx:pt>
          <cx:pt idx="11400">First_Product_Purchased</cx:pt>
          <cx:pt idx="11401">First_Product_Purchased</cx:pt>
          <cx:pt idx="11402">First_Product_Purchased</cx:pt>
          <cx:pt idx="11403">First_Product_Purchased</cx:pt>
          <cx:pt idx="11404">First_Product_Purchased</cx:pt>
          <cx:pt idx="11405">First_Product_Purchased</cx:pt>
          <cx:pt idx="11406">First_Product_Purchased</cx:pt>
          <cx:pt idx="11407">First_Product_Purchased</cx:pt>
          <cx:pt idx="11408">First_Product_Purchased</cx:pt>
          <cx:pt idx="11409">First_Product_Purchased</cx:pt>
          <cx:pt idx="11410">First_Product_Purchased</cx:pt>
          <cx:pt idx="11411">First_Product_Purchased</cx:pt>
          <cx:pt idx="11412">First_Product_Purchased</cx:pt>
          <cx:pt idx="11413">First_Product_Purchased</cx:pt>
          <cx:pt idx="11414">First_Product_Purchased</cx:pt>
          <cx:pt idx="11415">First_Product_Purchased</cx:pt>
          <cx:pt idx="11416">First_Product_Purchased</cx:pt>
          <cx:pt idx="11417">First_Product_Purchased</cx:pt>
          <cx:pt idx="11418">First_Product_Purchased</cx:pt>
          <cx:pt idx="11419">First_Product_Purchased</cx:pt>
          <cx:pt idx="11420">First_Product_Purchased</cx:pt>
          <cx:pt idx="11421">First_Product_Purchased</cx:pt>
          <cx:pt idx="11422">First_Product_Purchased</cx:pt>
          <cx:pt idx="11423">First_Product_Purchased</cx:pt>
          <cx:pt idx="11424">First_Product_Purchased</cx:pt>
          <cx:pt idx="11425">First_Product_Purchased</cx:pt>
          <cx:pt idx="11426">First_Product_Purchased</cx:pt>
          <cx:pt idx="11427">First_Product_Purchased</cx:pt>
          <cx:pt idx="11428">First_Product_Purchased</cx:pt>
          <cx:pt idx="11429">First_Product_Purchased</cx:pt>
          <cx:pt idx="11430">First_Product_Purchased</cx:pt>
          <cx:pt idx="11431">First_Product_Purchased</cx:pt>
          <cx:pt idx="11432">First_Product_Purchased</cx:pt>
          <cx:pt idx="11433">First_Product_Purchased</cx:pt>
          <cx:pt idx="11434">First_Product_Purchased</cx:pt>
          <cx:pt idx="11435">First_Product_Purchased</cx:pt>
          <cx:pt idx="11436">First_Product_Purchased</cx:pt>
          <cx:pt idx="11437">First_Product_Purchased</cx:pt>
          <cx:pt idx="11438">First_Product_Purchased</cx:pt>
          <cx:pt idx="11439">First_Product_Purchased</cx:pt>
          <cx:pt idx="11440">First_Product_Purchased</cx:pt>
          <cx:pt idx="11441">First_Product_Purchased</cx:pt>
          <cx:pt idx="11442">First_Product_Purchased</cx:pt>
          <cx:pt idx="11443">First_Product_Purchased</cx:pt>
          <cx:pt idx="11444">First_Product_Purchased</cx:pt>
          <cx:pt idx="11445">First_Product_Purchased</cx:pt>
          <cx:pt idx="11446">First_Product_Purchased</cx:pt>
          <cx:pt idx="11447">First_Product_Purchased</cx:pt>
          <cx:pt idx="11448">First_Product_Purchased</cx:pt>
          <cx:pt idx="11449">First_Product_Purchased</cx:pt>
          <cx:pt idx="11450">First_Product_Purchased</cx:pt>
          <cx:pt idx="11451">First_Product_Purchased</cx:pt>
          <cx:pt idx="11452">First_Product_Purchased</cx:pt>
          <cx:pt idx="11453">First_Product_Purchased</cx:pt>
          <cx:pt idx="11454">First_Product_Purchased</cx:pt>
          <cx:pt idx="11455">First_Product_Purchased</cx:pt>
          <cx:pt idx="11456">First_Product_Purchased</cx:pt>
          <cx:pt idx="11457">First_Product_Purchased</cx:pt>
          <cx:pt idx="11458">First_Product_Purchased</cx:pt>
          <cx:pt idx="11459">First_Product_Purchased</cx:pt>
          <cx:pt idx="11460">First_Product_Purchased</cx:pt>
          <cx:pt idx="11461">First_Product_Purchased</cx:pt>
          <cx:pt idx="11462">First_Product_Purchased</cx:pt>
          <cx:pt idx="11463">First_Product_Purchased</cx:pt>
          <cx:pt idx="11464">First_Product_Purchased</cx:pt>
          <cx:pt idx="11465">First_Product_Purchased</cx:pt>
          <cx:pt idx="11466">First_Product_Purchased</cx:pt>
          <cx:pt idx="11467">First_Product_Purchased</cx:pt>
          <cx:pt idx="11468">First_Product_Purchased</cx:pt>
          <cx:pt idx="11469">First_Product_Purchased</cx:pt>
          <cx:pt idx="11470">First_Product_Purchased</cx:pt>
          <cx:pt idx="11471">First_Product_Purchased</cx:pt>
          <cx:pt idx="11472">First_Product_Purchased</cx:pt>
          <cx:pt idx="11473">First_Product_Purchased</cx:pt>
          <cx:pt idx="11474">First_Product_Purchased</cx:pt>
          <cx:pt idx="11475">First_Product_Purchased</cx:pt>
          <cx:pt idx="11476">First_Product_Purchased</cx:pt>
          <cx:pt idx="11477">First_Product_Purchased</cx:pt>
          <cx:pt idx="11478">First_Product_Purchased</cx:pt>
          <cx:pt idx="11479">First_Product_Purchased</cx:pt>
          <cx:pt idx="11480">First_Product_Purchased</cx:pt>
          <cx:pt idx="11481">First_Product_Purchased</cx:pt>
          <cx:pt idx="11482">First_Product_Purchased</cx:pt>
          <cx:pt idx="11483">First_Product_Purchased</cx:pt>
          <cx:pt idx="11484">First_Product_Purchased</cx:pt>
          <cx:pt idx="11485">First_Product_Purchased</cx:pt>
          <cx:pt idx="11486">First_Product_Purchased</cx:pt>
          <cx:pt idx="11487">First_Product_Purchased</cx:pt>
          <cx:pt idx="11488">First_Product_Purchased</cx:pt>
          <cx:pt idx="11489">First_Product_Purchased</cx:pt>
          <cx:pt idx="11490">First_Product_Purchased</cx:pt>
          <cx:pt idx="11491">First_Product_Purchased</cx:pt>
          <cx:pt idx="11492">First_Product_Purchased</cx:pt>
          <cx:pt idx="11493">First_Product_Purchased</cx:pt>
          <cx:pt idx="11494">First_Product_Purchased</cx:pt>
          <cx:pt idx="11495">First_Product_Purchased</cx:pt>
          <cx:pt idx="11496">First_Product_Purchased</cx:pt>
          <cx:pt idx="11497">First_Product_Purchased</cx:pt>
          <cx:pt idx="11498">First_Product_Purchased</cx:pt>
          <cx:pt idx="11499">First_Product_Purchased</cx:pt>
          <cx:pt idx="11500">First_Product_Purchased</cx:pt>
          <cx:pt idx="11501">First_Product_Purchased</cx:pt>
          <cx:pt idx="11502">First_Product_Purchased</cx:pt>
          <cx:pt idx="11503">First_Product_Purchased</cx:pt>
          <cx:pt idx="11504">First_Product_Purchased</cx:pt>
          <cx:pt idx="11505">First_Product_Purchased</cx:pt>
          <cx:pt idx="11506">First_Product_Purchased</cx:pt>
          <cx:pt idx="11507">First_Product_Purchased</cx:pt>
          <cx:pt idx="11508">First_Product_Purchased</cx:pt>
          <cx:pt idx="11509">First_Product_Purchased</cx:pt>
          <cx:pt idx="11510">First_Product_Purchased</cx:pt>
          <cx:pt idx="11511">First_Product_Purchased</cx:pt>
          <cx:pt idx="11512">First_Product_Purchased</cx:pt>
          <cx:pt idx="11513">First_Product_Purchased</cx:pt>
          <cx:pt idx="11514">First_Product_Purchased</cx:pt>
          <cx:pt idx="11515">First_Product_Purchased</cx:pt>
          <cx:pt idx="11516">Second_Product_Purchased</cx:pt>
          <cx:pt idx="11517">First_Product_Purchased</cx:pt>
          <cx:pt idx="11518">First_Product_Purchased</cx:pt>
          <cx:pt idx="11519">First_Product_Purchased</cx:pt>
          <cx:pt idx="11520">First_Product_Purchased</cx:pt>
          <cx:pt idx="11521">First_Product_Purchased</cx:pt>
          <cx:pt idx="11522">First_Product_Purchased</cx:pt>
          <cx:pt idx="11523">First_Product_Purchased</cx:pt>
          <cx:pt idx="11524">First_Product_Purchased</cx:pt>
          <cx:pt idx="11525">First_Product_Purchased</cx:pt>
          <cx:pt idx="11526">First_Product_Purchased</cx:pt>
          <cx:pt idx="11527">First_Product_Purchased</cx:pt>
          <cx:pt idx="11528">First_Product_Purchased</cx:pt>
          <cx:pt idx="11529">First_Product_Purchased</cx:pt>
          <cx:pt idx="11530">First_Product_Purchased</cx:pt>
          <cx:pt idx="11531">First_Product_Purchased</cx:pt>
          <cx:pt idx="11532">First_Product_Purchased</cx:pt>
          <cx:pt idx="11533">First_Product_Purchased</cx:pt>
          <cx:pt idx="11534">First_Product_Purchased</cx:pt>
          <cx:pt idx="11535">First_Product_Purchased</cx:pt>
          <cx:pt idx="11536">First_Product_Purchased</cx:pt>
          <cx:pt idx="11537">First_Product_Purchased</cx:pt>
          <cx:pt idx="11538">First_Product_Purchased</cx:pt>
          <cx:pt idx="11539">First_Product_Purchased</cx:pt>
          <cx:pt idx="11540">First_Product_Purchased</cx:pt>
          <cx:pt idx="11541">First_Product_Purchased</cx:pt>
          <cx:pt idx="11542">First_Product_Purchased</cx:pt>
          <cx:pt idx="11543">First_Product_Purchased</cx:pt>
          <cx:pt idx="11544">First_Product_Purchased</cx:pt>
          <cx:pt idx="11545">First_Product_Purchased</cx:pt>
          <cx:pt idx="11546">First_Product_Purchased</cx:pt>
          <cx:pt idx="11547">First_Product_Purchased</cx:pt>
          <cx:pt idx="11548">Second_Product_Purchased</cx:pt>
          <cx:pt idx="11549">First_Product_Purchased</cx:pt>
          <cx:pt idx="11550">First_Product_Purchased</cx:pt>
          <cx:pt idx="11551">First_Product_Purchased</cx:pt>
          <cx:pt idx="11552">First_Product_Purchased</cx:pt>
          <cx:pt idx="11553">First_Product_Purchased</cx:pt>
          <cx:pt idx="11554">First_Product_Purchased</cx:pt>
          <cx:pt idx="11555">First_Product_Purchased</cx:pt>
          <cx:pt idx="11556">First_Product_Purchased</cx:pt>
          <cx:pt idx="11557">First_Product_Purchased</cx:pt>
          <cx:pt idx="11558">First_Product_Purchased</cx:pt>
          <cx:pt idx="11559">First_Product_Purchased</cx:pt>
          <cx:pt idx="11560">First_Product_Purchased</cx:pt>
          <cx:pt idx="11561">First_Product_Purchased</cx:pt>
          <cx:pt idx="11562">First_Product_Purchased</cx:pt>
          <cx:pt idx="11563">First_Product_Purchased</cx:pt>
          <cx:pt idx="11564">First_Product_Purchased</cx:pt>
          <cx:pt idx="11565">First_Product_Purchased</cx:pt>
          <cx:pt idx="11566">First_Product_Purchased</cx:pt>
          <cx:pt idx="11567">First_Product_Purchased</cx:pt>
          <cx:pt idx="11568">First_Product_Purchased</cx:pt>
          <cx:pt idx="11569">First_Product_Purchased</cx:pt>
          <cx:pt idx="11570">First_Product_Purchased</cx:pt>
          <cx:pt idx="11571">First_Product_Purchased</cx:pt>
          <cx:pt idx="11572">First_Product_Purchased</cx:pt>
          <cx:pt idx="11573">First_Product_Purchased</cx:pt>
          <cx:pt idx="11574">First_Product_Purchased</cx:pt>
          <cx:pt idx="11575">First_Product_Purchased</cx:pt>
          <cx:pt idx="11576">First_Product_Purchased</cx:pt>
          <cx:pt idx="11577">First_Product_Purchased</cx:pt>
          <cx:pt idx="11578">First_Product_Purchased</cx:pt>
          <cx:pt idx="11579">First_Product_Purchased</cx:pt>
          <cx:pt idx="11580">First_Product_Purchased</cx:pt>
          <cx:pt idx="11581">First_Product_Purchased</cx:pt>
          <cx:pt idx="11582">First_Product_Purchased</cx:pt>
          <cx:pt idx="11583">First_Product_Purchased</cx:pt>
          <cx:pt idx="11584">First_Product_Purchased</cx:pt>
          <cx:pt idx="11585">First_Product_Purchased</cx:pt>
          <cx:pt idx="11586">First_Product_Purchased</cx:pt>
          <cx:pt idx="11587">First_Product_Purchased</cx:pt>
          <cx:pt idx="11588">First_Product_Purchased</cx:pt>
          <cx:pt idx="11589">First_Product_Purchased</cx:pt>
          <cx:pt idx="11590">First_Product_Purchased</cx:pt>
          <cx:pt idx="11591">First_Product_Purchased</cx:pt>
          <cx:pt idx="11592">First_Product_Purchased</cx:pt>
          <cx:pt idx="11593">First_Product_Purchased</cx:pt>
          <cx:pt idx="11594">First_Product_Purchased</cx:pt>
          <cx:pt idx="11595">First_Product_Purchased</cx:pt>
          <cx:pt idx="11596">First_Product_Purchased</cx:pt>
          <cx:pt idx="11597">First_Product_Purchased</cx:pt>
          <cx:pt idx="11598">First_Product_Purchased</cx:pt>
          <cx:pt idx="11599">First_Product_Purchased</cx:pt>
          <cx:pt idx="11600">First_Product_Purchased</cx:pt>
          <cx:pt idx="11601">First_Product_Purchased</cx:pt>
          <cx:pt idx="11602">First_Product_Purchased</cx:pt>
          <cx:pt idx="11603">First_Product_Purchased</cx:pt>
          <cx:pt idx="11604">First_Product_Purchased</cx:pt>
          <cx:pt idx="11605">First_Product_Purchased</cx:pt>
          <cx:pt idx="11606">First_Product_Purchased</cx:pt>
          <cx:pt idx="11607">First_Product_Purchased</cx:pt>
          <cx:pt idx="11608">First_Product_Purchased</cx:pt>
          <cx:pt idx="11609">First_Product_Purchased</cx:pt>
          <cx:pt idx="11610">First_Product_Purchased</cx:pt>
          <cx:pt idx="11611">First_Product_Purchased</cx:pt>
          <cx:pt idx="11612">First_Product_Purchased</cx:pt>
          <cx:pt idx="11613">First_Product_Purchased</cx:pt>
          <cx:pt idx="11614">First_Product_Purchased</cx:pt>
          <cx:pt idx="11615">First_Product_Purchased</cx:pt>
          <cx:pt idx="11616">First_Product_Purchased</cx:pt>
          <cx:pt idx="11617">First_Product_Purchased</cx:pt>
          <cx:pt idx="11618">First_Product_Purchased</cx:pt>
          <cx:pt idx="11619">Second_Product_Purchased</cx:pt>
          <cx:pt idx="11620">First_Product_Purchased</cx:pt>
          <cx:pt idx="11621">First_Product_Purchased</cx:pt>
          <cx:pt idx="11622">First_Product_Purchased</cx:pt>
          <cx:pt idx="11623">First_Product_Purchased</cx:pt>
          <cx:pt idx="11624">First_Product_Purchased</cx:pt>
          <cx:pt idx="11625">First_Product_Purchased</cx:pt>
          <cx:pt idx="11626">First_Product_Purchased</cx:pt>
          <cx:pt idx="11627">First_Product_Purchased</cx:pt>
          <cx:pt idx="11628">First_Product_Purchased</cx:pt>
          <cx:pt idx="11629">First_Product_Purchased</cx:pt>
          <cx:pt idx="11630">First_Product_Purchased</cx:pt>
          <cx:pt idx="11631">First_Product_Purchased</cx:pt>
          <cx:pt idx="11632">First_Product_Purchased</cx:pt>
          <cx:pt idx="11633">First_Product_Purchased</cx:pt>
          <cx:pt idx="11634">First_Product_Purchased</cx:pt>
          <cx:pt idx="11635">First_Product_Purchased</cx:pt>
          <cx:pt idx="11636">First_Product_Purchased</cx:pt>
          <cx:pt idx="11637">First_Product_Purchased</cx:pt>
          <cx:pt idx="11638">First_Product_Purchased</cx:pt>
          <cx:pt idx="11639">First_Product_Purchased</cx:pt>
          <cx:pt idx="11640">First_Product_Purchased</cx:pt>
          <cx:pt idx="11641">First_Product_Purchased</cx:pt>
          <cx:pt idx="11642">First_Product_Purchased</cx:pt>
          <cx:pt idx="11643">First_Product_Purchased</cx:pt>
          <cx:pt idx="11644">First_Product_Purchased</cx:pt>
          <cx:pt idx="11645">First_Product_Purchased</cx:pt>
          <cx:pt idx="11646">First_Product_Purchased</cx:pt>
          <cx:pt idx="11647">First_Product_Purchased</cx:pt>
          <cx:pt idx="11648">First_Product_Purchased</cx:pt>
          <cx:pt idx="11649">First_Product_Purchased</cx:pt>
          <cx:pt idx="11650">First_Product_Purchased</cx:pt>
          <cx:pt idx="11651">First_Product_Purchased</cx:pt>
          <cx:pt idx="11652">First_Product_Purchased</cx:pt>
          <cx:pt idx="11653">First_Product_Purchased</cx:pt>
          <cx:pt idx="11654">First_Product_Purchased</cx:pt>
          <cx:pt idx="11655">First_Product_Purchased</cx:pt>
          <cx:pt idx="11656">First_Product_Purchased</cx:pt>
          <cx:pt idx="11657">First_Product_Purchased</cx:pt>
          <cx:pt idx="11658">First_Product_Purchased</cx:pt>
          <cx:pt idx="11659">First_Product_Purchased</cx:pt>
          <cx:pt idx="11660">First_Product_Purchased</cx:pt>
          <cx:pt idx="11661">First_Product_Purchased</cx:pt>
          <cx:pt idx="11662">First_Product_Purchased</cx:pt>
          <cx:pt idx="11663">First_Product_Purchased</cx:pt>
          <cx:pt idx="11664">First_Product_Purchased</cx:pt>
          <cx:pt idx="11665">First_Product_Purchased</cx:pt>
          <cx:pt idx="11666">First_Product_Purchased</cx:pt>
          <cx:pt idx="11667">First_Product_Purchased</cx:pt>
          <cx:pt idx="11668">First_Product_Purchased</cx:pt>
          <cx:pt idx="11669">First_Product_Purchased</cx:pt>
          <cx:pt idx="11670">First_Product_Purchased</cx:pt>
          <cx:pt idx="11671">First_Product_Purchased</cx:pt>
          <cx:pt idx="11672">First_Product_Purchased</cx:pt>
          <cx:pt idx="11673">First_Product_Purchased</cx:pt>
          <cx:pt idx="11674">First_Product_Purchased</cx:pt>
          <cx:pt idx="11675">Second_Product_Purchased</cx:pt>
          <cx:pt idx="11676">First_Product_Purchased</cx:pt>
          <cx:pt idx="11677">First_Product_Purchased</cx:pt>
          <cx:pt idx="11678">First_Product_Purchased</cx:pt>
          <cx:pt idx="11679">First_Product_Purchased</cx:pt>
          <cx:pt idx="11680">First_Product_Purchased</cx:pt>
          <cx:pt idx="11681">First_Product_Purchased</cx:pt>
          <cx:pt idx="11682">First_Product_Purchased</cx:pt>
          <cx:pt idx="11683">First_Product_Purchased</cx:pt>
          <cx:pt idx="11684">First_Product_Purchased</cx:pt>
          <cx:pt idx="11685">First_Product_Purchased</cx:pt>
          <cx:pt idx="11686">First_Product_Purchased</cx:pt>
          <cx:pt idx="11687">First_Product_Purchased</cx:pt>
          <cx:pt idx="11688">First_Product_Purchased</cx:pt>
          <cx:pt idx="11689">First_Product_Purchased</cx:pt>
          <cx:pt idx="11690">First_Product_Purchased</cx:pt>
          <cx:pt idx="11691">First_Product_Purchased</cx:pt>
          <cx:pt idx="11692">First_Product_Purchased</cx:pt>
          <cx:pt idx="11693">First_Product_Purchased</cx:pt>
          <cx:pt idx="11694">First_Product_Purchased</cx:pt>
          <cx:pt idx="11695">First_Product_Purchased</cx:pt>
          <cx:pt idx="11696">First_Product_Purchased</cx:pt>
          <cx:pt idx="11697">First_Product_Purchased</cx:pt>
          <cx:pt idx="11698">First_Product_Purchased</cx:pt>
          <cx:pt idx="11699">First_Product_Purchased</cx:pt>
          <cx:pt idx="11700">First_Product_Purchased</cx:pt>
          <cx:pt idx="11701">First_Product_Purchased</cx:pt>
          <cx:pt idx="11702">First_Product_Purchased</cx:pt>
          <cx:pt idx="11703">First_Product_Purchased</cx:pt>
          <cx:pt idx="11704">First_Product_Purchased</cx:pt>
          <cx:pt idx="11705">First_Product_Purchased</cx:pt>
          <cx:pt idx="11706">First_Product_Purchased</cx:pt>
          <cx:pt idx="11707">First_Product_Purchased</cx:pt>
          <cx:pt idx="11708">First_Product_Purchased</cx:pt>
          <cx:pt idx="11709">First_Product_Purchased</cx:pt>
          <cx:pt idx="11710">First_Product_Purchased</cx:pt>
          <cx:pt idx="11711">First_Product_Purchased</cx:pt>
          <cx:pt idx="11712">First_Product_Purchased</cx:pt>
          <cx:pt idx="11713">First_Product_Purchased</cx:pt>
          <cx:pt idx="11714">First_Product_Purchased</cx:pt>
          <cx:pt idx="11715">First_Product_Purchased</cx:pt>
          <cx:pt idx="11716">First_Product_Purchased</cx:pt>
          <cx:pt idx="11717">First_Product_Purchased</cx:pt>
          <cx:pt idx="11718">First_Product_Purchased</cx:pt>
          <cx:pt idx="11719">First_Product_Purchased</cx:pt>
          <cx:pt idx="11720">First_Product_Purchased</cx:pt>
          <cx:pt idx="11721">First_Product_Purchased</cx:pt>
          <cx:pt idx="11722">First_Product_Purchased</cx:pt>
          <cx:pt idx="11723">First_Product_Purchased</cx:pt>
          <cx:pt idx="11724">First_Product_Purchased</cx:pt>
          <cx:pt idx="11725">First_Product_Purchased</cx:pt>
          <cx:pt idx="11726">First_Product_Purchased</cx:pt>
          <cx:pt idx="11727">First_Product_Purchased</cx:pt>
          <cx:pt idx="11728">First_Product_Purchased</cx:pt>
          <cx:pt idx="11729">First_Product_Purchased</cx:pt>
          <cx:pt idx="11730">First_Product_Purchased</cx:pt>
          <cx:pt idx="11731">First_Product_Purchased</cx:pt>
          <cx:pt idx="11732">First_Product_Purchased</cx:pt>
          <cx:pt idx="11733">First_Product_Purchased</cx:pt>
          <cx:pt idx="11734">First_Product_Purchased</cx:pt>
          <cx:pt idx="11735">First_Product_Purchased</cx:pt>
          <cx:pt idx="11736">First_Product_Purchased</cx:pt>
          <cx:pt idx="11737">First_Product_Purchased</cx:pt>
          <cx:pt idx="11738">First_Product_Purchased</cx:pt>
          <cx:pt idx="11739">First_Product_Purchased</cx:pt>
          <cx:pt idx="11740">First_Product_Purchased</cx:pt>
          <cx:pt idx="11741">First_Product_Purchased</cx:pt>
          <cx:pt idx="11742">First_Product_Purchased</cx:pt>
          <cx:pt idx="11743">First_Product_Purchased</cx:pt>
          <cx:pt idx="11744">First_Product_Purchased</cx:pt>
          <cx:pt idx="11745">First_Product_Purchased</cx:pt>
          <cx:pt idx="11746">First_Product_Purchased</cx:pt>
          <cx:pt idx="11747">Second_Product_Purchased</cx:pt>
          <cx:pt idx="11748">First_Product_Purchased</cx:pt>
          <cx:pt idx="11749">First_Product_Purchased</cx:pt>
          <cx:pt idx="11750">First_Product_Purchased</cx:pt>
          <cx:pt idx="11751">First_Product_Purchased</cx:pt>
          <cx:pt idx="11752">First_Product_Purchased</cx:pt>
          <cx:pt idx="11753">First_Product_Purchased</cx:pt>
          <cx:pt idx="11754">First_Product_Purchased</cx:pt>
          <cx:pt idx="11755">First_Product_Purchased</cx:pt>
          <cx:pt idx="11756">First_Product_Purchased</cx:pt>
          <cx:pt idx="11757">First_Product_Purchased</cx:pt>
          <cx:pt idx="11758">First_Product_Purchased</cx:pt>
          <cx:pt idx="11759">First_Product_Purchased</cx:pt>
          <cx:pt idx="11760">First_Product_Purchased</cx:pt>
          <cx:pt idx="11761">First_Product_Purchased</cx:pt>
          <cx:pt idx="11762">Second_Product_Purchased</cx:pt>
          <cx:pt idx="11763">First_Product_Purchased</cx:pt>
          <cx:pt idx="11764">First_Product_Purchased</cx:pt>
          <cx:pt idx="11765">First_Product_Purchased</cx:pt>
          <cx:pt idx="11766">First_Product_Purchased</cx:pt>
          <cx:pt idx="11767">First_Product_Purchased</cx:pt>
          <cx:pt idx="11768">First_Product_Purchased</cx:pt>
          <cx:pt idx="11769">First_Product_Purchased</cx:pt>
          <cx:pt idx="11770">First_Product_Purchased</cx:pt>
          <cx:pt idx="11771">First_Product_Purchased</cx:pt>
          <cx:pt idx="11772">First_Product_Purchased</cx:pt>
          <cx:pt idx="11773">First_Product_Purchased</cx:pt>
          <cx:pt idx="11774">First_Product_Purchased</cx:pt>
          <cx:pt idx="11775">First_Product_Purchased</cx:pt>
          <cx:pt idx="11776">First_Product_Purchased</cx:pt>
          <cx:pt idx="11777">First_Product_Purchased</cx:pt>
          <cx:pt idx="11778">First_Product_Purchased</cx:pt>
          <cx:pt idx="11779">First_Product_Purchased</cx:pt>
          <cx:pt idx="11780">First_Product_Purchased</cx:pt>
          <cx:pt idx="11781">Second_Product_Purchased</cx:pt>
          <cx:pt idx="11782">First_Product_Purchased</cx:pt>
          <cx:pt idx="11783">First_Product_Purchased</cx:pt>
          <cx:pt idx="11784">First_Product_Purchased</cx:pt>
          <cx:pt idx="11785">First_Product_Purchased</cx:pt>
          <cx:pt idx="11786">First_Product_Purchased</cx:pt>
          <cx:pt idx="11787">First_Product_Purchased</cx:pt>
          <cx:pt idx="11788">First_Product_Purchased</cx:pt>
          <cx:pt idx="11789">First_Product_Purchased</cx:pt>
          <cx:pt idx="11790">First_Product_Purchased</cx:pt>
          <cx:pt idx="11791">First_Product_Purchased</cx:pt>
          <cx:pt idx="11792">First_Product_Purchased</cx:pt>
          <cx:pt idx="11793">First_Product_Purchased</cx:pt>
          <cx:pt idx="11794">First_Product_Purchased</cx:pt>
          <cx:pt idx="11795">First_Product_Purchased</cx:pt>
          <cx:pt idx="11796">First_Product_Purchased</cx:pt>
          <cx:pt idx="11797">First_Product_Purchased</cx:pt>
          <cx:pt idx="11798">First_Product_Purchased</cx:pt>
          <cx:pt idx="11799">First_Product_Purchased</cx:pt>
          <cx:pt idx="11800">First_Product_Purchased</cx:pt>
          <cx:pt idx="11801">First_Product_Purchased</cx:pt>
          <cx:pt idx="11802">First_Product_Purchased</cx:pt>
          <cx:pt idx="11803">Second_Product_Purchased</cx:pt>
          <cx:pt idx="11804">First_Product_Purchased</cx:pt>
          <cx:pt idx="11805">First_Product_Purchased</cx:pt>
          <cx:pt idx="11806">First_Product_Purchased</cx:pt>
          <cx:pt idx="11807">First_Product_Purchased</cx:pt>
          <cx:pt idx="11808">First_Product_Purchased</cx:pt>
          <cx:pt idx="11809">First_Product_Purchased</cx:pt>
          <cx:pt idx="11810">First_Product_Purchased</cx:pt>
          <cx:pt idx="11811">First_Product_Purchased</cx:pt>
          <cx:pt idx="11812">First_Product_Purchased</cx:pt>
          <cx:pt idx="11813">First_Product_Purchased</cx:pt>
          <cx:pt idx="11814">First_Product_Purchased</cx:pt>
          <cx:pt idx="11815">First_Product_Purchased</cx:pt>
          <cx:pt idx="11816">First_Product_Purchased</cx:pt>
          <cx:pt idx="11817">First_Product_Purchased</cx:pt>
          <cx:pt idx="11818">First_Product_Purchased</cx:pt>
          <cx:pt idx="11819">First_Product_Purchased</cx:pt>
          <cx:pt idx="11820">First_Product_Purchased</cx:pt>
          <cx:pt idx="11821">First_Product_Purchased</cx:pt>
          <cx:pt idx="11822">First_Product_Purchased</cx:pt>
          <cx:pt idx="11823">First_Product_Purchased</cx:pt>
          <cx:pt idx="11824">First_Product_Purchased</cx:pt>
          <cx:pt idx="11825">First_Product_Purchased</cx:pt>
          <cx:pt idx="11826">First_Product_Purchased</cx:pt>
          <cx:pt idx="11827">First_Product_Purchased</cx:pt>
          <cx:pt idx="11828">First_Product_Purchased</cx:pt>
          <cx:pt idx="11829">First_Product_Purchased</cx:pt>
          <cx:pt idx="11830">First_Product_Purchased</cx:pt>
          <cx:pt idx="11831">First_Product_Purchased</cx:pt>
          <cx:pt idx="11832">First_Product_Purchased</cx:pt>
          <cx:pt idx="11833">First_Product_Purchased</cx:pt>
          <cx:pt idx="11834">First_Product_Purchased</cx:pt>
          <cx:pt idx="11835">First_Product_Purchased</cx:pt>
          <cx:pt idx="11836">First_Product_Purchased</cx:pt>
          <cx:pt idx="11837">First_Product_Purchased</cx:pt>
          <cx:pt idx="11838">First_Product_Purchased</cx:pt>
          <cx:pt idx="11839">First_Product_Purchased</cx:pt>
          <cx:pt idx="11840">First_Product_Purchased</cx:pt>
          <cx:pt idx="11841">First_Product_Purchased</cx:pt>
          <cx:pt idx="11842">First_Product_Purchased</cx:pt>
          <cx:pt idx="11843">First_Product_Purchased</cx:pt>
          <cx:pt idx="11844">First_Product_Purchased</cx:pt>
          <cx:pt idx="11845">First_Product_Purchased</cx:pt>
          <cx:pt idx="11846">First_Product_Purchased</cx:pt>
          <cx:pt idx="11847">First_Product_Purchased</cx:pt>
          <cx:pt idx="11848">First_Product_Purchased</cx:pt>
          <cx:pt idx="11849">First_Product_Purchased</cx:pt>
          <cx:pt idx="11850">First_Product_Purchased</cx:pt>
          <cx:pt idx="11851">First_Product_Purchased</cx:pt>
          <cx:pt idx="11852">First_Product_Purchased</cx:pt>
          <cx:pt idx="11853">First_Product_Purchased</cx:pt>
          <cx:pt idx="11854">First_Product_Purchased</cx:pt>
          <cx:pt idx="11855">First_Product_Purchased</cx:pt>
          <cx:pt idx="11856">First_Product_Purchased</cx:pt>
          <cx:pt idx="11857">First_Product_Purchased</cx:pt>
          <cx:pt idx="11858">First_Product_Purchased</cx:pt>
          <cx:pt idx="11859">First_Product_Purchased</cx:pt>
          <cx:pt idx="11860">First_Product_Purchased</cx:pt>
          <cx:pt idx="11861">First_Product_Purchased</cx:pt>
          <cx:pt idx="11862">First_Product_Purchased</cx:pt>
          <cx:pt idx="11863">First_Product_Purchased</cx:pt>
          <cx:pt idx="11864">First_Product_Purchased</cx:pt>
          <cx:pt idx="11865">First_Product_Purchased</cx:pt>
          <cx:pt idx="11866">Second_Product_Purchased</cx:pt>
          <cx:pt idx="11867">First_Product_Purchased</cx:pt>
          <cx:pt idx="11868">First_Product_Purchased</cx:pt>
          <cx:pt idx="11869">First_Product_Purchased</cx:pt>
          <cx:pt idx="11870">First_Product_Purchased</cx:pt>
          <cx:pt idx="11871">First_Product_Purchased</cx:pt>
          <cx:pt idx="11872">First_Product_Purchased</cx:pt>
          <cx:pt idx="11873">First_Product_Purchased</cx:pt>
          <cx:pt idx="11874">First_Product_Purchased</cx:pt>
          <cx:pt idx="11875">First_Product_Purchased</cx:pt>
          <cx:pt idx="11876">First_Product_Purchased</cx:pt>
          <cx:pt idx="11877">First_Product_Purchased</cx:pt>
          <cx:pt idx="11878">First_Product_Purchased</cx:pt>
          <cx:pt idx="11879">First_Product_Purchased</cx:pt>
          <cx:pt idx="11880">First_Product_Purchased</cx:pt>
          <cx:pt idx="11881">First_Product_Purchased</cx:pt>
          <cx:pt idx="11882">First_Product_Purchased</cx:pt>
          <cx:pt idx="11883">First_Product_Purchased</cx:pt>
          <cx:pt idx="11884">First_Product_Purchased</cx:pt>
          <cx:pt idx="11885">First_Product_Purchased</cx:pt>
          <cx:pt idx="11886">First_Product_Purchased</cx:pt>
          <cx:pt idx="11887">First_Product_Purchased</cx:pt>
          <cx:pt idx="11888">First_Product_Purchased</cx:pt>
          <cx:pt idx="11889">First_Product_Purchased</cx:pt>
          <cx:pt idx="11890">First_Product_Purchased</cx:pt>
          <cx:pt idx="11891">First_Product_Purchased</cx:pt>
          <cx:pt idx="11892">First_Product_Purchased</cx:pt>
          <cx:pt idx="11893">First_Product_Purchased</cx:pt>
          <cx:pt idx="11894">First_Product_Purchased</cx:pt>
          <cx:pt idx="11895">First_Product_Purchased</cx:pt>
          <cx:pt idx="11896">First_Product_Purchased</cx:pt>
          <cx:pt idx="11897">First_Product_Purchased</cx:pt>
          <cx:pt idx="11898">First_Product_Purchased</cx:pt>
          <cx:pt idx="11899">First_Product_Purchased</cx:pt>
          <cx:pt idx="11900">First_Product_Purchased</cx:pt>
          <cx:pt idx="11901">First_Product_Purchased</cx:pt>
          <cx:pt idx="11902">First_Product_Purchased</cx:pt>
          <cx:pt idx="11903">First_Product_Purchased</cx:pt>
          <cx:pt idx="11904">First_Product_Purchased</cx:pt>
          <cx:pt idx="11905">First_Product_Purchased</cx:pt>
          <cx:pt idx="11906">First_Product_Purchased</cx:pt>
          <cx:pt idx="11907">First_Product_Purchased</cx:pt>
          <cx:pt idx="11908">First_Product_Purchased</cx:pt>
          <cx:pt idx="11909">First_Product_Purchased</cx:pt>
          <cx:pt idx="11910">First_Product_Purchased</cx:pt>
          <cx:pt idx="11911">First_Product_Purchased</cx:pt>
          <cx:pt idx="11912">First_Product_Purchased</cx:pt>
          <cx:pt idx="11913">First_Product_Purchased</cx:pt>
          <cx:pt idx="11914">First_Product_Purchased</cx:pt>
          <cx:pt idx="11915">First_Product_Purchased</cx:pt>
          <cx:pt idx="11916">First_Product_Purchased</cx:pt>
          <cx:pt idx="11917">First_Product_Purchased</cx:pt>
          <cx:pt idx="11918">First_Product_Purchased</cx:pt>
          <cx:pt idx="11919">First_Product_Purchased</cx:pt>
          <cx:pt idx="11920">First_Product_Purchased</cx:pt>
          <cx:pt idx="11921">First_Product_Purchased</cx:pt>
          <cx:pt idx="11922">First_Product_Purchased</cx:pt>
          <cx:pt idx="11923">First_Product_Purchased</cx:pt>
          <cx:pt idx="11924">First_Product_Purchased</cx:pt>
          <cx:pt idx="11925">First_Product_Purchased</cx:pt>
          <cx:pt idx="11926">First_Product_Purchased</cx:pt>
          <cx:pt idx="11927">First_Product_Purchased</cx:pt>
          <cx:pt idx="11928">First_Product_Purchased</cx:pt>
          <cx:pt idx="11929">First_Product_Purchased</cx:pt>
          <cx:pt idx="11930">First_Product_Purchased</cx:pt>
          <cx:pt idx="11931">First_Product_Purchased</cx:pt>
          <cx:pt idx="11932">First_Product_Purchased</cx:pt>
          <cx:pt idx="11933">First_Product_Purchased</cx:pt>
          <cx:pt idx="11934">First_Product_Purchased</cx:pt>
          <cx:pt idx="11935">First_Product_Purchased</cx:pt>
          <cx:pt idx="11936">First_Product_Purchased</cx:pt>
          <cx:pt idx="11937">First_Product_Purchased</cx:pt>
          <cx:pt idx="11938">First_Product_Purchased</cx:pt>
          <cx:pt idx="11939">First_Product_Purchased</cx:pt>
          <cx:pt idx="11940">First_Product_Purchased</cx:pt>
          <cx:pt idx="11941">First_Product_Purchased</cx:pt>
          <cx:pt idx="11942">First_Product_Purchased</cx:pt>
          <cx:pt idx="11943">First_Product_Purchased</cx:pt>
          <cx:pt idx="11944">First_Product_Purchased</cx:pt>
          <cx:pt idx="11945">First_Product_Purchased</cx:pt>
          <cx:pt idx="11946">First_Product_Purchased</cx:pt>
          <cx:pt idx="11947">First_Product_Purchased</cx:pt>
          <cx:pt idx="11948">First_Product_Purchased</cx:pt>
          <cx:pt idx="11949">First_Product_Purchased</cx:pt>
          <cx:pt idx="11950">First_Product_Purchased</cx:pt>
          <cx:pt idx="11951">First_Product_Purchased</cx:pt>
          <cx:pt idx="11952">First_Product_Purchased</cx:pt>
          <cx:pt idx="11953">First_Product_Purchased</cx:pt>
          <cx:pt idx="11954">First_Product_Purchased</cx:pt>
          <cx:pt idx="11955">First_Product_Purchased</cx:pt>
          <cx:pt idx="11956">First_Product_Purchased</cx:pt>
          <cx:pt idx="11957">First_Product_Purchased</cx:pt>
          <cx:pt idx="11958">First_Product_Purchased</cx:pt>
          <cx:pt idx="11959">First_Product_Purchased</cx:pt>
          <cx:pt idx="11960">First_Product_Purchased</cx:pt>
          <cx:pt idx="11961">First_Product_Purchased</cx:pt>
          <cx:pt idx="11962">First_Product_Purchased</cx:pt>
          <cx:pt idx="11963">First_Product_Purchased</cx:pt>
          <cx:pt idx="11964">First_Product_Purchased</cx:pt>
          <cx:pt idx="11965">First_Product_Purchased</cx:pt>
          <cx:pt idx="11966">First_Product_Purchased</cx:pt>
          <cx:pt idx="11967">First_Product_Purchased</cx:pt>
          <cx:pt idx="11968">First_Product_Purchased</cx:pt>
          <cx:pt idx="11969">First_Product_Purchased</cx:pt>
          <cx:pt idx="11970">First_Product_Purchased</cx:pt>
          <cx:pt idx="11971">First_Product_Purchased</cx:pt>
          <cx:pt idx="11972">First_Product_Purchased</cx:pt>
          <cx:pt idx="11973">First_Product_Purchased</cx:pt>
          <cx:pt idx="11974">First_Product_Purchased</cx:pt>
          <cx:pt idx="11975">First_Product_Purchased</cx:pt>
          <cx:pt idx="11976">First_Product_Purchased</cx:pt>
          <cx:pt idx="11977">First_Product_Purchased</cx:pt>
          <cx:pt idx="11978">First_Product_Purchased</cx:pt>
          <cx:pt idx="11979">First_Product_Purchased</cx:pt>
          <cx:pt idx="11980">First_Product_Purchased</cx:pt>
          <cx:pt idx="11981">First_Product_Purchased</cx:pt>
          <cx:pt idx="11982">First_Product_Purchased</cx:pt>
          <cx:pt idx="11983">First_Product_Purchased</cx:pt>
          <cx:pt idx="11984">First_Product_Purchased</cx:pt>
          <cx:pt idx="11985">First_Product_Purchased</cx:pt>
          <cx:pt idx="11986">First_Product_Purchased</cx:pt>
          <cx:pt idx="11987">First_Product_Purchased</cx:pt>
          <cx:pt idx="11988">First_Product_Purchased</cx:pt>
          <cx:pt idx="11989">First_Product_Purchased</cx:pt>
          <cx:pt idx="11990">First_Product_Purchased</cx:pt>
          <cx:pt idx="11991">First_Product_Purchased</cx:pt>
          <cx:pt idx="11992">First_Product_Purchased</cx:pt>
          <cx:pt idx="11993">First_Product_Purchased</cx:pt>
          <cx:pt idx="11994">First_Product_Purchased</cx:pt>
          <cx:pt idx="11995">First_Product_Purchased</cx:pt>
          <cx:pt idx="11996">First_Product_Purchased</cx:pt>
          <cx:pt idx="11997">First_Product_Purchased</cx:pt>
          <cx:pt idx="11998">First_Product_Purchased</cx:pt>
          <cx:pt idx="11999">First_Product_Purchased</cx:pt>
          <cx:pt idx="12000">First_Product_Purchased</cx:pt>
          <cx:pt idx="12001">First_Product_Purchased</cx:pt>
          <cx:pt idx="12002">First_Product_Purchased</cx:pt>
          <cx:pt idx="12003">First_Product_Purchased</cx:pt>
          <cx:pt idx="12004">First_Product_Purchased</cx:pt>
          <cx:pt idx="12005">First_Product_Purchased</cx:pt>
          <cx:pt idx="12006">First_Product_Purchased</cx:pt>
          <cx:pt idx="12007">First_Product_Purchased</cx:pt>
          <cx:pt idx="12008">First_Product_Purchased</cx:pt>
          <cx:pt idx="12009">First_Product_Purchased</cx:pt>
          <cx:pt idx="12010">First_Product_Purchased</cx:pt>
          <cx:pt idx="12011">First_Product_Purchased</cx:pt>
          <cx:pt idx="12012">First_Product_Purchased</cx:pt>
          <cx:pt idx="12013">First_Product_Purchased</cx:pt>
          <cx:pt idx="12014">First_Product_Purchased</cx:pt>
          <cx:pt idx="12015">First_Product_Purchased</cx:pt>
          <cx:pt idx="12016">First_Product_Purchased</cx:pt>
          <cx:pt idx="12017">First_Product_Purchased</cx:pt>
          <cx:pt idx="12018">First_Product_Purchased</cx:pt>
          <cx:pt idx="12019">First_Product_Purchased</cx:pt>
          <cx:pt idx="12020">First_Product_Purchased</cx:pt>
          <cx:pt idx="12021">First_Product_Purchased</cx:pt>
          <cx:pt idx="12022">First_Product_Purchased</cx:pt>
          <cx:pt idx="12023">First_Product_Purchased</cx:pt>
          <cx:pt idx="12024">First_Product_Purchased</cx:pt>
          <cx:pt idx="12025">First_Product_Purchased</cx:pt>
          <cx:pt idx="12026">First_Product_Purchased</cx:pt>
          <cx:pt idx="12027">First_Product_Purchased</cx:pt>
          <cx:pt idx="12028">First_Product_Purchased</cx:pt>
          <cx:pt idx="12029">First_Product_Purchased</cx:pt>
          <cx:pt idx="12030">First_Product_Purchased</cx:pt>
          <cx:pt idx="12031">First_Product_Purchased</cx:pt>
          <cx:pt idx="12032">First_Product_Purchased</cx:pt>
          <cx:pt idx="12033">First_Product_Purchased</cx:pt>
          <cx:pt idx="12034">First_Product_Purchased</cx:pt>
          <cx:pt idx="12035">First_Product_Purchased</cx:pt>
          <cx:pt idx="12036">First_Product_Purchased</cx:pt>
          <cx:pt idx="12037">First_Product_Purchased</cx:pt>
          <cx:pt idx="12038">First_Product_Purchased</cx:pt>
          <cx:pt idx="12039">First_Product_Purchased</cx:pt>
          <cx:pt idx="12040">First_Product_Purchased</cx:pt>
          <cx:pt idx="12041">First_Product_Purchased</cx:pt>
          <cx:pt idx="12042">First_Product_Purchased</cx:pt>
          <cx:pt idx="12043">First_Product_Purchased</cx:pt>
          <cx:pt idx="12044">First_Product_Purchased</cx:pt>
          <cx:pt idx="12045">First_Product_Purchased</cx:pt>
          <cx:pt idx="12046">First_Product_Purchased</cx:pt>
          <cx:pt idx="12047">First_Product_Purchased</cx:pt>
          <cx:pt idx="12048">First_Product_Purchased</cx:pt>
          <cx:pt idx="12049">First_Product_Purchased</cx:pt>
          <cx:pt idx="12050">First_Product_Purchased</cx:pt>
          <cx:pt idx="12051">First_Product_Purchased</cx:pt>
          <cx:pt idx="12052">First_Product_Purchased</cx:pt>
          <cx:pt idx="12053">First_Product_Purchased</cx:pt>
          <cx:pt idx="12054">First_Product_Purchased</cx:pt>
          <cx:pt idx="12055">First_Product_Purchased</cx:pt>
          <cx:pt idx="12056">First_Product_Purchased</cx:pt>
          <cx:pt idx="12057">First_Product_Purchased</cx:pt>
          <cx:pt idx="12058">First_Product_Purchased</cx:pt>
          <cx:pt idx="12059">First_Product_Purchased</cx:pt>
          <cx:pt idx="12060">First_Product_Purchased</cx:pt>
          <cx:pt idx="12061">First_Product_Purchased</cx:pt>
          <cx:pt idx="12062">First_Product_Purchased</cx:pt>
          <cx:pt idx="12063">First_Product_Purchased</cx:pt>
          <cx:pt idx="12064">First_Product_Purchased</cx:pt>
          <cx:pt idx="12065">First_Product_Purchased</cx:pt>
          <cx:pt idx="12066">First_Product_Purchased</cx:pt>
          <cx:pt idx="12067">First_Product_Purchased</cx:pt>
          <cx:pt idx="12068">First_Product_Purchased</cx:pt>
          <cx:pt idx="12069">First_Product_Purchased</cx:pt>
          <cx:pt idx="12070">First_Product_Purchased</cx:pt>
          <cx:pt idx="12071">First_Product_Purchased</cx:pt>
          <cx:pt idx="12072">First_Product_Purchased</cx:pt>
          <cx:pt idx="12073">First_Product_Purchased</cx:pt>
          <cx:pt idx="12074">First_Product_Purchased</cx:pt>
          <cx:pt idx="12075">First_Product_Purchased</cx:pt>
          <cx:pt idx="12076">First_Product_Purchased</cx:pt>
          <cx:pt idx="12077">First_Product_Purchased</cx:pt>
          <cx:pt idx="12078">First_Product_Purchased</cx:pt>
          <cx:pt idx="12079">First_Product_Purchased</cx:pt>
          <cx:pt idx="12080">First_Product_Purchased</cx:pt>
          <cx:pt idx="12081">First_Product_Purchased</cx:pt>
          <cx:pt idx="12082">First_Product_Purchased</cx:pt>
          <cx:pt idx="12083">First_Product_Purchased</cx:pt>
          <cx:pt idx="12084">First_Product_Purchased</cx:pt>
          <cx:pt idx="12085">First_Product_Purchased</cx:pt>
          <cx:pt idx="12086">First_Product_Purchased</cx:pt>
          <cx:pt idx="12087">First_Product_Purchased</cx:pt>
          <cx:pt idx="12088">First_Product_Purchased</cx:pt>
          <cx:pt idx="12089">First_Product_Purchased</cx:pt>
          <cx:pt idx="12090">First_Product_Purchased</cx:pt>
          <cx:pt idx="12091">First_Product_Purchased</cx:pt>
          <cx:pt idx="12092">First_Product_Purchased</cx:pt>
          <cx:pt idx="12093">First_Product_Purchased</cx:pt>
          <cx:pt idx="12094">First_Product_Purchased</cx:pt>
          <cx:pt idx="12095">First_Product_Purchased</cx:pt>
          <cx:pt idx="12096">First_Product_Purchased</cx:pt>
          <cx:pt idx="12097">First_Product_Purchased</cx:pt>
          <cx:pt idx="12098">First_Product_Purchased</cx:pt>
          <cx:pt idx="12099">First_Product_Purchased</cx:pt>
          <cx:pt idx="12100">First_Product_Purchased</cx:pt>
          <cx:pt idx="12101">First_Product_Purchased</cx:pt>
          <cx:pt idx="12102">First_Product_Purchased</cx:pt>
          <cx:pt idx="12103">First_Product_Purchased</cx:pt>
          <cx:pt idx="12104">First_Product_Purchased</cx:pt>
          <cx:pt idx="12105">First_Product_Purchased</cx:pt>
          <cx:pt idx="12106">First_Product_Purchased</cx:pt>
          <cx:pt idx="12107">First_Product_Purchased</cx:pt>
          <cx:pt idx="12108">First_Product_Purchased</cx:pt>
          <cx:pt idx="12109">First_Product_Purchased</cx:pt>
          <cx:pt idx="12110">First_Product_Purchased</cx:pt>
          <cx:pt idx="12111">First_Product_Purchased</cx:pt>
          <cx:pt idx="12112">First_Product_Purchased</cx:pt>
          <cx:pt idx="12113">First_Product_Purchased</cx:pt>
          <cx:pt idx="12114">First_Product_Purchased</cx:pt>
          <cx:pt idx="12115">First_Product_Purchased</cx:pt>
          <cx:pt idx="12116">First_Product_Purchased</cx:pt>
          <cx:pt idx="12117">First_Product_Purchased</cx:pt>
          <cx:pt idx="12118">First_Product_Purchased</cx:pt>
          <cx:pt idx="12119">First_Product_Purchased</cx:pt>
          <cx:pt idx="12120">First_Product_Purchased</cx:pt>
          <cx:pt idx="12121">First_Product_Purchased</cx:pt>
          <cx:pt idx="12122">First_Product_Purchased</cx:pt>
          <cx:pt idx="12123">First_Product_Purchased</cx:pt>
          <cx:pt idx="12124">First_Product_Purchased</cx:pt>
          <cx:pt idx="12125">First_Product_Purchased</cx:pt>
          <cx:pt idx="12126">First_Product_Purchased</cx:pt>
          <cx:pt idx="12127">First_Product_Purchased</cx:pt>
          <cx:pt idx="12128">First_Product_Purchased</cx:pt>
          <cx:pt idx="12129">First_Product_Purchased</cx:pt>
          <cx:pt idx="12130">First_Product_Purchased</cx:pt>
          <cx:pt idx="12131">First_Product_Purchased</cx:pt>
          <cx:pt idx="12132">First_Product_Purchased</cx:pt>
          <cx:pt idx="12133">First_Product_Purchased</cx:pt>
          <cx:pt idx="12134">First_Product_Purchased</cx:pt>
          <cx:pt idx="12135">First_Product_Purchased</cx:pt>
          <cx:pt idx="12136">First_Product_Purchased</cx:pt>
          <cx:pt idx="12137">First_Product_Purchased</cx:pt>
          <cx:pt idx="12138">First_Product_Purchased</cx:pt>
          <cx:pt idx="12139">First_Product_Purchased</cx:pt>
          <cx:pt idx="12140">First_Product_Purchased</cx:pt>
          <cx:pt idx="12141">First_Product_Purchased</cx:pt>
          <cx:pt idx="12142">First_Product_Purchased</cx:pt>
          <cx:pt idx="12143">First_Product_Purchased</cx:pt>
          <cx:pt idx="12144">First_Product_Purchased</cx:pt>
          <cx:pt idx="12145">First_Product_Purchased</cx:pt>
          <cx:pt idx="12146">First_Product_Purchased</cx:pt>
          <cx:pt idx="12147">First_Product_Purchased</cx:pt>
          <cx:pt idx="12148">First_Product_Purchased</cx:pt>
          <cx:pt idx="12149">First_Product_Purchased</cx:pt>
          <cx:pt idx="12150">First_Product_Purchased</cx:pt>
          <cx:pt idx="12151">First_Product_Purchased</cx:pt>
          <cx:pt idx="12152">First_Product_Purchased</cx:pt>
          <cx:pt idx="12153">First_Product_Purchased</cx:pt>
          <cx:pt idx="12154">First_Product_Purchased</cx:pt>
          <cx:pt idx="12155">First_Product_Purchased</cx:pt>
          <cx:pt idx="12156">First_Product_Purchased</cx:pt>
          <cx:pt idx="12157">First_Product_Purchased</cx:pt>
          <cx:pt idx="12158">First_Product_Purchased</cx:pt>
          <cx:pt idx="12159">First_Product_Purchased</cx:pt>
          <cx:pt idx="12160">First_Product_Purchased</cx:pt>
          <cx:pt idx="12161">First_Product_Purchased</cx:pt>
          <cx:pt idx="12162">First_Product_Purchased</cx:pt>
          <cx:pt idx="12163">First_Product_Purchased</cx:pt>
          <cx:pt idx="12164">First_Product_Purchased</cx:pt>
          <cx:pt idx="12165">First_Product_Purchased</cx:pt>
          <cx:pt idx="12166">First_Product_Purchased</cx:pt>
          <cx:pt idx="12167">First_Product_Purchased</cx:pt>
          <cx:pt idx="12168">First_Product_Purchased</cx:pt>
          <cx:pt idx="12169">First_Product_Purchased</cx:pt>
          <cx:pt idx="12170">First_Product_Purchased</cx:pt>
          <cx:pt idx="12171">First_Product_Purchased</cx:pt>
          <cx:pt idx="12172">First_Product_Purchased</cx:pt>
          <cx:pt idx="12173">First_Product_Purchased</cx:pt>
          <cx:pt idx="12174">First_Product_Purchased</cx:pt>
          <cx:pt idx="12175">First_Product_Purchased</cx:pt>
          <cx:pt idx="12176">First_Product_Purchased</cx:pt>
          <cx:pt idx="12177">First_Product_Purchased</cx:pt>
          <cx:pt idx="12178">First_Product_Purchased</cx:pt>
          <cx:pt idx="12179">First_Product_Purchased</cx:pt>
          <cx:pt idx="12180">First_Product_Purchased</cx:pt>
          <cx:pt idx="12181">First_Product_Purchased</cx:pt>
          <cx:pt idx="12182">First_Product_Purchased</cx:pt>
          <cx:pt idx="12183">First_Product_Purchased</cx:pt>
          <cx:pt idx="12184">First_Product_Purchased</cx:pt>
          <cx:pt idx="12185">First_Product_Purchased</cx:pt>
          <cx:pt idx="12186">First_Product_Purchased</cx:pt>
          <cx:pt idx="12187">First_Product_Purchased</cx:pt>
          <cx:pt idx="12188">First_Product_Purchased</cx:pt>
          <cx:pt idx="12189">First_Product_Purchased</cx:pt>
          <cx:pt idx="12190">First_Product_Purchased</cx:pt>
          <cx:pt idx="12191">First_Product_Purchased</cx:pt>
          <cx:pt idx="12192">Second_Product_Purchased</cx:pt>
          <cx:pt idx="12193">First_Product_Purchased</cx:pt>
          <cx:pt idx="12194">First_Product_Purchased</cx:pt>
          <cx:pt idx="12195">First_Product_Purchased</cx:pt>
          <cx:pt idx="12196">First_Product_Purchased</cx:pt>
          <cx:pt idx="12197">First_Product_Purchased</cx:pt>
          <cx:pt idx="12198">First_Product_Purchased</cx:pt>
          <cx:pt idx="12199">First_Product_Purchased</cx:pt>
          <cx:pt idx="12200">First_Product_Purchased</cx:pt>
          <cx:pt idx="12201">First_Product_Purchased</cx:pt>
          <cx:pt idx="12202">First_Product_Purchased</cx:pt>
          <cx:pt idx="12203">First_Product_Purchased</cx:pt>
          <cx:pt idx="12204">First_Product_Purchased</cx:pt>
          <cx:pt idx="12205">First_Product_Purchased</cx:pt>
          <cx:pt idx="12206">First_Product_Purchased</cx:pt>
          <cx:pt idx="12207">First_Product_Purchased</cx:pt>
          <cx:pt idx="12208">First_Product_Purchased</cx:pt>
          <cx:pt idx="12209">First_Product_Purchased</cx:pt>
          <cx:pt idx="12210">First_Product_Purchased</cx:pt>
          <cx:pt idx="12211">First_Product_Purchased</cx:pt>
          <cx:pt idx="12212">First_Product_Purchased</cx:pt>
          <cx:pt idx="12213">First_Product_Purchased</cx:pt>
          <cx:pt idx="12214">First_Product_Purchased</cx:pt>
          <cx:pt idx="12215">First_Product_Purchased</cx:pt>
          <cx:pt idx="12216">First_Product_Purchased</cx:pt>
          <cx:pt idx="12217">First_Product_Purchased</cx:pt>
          <cx:pt idx="12218">First_Product_Purchased</cx:pt>
          <cx:pt idx="12219">First_Product_Purchased</cx:pt>
          <cx:pt idx="12220">First_Product_Purchased</cx:pt>
          <cx:pt idx="12221">First_Product_Purchased</cx:pt>
          <cx:pt idx="12222">Second_Product_Purchased</cx:pt>
          <cx:pt idx="12223">First_Product_Purchased</cx:pt>
          <cx:pt idx="12224">First_Product_Purchased</cx:pt>
          <cx:pt idx="12225">First_Product_Purchased</cx:pt>
          <cx:pt idx="12226">First_Product_Purchased</cx:pt>
          <cx:pt idx="12227">First_Product_Purchased</cx:pt>
          <cx:pt idx="12228">First_Product_Purchased</cx:pt>
          <cx:pt idx="12229">First_Product_Purchased</cx:pt>
          <cx:pt idx="12230">First_Product_Purchased</cx:pt>
          <cx:pt idx="12231">First_Product_Purchased</cx:pt>
          <cx:pt idx="12232">First_Product_Purchased</cx:pt>
          <cx:pt idx="12233">First_Product_Purchased</cx:pt>
          <cx:pt idx="12234">First_Product_Purchased</cx:pt>
          <cx:pt idx="12235">First_Product_Purchased</cx:pt>
          <cx:pt idx="12236">First_Product_Purchased</cx:pt>
          <cx:pt idx="12237">First_Product_Purchased</cx:pt>
          <cx:pt idx="12238">First_Product_Purchased</cx:pt>
          <cx:pt idx="12239">First_Product_Purchased</cx:pt>
          <cx:pt idx="12240">First_Product_Purchased</cx:pt>
          <cx:pt idx="12241">First_Product_Purchased</cx:pt>
          <cx:pt idx="12242">First_Product_Purchased</cx:pt>
          <cx:pt idx="12243">First_Product_Purchased</cx:pt>
          <cx:pt idx="12244">First_Product_Purchased</cx:pt>
          <cx:pt idx="12245">First_Product_Purchased</cx:pt>
          <cx:pt idx="12246">First_Product_Purchased</cx:pt>
          <cx:pt idx="12247">First_Product_Purchased</cx:pt>
          <cx:pt idx="12248">First_Product_Purchased</cx:pt>
          <cx:pt idx="12249">First_Product_Purchased</cx:pt>
          <cx:pt idx="12250">First_Product_Purchased</cx:pt>
          <cx:pt idx="12251">First_Product_Purchased</cx:pt>
          <cx:pt idx="12252">First_Product_Purchased</cx:pt>
          <cx:pt idx="12253">First_Product_Purchased</cx:pt>
          <cx:pt idx="12254">First_Product_Purchased</cx:pt>
          <cx:pt idx="12255">First_Product_Purchased</cx:pt>
          <cx:pt idx="12256">First_Product_Purchased</cx:pt>
          <cx:pt idx="12257">First_Product_Purchased</cx:pt>
          <cx:pt idx="12258">First_Product_Purchased</cx:pt>
          <cx:pt idx="12259">First_Product_Purchased</cx:pt>
          <cx:pt idx="12260">First_Product_Purchased</cx:pt>
          <cx:pt idx="12261">First_Product_Purchased</cx:pt>
          <cx:pt idx="12262">First_Product_Purchased</cx:pt>
          <cx:pt idx="12263">First_Product_Purchased</cx:pt>
          <cx:pt idx="12264">First_Product_Purchased</cx:pt>
          <cx:pt idx="12265">First_Product_Purchased</cx:pt>
          <cx:pt idx="12266">First_Product_Purchased</cx:pt>
          <cx:pt idx="12267">First_Product_Purchased</cx:pt>
          <cx:pt idx="12268">First_Product_Purchased</cx:pt>
          <cx:pt idx="12269">First_Product_Purchased</cx:pt>
          <cx:pt idx="12270">First_Product_Purchased</cx:pt>
          <cx:pt idx="12271">First_Product_Purchased</cx:pt>
          <cx:pt idx="12272">First_Product_Purchased</cx:pt>
          <cx:pt idx="12273">First_Product_Purchased</cx:pt>
          <cx:pt idx="12274">First_Product_Purchased</cx:pt>
          <cx:pt idx="12275">First_Product_Purchased</cx:pt>
          <cx:pt idx="12276">First_Product_Purchased</cx:pt>
          <cx:pt idx="12277">First_Product_Purchased</cx:pt>
          <cx:pt idx="12278">First_Product_Purchased</cx:pt>
          <cx:pt idx="12279">First_Product_Purchased</cx:pt>
          <cx:pt idx="12280">First_Product_Purchased</cx:pt>
          <cx:pt idx="12281">First_Product_Purchased</cx:pt>
          <cx:pt idx="12282">First_Product_Purchased</cx:pt>
          <cx:pt idx="12283">First_Product_Purchased</cx:pt>
          <cx:pt idx="12284">First_Product_Purchased</cx:pt>
          <cx:pt idx="12285">First_Product_Purchased</cx:pt>
          <cx:pt idx="12286">First_Product_Purchased</cx:pt>
          <cx:pt idx="12287">First_Product_Purchased</cx:pt>
          <cx:pt idx="12288">First_Product_Purchased</cx:pt>
          <cx:pt idx="12289">First_Product_Purchased</cx:pt>
          <cx:pt idx="12290">First_Product_Purchased</cx:pt>
          <cx:pt idx="12291">First_Product_Purchased</cx:pt>
          <cx:pt idx="12292">First_Product_Purchased</cx:pt>
          <cx:pt idx="12293">First_Product_Purchased</cx:pt>
          <cx:pt idx="12294">First_Product_Purchased</cx:pt>
          <cx:pt idx="12295">First_Product_Purchased</cx:pt>
          <cx:pt idx="12296">First_Product_Purchased</cx:pt>
          <cx:pt idx="12297">First_Product_Purchased</cx:pt>
          <cx:pt idx="12298">First_Product_Purchased</cx:pt>
          <cx:pt idx="12299">First_Product_Purchased</cx:pt>
          <cx:pt idx="12300">First_Product_Purchased</cx:pt>
          <cx:pt idx="12301">First_Product_Purchased</cx:pt>
          <cx:pt idx="12302">First_Product_Purchased</cx:pt>
          <cx:pt idx="12303">First_Product_Purchased</cx:pt>
          <cx:pt idx="12304">First_Product_Purchased</cx:pt>
          <cx:pt idx="12305">First_Product_Purchased</cx:pt>
          <cx:pt idx="12306">First_Product_Purchased</cx:pt>
          <cx:pt idx="12307">First_Product_Purchased</cx:pt>
          <cx:pt idx="12308">First_Product_Purchased</cx:pt>
          <cx:pt idx="12309">First_Product_Purchased</cx:pt>
          <cx:pt idx="12310">First_Product_Purchased</cx:pt>
          <cx:pt idx="12311">First_Product_Purchased</cx:pt>
          <cx:pt idx="12312">First_Product_Purchased</cx:pt>
          <cx:pt idx="12313">First_Product_Purchased</cx:pt>
          <cx:pt idx="12314">First_Product_Purchased</cx:pt>
          <cx:pt idx="12315">First_Product_Purchased</cx:pt>
          <cx:pt idx="12316">First_Product_Purchased</cx:pt>
          <cx:pt idx="12317">First_Product_Purchased</cx:pt>
          <cx:pt idx="12318">First_Product_Purchased</cx:pt>
          <cx:pt idx="12319">First_Product_Purchased</cx:pt>
          <cx:pt idx="12320">First_Product_Purchased</cx:pt>
          <cx:pt idx="12321">First_Product_Purchased</cx:pt>
          <cx:pt idx="12322">First_Product_Purchased</cx:pt>
          <cx:pt idx="12323">First_Product_Purchased</cx:pt>
          <cx:pt idx="12324">First_Product_Purchased</cx:pt>
          <cx:pt idx="12325">First_Product_Purchased</cx:pt>
          <cx:pt idx="12326">First_Product_Purchased</cx:pt>
          <cx:pt idx="12327">First_Product_Purchased</cx:pt>
          <cx:pt idx="12328">First_Product_Purchased</cx:pt>
          <cx:pt idx="12329">First_Product_Purchased</cx:pt>
          <cx:pt idx="12330">First_Product_Purchased</cx:pt>
          <cx:pt idx="12331">First_Product_Purchased</cx:pt>
          <cx:pt idx="12332">First_Product_Purchased</cx:pt>
          <cx:pt idx="12333">First_Product_Purchased</cx:pt>
          <cx:pt idx="12334">First_Product_Purchased</cx:pt>
          <cx:pt idx="12335">First_Product_Purchased</cx:pt>
          <cx:pt idx="12336">First_Product_Purchased</cx:pt>
          <cx:pt idx="12337">First_Product_Purchased</cx:pt>
          <cx:pt idx="12338">First_Product_Purchased</cx:pt>
          <cx:pt idx="12339">First_Product_Purchased</cx:pt>
          <cx:pt idx="12340">First_Product_Purchased</cx:pt>
          <cx:pt idx="12341">First_Product_Purchased</cx:pt>
          <cx:pt idx="12342">First_Product_Purchased</cx:pt>
          <cx:pt idx="12343">First_Product_Purchased</cx:pt>
          <cx:pt idx="12344">First_Product_Purchased</cx:pt>
          <cx:pt idx="12345">First_Product_Purchased</cx:pt>
          <cx:pt idx="12346">First_Product_Purchased</cx:pt>
          <cx:pt idx="12347">First_Product_Purchased</cx:pt>
          <cx:pt idx="12348">First_Product_Purchased</cx:pt>
          <cx:pt idx="12349">First_Product_Purchased</cx:pt>
          <cx:pt idx="12350">First_Product_Purchased</cx:pt>
          <cx:pt idx="12351">First_Product_Purchased</cx:pt>
          <cx:pt idx="12352">First_Product_Purchased</cx:pt>
          <cx:pt idx="12353">First_Product_Purchased</cx:pt>
          <cx:pt idx="12354">First_Product_Purchased</cx:pt>
          <cx:pt idx="12355">First_Product_Purchased</cx:pt>
          <cx:pt idx="12356">First_Product_Purchased</cx:pt>
          <cx:pt idx="12357">First_Product_Purchased</cx:pt>
          <cx:pt idx="12358">First_Product_Purchased</cx:pt>
          <cx:pt idx="12359">First_Product_Purchased</cx:pt>
          <cx:pt idx="12360">First_Product_Purchased</cx:pt>
          <cx:pt idx="12361">First_Product_Purchased</cx:pt>
          <cx:pt idx="12362">First_Product_Purchased</cx:pt>
          <cx:pt idx="12363">First_Product_Purchased</cx:pt>
          <cx:pt idx="12364">Second_Product_Purchased</cx:pt>
          <cx:pt idx="12365">First_Product_Purchased</cx:pt>
          <cx:pt idx="12366">First_Product_Purchased</cx:pt>
          <cx:pt idx="12367">First_Product_Purchased</cx:pt>
          <cx:pt idx="12368">First_Product_Purchased</cx:pt>
          <cx:pt idx="12369">First_Product_Purchased</cx:pt>
          <cx:pt idx="12370">First_Product_Purchased</cx:pt>
          <cx:pt idx="12371">First_Product_Purchased</cx:pt>
          <cx:pt idx="12372">First_Product_Purchased</cx:pt>
          <cx:pt idx="12373">First_Product_Purchased</cx:pt>
          <cx:pt idx="12374">First_Product_Purchased</cx:pt>
          <cx:pt idx="12375">First_Product_Purchased</cx:pt>
          <cx:pt idx="12376">First_Product_Purchased</cx:pt>
          <cx:pt idx="12377">First_Product_Purchased</cx:pt>
          <cx:pt idx="12378">First_Product_Purchased</cx:pt>
          <cx:pt idx="12379">First_Product_Purchased</cx:pt>
          <cx:pt idx="12380">First_Product_Purchased</cx:pt>
          <cx:pt idx="12381">First_Product_Purchased</cx:pt>
          <cx:pt idx="12382">First_Product_Purchased</cx:pt>
          <cx:pt idx="12383">First_Product_Purchased</cx:pt>
          <cx:pt idx="12384">First_Product_Purchased</cx:pt>
          <cx:pt idx="12385">First_Product_Purchased</cx:pt>
          <cx:pt idx="12386">First_Product_Purchased</cx:pt>
          <cx:pt idx="12387">First_Product_Purchased</cx:pt>
          <cx:pt idx="12388">First_Product_Purchased</cx:pt>
          <cx:pt idx="12389">First_Product_Purchased</cx:pt>
          <cx:pt idx="12390">First_Product_Purchased</cx:pt>
          <cx:pt idx="12391">First_Product_Purchased</cx:pt>
          <cx:pt idx="12392">First_Product_Purchased</cx:pt>
          <cx:pt idx="12393">First_Product_Purchased</cx:pt>
          <cx:pt idx="12394">First_Product_Purchased</cx:pt>
          <cx:pt idx="12395">First_Product_Purchased</cx:pt>
          <cx:pt idx="12396">First_Product_Purchased</cx:pt>
          <cx:pt idx="12397">First_Product_Purchased</cx:pt>
          <cx:pt idx="12398">First_Product_Purchased</cx:pt>
          <cx:pt idx="12399">First_Product_Purchased</cx:pt>
          <cx:pt idx="12400">First_Product_Purchased</cx:pt>
          <cx:pt idx="12401">First_Product_Purchased</cx:pt>
          <cx:pt idx="12402">First_Product_Purchased</cx:pt>
          <cx:pt idx="12403">First_Product_Purchased</cx:pt>
          <cx:pt idx="12404">First_Product_Purchased</cx:pt>
          <cx:pt idx="12405">First_Product_Purchased</cx:pt>
          <cx:pt idx="12406">First_Product_Purchased</cx:pt>
          <cx:pt idx="12407">First_Product_Purchased</cx:pt>
          <cx:pt idx="12408">Second_Product_Purchased</cx:pt>
          <cx:pt idx="12409">First_Product_Purchased</cx:pt>
          <cx:pt idx="12410">First_Product_Purchased</cx:pt>
          <cx:pt idx="12411">First_Product_Purchased</cx:pt>
          <cx:pt idx="12412">First_Product_Purchased</cx:pt>
          <cx:pt idx="12413">First_Product_Purchased</cx:pt>
          <cx:pt idx="12414">First_Product_Purchased</cx:pt>
          <cx:pt idx="12415">First_Product_Purchased</cx:pt>
          <cx:pt idx="12416">First_Product_Purchased</cx:pt>
          <cx:pt idx="12417">First_Product_Purchased</cx:pt>
          <cx:pt idx="12418">First_Product_Purchased</cx:pt>
          <cx:pt idx="12419">First_Product_Purchased</cx:pt>
          <cx:pt idx="12420">First_Product_Purchased</cx:pt>
          <cx:pt idx="12421">First_Product_Purchased</cx:pt>
          <cx:pt idx="12422">First_Product_Purchased</cx:pt>
          <cx:pt idx="12423">First_Product_Purchased</cx:pt>
          <cx:pt idx="12424">First_Product_Purchased</cx:pt>
          <cx:pt idx="12425">First_Product_Purchased</cx:pt>
          <cx:pt idx="12426">First_Product_Purchased</cx:pt>
          <cx:pt idx="12427">First_Product_Purchased</cx:pt>
          <cx:pt idx="12428">First_Product_Purchased</cx:pt>
          <cx:pt idx="12429">First_Product_Purchased</cx:pt>
          <cx:pt idx="12430">First_Product_Purchased</cx:pt>
          <cx:pt idx="12431">First_Product_Purchased</cx:pt>
          <cx:pt idx="12432">First_Product_Purchased</cx:pt>
          <cx:pt idx="12433">First_Product_Purchased</cx:pt>
          <cx:pt idx="12434">First_Product_Purchased</cx:pt>
          <cx:pt idx="12435">First_Product_Purchased</cx:pt>
          <cx:pt idx="12436">First_Product_Purchased</cx:pt>
          <cx:pt idx="12437">First_Product_Purchased</cx:pt>
          <cx:pt idx="12438">First_Product_Purchased</cx:pt>
          <cx:pt idx="12439">First_Product_Purchased</cx:pt>
          <cx:pt idx="12440">First_Product_Purchased</cx:pt>
          <cx:pt idx="12441">First_Product_Purchased</cx:pt>
          <cx:pt idx="12442">First_Product_Purchased</cx:pt>
          <cx:pt idx="12443">First_Product_Purchased</cx:pt>
          <cx:pt idx="12444">First_Product_Purchased</cx:pt>
          <cx:pt idx="12445">First_Product_Purchased</cx:pt>
          <cx:pt idx="12446">First_Product_Purchased</cx:pt>
          <cx:pt idx="12447">First_Product_Purchased</cx:pt>
          <cx:pt idx="12448">First_Product_Purchased</cx:pt>
          <cx:pt idx="12449">First_Product_Purchased</cx:pt>
          <cx:pt idx="12450">First_Product_Purchased</cx:pt>
          <cx:pt idx="12451">First_Product_Purchased</cx:pt>
          <cx:pt idx="12452">First_Product_Purchased</cx:pt>
          <cx:pt idx="12453">First_Product_Purchased</cx:pt>
          <cx:pt idx="12454">First_Product_Purchased</cx:pt>
          <cx:pt idx="12455">First_Product_Purchased</cx:pt>
          <cx:pt idx="12456">Second_Product_Purchased</cx:pt>
          <cx:pt idx="12457">First_Product_Purchased</cx:pt>
          <cx:pt idx="12458">First_Product_Purchased</cx:pt>
          <cx:pt idx="12459">First_Product_Purchased</cx:pt>
          <cx:pt idx="12460">First_Product_Purchased</cx:pt>
          <cx:pt idx="12461">First_Product_Purchased</cx:pt>
          <cx:pt idx="12462">First_Product_Purchased</cx:pt>
          <cx:pt idx="12463">First_Product_Purchased</cx:pt>
          <cx:pt idx="12464">First_Product_Purchased</cx:pt>
          <cx:pt idx="12465">First_Product_Purchased</cx:pt>
          <cx:pt idx="12466">First_Product_Purchased</cx:pt>
          <cx:pt idx="12467">First_Product_Purchased</cx:pt>
          <cx:pt idx="12468">First_Product_Purchased</cx:pt>
          <cx:pt idx="12469">First_Product_Purchased</cx:pt>
          <cx:pt idx="12470">First_Product_Purchased</cx:pt>
          <cx:pt idx="12471">First_Product_Purchased</cx:pt>
          <cx:pt idx="12472">First_Product_Purchased</cx:pt>
          <cx:pt idx="12473">First_Product_Purchased</cx:pt>
          <cx:pt idx="12474">First_Product_Purchased</cx:pt>
          <cx:pt idx="12475">First_Product_Purchased</cx:pt>
          <cx:pt idx="12476">First_Product_Purchased</cx:pt>
          <cx:pt idx="12477">First_Product_Purchased</cx:pt>
          <cx:pt idx="12478">First_Product_Purchased</cx:pt>
          <cx:pt idx="12479">First_Product_Purchased</cx:pt>
          <cx:pt idx="12480">First_Product_Purchased</cx:pt>
          <cx:pt idx="12481">First_Product_Purchased</cx:pt>
          <cx:pt idx="12482">First_Product_Purchased</cx:pt>
          <cx:pt idx="12483">First_Product_Purchased</cx:pt>
          <cx:pt idx="12484">First_Product_Purchased</cx:pt>
          <cx:pt idx="12485">First_Product_Purchased</cx:pt>
          <cx:pt idx="12486">First_Product_Purchased</cx:pt>
          <cx:pt idx="12487">First_Product_Purchased</cx:pt>
          <cx:pt idx="12488">First_Product_Purchased</cx:pt>
          <cx:pt idx="12489">First_Product_Purchased</cx:pt>
          <cx:pt idx="12490">First_Product_Purchased</cx:pt>
          <cx:pt idx="12491">First_Product_Purchased</cx:pt>
          <cx:pt idx="12492">First_Product_Purchased</cx:pt>
          <cx:pt idx="12493">First_Product_Purchased</cx:pt>
          <cx:pt idx="12494">First_Product_Purchased</cx:pt>
          <cx:pt idx="12495">First_Product_Purchased</cx:pt>
          <cx:pt idx="12496">First_Product_Purchased</cx:pt>
          <cx:pt idx="12497">First_Product_Purchased</cx:pt>
          <cx:pt idx="12498">First_Product_Purchased</cx:pt>
          <cx:pt idx="12499">First_Product_Purchased</cx:pt>
          <cx:pt idx="12500">First_Product_Purchased</cx:pt>
          <cx:pt idx="12501">First_Product_Purchased</cx:pt>
          <cx:pt idx="12502">First_Product_Purchased</cx:pt>
          <cx:pt idx="12503">First_Product_Purchased</cx:pt>
          <cx:pt idx="12504">First_Product_Purchased</cx:pt>
          <cx:pt idx="12505">First_Product_Purchased</cx:pt>
          <cx:pt idx="12506">First_Product_Purchased</cx:pt>
          <cx:pt idx="12507">First_Product_Purchased</cx:pt>
          <cx:pt idx="12508">First_Product_Purchased</cx:pt>
          <cx:pt idx="12509">First_Product_Purchased</cx:pt>
          <cx:pt idx="12510">First_Product_Purchased</cx:pt>
          <cx:pt idx="12511">First_Product_Purchased</cx:pt>
          <cx:pt idx="12512">First_Product_Purchased</cx:pt>
          <cx:pt idx="12513">First_Product_Purchased</cx:pt>
          <cx:pt idx="12514">First_Product_Purchased</cx:pt>
          <cx:pt idx="12515">First_Product_Purchased</cx:pt>
          <cx:pt idx="12516">First_Product_Purchased</cx:pt>
          <cx:pt idx="12517">First_Product_Purchased</cx:pt>
          <cx:pt idx="12518">First_Product_Purchased</cx:pt>
          <cx:pt idx="12519">First_Product_Purchased</cx:pt>
          <cx:pt idx="12520">First_Product_Purchased</cx:pt>
          <cx:pt idx="12521">First_Product_Purchased</cx:pt>
          <cx:pt idx="12522">First_Product_Purchased</cx:pt>
          <cx:pt idx="12523">First_Product_Purchased</cx:pt>
          <cx:pt idx="12524">First_Product_Purchased</cx:pt>
          <cx:pt idx="12525">First_Product_Purchased</cx:pt>
          <cx:pt idx="12526">First_Product_Purchased</cx:pt>
          <cx:pt idx="12527">First_Product_Purchased</cx:pt>
          <cx:pt idx="12528">First_Product_Purchased</cx:pt>
          <cx:pt idx="12529">First_Product_Purchased</cx:pt>
          <cx:pt idx="12530">First_Product_Purchased</cx:pt>
          <cx:pt idx="12531">First_Product_Purchased</cx:pt>
          <cx:pt idx="12532">First_Product_Purchased</cx:pt>
          <cx:pt idx="12533">First_Product_Purchased</cx:pt>
          <cx:pt idx="12534">First_Product_Purchased</cx:pt>
          <cx:pt idx="12535">First_Product_Purchased</cx:pt>
          <cx:pt idx="12536">First_Product_Purchased</cx:pt>
          <cx:pt idx="12537">First_Product_Purchased</cx:pt>
          <cx:pt idx="12538">First_Product_Purchased</cx:pt>
          <cx:pt idx="12539">First_Product_Purchased</cx:pt>
          <cx:pt idx="12540">First_Product_Purchased</cx:pt>
          <cx:pt idx="12541">First_Product_Purchased</cx:pt>
          <cx:pt idx="12542">First_Product_Purchased</cx:pt>
          <cx:pt idx="12543">First_Product_Purchased</cx:pt>
          <cx:pt idx="12544">Second_Product_Purchased</cx:pt>
          <cx:pt idx="12545">First_Product_Purchased</cx:pt>
          <cx:pt idx="12546">First_Product_Purchased</cx:pt>
          <cx:pt idx="12547">First_Product_Purchased</cx:pt>
          <cx:pt idx="12548">First_Product_Purchased</cx:pt>
          <cx:pt idx="12549">First_Product_Purchased</cx:pt>
          <cx:pt idx="12550">First_Product_Purchased</cx:pt>
          <cx:pt idx="12551">First_Product_Purchased</cx:pt>
          <cx:pt idx="12552">First_Product_Purchased</cx:pt>
          <cx:pt idx="12553">First_Product_Purchased</cx:pt>
          <cx:pt idx="12554">First_Product_Purchased</cx:pt>
          <cx:pt idx="12555">First_Product_Purchased</cx:pt>
          <cx:pt idx="12556">Second_Product_Purchased</cx:pt>
          <cx:pt idx="12557">First_Product_Purchased</cx:pt>
          <cx:pt idx="12558">First_Product_Purchased</cx:pt>
          <cx:pt idx="12559">First_Product_Purchased</cx:pt>
          <cx:pt idx="12560">First_Product_Purchased</cx:pt>
          <cx:pt idx="12561">First_Product_Purchased</cx:pt>
          <cx:pt idx="12562">First_Product_Purchased</cx:pt>
          <cx:pt idx="12563">First_Product_Purchased</cx:pt>
          <cx:pt idx="12564">First_Product_Purchased</cx:pt>
          <cx:pt idx="12565">First_Product_Purchased</cx:pt>
          <cx:pt idx="12566">First_Product_Purchased</cx:pt>
          <cx:pt idx="12567">First_Product_Purchased</cx:pt>
          <cx:pt idx="12568">First_Product_Purchased</cx:pt>
          <cx:pt idx="12569">First_Product_Purchased</cx:pt>
          <cx:pt idx="12570">First_Product_Purchased</cx:pt>
          <cx:pt idx="12571">First_Product_Purchased</cx:pt>
          <cx:pt idx="12572">First_Product_Purchased</cx:pt>
          <cx:pt idx="12573">First_Product_Purchased</cx:pt>
          <cx:pt idx="12574">First_Product_Purchased</cx:pt>
          <cx:pt idx="12575">First_Product_Purchased</cx:pt>
          <cx:pt idx="12576">First_Product_Purchased</cx:pt>
          <cx:pt idx="12577">First_Product_Purchased</cx:pt>
          <cx:pt idx="12578">First_Product_Purchased</cx:pt>
          <cx:pt idx="12579">First_Product_Purchased</cx:pt>
          <cx:pt idx="12580">First_Product_Purchased</cx:pt>
          <cx:pt idx="12581">First_Product_Purchased</cx:pt>
          <cx:pt idx="12582">First_Product_Purchased</cx:pt>
          <cx:pt idx="12583">First_Product_Purchased</cx:pt>
          <cx:pt idx="12584">First_Product_Purchased</cx:pt>
          <cx:pt idx="12585">First_Product_Purchased</cx:pt>
          <cx:pt idx="12586">First_Product_Purchased</cx:pt>
          <cx:pt idx="12587">First_Product_Purchased</cx:pt>
          <cx:pt idx="12588">First_Product_Purchased</cx:pt>
          <cx:pt idx="12589">First_Product_Purchased</cx:pt>
          <cx:pt idx="12590">First_Product_Purchased</cx:pt>
          <cx:pt idx="12591">First_Product_Purchased</cx:pt>
          <cx:pt idx="12592">First_Product_Purchased</cx:pt>
          <cx:pt idx="12593">First_Product_Purchased</cx:pt>
          <cx:pt idx="12594">First_Product_Purchased</cx:pt>
          <cx:pt idx="12595">First_Product_Purchased</cx:pt>
          <cx:pt idx="12596">First_Product_Purchased</cx:pt>
          <cx:pt idx="12597">First_Product_Purchased</cx:pt>
          <cx:pt idx="12598">First_Product_Purchased</cx:pt>
          <cx:pt idx="12599">First_Product_Purchased</cx:pt>
          <cx:pt idx="12600">First_Product_Purchased</cx:pt>
          <cx:pt idx="12601">First_Product_Purchased</cx:pt>
          <cx:pt idx="12602">First_Product_Purchased</cx:pt>
          <cx:pt idx="12603">First_Product_Purchased</cx:pt>
          <cx:pt idx="12604">First_Product_Purchased</cx:pt>
          <cx:pt idx="12605">First_Product_Purchased</cx:pt>
          <cx:pt idx="12606">First_Product_Purchased</cx:pt>
          <cx:pt idx="12607">First_Product_Purchased</cx:pt>
          <cx:pt idx="12608">First_Product_Purchased</cx:pt>
          <cx:pt idx="12609">First_Product_Purchased</cx:pt>
          <cx:pt idx="12610">First_Product_Purchased</cx:pt>
          <cx:pt idx="12611">First_Product_Purchased</cx:pt>
          <cx:pt idx="12612">First_Product_Purchased</cx:pt>
          <cx:pt idx="12613">First_Product_Purchased</cx:pt>
          <cx:pt idx="12614">First_Product_Purchased</cx:pt>
          <cx:pt idx="12615">First_Product_Purchased</cx:pt>
          <cx:pt idx="12616">First_Product_Purchased</cx:pt>
          <cx:pt idx="12617">First_Product_Purchased</cx:pt>
          <cx:pt idx="12618">First_Product_Purchased</cx:pt>
          <cx:pt idx="12619">First_Product_Purchased</cx:pt>
          <cx:pt idx="12620">First_Product_Purchased</cx:pt>
          <cx:pt idx="12621">First_Product_Purchased</cx:pt>
          <cx:pt idx="12622">First_Product_Purchased</cx:pt>
          <cx:pt idx="12623">First_Product_Purchased</cx:pt>
          <cx:pt idx="12624">First_Product_Purchased</cx:pt>
          <cx:pt idx="12625">First_Product_Purchased</cx:pt>
          <cx:pt idx="12626">First_Product_Purchased</cx:pt>
          <cx:pt idx="12627">First_Product_Purchased</cx:pt>
          <cx:pt idx="12628">First_Product_Purchased</cx:pt>
          <cx:pt idx="12629">First_Product_Purchased</cx:pt>
          <cx:pt idx="12630">First_Product_Purchased</cx:pt>
          <cx:pt idx="12631">Second_Product_Purchased</cx:pt>
          <cx:pt idx="12632">First_Product_Purchased</cx:pt>
          <cx:pt idx="12633">First_Product_Purchased</cx:pt>
          <cx:pt idx="12634">First_Product_Purchased</cx:pt>
          <cx:pt idx="12635">First_Product_Purchased</cx:pt>
          <cx:pt idx="12636">First_Product_Purchased</cx:pt>
          <cx:pt idx="12637">First_Product_Purchased</cx:pt>
          <cx:pt idx="12638">First_Product_Purchased</cx:pt>
          <cx:pt idx="12639">First_Product_Purchased</cx:pt>
          <cx:pt idx="12640">First_Product_Purchased</cx:pt>
          <cx:pt idx="12641">First_Product_Purchased</cx:pt>
          <cx:pt idx="12642">First_Product_Purchased</cx:pt>
          <cx:pt idx="12643">First_Product_Purchased</cx:pt>
          <cx:pt idx="12644">First_Product_Purchased</cx:pt>
          <cx:pt idx="12645">First_Product_Purchased</cx:pt>
          <cx:pt idx="12646">First_Product_Purchased</cx:pt>
          <cx:pt idx="12647">First_Product_Purchased</cx:pt>
          <cx:pt idx="12648">First_Product_Purchased</cx:pt>
          <cx:pt idx="12649">First_Product_Purchased</cx:pt>
          <cx:pt idx="12650">First_Product_Purchased</cx:pt>
          <cx:pt idx="12651">First_Product_Purchased</cx:pt>
          <cx:pt idx="12652">First_Product_Purchased</cx:pt>
          <cx:pt idx="12653">First_Product_Purchased</cx:pt>
          <cx:pt idx="12654">First_Product_Purchased</cx:pt>
          <cx:pt idx="12655">First_Product_Purchased</cx:pt>
          <cx:pt idx="12656">First_Product_Purchased</cx:pt>
          <cx:pt idx="12657">First_Product_Purchased</cx:pt>
          <cx:pt idx="12658">First_Product_Purchased</cx:pt>
          <cx:pt idx="12659">First_Product_Purchased</cx:pt>
          <cx:pt idx="12660">First_Product_Purchased</cx:pt>
          <cx:pt idx="12661">First_Product_Purchased</cx:pt>
          <cx:pt idx="12662">First_Product_Purchased</cx:pt>
          <cx:pt idx="12663">First_Product_Purchased</cx:pt>
          <cx:pt idx="12664">First_Product_Purchased</cx:pt>
          <cx:pt idx="12665">First_Product_Purchased</cx:pt>
          <cx:pt idx="12666">First_Product_Purchased</cx:pt>
          <cx:pt idx="12667">First_Product_Purchased</cx:pt>
          <cx:pt idx="12668">First_Product_Purchased</cx:pt>
          <cx:pt idx="12669">First_Product_Purchased</cx:pt>
          <cx:pt idx="12670">First_Product_Purchased</cx:pt>
          <cx:pt idx="12671">First_Product_Purchased</cx:pt>
          <cx:pt idx="12672">First_Product_Purchased</cx:pt>
          <cx:pt idx="12673">First_Product_Purchased</cx:pt>
          <cx:pt idx="12674">First_Product_Purchased</cx:pt>
          <cx:pt idx="12675">First_Product_Purchased</cx:pt>
          <cx:pt idx="12676">First_Product_Purchased</cx:pt>
          <cx:pt idx="12677">First_Product_Purchased</cx:pt>
          <cx:pt idx="12678">First_Product_Purchased</cx:pt>
          <cx:pt idx="12679">First_Product_Purchased</cx:pt>
          <cx:pt idx="12680">First_Product_Purchased</cx:pt>
          <cx:pt idx="12681">First_Product_Purchased</cx:pt>
          <cx:pt idx="12682">First_Product_Purchased</cx:pt>
          <cx:pt idx="12683">First_Product_Purchased</cx:pt>
          <cx:pt idx="12684">First_Product_Purchased</cx:pt>
          <cx:pt idx="12685">First_Product_Purchased</cx:pt>
          <cx:pt idx="12686">First_Product_Purchased</cx:pt>
          <cx:pt idx="12687">First_Product_Purchased</cx:pt>
          <cx:pt idx="12688">Second_Product_Purchased</cx:pt>
          <cx:pt idx="12689">First_Product_Purchased</cx:pt>
          <cx:pt idx="12690">First_Product_Purchased</cx:pt>
          <cx:pt idx="12691">First_Product_Purchased</cx:pt>
          <cx:pt idx="12692">First_Product_Purchased</cx:pt>
          <cx:pt idx="12693">First_Product_Purchased</cx:pt>
          <cx:pt idx="12694">First_Product_Purchased</cx:pt>
          <cx:pt idx="12695">Second_Product_Purchased</cx:pt>
          <cx:pt idx="12696">First_Product_Purchased</cx:pt>
          <cx:pt idx="12697">First_Product_Purchased</cx:pt>
          <cx:pt idx="12698">First_Product_Purchased</cx:pt>
          <cx:pt idx="12699">First_Product_Purchased</cx:pt>
          <cx:pt idx="12700">First_Product_Purchased</cx:pt>
          <cx:pt idx="12701">First_Product_Purchased</cx:pt>
          <cx:pt idx="12702">First_Product_Purchased</cx:pt>
          <cx:pt idx="12703">First_Product_Purchased</cx:pt>
          <cx:pt idx="12704">First_Product_Purchased</cx:pt>
          <cx:pt idx="12705">First_Product_Purchased</cx:pt>
          <cx:pt idx="12706">First_Product_Purchased</cx:pt>
          <cx:pt idx="12707">First_Product_Purchased</cx:pt>
          <cx:pt idx="12708">First_Product_Purchased</cx:pt>
          <cx:pt idx="12709">First_Product_Purchased</cx:pt>
          <cx:pt idx="12710">First_Product_Purchased</cx:pt>
          <cx:pt idx="12711">First_Product_Purchased</cx:pt>
          <cx:pt idx="12712">First_Product_Purchased</cx:pt>
          <cx:pt idx="12713">First_Product_Purchased</cx:pt>
          <cx:pt idx="12714">Second_Product_Purchased</cx:pt>
          <cx:pt idx="12715">First_Product_Purchased</cx:pt>
          <cx:pt idx="12716">First_Product_Purchased</cx:pt>
          <cx:pt idx="12717">First_Product_Purchased</cx:pt>
          <cx:pt idx="12718">First_Product_Purchased</cx:pt>
          <cx:pt idx="12719">First_Product_Purchased</cx:pt>
          <cx:pt idx="12720">First_Product_Purchased</cx:pt>
          <cx:pt idx="12721">First_Product_Purchased</cx:pt>
          <cx:pt idx="12722">First_Product_Purchased</cx:pt>
          <cx:pt idx="12723">First_Product_Purchased</cx:pt>
          <cx:pt idx="12724">First_Product_Purchased</cx:pt>
          <cx:pt idx="12725">First_Product_Purchased</cx:pt>
          <cx:pt idx="12726">First_Product_Purchased</cx:pt>
          <cx:pt idx="12727">First_Product_Purchased</cx:pt>
          <cx:pt idx="12728">First_Product_Purchased</cx:pt>
          <cx:pt idx="12729">First_Product_Purchased</cx:pt>
          <cx:pt idx="12730">First_Product_Purchased</cx:pt>
          <cx:pt idx="12731">First_Product_Purchased</cx:pt>
          <cx:pt idx="12732">First_Product_Purchased</cx:pt>
          <cx:pt idx="12733">First_Product_Purchased</cx:pt>
          <cx:pt idx="12734">First_Product_Purchased</cx:pt>
          <cx:pt idx="12735">First_Product_Purchased</cx:pt>
          <cx:pt idx="12736">First_Product_Purchased</cx:pt>
          <cx:pt idx="12737">First_Product_Purchased</cx:pt>
          <cx:pt idx="12738">First_Product_Purchased</cx:pt>
          <cx:pt idx="12739">First_Product_Purchased</cx:pt>
          <cx:pt idx="12740">First_Product_Purchased</cx:pt>
          <cx:pt idx="12741">First_Product_Purchased</cx:pt>
          <cx:pt idx="12742">First_Product_Purchased</cx:pt>
          <cx:pt idx="12743">First_Product_Purchased</cx:pt>
          <cx:pt idx="12744">First_Product_Purchased</cx:pt>
          <cx:pt idx="12745">First_Product_Purchased</cx:pt>
          <cx:pt idx="12746">First_Product_Purchased</cx:pt>
          <cx:pt idx="12747">First_Product_Purchased</cx:pt>
          <cx:pt idx="12748">First_Product_Purchased</cx:pt>
          <cx:pt idx="12749">First_Product_Purchased</cx:pt>
          <cx:pt idx="12750">First_Product_Purchased</cx:pt>
          <cx:pt idx="12751">First_Product_Purchased</cx:pt>
          <cx:pt idx="12752">First_Product_Purchased</cx:pt>
          <cx:pt idx="12753">First_Product_Purchased</cx:pt>
          <cx:pt idx="12754">Second_Product_Purchased</cx:pt>
          <cx:pt idx="12755">First_Product_Purchased</cx:pt>
          <cx:pt idx="12756">First_Product_Purchased</cx:pt>
          <cx:pt idx="12757">First_Product_Purchased</cx:pt>
          <cx:pt idx="12758">First_Product_Purchased</cx:pt>
          <cx:pt idx="12759">First_Product_Purchased</cx:pt>
          <cx:pt idx="12760">First_Product_Purchased</cx:pt>
          <cx:pt idx="12761">First_Product_Purchased</cx:pt>
          <cx:pt idx="12762">First_Product_Purchased</cx:pt>
          <cx:pt idx="12763">First_Product_Purchased</cx:pt>
          <cx:pt idx="12764">First_Product_Purchased</cx:pt>
          <cx:pt idx="12765">First_Product_Purchased</cx:pt>
          <cx:pt idx="12766">First_Product_Purchased</cx:pt>
          <cx:pt idx="12767">First_Product_Purchased</cx:pt>
          <cx:pt idx="12768">First_Product_Purchased</cx:pt>
          <cx:pt idx="12769">First_Product_Purchased</cx:pt>
          <cx:pt idx="12770">First_Product_Purchased</cx:pt>
          <cx:pt idx="12771">First_Product_Purchased</cx:pt>
          <cx:pt idx="12772">First_Product_Purchased</cx:pt>
          <cx:pt idx="12773">First_Product_Purchased</cx:pt>
          <cx:pt idx="12774">First_Product_Purchased</cx:pt>
          <cx:pt idx="12775">First_Product_Purchased</cx:pt>
          <cx:pt idx="12776">First_Product_Purchased</cx:pt>
          <cx:pt idx="12777">First_Product_Purchased</cx:pt>
          <cx:pt idx="12778">First_Product_Purchased</cx:pt>
          <cx:pt idx="12779">First_Product_Purchased</cx:pt>
          <cx:pt idx="12780">First_Product_Purchased</cx:pt>
          <cx:pt idx="12781">First_Product_Purchased</cx:pt>
          <cx:pt idx="12782">First_Product_Purchased</cx:pt>
          <cx:pt idx="12783">First_Product_Purchased</cx:pt>
          <cx:pt idx="12784">First_Product_Purchased</cx:pt>
          <cx:pt idx="12785">First_Product_Purchased</cx:pt>
          <cx:pt idx="12786">First_Product_Purchased</cx:pt>
          <cx:pt idx="12787">First_Product_Purchased</cx:pt>
          <cx:pt idx="12788">First_Product_Purchased</cx:pt>
          <cx:pt idx="12789">First_Product_Purchased</cx:pt>
          <cx:pt idx="12790">First_Product_Purchased</cx:pt>
          <cx:pt idx="12791">First_Product_Purchased</cx:pt>
          <cx:pt idx="12792">First_Product_Purchased</cx:pt>
          <cx:pt idx="12793">First_Product_Purchased</cx:pt>
          <cx:pt idx="12794">First_Product_Purchased</cx:pt>
          <cx:pt idx="12795">First_Product_Purchased</cx:pt>
          <cx:pt idx="12796">First_Product_Purchased</cx:pt>
          <cx:pt idx="12797">First_Product_Purchased</cx:pt>
          <cx:pt idx="12798">First_Product_Purchased</cx:pt>
          <cx:pt idx="12799">First_Product_Purchased</cx:pt>
          <cx:pt idx="12800">First_Product_Purchased</cx:pt>
          <cx:pt idx="12801">First_Product_Purchased</cx:pt>
          <cx:pt idx="12802">First_Product_Purchased</cx:pt>
          <cx:pt idx="12803">First_Product_Purchased</cx:pt>
          <cx:pt idx="12804">First_Product_Purchased</cx:pt>
          <cx:pt idx="12805">First_Product_Purchased</cx:pt>
          <cx:pt idx="12806">First_Product_Purchased</cx:pt>
          <cx:pt idx="12807">First_Product_Purchased</cx:pt>
          <cx:pt idx="12808">First_Product_Purchased</cx:pt>
          <cx:pt idx="12809">First_Product_Purchased</cx:pt>
          <cx:pt idx="12810">First_Product_Purchased</cx:pt>
          <cx:pt idx="12811">First_Product_Purchased</cx:pt>
          <cx:pt idx="12812">First_Product_Purchased</cx:pt>
          <cx:pt idx="12813">First_Product_Purchased</cx:pt>
          <cx:pt idx="12814">First_Product_Purchased</cx:pt>
          <cx:pt idx="12815">First_Product_Purchased</cx:pt>
          <cx:pt idx="12816">Second_Product_Purchased</cx:pt>
          <cx:pt idx="12817">First_Product_Purchased</cx:pt>
          <cx:pt idx="12818">First_Product_Purchased</cx:pt>
          <cx:pt idx="12819">First_Product_Purchased</cx:pt>
          <cx:pt idx="12820">First_Product_Purchased</cx:pt>
          <cx:pt idx="12821">First_Product_Purchased</cx:pt>
          <cx:pt idx="12822">First_Product_Purchased</cx:pt>
          <cx:pt idx="12823">First_Product_Purchased</cx:pt>
          <cx:pt idx="12824">First_Product_Purchased</cx:pt>
          <cx:pt idx="12825">First_Product_Purchased</cx:pt>
          <cx:pt idx="12826">First_Product_Purchased</cx:pt>
          <cx:pt idx="12827">First_Product_Purchased</cx:pt>
          <cx:pt idx="12828">First_Product_Purchased</cx:pt>
          <cx:pt idx="12829">First_Product_Purchased</cx:pt>
          <cx:pt idx="12830">First_Product_Purchased</cx:pt>
          <cx:pt idx="12831">First_Product_Purchased</cx:pt>
          <cx:pt idx="12832">First_Product_Purchased</cx:pt>
          <cx:pt idx="12833">First_Product_Purchased</cx:pt>
          <cx:pt idx="12834">First_Product_Purchased</cx:pt>
          <cx:pt idx="12835">First_Product_Purchased</cx:pt>
          <cx:pt idx="12836">First_Product_Purchased</cx:pt>
          <cx:pt idx="12837">First_Product_Purchased</cx:pt>
          <cx:pt idx="12838">First_Product_Purchased</cx:pt>
          <cx:pt idx="12839">First_Product_Purchased</cx:pt>
          <cx:pt idx="12840">First_Product_Purchased</cx:pt>
          <cx:pt idx="12841">First_Product_Purchased</cx:pt>
          <cx:pt idx="12842">First_Product_Purchased</cx:pt>
          <cx:pt idx="12843">First_Product_Purchased</cx:pt>
          <cx:pt idx="12844">First_Product_Purchased</cx:pt>
          <cx:pt idx="12845">First_Product_Purchased</cx:pt>
          <cx:pt idx="12846">First_Product_Purchased</cx:pt>
          <cx:pt idx="12847">First_Product_Purchased</cx:pt>
          <cx:pt idx="12848">First_Product_Purchased</cx:pt>
          <cx:pt idx="12849">First_Product_Purchased</cx:pt>
          <cx:pt idx="12850">First_Product_Purchased</cx:pt>
          <cx:pt idx="12851">First_Product_Purchased</cx:pt>
          <cx:pt idx="12852">First_Product_Purchased</cx:pt>
          <cx:pt idx="12853">First_Product_Purchased</cx:pt>
          <cx:pt idx="12854">First_Product_Purchased</cx:pt>
          <cx:pt idx="12855">First_Product_Purchased</cx:pt>
          <cx:pt idx="12856">First_Product_Purchased</cx:pt>
          <cx:pt idx="12857">First_Product_Purchased</cx:pt>
          <cx:pt idx="12858">First_Product_Purchased</cx:pt>
          <cx:pt idx="12859">First_Product_Purchased</cx:pt>
          <cx:pt idx="12860">First_Product_Purchased</cx:pt>
          <cx:pt idx="12861">First_Product_Purchased</cx:pt>
          <cx:pt idx="12862">First_Product_Purchased</cx:pt>
          <cx:pt idx="12863">First_Product_Purchased</cx:pt>
          <cx:pt idx="12864">First_Product_Purchased</cx:pt>
          <cx:pt idx="12865">First_Product_Purchased</cx:pt>
          <cx:pt idx="12866">First_Product_Purchased</cx:pt>
          <cx:pt idx="12867">First_Product_Purchased</cx:pt>
          <cx:pt idx="12868">First_Product_Purchased</cx:pt>
          <cx:pt idx="12869">First_Product_Purchased</cx:pt>
          <cx:pt idx="12870">First_Product_Purchased</cx:pt>
          <cx:pt idx="12871">First_Product_Purchased</cx:pt>
          <cx:pt idx="12872">First_Product_Purchased</cx:pt>
          <cx:pt idx="12873">First_Product_Purchased</cx:pt>
          <cx:pt idx="12874">First_Product_Purchased</cx:pt>
          <cx:pt idx="12875">First_Product_Purchased</cx:pt>
          <cx:pt idx="12876">First_Product_Purchased</cx:pt>
          <cx:pt idx="12877">First_Product_Purchased</cx:pt>
          <cx:pt idx="12878">First_Product_Purchased</cx:pt>
          <cx:pt idx="12879">First_Product_Purchased</cx:pt>
          <cx:pt idx="12880">First_Product_Purchased</cx:pt>
          <cx:pt idx="12881">First_Product_Purchased</cx:pt>
          <cx:pt idx="12882">First_Product_Purchased</cx:pt>
          <cx:pt idx="12883">First_Product_Purchased</cx:pt>
          <cx:pt idx="12884">First_Product_Purchased</cx:pt>
          <cx:pt idx="12885">First_Product_Purchased</cx:pt>
          <cx:pt idx="12886">First_Product_Purchased</cx:pt>
          <cx:pt idx="12887">Second_Product_Purchased</cx:pt>
          <cx:pt idx="12888">First_Product_Purchased</cx:pt>
          <cx:pt idx="12889">First_Product_Purchased</cx:pt>
          <cx:pt idx="12890">First_Product_Purchased</cx:pt>
          <cx:pt idx="12891">First_Product_Purchased</cx:pt>
          <cx:pt idx="12892">Second_Product_Purchased</cx:pt>
          <cx:pt idx="12893">First_Product_Purchased</cx:pt>
          <cx:pt idx="12894">First_Product_Purchased</cx:pt>
          <cx:pt idx="12895">First_Product_Purchased</cx:pt>
          <cx:pt idx="12896">First_Product_Purchased</cx:pt>
          <cx:pt idx="12897">First_Product_Purchased</cx:pt>
          <cx:pt idx="12898">First_Product_Purchased</cx:pt>
          <cx:pt idx="12899">First_Product_Purchased</cx:pt>
          <cx:pt idx="12900">First_Product_Purchased</cx:pt>
          <cx:pt idx="12901">Second_Product_Purchased</cx:pt>
          <cx:pt idx="12902">First_Product_Purchased</cx:pt>
          <cx:pt idx="12903">First_Product_Purchased</cx:pt>
          <cx:pt idx="12904">First_Product_Purchased</cx:pt>
          <cx:pt idx="12905">First_Product_Purchased</cx:pt>
          <cx:pt idx="12906">First_Product_Purchased</cx:pt>
          <cx:pt idx="12907">First_Product_Purchased</cx:pt>
          <cx:pt idx="12908">First_Product_Purchased</cx:pt>
          <cx:pt idx="12909">First_Product_Purchased</cx:pt>
          <cx:pt idx="12910">First_Product_Purchased</cx:pt>
          <cx:pt idx="12911">First_Product_Purchased</cx:pt>
          <cx:pt idx="12912">First_Product_Purchased</cx:pt>
          <cx:pt idx="12913">First_Product_Purchased</cx:pt>
          <cx:pt idx="12914">First_Product_Purchased</cx:pt>
          <cx:pt idx="12915">First_Product_Purchased</cx:pt>
          <cx:pt idx="12916">First_Product_Purchased</cx:pt>
          <cx:pt idx="12917">First_Product_Purchased</cx:pt>
          <cx:pt idx="12918">First_Product_Purchased</cx:pt>
          <cx:pt idx="12919">First_Product_Purchased</cx:pt>
          <cx:pt idx="12920">First_Product_Purchased</cx:pt>
          <cx:pt idx="12921">First_Product_Purchased</cx:pt>
          <cx:pt idx="12922">First_Product_Purchased</cx:pt>
          <cx:pt idx="12923">First_Product_Purchased</cx:pt>
          <cx:pt idx="12924">First_Product_Purchased</cx:pt>
          <cx:pt idx="12925">First_Product_Purchased</cx:pt>
          <cx:pt idx="12926">First_Product_Purchased</cx:pt>
          <cx:pt idx="12927">First_Product_Purchased</cx:pt>
          <cx:pt idx="12928">First_Product_Purchased</cx:pt>
          <cx:pt idx="12929">First_Product_Purchased</cx:pt>
          <cx:pt idx="12930">First_Product_Purchased</cx:pt>
          <cx:pt idx="12931">First_Product_Purchased</cx:pt>
          <cx:pt idx="12932">First_Product_Purchased</cx:pt>
          <cx:pt idx="12933">First_Product_Purchased</cx:pt>
          <cx:pt idx="12934">First_Product_Purchased</cx:pt>
          <cx:pt idx="12935">First_Product_Purchased</cx:pt>
          <cx:pt idx="12936">First_Product_Purchased</cx:pt>
          <cx:pt idx="12937">First_Product_Purchased</cx:pt>
          <cx:pt idx="12938">Second_Product_Purchased</cx:pt>
          <cx:pt idx="12939">First_Product_Purchased</cx:pt>
          <cx:pt idx="12940">First_Product_Purchased</cx:pt>
          <cx:pt idx="12941">First_Product_Purchased</cx:pt>
          <cx:pt idx="12942">First_Product_Purchased</cx:pt>
          <cx:pt idx="12943">First_Product_Purchased</cx:pt>
          <cx:pt idx="12944">First_Product_Purchased</cx:pt>
          <cx:pt idx="12945">First_Product_Purchased</cx:pt>
          <cx:pt idx="12946">First_Product_Purchased</cx:pt>
          <cx:pt idx="12947">First_Product_Purchased</cx:pt>
          <cx:pt idx="12948">First_Product_Purchased</cx:pt>
          <cx:pt idx="12949">First_Product_Purchased</cx:pt>
          <cx:pt idx="12950">First_Product_Purchased</cx:pt>
          <cx:pt idx="12951">First_Product_Purchased</cx:pt>
          <cx:pt idx="12952">First_Product_Purchased</cx:pt>
          <cx:pt idx="12953">First_Product_Purchased</cx:pt>
          <cx:pt idx="12954">First_Product_Purchased</cx:pt>
          <cx:pt idx="12955">First_Product_Purchased</cx:pt>
          <cx:pt idx="12956">First_Product_Purchased</cx:pt>
          <cx:pt idx="12957">First_Product_Purchased</cx:pt>
          <cx:pt idx="12958">First_Product_Purchased</cx:pt>
          <cx:pt idx="12959">First_Product_Purchased</cx:pt>
          <cx:pt idx="12960">First_Product_Purchased</cx:pt>
          <cx:pt idx="12961">First_Product_Purchased</cx:pt>
          <cx:pt idx="12962">First_Product_Purchased</cx:pt>
          <cx:pt idx="12963">First_Product_Purchased</cx:pt>
          <cx:pt idx="12964">First_Product_Purchased</cx:pt>
          <cx:pt idx="12965">First_Product_Purchased</cx:pt>
          <cx:pt idx="12966">First_Product_Purchased</cx:pt>
          <cx:pt idx="12967">First_Product_Purchased</cx:pt>
          <cx:pt idx="12968">First_Product_Purchased</cx:pt>
          <cx:pt idx="12969">First_Product_Purchased</cx:pt>
          <cx:pt idx="12970">First_Product_Purchased</cx:pt>
          <cx:pt idx="12971">First_Product_Purchased</cx:pt>
          <cx:pt idx="12972">First_Product_Purchased</cx:pt>
          <cx:pt idx="12973">First_Product_Purchased</cx:pt>
          <cx:pt idx="12974">First_Product_Purchased</cx:pt>
          <cx:pt idx="12975">First_Product_Purchased</cx:pt>
          <cx:pt idx="12976">First_Product_Purchased</cx:pt>
          <cx:pt idx="12977">First_Product_Purchased</cx:pt>
          <cx:pt idx="12978">First_Product_Purchased</cx:pt>
          <cx:pt idx="12979">First_Product_Purchased</cx:pt>
          <cx:pt idx="12980">First_Product_Purchased</cx:pt>
          <cx:pt idx="12981">Second_Product_Purchased</cx:pt>
          <cx:pt idx="12982">Second_Product_Purchased</cx:pt>
          <cx:pt idx="12983">First_Product_Purchased</cx:pt>
          <cx:pt idx="12984">First_Product_Purchased</cx:pt>
          <cx:pt idx="12985">First_Product_Purchased</cx:pt>
          <cx:pt idx="12986">First_Product_Purchased</cx:pt>
          <cx:pt idx="12987">First_Product_Purchased</cx:pt>
          <cx:pt idx="12988">First_Product_Purchased</cx:pt>
          <cx:pt idx="12989">First_Product_Purchased</cx:pt>
          <cx:pt idx="12990">First_Product_Purchased</cx:pt>
          <cx:pt idx="12991">First_Product_Purchased</cx:pt>
          <cx:pt idx="12992">First_Product_Purchased</cx:pt>
          <cx:pt idx="12993">First_Product_Purchased</cx:pt>
          <cx:pt idx="12994">First_Product_Purchased</cx:pt>
          <cx:pt idx="12995">First_Product_Purchased</cx:pt>
          <cx:pt idx="12996">First_Product_Purchased</cx:pt>
          <cx:pt idx="12997">First_Product_Purchased</cx:pt>
          <cx:pt idx="12998">First_Product_Purchased</cx:pt>
          <cx:pt idx="12999">First_Product_Purchased</cx:pt>
          <cx:pt idx="13000">First_Product_Purchased</cx:pt>
          <cx:pt idx="13001">First_Product_Purchased</cx:pt>
          <cx:pt idx="13002">First_Product_Purchased</cx:pt>
          <cx:pt idx="13003">First_Product_Purchased</cx:pt>
          <cx:pt idx="13004">First_Product_Purchased</cx:pt>
          <cx:pt idx="13005">First_Product_Purchased</cx:pt>
          <cx:pt idx="13006">First_Product_Purchased</cx:pt>
          <cx:pt idx="13007">First_Product_Purchased</cx:pt>
          <cx:pt idx="13008">First_Product_Purchased</cx:pt>
          <cx:pt idx="13009">First_Product_Purchased</cx:pt>
          <cx:pt idx="13010">First_Product_Purchased</cx:pt>
          <cx:pt idx="13011">First_Product_Purchased</cx:pt>
          <cx:pt idx="13012">First_Product_Purchased</cx:pt>
          <cx:pt idx="13013">First_Product_Purchased</cx:pt>
          <cx:pt idx="13014">Second_Product_Purchased</cx:pt>
          <cx:pt idx="13015">First_Product_Purchased</cx:pt>
          <cx:pt idx="13016">First_Product_Purchased</cx:pt>
          <cx:pt idx="13017">First_Product_Purchased</cx:pt>
          <cx:pt idx="13018">First_Product_Purchased</cx:pt>
          <cx:pt idx="13019">Second_Product_Purchased</cx:pt>
          <cx:pt idx="13020">First_Product_Purchased</cx:pt>
          <cx:pt idx="13021">First_Product_Purchased</cx:pt>
          <cx:pt idx="13022">First_Product_Purchased</cx:pt>
          <cx:pt idx="13023">First_Product_Purchased</cx:pt>
          <cx:pt idx="13024">First_Product_Purchased</cx:pt>
          <cx:pt idx="13025">First_Product_Purchased</cx:pt>
          <cx:pt idx="13026">First_Product_Purchased</cx:pt>
          <cx:pt idx="13027">First_Product_Purchased</cx:pt>
          <cx:pt idx="13028">First_Product_Purchased</cx:pt>
          <cx:pt idx="13029">First_Product_Purchased</cx:pt>
          <cx:pt idx="13030">First_Product_Purchased</cx:pt>
          <cx:pt idx="13031">First_Product_Purchased</cx:pt>
          <cx:pt idx="13032">First_Product_Purchased</cx:pt>
          <cx:pt idx="13033">First_Product_Purchased</cx:pt>
          <cx:pt idx="13034">First_Product_Purchased</cx:pt>
          <cx:pt idx="13035">First_Product_Purchased</cx:pt>
          <cx:pt idx="13036">First_Product_Purchased</cx:pt>
          <cx:pt idx="13037">First_Product_Purchased</cx:pt>
          <cx:pt idx="13038">First_Product_Purchased</cx:pt>
          <cx:pt idx="13039">First_Product_Purchased</cx:pt>
          <cx:pt idx="13040">First_Product_Purchased</cx:pt>
          <cx:pt idx="13041">First_Product_Purchased</cx:pt>
          <cx:pt idx="13042">First_Product_Purchased</cx:pt>
          <cx:pt idx="13043">First_Product_Purchased</cx:pt>
          <cx:pt idx="13044">First_Product_Purchased</cx:pt>
          <cx:pt idx="13045">First_Product_Purchased</cx:pt>
          <cx:pt idx="13046">First_Product_Purchased</cx:pt>
          <cx:pt idx="13047">First_Product_Purchased</cx:pt>
          <cx:pt idx="13048">First_Product_Purchased</cx:pt>
          <cx:pt idx="13049">First_Product_Purchased</cx:pt>
          <cx:pt idx="13050">First_Product_Purchased</cx:pt>
          <cx:pt idx="13051">First_Product_Purchased</cx:pt>
          <cx:pt idx="13052">First_Product_Purchased</cx:pt>
          <cx:pt idx="13053">First_Product_Purchased</cx:pt>
          <cx:pt idx="13054">First_Product_Purchased</cx:pt>
          <cx:pt idx="13055">First_Product_Purchased</cx:pt>
          <cx:pt idx="13056">First_Product_Purchased</cx:pt>
          <cx:pt idx="13057">First_Product_Purchased</cx:pt>
          <cx:pt idx="13058">First_Product_Purchased</cx:pt>
          <cx:pt idx="13059">First_Product_Purchased</cx:pt>
          <cx:pt idx="13060">First_Product_Purchased</cx:pt>
          <cx:pt idx="13061">First_Product_Purchased</cx:pt>
          <cx:pt idx="13062">First_Product_Purchased</cx:pt>
          <cx:pt idx="13063">First_Product_Purchased</cx:pt>
          <cx:pt idx="13064">First_Product_Purchased</cx:pt>
          <cx:pt idx="13065">First_Product_Purchased</cx:pt>
          <cx:pt idx="13066">First_Product_Purchased</cx:pt>
          <cx:pt idx="13067">First_Product_Purchased</cx:pt>
          <cx:pt idx="13068">First_Product_Purchased</cx:pt>
          <cx:pt idx="13069">First_Product_Purchased</cx:pt>
          <cx:pt idx="13070">First_Product_Purchased</cx:pt>
          <cx:pt idx="13071">First_Product_Purchased</cx:pt>
          <cx:pt idx="13072">First_Product_Purchased</cx:pt>
          <cx:pt idx="13073">First_Product_Purchased</cx:pt>
          <cx:pt idx="13074">First_Product_Purchased</cx:pt>
          <cx:pt idx="13075">First_Product_Purchased</cx:pt>
          <cx:pt idx="13076">First_Product_Purchased</cx:pt>
          <cx:pt idx="13077">First_Product_Purchased</cx:pt>
          <cx:pt idx="13078">First_Product_Purchased</cx:pt>
          <cx:pt idx="13079">First_Product_Purchased</cx:pt>
          <cx:pt idx="13080">First_Product_Purchased</cx:pt>
          <cx:pt idx="13081">First_Product_Purchased</cx:pt>
          <cx:pt idx="13082">First_Product_Purchased</cx:pt>
          <cx:pt idx="13083">First_Product_Purchased</cx:pt>
          <cx:pt idx="13084">First_Product_Purchased</cx:pt>
          <cx:pt idx="13085">First_Product_Purchased</cx:pt>
          <cx:pt idx="13086">First_Product_Purchased</cx:pt>
          <cx:pt idx="13087">First_Product_Purchased</cx:pt>
          <cx:pt idx="13088">First_Product_Purchased</cx:pt>
          <cx:pt idx="13089">First_Product_Purchased</cx:pt>
          <cx:pt idx="13090">First_Product_Purchased</cx:pt>
          <cx:pt idx="13091">First_Product_Purchased</cx:pt>
          <cx:pt idx="13092">First_Product_Purchased</cx:pt>
          <cx:pt idx="13093">Second_Product_Purchased</cx:pt>
          <cx:pt idx="13094">First_Product_Purchased</cx:pt>
          <cx:pt idx="13095">First_Product_Purchased</cx:pt>
          <cx:pt idx="13096">First_Product_Purchased</cx:pt>
          <cx:pt idx="13097">First_Product_Purchased</cx:pt>
          <cx:pt idx="13098">First_Product_Purchased</cx:pt>
          <cx:pt idx="13099">First_Product_Purchased</cx:pt>
          <cx:pt idx="13100">First_Product_Purchased</cx:pt>
          <cx:pt idx="13101">First_Product_Purchased</cx:pt>
          <cx:pt idx="13102">First_Product_Purchased</cx:pt>
          <cx:pt idx="13103">First_Product_Purchased</cx:pt>
          <cx:pt idx="13104">First_Product_Purchased</cx:pt>
          <cx:pt idx="13105">First_Product_Purchased</cx:pt>
          <cx:pt idx="13106">First_Product_Purchased</cx:pt>
          <cx:pt idx="13107">First_Product_Purchased</cx:pt>
          <cx:pt idx="13108">First_Product_Purchased</cx:pt>
          <cx:pt idx="13109">First_Product_Purchased</cx:pt>
          <cx:pt idx="13110">First_Product_Purchased</cx:pt>
          <cx:pt idx="13111">First_Product_Purchased</cx:pt>
          <cx:pt idx="13112">First_Product_Purchased</cx:pt>
          <cx:pt idx="13113">First_Product_Purchased</cx:pt>
          <cx:pt idx="13114">First_Product_Purchased</cx:pt>
          <cx:pt idx="13115">First_Product_Purchased</cx:pt>
          <cx:pt idx="13116">First_Product_Purchased</cx:pt>
          <cx:pt idx="13117">First_Product_Purchased</cx:pt>
          <cx:pt idx="13118">First_Product_Purchased</cx:pt>
          <cx:pt idx="13119">First_Product_Purchased</cx:pt>
          <cx:pt idx="13120">First_Product_Purchased</cx:pt>
          <cx:pt idx="13121">First_Product_Purchased</cx:pt>
          <cx:pt idx="13122">First_Product_Purchased</cx:pt>
          <cx:pt idx="13123">First_Product_Purchased</cx:pt>
          <cx:pt idx="13124">First_Product_Purchased</cx:pt>
          <cx:pt idx="13125">First_Product_Purchased</cx:pt>
          <cx:pt idx="13126">First_Product_Purchased</cx:pt>
          <cx:pt idx="13127">First_Product_Purchased</cx:pt>
          <cx:pt idx="13128">First_Product_Purchased</cx:pt>
          <cx:pt idx="13129">First_Product_Purchased</cx:pt>
          <cx:pt idx="13130">First_Product_Purchased</cx:pt>
          <cx:pt idx="13131">First_Product_Purchased</cx:pt>
          <cx:pt idx="13132">First_Product_Purchased</cx:pt>
          <cx:pt idx="13133">First_Product_Purchased</cx:pt>
          <cx:pt idx="13134">First_Product_Purchased</cx:pt>
          <cx:pt idx="13135">First_Product_Purchased</cx:pt>
          <cx:pt idx="13136">First_Product_Purchased</cx:pt>
          <cx:pt idx="13137">First_Product_Purchased</cx:pt>
          <cx:pt idx="13138">First_Product_Purchased</cx:pt>
          <cx:pt idx="13139">First_Product_Purchased</cx:pt>
          <cx:pt idx="13140">First_Product_Purchased</cx:pt>
          <cx:pt idx="13141">First_Product_Purchased</cx:pt>
          <cx:pt idx="13142">First_Product_Purchased</cx:pt>
          <cx:pt idx="13143">First_Product_Purchased</cx:pt>
          <cx:pt idx="13144">First_Product_Purchased</cx:pt>
          <cx:pt idx="13145">First_Product_Purchased</cx:pt>
          <cx:pt idx="13146">First_Product_Purchased</cx:pt>
          <cx:pt idx="13147">First_Product_Purchased</cx:pt>
          <cx:pt idx="13148">First_Product_Purchased</cx:pt>
          <cx:pt idx="13149">First_Product_Purchased</cx:pt>
          <cx:pt idx="13150">First_Product_Purchased</cx:pt>
          <cx:pt idx="13151">First_Product_Purchased</cx:pt>
          <cx:pt idx="13152">First_Product_Purchased</cx:pt>
          <cx:pt idx="13153">First_Product_Purchased</cx:pt>
          <cx:pt idx="13154">First_Product_Purchased</cx:pt>
          <cx:pt idx="13155">First_Product_Purchased</cx:pt>
          <cx:pt idx="13156">First_Product_Purchased</cx:pt>
          <cx:pt idx="13157">First_Product_Purchased</cx:pt>
          <cx:pt idx="13158">First_Product_Purchased</cx:pt>
          <cx:pt idx="13159">First_Product_Purchased</cx:pt>
          <cx:pt idx="13160">First_Product_Purchased</cx:pt>
          <cx:pt idx="13161">First_Product_Purchased</cx:pt>
          <cx:pt idx="13162">First_Product_Purchased</cx:pt>
          <cx:pt idx="13163">First_Product_Purchased</cx:pt>
          <cx:pt idx="13164">First_Product_Purchased</cx:pt>
          <cx:pt idx="13165">First_Product_Purchased</cx:pt>
          <cx:pt idx="13166">First_Product_Purchased</cx:pt>
          <cx:pt idx="13167">First_Product_Purchased</cx:pt>
          <cx:pt idx="13168">First_Product_Purchased</cx:pt>
          <cx:pt idx="13169">First_Product_Purchased</cx:pt>
          <cx:pt idx="13170">First_Product_Purchased</cx:pt>
          <cx:pt idx="13171">First_Product_Purchased</cx:pt>
          <cx:pt idx="13172">First_Product_Purchased</cx:pt>
          <cx:pt idx="13173">First_Product_Purchased</cx:pt>
          <cx:pt idx="13174">First_Product_Purchased</cx:pt>
          <cx:pt idx="13175">Second_Product_Purchased</cx:pt>
          <cx:pt idx="13176">First_Product_Purchased</cx:pt>
          <cx:pt idx="13177">First_Product_Purchased</cx:pt>
          <cx:pt idx="13178">First_Product_Purchased</cx:pt>
          <cx:pt idx="13179">First_Product_Purchased</cx:pt>
          <cx:pt idx="13180">First_Product_Purchased</cx:pt>
          <cx:pt idx="13181">First_Product_Purchased</cx:pt>
          <cx:pt idx="13182">First_Product_Purchased</cx:pt>
          <cx:pt idx="13183">First_Product_Purchased</cx:pt>
          <cx:pt idx="13184">First_Product_Purchased</cx:pt>
          <cx:pt idx="13185">First_Product_Purchased</cx:pt>
          <cx:pt idx="13186">First_Product_Purchased</cx:pt>
          <cx:pt idx="13187">First_Product_Purchased</cx:pt>
          <cx:pt idx="13188">First_Product_Purchased</cx:pt>
          <cx:pt idx="13189">First_Product_Purchased</cx:pt>
          <cx:pt idx="13190">First_Product_Purchased</cx:pt>
          <cx:pt idx="13191">First_Product_Purchased</cx:pt>
          <cx:pt idx="13192">First_Product_Purchased</cx:pt>
          <cx:pt idx="13193">First_Product_Purchased</cx:pt>
          <cx:pt idx="13194">First_Product_Purchased</cx:pt>
          <cx:pt idx="13195">First_Product_Purchased</cx:pt>
          <cx:pt idx="13196">First_Product_Purchased</cx:pt>
          <cx:pt idx="13197">First_Product_Purchased</cx:pt>
          <cx:pt idx="13198">First_Product_Purchased</cx:pt>
          <cx:pt idx="13199">First_Product_Purchased</cx:pt>
          <cx:pt idx="13200">First_Product_Purchased</cx:pt>
          <cx:pt idx="13201">First_Product_Purchased</cx:pt>
          <cx:pt idx="13202">First_Product_Purchased</cx:pt>
          <cx:pt idx="13203">First_Product_Purchased</cx:pt>
          <cx:pt idx="13204">First_Product_Purchased</cx:pt>
          <cx:pt idx="13205">First_Product_Purchased</cx:pt>
          <cx:pt idx="13206">First_Product_Purchased</cx:pt>
          <cx:pt idx="13207">First_Product_Purchased</cx:pt>
          <cx:pt idx="13208">First_Product_Purchased</cx:pt>
          <cx:pt idx="13209">First_Product_Purchased</cx:pt>
          <cx:pt idx="13210">First_Product_Purchased</cx:pt>
          <cx:pt idx="13211">First_Product_Purchased</cx:pt>
          <cx:pt idx="13212">First_Product_Purchased</cx:pt>
          <cx:pt idx="13213">First_Product_Purchased</cx:pt>
          <cx:pt idx="13214">First_Product_Purchased</cx:pt>
          <cx:pt idx="13215">First_Product_Purchased</cx:pt>
          <cx:pt idx="13216">First_Product_Purchased</cx:pt>
          <cx:pt idx="13217">First_Product_Purchased</cx:pt>
          <cx:pt idx="13218">First_Product_Purchased</cx:pt>
          <cx:pt idx="13219">First_Product_Purchased</cx:pt>
          <cx:pt idx="13220">First_Product_Purchased</cx:pt>
          <cx:pt idx="13221">First_Product_Purchased</cx:pt>
          <cx:pt idx="13222">First_Product_Purchased</cx:pt>
          <cx:pt idx="13223">First_Product_Purchased</cx:pt>
          <cx:pt idx="13224">First_Product_Purchased</cx:pt>
          <cx:pt idx="13225">First_Product_Purchased</cx:pt>
          <cx:pt idx="13226">First_Product_Purchased</cx:pt>
          <cx:pt idx="13227">First_Product_Purchased</cx:pt>
          <cx:pt idx="13228">First_Product_Purchased</cx:pt>
          <cx:pt idx="13229">First_Product_Purchased</cx:pt>
          <cx:pt idx="13230">First_Product_Purchased</cx:pt>
          <cx:pt idx="13231">First_Product_Purchased</cx:pt>
          <cx:pt idx="13232">First_Product_Purchased</cx:pt>
          <cx:pt idx="13233">First_Product_Purchased</cx:pt>
          <cx:pt idx="13234">First_Product_Purchased</cx:pt>
          <cx:pt idx="13235">First_Product_Purchased</cx:pt>
          <cx:pt idx="13236">First_Product_Purchased</cx:pt>
          <cx:pt idx="13237">First_Product_Purchased</cx:pt>
          <cx:pt idx="13238">First_Product_Purchased</cx:pt>
          <cx:pt idx="13239">First_Product_Purchased</cx:pt>
          <cx:pt idx="13240">First_Product_Purchased</cx:pt>
          <cx:pt idx="13241">First_Product_Purchased</cx:pt>
          <cx:pt idx="13242">First_Product_Purchased</cx:pt>
          <cx:pt idx="13243">First_Product_Purchased</cx:pt>
          <cx:pt idx="13244">First_Product_Purchased</cx:pt>
          <cx:pt idx="13245">First_Product_Purchased</cx:pt>
          <cx:pt idx="13246">First_Product_Purchased</cx:pt>
          <cx:pt idx="13247">First_Product_Purchased</cx:pt>
          <cx:pt idx="13248">First_Product_Purchased</cx:pt>
          <cx:pt idx="13249">First_Product_Purchased</cx:pt>
          <cx:pt idx="13250">First_Product_Purchased</cx:pt>
          <cx:pt idx="13251">First_Product_Purchased</cx:pt>
          <cx:pt idx="13252">First_Product_Purchased</cx:pt>
          <cx:pt idx="13253">First_Product_Purchased</cx:pt>
          <cx:pt idx="13254">First_Product_Purchased</cx:pt>
          <cx:pt idx="13255">First_Product_Purchased</cx:pt>
          <cx:pt idx="13256">First_Product_Purchased</cx:pt>
          <cx:pt idx="13257">First_Product_Purchased</cx:pt>
          <cx:pt idx="13258">First_Product_Purchased</cx:pt>
          <cx:pt idx="13259">First_Product_Purchased</cx:pt>
          <cx:pt idx="13260">First_Product_Purchased</cx:pt>
          <cx:pt idx="13261">First_Product_Purchased</cx:pt>
          <cx:pt idx="13262">First_Product_Purchased</cx:pt>
          <cx:pt idx="13263">Second_Product_Purchased</cx:pt>
          <cx:pt idx="13264">First_Product_Purchased</cx:pt>
          <cx:pt idx="13265">First_Product_Purchased</cx:pt>
          <cx:pt idx="13266">First_Product_Purchased</cx:pt>
          <cx:pt idx="13267">First_Product_Purchased</cx:pt>
          <cx:pt idx="13268">First_Product_Purchased</cx:pt>
          <cx:pt idx="13269">First_Product_Purchased</cx:pt>
          <cx:pt idx="13270">First_Product_Purchased</cx:pt>
          <cx:pt idx="13271">First_Product_Purchased</cx:pt>
          <cx:pt idx="13272">First_Product_Purchased</cx:pt>
          <cx:pt idx="13273">First_Product_Purchased</cx:pt>
          <cx:pt idx="13274">First_Product_Purchased</cx:pt>
          <cx:pt idx="13275">First_Product_Purchased</cx:pt>
          <cx:pt idx="13276">First_Product_Purchased</cx:pt>
          <cx:pt idx="13277">First_Product_Purchased</cx:pt>
          <cx:pt idx="13278">First_Product_Purchased</cx:pt>
          <cx:pt idx="13279">First_Product_Purchased</cx:pt>
          <cx:pt idx="13280">First_Product_Purchased</cx:pt>
          <cx:pt idx="13281">First_Product_Purchased</cx:pt>
          <cx:pt idx="13282">First_Product_Purchased</cx:pt>
          <cx:pt idx="13283">First_Product_Purchased</cx:pt>
          <cx:pt idx="13284">First_Product_Purchased</cx:pt>
          <cx:pt idx="13285">First_Product_Purchased</cx:pt>
          <cx:pt idx="13286">First_Product_Purchased</cx:pt>
          <cx:pt idx="13287">First_Product_Purchased</cx:pt>
          <cx:pt idx="13288">First_Product_Purchased</cx:pt>
          <cx:pt idx="13289">First_Product_Purchased</cx:pt>
          <cx:pt idx="13290">First_Product_Purchased</cx:pt>
          <cx:pt idx="13291">First_Product_Purchased</cx:pt>
          <cx:pt idx="13292">First_Product_Purchased</cx:pt>
          <cx:pt idx="13293">First_Product_Purchased</cx:pt>
          <cx:pt idx="13294">First_Product_Purchased</cx:pt>
          <cx:pt idx="13295">First_Product_Purchased</cx:pt>
          <cx:pt idx="13296">First_Product_Purchased</cx:pt>
          <cx:pt idx="13297">First_Product_Purchased</cx:pt>
          <cx:pt idx="13298">First_Product_Purchased</cx:pt>
          <cx:pt idx="13299">Second_Product_Purchased</cx:pt>
          <cx:pt idx="13300">First_Product_Purchased</cx:pt>
          <cx:pt idx="13301">First_Product_Purchased</cx:pt>
          <cx:pt idx="13302">First_Product_Purchased</cx:pt>
          <cx:pt idx="13303">First_Product_Purchased</cx:pt>
          <cx:pt idx="13304">First_Product_Purchased</cx:pt>
          <cx:pt idx="13305">First_Product_Purchased</cx:pt>
          <cx:pt idx="13306">First_Product_Purchased</cx:pt>
          <cx:pt idx="13307">First_Product_Purchased</cx:pt>
          <cx:pt idx="13308">First_Product_Purchased</cx:pt>
          <cx:pt idx="13309">Second_Product_Purchased</cx:pt>
          <cx:pt idx="13310">First_Product_Purchased</cx:pt>
          <cx:pt idx="13311">First_Product_Purchased</cx:pt>
          <cx:pt idx="13312">First_Product_Purchased</cx:pt>
          <cx:pt idx="13313">First_Product_Purchased</cx:pt>
          <cx:pt idx="13314">First_Product_Purchased</cx:pt>
          <cx:pt idx="13315">First_Product_Purchased</cx:pt>
          <cx:pt idx="13316">First_Product_Purchased</cx:pt>
          <cx:pt idx="13317">First_Product_Purchased</cx:pt>
          <cx:pt idx="13318">First_Product_Purchased</cx:pt>
          <cx:pt idx="13319">First_Product_Purchased</cx:pt>
          <cx:pt idx="13320">First_Product_Purchased</cx:pt>
          <cx:pt idx="13321">First_Product_Purchased</cx:pt>
          <cx:pt idx="13322">First_Product_Purchased</cx:pt>
          <cx:pt idx="13323">First_Product_Purchased</cx:pt>
          <cx:pt idx="13324">First_Product_Purchased</cx:pt>
          <cx:pt idx="13325">First_Product_Purchased</cx:pt>
          <cx:pt idx="13326">First_Product_Purchased</cx:pt>
          <cx:pt idx="13327">First_Product_Purchased</cx:pt>
          <cx:pt idx="13328">First_Product_Purchased</cx:pt>
          <cx:pt idx="13329">First_Product_Purchased</cx:pt>
          <cx:pt idx="13330">First_Product_Purchased</cx:pt>
          <cx:pt idx="13331">Second_Product_Purchased</cx:pt>
          <cx:pt idx="13332">First_Product_Purchased</cx:pt>
          <cx:pt idx="13333">First_Product_Purchased</cx:pt>
          <cx:pt idx="13334">First_Product_Purchased</cx:pt>
          <cx:pt idx="13335">First_Product_Purchased</cx:pt>
          <cx:pt idx="13336">First_Product_Purchased</cx:pt>
          <cx:pt idx="13337">First_Product_Purchased</cx:pt>
          <cx:pt idx="13338">First_Product_Purchased</cx:pt>
          <cx:pt idx="13339">First_Product_Purchased</cx:pt>
          <cx:pt idx="13340">First_Product_Purchased</cx:pt>
          <cx:pt idx="13341">First_Product_Purchased</cx:pt>
          <cx:pt idx="13342">First_Product_Purchased</cx:pt>
          <cx:pt idx="13343">First_Product_Purchased</cx:pt>
          <cx:pt idx="13344">First_Product_Purchased</cx:pt>
          <cx:pt idx="13345">First_Product_Purchased</cx:pt>
          <cx:pt idx="13346">First_Product_Purchased</cx:pt>
          <cx:pt idx="13347">First_Product_Purchased</cx:pt>
          <cx:pt idx="13348">First_Product_Purchased</cx:pt>
          <cx:pt idx="13349">First_Product_Purchased</cx:pt>
          <cx:pt idx="13350">First_Product_Purchased</cx:pt>
          <cx:pt idx="13351">First_Product_Purchased</cx:pt>
          <cx:pt idx="13352">First_Product_Purchased</cx:pt>
          <cx:pt idx="13353">First_Product_Purchased</cx:pt>
          <cx:pt idx="13354">First_Product_Purchased</cx:pt>
          <cx:pt idx="13355">First_Product_Purchased</cx:pt>
          <cx:pt idx="13356">First_Product_Purchased</cx:pt>
          <cx:pt idx="13357">First_Product_Purchased</cx:pt>
          <cx:pt idx="13358">First_Product_Purchased</cx:pt>
          <cx:pt idx="13359">First_Product_Purchased</cx:pt>
          <cx:pt idx="13360">First_Product_Purchased</cx:pt>
          <cx:pt idx="13361">First_Product_Purchased</cx:pt>
          <cx:pt idx="13362">First_Product_Purchased</cx:pt>
          <cx:pt idx="13363">First_Product_Purchased</cx:pt>
          <cx:pt idx="13364">First_Product_Purchased</cx:pt>
          <cx:pt idx="13365">First_Product_Purchased</cx:pt>
          <cx:pt idx="13366">First_Product_Purchased</cx:pt>
          <cx:pt idx="13367">First_Product_Purchased</cx:pt>
          <cx:pt idx="13368">First_Product_Purchased</cx:pt>
          <cx:pt idx="13369">First_Product_Purchased</cx:pt>
          <cx:pt idx="13370">First_Product_Purchased</cx:pt>
          <cx:pt idx="13371">First_Product_Purchased</cx:pt>
          <cx:pt idx="13372">First_Product_Purchased</cx:pt>
          <cx:pt idx="13373">First_Product_Purchased</cx:pt>
          <cx:pt idx="13374">First_Product_Purchased</cx:pt>
          <cx:pt idx="13375">First_Product_Purchased</cx:pt>
          <cx:pt idx="13376">First_Product_Purchased</cx:pt>
          <cx:pt idx="13377">First_Product_Purchased</cx:pt>
          <cx:pt idx="13378">First_Product_Purchased</cx:pt>
          <cx:pt idx="13379">First_Product_Purchased</cx:pt>
          <cx:pt idx="13380">First_Product_Purchased</cx:pt>
          <cx:pt idx="13381">First_Product_Purchased</cx:pt>
          <cx:pt idx="13382">First_Product_Purchased</cx:pt>
          <cx:pt idx="13383">First_Product_Purchased</cx:pt>
          <cx:pt idx="13384">First_Product_Purchased</cx:pt>
          <cx:pt idx="13385">First_Product_Purchased</cx:pt>
          <cx:pt idx="13386">First_Product_Purchased</cx:pt>
          <cx:pt idx="13387">First_Product_Purchased</cx:pt>
          <cx:pt idx="13388">First_Product_Purchased</cx:pt>
          <cx:pt idx="13389">First_Product_Purchased</cx:pt>
          <cx:pt idx="13390">First_Product_Purchased</cx:pt>
          <cx:pt idx="13391">First_Product_Purchased</cx:pt>
          <cx:pt idx="13392">First_Product_Purchased</cx:pt>
          <cx:pt idx="13393">First_Product_Purchased</cx:pt>
          <cx:pt idx="13394">First_Product_Purchased</cx:pt>
          <cx:pt idx="13395">First_Product_Purchased</cx:pt>
          <cx:pt idx="13396">First_Product_Purchased</cx:pt>
          <cx:pt idx="13397">First_Product_Purchased</cx:pt>
          <cx:pt idx="13398">First_Product_Purchased</cx:pt>
          <cx:pt idx="13399">First_Product_Purchased</cx:pt>
          <cx:pt idx="13400">First_Product_Purchased</cx:pt>
          <cx:pt idx="13401">First_Product_Purchased</cx:pt>
          <cx:pt idx="13402">First_Product_Purchased</cx:pt>
          <cx:pt idx="13403">First_Product_Purchased</cx:pt>
          <cx:pt idx="13404">First_Product_Purchased</cx:pt>
          <cx:pt idx="13405">First_Product_Purchased</cx:pt>
          <cx:pt idx="13406">First_Product_Purchased</cx:pt>
          <cx:pt idx="13407">First_Product_Purchased</cx:pt>
          <cx:pt idx="13408">First_Product_Purchased</cx:pt>
          <cx:pt idx="13409">First_Product_Purchased</cx:pt>
          <cx:pt idx="13410">First_Product_Purchased</cx:pt>
          <cx:pt idx="13411">First_Product_Purchased</cx:pt>
          <cx:pt idx="13412">First_Product_Purchased</cx:pt>
          <cx:pt idx="13413">First_Product_Purchased</cx:pt>
          <cx:pt idx="13414">First_Product_Purchased</cx:pt>
          <cx:pt idx="13415">First_Product_Purchased</cx:pt>
          <cx:pt idx="13416">First_Product_Purchased</cx:pt>
          <cx:pt idx="13417">First_Product_Purchased</cx:pt>
          <cx:pt idx="13418">First_Product_Purchased</cx:pt>
          <cx:pt idx="13419">Second_Product_Purchased</cx:pt>
          <cx:pt idx="13420">First_Product_Purchased</cx:pt>
          <cx:pt idx="13421">First_Product_Purchased</cx:pt>
          <cx:pt idx="13422">First_Product_Purchased</cx:pt>
          <cx:pt idx="13423">First_Product_Purchased</cx:pt>
          <cx:pt idx="13424">First_Product_Purchased</cx:pt>
          <cx:pt idx="13425">First_Product_Purchased</cx:pt>
          <cx:pt idx="13426">First_Product_Purchased</cx:pt>
          <cx:pt idx="13427">First_Product_Purchased</cx:pt>
          <cx:pt idx="13428">First_Product_Purchased</cx:pt>
          <cx:pt idx="13429">First_Product_Purchased</cx:pt>
          <cx:pt idx="13430">First_Product_Purchased</cx:pt>
          <cx:pt idx="13431">First_Product_Purchased</cx:pt>
          <cx:pt idx="13432">First_Product_Purchased</cx:pt>
          <cx:pt idx="13433">First_Product_Purchased</cx:pt>
          <cx:pt idx="13434">First_Product_Purchased</cx:pt>
          <cx:pt idx="13435">First_Product_Purchased</cx:pt>
          <cx:pt idx="13436">First_Product_Purchased</cx:pt>
          <cx:pt idx="13437">First_Product_Purchased</cx:pt>
          <cx:pt idx="13438">First_Product_Purchased</cx:pt>
          <cx:pt idx="13439">First_Product_Purchased</cx:pt>
          <cx:pt idx="13440">First_Product_Purchased</cx:pt>
          <cx:pt idx="13441">First_Product_Purchased</cx:pt>
          <cx:pt idx="13442">First_Product_Purchased</cx:pt>
          <cx:pt idx="13443">First_Product_Purchased</cx:pt>
          <cx:pt idx="13444">First_Product_Purchased</cx:pt>
          <cx:pt idx="13445">First_Product_Purchased</cx:pt>
          <cx:pt idx="13446">First_Product_Purchased</cx:pt>
          <cx:pt idx="13447">First_Product_Purchased</cx:pt>
          <cx:pt idx="13448">First_Product_Purchased</cx:pt>
          <cx:pt idx="13449">First_Product_Purchased</cx:pt>
          <cx:pt idx="13450">First_Product_Purchased</cx:pt>
          <cx:pt idx="13451">First_Product_Purchased</cx:pt>
          <cx:pt idx="13452">First_Product_Purchased</cx:pt>
          <cx:pt idx="13453">First_Product_Purchased</cx:pt>
          <cx:pt idx="13454">First_Product_Purchased</cx:pt>
          <cx:pt idx="13455">First_Product_Purchased</cx:pt>
          <cx:pt idx="13456">First_Product_Purchased</cx:pt>
          <cx:pt idx="13457">First_Product_Purchased</cx:pt>
          <cx:pt idx="13458">First_Product_Purchased</cx:pt>
          <cx:pt idx="13459">First_Product_Purchased</cx:pt>
          <cx:pt idx="13460">First_Product_Purchased</cx:pt>
          <cx:pt idx="13461">Second_Product_Purchased</cx:pt>
          <cx:pt idx="13462">First_Product_Purchased</cx:pt>
          <cx:pt idx="13463">First_Product_Purchased</cx:pt>
          <cx:pt idx="13464">First_Product_Purchased</cx:pt>
          <cx:pt idx="13465">First_Product_Purchased</cx:pt>
          <cx:pt idx="13466">First_Product_Purchased</cx:pt>
          <cx:pt idx="13467">Second_Product_Purchased</cx:pt>
          <cx:pt idx="13468">First_Product_Purchased</cx:pt>
          <cx:pt idx="13469">First_Product_Purchased</cx:pt>
          <cx:pt idx="13470">First_Product_Purchased</cx:pt>
          <cx:pt idx="13471">First_Product_Purchased</cx:pt>
          <cx:pt idx="13472">First_Product_Purchased</cx:pt>
          <cx:pt idx="13473">First_Product_Purchased</cx:pt>
          <cx:pt idx="13474">First_Product_Purchased</cx:pt>
          <cx:pt idx="13475">First_Product_Purchased</cx:pt>
          <cx:pt idx="13476">First_Product_Purchased</cx:pt>
          <cx:pt idx="13477">First_Product_Purchased</cx:pt>
          <cx:pt idx="13478">First_Product_Purchased</cx:pt>
          <cx:pt idx="13479">First_Product_Purchased</cx:pt>
          <cx:pt idx="13480">First_Product_Purchased</cx:pt>
          <cx:pt idx="13481">First_Product_Purchased</cx:pt>
          <cx:pt idx="13482">First_Product_Purchased</cx:pt>
          <cx:pt idx="13483">First_Product_Purchased</cx:pt>
          <cx:pt idx="13484">First_Product_Purchased</cx:pt>
          <cx:pt idx="13485">First_Product_Purchased</cx:pt>
          <cx:pt idx="13486">First_Product_Purchased</cx:pt>
          <cx:pt idx="13487">First_Product_Purchased</cx:pt>
          <cx:pt idx="13488">First_Product_Purchased</cx:pt>
          <cx:pt idx="13489">First_Product_Purchased</cx:pt>
          <cx:pt idx="13490">Second_Product_Purchased</cx:pt>
          <cx:pt idx="13491">First_Product_Purchased</cx:pt>
          <cx:pt idx="13492">First_Product_Purchased</cx:pt>
          <cx:pt idx="13493">First_Product_Purchased</cx:pt>
          <cx:pt idx="13494">First_Product_Purchased</cx:pt>
          <cx:pt idx="13495">First_Product_Purchased</cx:pt>
          <cx:pt idx="13496">First_Product_Purchased</cx:pt>
          <cx:pt idx="13497">First_Product_Purchased</cx:pt>
          <cx:pt idx="13498">First_Product_Purchased</cx:pt>
          <cx:pt idx="13499">First_Product_Purchased</cx:pt>
          <cx:pt idx="13500">First_Product_Purchased</cx:pt>
          <cx:pt idx="13501">First_Product_Purchased</cx:pt>
          <cx:pt idx="13502">First_Product_Purchased</cx:pt>
          <cx:pt idx="13503">First_Product_Purchased</cx:pt>
          <cx:pt idx="13504">First_Product_Purchased</cx:pt>
          <cx:pt idx="13505">First_Product_Purchased</cx:pt>
          <cx:pt idx="13506">First_Product_Purchased</cx:pt>
          <cx:pt idx="13507">First_Product_Purchased</cx:pt>
          <cx:pt idx="13508">First_Product_Purchased</cx:pt>
          <cx:pt idx="13509">First_Product_Purchased</cx:pt>
          <cx:pt idx="13510">First_Product_Purchased</cx:pt>
          <cx:pt idx="13511">First_Product_Purchased</cx:pt>
          <cx:pt idx="13512">First_Product_Purchased</cx:pt>
          <cx:pt idx="13513">First_Product_Purchased</cx:pt>
          <cx:pt idx="13514">First_Product_Purchased</cx:pt>
          <cx:pt idx="13515">First_Product_Purchased</cx:pt>
          <cx:pt idx="13516">First_Product_Purchased</cx:pt>
          <cx:pt idx="13517">First_Product_Purchased</cx:pt>
          <cx:pt idx="13518">First_Product_Purchased</cx:pt>
          <cx:pt idx="13519">First_Product_Purchased</cx:pt>
          <cx:pt idx="13520">First_Product_Purchased</cx:pt>
          <cx:pt idx="13521">First_Product_Purchased</cx:pt>
          <cx:pt idx="13522">First_Product_Purchased</cx:pt>
          <cx:pt idx="13523">First_Product_Purchased</cx:pt>
          <cx:pt idx="13524">First_Product_Purchased</cx:pt>
          <cx:pt idx="13525">First_Product_Purchased</cx:pt>
          <cx:pt idx="13526">First_Product_Purchased</cx:pt>
          <cx:pt idx="13527">First_Product_Purchased</cx:pt>
          <cx:pt idx="13528">First_Product_Purchased</cx:pt>
          <cx:pt idx="13529">First_Product_Purchased</cx:pt>
          <cx:pt idx="13530">First_Product_Purchased</cx:pt>
          <cx:pt idx="13531">First_Product_Purchased</cx:pt>
          <cx:pt idx="13532">First_Product_Purchased</cx:pt>
          <cx:pt idx="13533">First_Product_Purchased</cx:pt>
          <cx:pt idx="13534">First_Product_Purchased</cx:pt>
          <cx:pt idx="13535">First_Product_Purchased</cx:pt>
          <cx:pt idx="13536">First_Product_Purchased</cx:pt>
          <cx:pt idx="13537">First_Product_Purchased</cx:pt>
          <cx:pt idx="13538">First_Product_Purchased</cx:pt>
          <cx:pt idx="13539">First_Product_Purchased</cx:pt>
          <cx:pt idx="13540">First_Product_Purchased</cx:pt>
          <cx:pt idx="13541">First_Product_Purchased</cx:pt>
          <cx:pt idx="13542">First_Product_Purchased</cx:pt>
          <cx:pt idx="13543">First_Product_Purchased</cx:pt>
          <cx:pt idx="13544">First_Product_Purchased</cx:pt>
          <cx:pt idx="13545">First_Product_Purchased</cx:pt>
          <cx:pt idx="13546">First_Product_Purchased</cx:pt>
          <cx:pt idx="13547">First_Product_Purchased</cx:pt>
          <cx:pt idx="13548">First_Product_Purchased</cx:pt>
          <cx:pt idx="13549">First_Product_Purchased</cx:pt>
          <cx:pt idx="13550">First_Product_Purchased</cx:pt>
          <cx:pt idx="13551">First_Product_Purchased</cx:pt>
          <cx:pt idx="13552">First_Product_Purchased</cx:pt>
          <cx:pt idx="13553">First_Product_Purchased</cx:pt>
          <cx:pt idx="13554">First_Product_Purchased</cx:pt>
          <cx:pt idx="13555">First_Product_Purchased</cx:pt>
          <cx:pt idx="13556">First_Product_Purchased</cx:pt>
          <cx:pt idx="13557">First_Product_Purchased</cx:pt>
          <cx:pt idx="13558">First_Product_Purchased</cx:pt>
          <cx:pt idx="13559">First_Product_Purchased</cx:pt>
          <cx:pt idx="13560">First_Product_Purchased</cx:pt>
          <cx:pt idx="13561">First_Product_Purchased</cx:pt>
          <cx:pt idx="13562">First_Product_Purchased</cx:pt>
          <cx:pt idx="13563">First_Product_Purchased</cx:pt>
          <cx:pt idx="13564">First_Product_Purchased</cx:pt>
          <cx:pt idx="13565">First_Product_Purchased</cx:pt>
          <cx:pt idx="13566">First_Product_Purchased</cx:pt>
          <cx:pt idx="13567">First_Product_Purchased</cx:pt>
          <cx:pt idx="13568">First_Product_Purchased</cx:pt>
          <cx:pt idx="13569">First_Product_Purchased</cx:pt>
          <cx:pt idx="13570">First_Product_Purchased</cx:pt>
          <cx:pt idx="13571">First_Product_Purchased</cx:pt>
          <cx:pt idx="13572">First_Product_Purchased</cx:pt>
          <cx:pt idx="13573">First_Product_Purchased</cx:pt>
          <cx:pt idx="13574">First_Product_Purchased</cx:pt>
          <cx:pt idx="13575">First_Product_Purchased</cx:pt>
          <cx:pt idx="13576">First_Product_Purchased</cx:pt>
          <cx:pt idx="13577">First_Product_Purchased</cx:pt>
          <cx:pt idx="13578">First_Product_Purchased</cx:pt>
          <cx:pt idx="13579">First_Product_Purchased</cx:pt>
          <cx:pt idx="13580">First_Product_Purchased</cx:pt>
          <cx:pt idx="13581">First_Product_Purchased</cx:pt>
          <cx:pt idx="13582">First_Product_Purchased</cx:pt>
          <cx:pt idx="13583">First_Product_Purchased</cx:pt>
          <cx:pt idx="13584">First_Product_Purchased</cx:pt>
          <cx:pt idx="13585">First_Product_Purchased</cx:pt>
          <cx:pt idx="13586">First_Product_Purchased</cx:pt>
          <cx:pt idx="13587">First_Product_Purchased</cx:pt>
          <cx:pt idx="13588">First_Product_Purchased</cx:pt>
          <cx:pt idx="13589">First_Product_Purchased</cx:pt>
          <cx:pt idx="13590">First_Product_Purchased</cx:pt>
          <cx:pt idx="13591">First_Product_Purchased</cx:pt>
          <cx:pt idx="13592">First_Product_Purchased</cx:pt>
          <cx:pt idx="13593">First_Product_Purchased</cx:pt>
          <cx:pt idx="13594">First_Product_Purchased</cx:pt>
          <cx:pt idx="13595">First_Product_Purchased</cx:pt>
          <cx:pt idx="13596">First_Product_Purchased</cx:pt>
          <cx:pt idx="13597">First_Product_Purchased</cx:pt>
          <cx:pt idx="13598">First_Product_Purchased</cx:pt>
          <cx:pt idx="13599">Second_Product_Purchased</cx:pt>
          <cx:pt idx="13600">First_Product_Purchased</cx:pt>
          <cx:pt idx="13601">First_Product_Purchased</cx:pt>
          <cx:pt idx="13602">First_Product_Purchased</cx:pt>
          <cx:pt idx="13603">First_Product_Purchased</cx:pt>
          <cx:pt idx="13604">First_Product_Purchased</cx:pt>
          <cx:pt idx="13605">First_Product_Purchased</cx:pt>
          <cx:pt idx="13606">First_Product_Purchased</cx:pt>
          <cx:pt idx="13607">First_Product_Purchased</cx:pt>
          <cx:pt idx="13608">First_Product_Purchased</cx:pt>
          <cx:pt idx="13609">First_Product_Purchased</cx:pt>
          <cx:pt idx="13610">First_Product_Purchased</cx:pt>
          <cx:pt idx="13611">First_Product_Purchased</cx:pt>
          <cx:pt idx="13612">First_Product_Purchased</cx:pt>
          <cx:pt idx="13613">First_Product_Purchased</cx:pt>
          <cx:pt idx="13614">First_Product_Purchased</cx:pt>
          <cx:pt idx="13615">First_Product_Purchased</cx:pt>
          <cx:pt idx="13616">First_Product_Purchased</cx:pt>
          <cx:pt idx="13617">First_Product_Purchased</cx:pt>
          <cx:pt idx="13618">First_Product_Purchased</cx:pt>
          <cx:pt idx="13619">First_Product_Purchased</cx:pt>
          <cx:pt idx="13620">First_Product_Purchased</cx:pt>
          <cx:pt idx="13621">First_Product_Purchased</cx:pt>
          <cx:pt idx="13622">First_Product_Purchased</cx:pt>
          <cx:pt idx="13623">First_Product_Purchased</cx:pt>
          <cx:pt idx="13624">First_Product_Purchased</cx:pt>
          <cx:pt idx="13625">First_Product_Purchased</cx:pt>
          <cx:pt idx="13626">First_Product_Purchased</cx:pt>
          <cx:pt idx="13627">First_Product_Purchased</cx:pt>
          <cx:pt idx="13628">First_Product_Purchased</cx:pt>
          <cx:pt idx="13629">First_Product_Purchased</cx:pt>
          <cx:pt idx="13630">First_Product_Purchased</cx:pt>
          <cx:pt idx="13631">First_Product_Purchased</cx:pt>
          <cx:pt idx="13632">First_Product_Purchased</cx:pt>
          <cx:pt idx="13633">First_Product_Purchased</cx:pt>
          <cx:pt idx="13634">First_Product_Purchased</cx:pt>
          <cx:pt idx="13635">First_Product_Purchased</cx:pt>
          <cx:pt idx="13636">First_Product_Purchased</cx:pt>
          <cx:pt idx="13637">First_Product_Purchased</cx:pt>
          <cx:pt idx="13638">First_Product_Purchased</cx:pt>
          <cx:pt idx="13639">First_Product_Purchased</cx:pt>
          <cx:pt idx="13640">First_Product_Purchased</cx:pt>
          <cx:pt idx="13641">First_Product_Purchased</cx:pt>
          <cx:pt idx="13642">First_Product_Purchased</cx:pt>
          <cx:pt idx="13643">First_Product_Purchased</cx:pt>
          <cx:pt idx="13644">First_Product_Purchased</cx:pt>
          <cx:pt idx="13645">First_Product_Purchased</cx:pt>
          <cx:pt idx="13646">First_Product_Purchased</cx:pt>
          <cx:pt idx="13647">First_Product_Purchased</cx:pt>
          <cx:pt idx="13648">First_Product_Purchased</cx:pt>
          <cx:pt idx="13649">First_Product_Purchased</cx:pt>
          <cx:pt idx="13650">First_Product_Purchased</cx:pt>
          <cx:pt idx="13651">First_Product_Purchased</cx:pt>
          <cx:pt idx="13652">First_Product_Purchased</cx:pt>
          <cx:pt idx="13653">First_Product_Purchased</cx:pt>
          <cx:pt idx="13654">First_Product_Purchased</cx:pt>
          <cx:pt idx="13655">First_Product_Purchased</cx:pt>
          <cx:pt idx="13656">First_Product_Purchased</cx:pt>
          <cx:pt idx="13657">First_Product_Purchased</cx:pt>
          <cx:pt idx="13658">First_Product_Purchased</cx:pt>
          <cx:pt idx="13659">First_Product_Purchased</cx:pt>
          <cx:pt idx="13660">First_Product_Purchased</cx:pt>
          <cx:pt idx="13661">First_Product_Purchased</cx:pt>
          <cx:pt idx="13662">First_Product_Purchased</cx:pt>
          <cx:pt idx="13663">First_Product_Purchased</cx:pt>
          <cx:pt idx="13664">First_Product_Purchased</cx:pt>
          <cx:pt idx="13665">First_Product_Purchased</cx:pt>
          <cx:pt idx="13666">First_Product_Purchased</cx:pt>
          <cx:pt idx="13667">First_Product_Purchased</cx:pt>
          <cx:pt idx="13668">First_Product_Purchased</cx:pt>
          <cx:pt idx="13669">First_Product_Purchased</cx:pt>
          <cx:pt idx="13670">First_Product_Purchased</cx:pt>
          <cx:pt idx="13671">First_Product_Purchased</cx:pt>
          <cx:pt idx="13672">First_Product_Purchased</cx:pt>
          <cx:pt idx="13673">First_Product_Purchased</cx:pt>
          <cx:pt idx="13674">First_Product_Purchased</cx:pt>
          <cx:pt idx="13675">First_Product_Purchased</cx:pt>
          <cx:pt idx="13676">First_Product_Purchased</cx:pt>
          <cx:pt idx="13677">First_Product_Purchased</cx:pt>
          <cx:pt idx="13678">First_Product_Purchased</cx:pt>
          <cx:pt idx="13679">First_Product_Purchased</cx:pt>
          <cx:pt idx="13680">First_Product_Purchased</cx:pt>
          <cx:pt idx="13681">First_Product_Purchased</cx:pt>
          <cx:pt idx="13682">First_Product_Purchased</cx:pt>
          <cx:pt idx="13683">First_Product_Purchased</cx:pt>
          <cx:pt idx="13684">First_Product_Purchased</cx:pt>
          <cx:pt idx="13685">First_Product_Purchased</cx:pt>
          <cx:pt idx="13686">First_Product_Purchased</cx:pt>
          <cx:pt idx="13687">First_Product_Purchased</cx:pt>
          <cx:pt idx="13688">First_Product_Purchased</cx:pt>
          <cx:pt idx="13689">First_Product_Purchased</cx:pt>
          <cx:pt idx="13690">First_Product_Purchased</cx:pt>
          <cx:pt idx="13691">First_Product_Purchased</cx:pt>
          <cx:pt idx="13692">First_Product_Purchased</cx:pt>
          <cx:pt idx="13693">First_Product_Purchased</cx:pt>
          <cx:pt idx="13694">First_Product_Purchased</cx:pt>
          <cx:pt idx="13695">First_Product_Purchased</cx:pt>
          <cx:pt idx="13696">First_Product_Purchased</cx:pt>
          <cx:pt idx="13697">First_Product_Purchased</cx:pt>
          <cx:pt idx="13698">First_Product_Purchased</cx:pt>
          <cx:pt idx="13699">First_Product_Purchased</cx:pt>
          <cx:pt idx="13700">First_Product_Purchased</cx:pt>
          <cx:pt idx="13701">First_Product_Purchased</cx:pt>
          <cx:pt idx="13702">First_Product_Purchased</cx:pt>
          <cx:pt idx="13703">First_Product_Purchased</cx:pt>
          <cx:pt idx="13704">First_Product_Purchased</cx:pt>
          <cx:pt idx="13705">First_Product_Purchased</cx:pt>
          <cx:pt idx="13706">First_Product_Purchased</cx:pt>
          <cx:pt idx="13707">First_Product_Purchased</cx:pt>
          <cx:pt idx="13708">First_Product_Purchased</cx:pt>
          <cx:pt idx="13709">First_Product_Purchased</cx:pt>
          <cx:pt idx="13710">First_Product_Purchased</cx:pt>
          <cx:pt idx="13711">First_Product_Purchased</cx:pt>
          <cx:pt idx="13712">First_Product_Purchased</cx:pt>
          <cx:pt idx="13713">First_Product_Purchased</cx:pt>
          <cx:pt idx="13714">First_Product_Purchased</cx:pt>
          <cx:pt idx="13715">First_Product_Purchased</cx:pt>
          <cx:pt idx="13716">First_Product_Purchased</cx:pt>
          <cx:pt idx="13717">First_Product_Purchased</cx:pt>
          <cx:pt idx="13718">First_Product_Purchased</cx:pt>
          <cx:pt idx="13719">First_Product_Purchased</cx:pt>
          <cx:pt idx="13720">First_Product_Purchased</cx:pt>
          <cx:pt idx="13721">First_Product_Purchased</cx:pt>
          <cx:pt idx="13722">First_Product_Purchased</cx:pt>
          <cx:pt idx="13723">First_Product_Purchased</cx:pt>
          <cx:pt idx="13724">First_Product_Purchased</cx:pt>
          <cx:pt idx="13725">First_Product_Purchased</cx:pt>
          <cx:pt idx="13726">First_Product_Purchased</cx:pt>
          <cx:pt idx="13727">First_Product_Purchased</cx:pt>
          <cx:pt idx="13728">First_Product_Purchased</cx:pt>
          <cx:pt idx="13729">First_Product_Purchased</cx:pt>
          <cx:pt idx="13730">First_Product_Purchased</cx:pt>
          <cx:pt idx="13731">First_Product_Purchased</cx:pt>
          <cx:pt idx="13732">First_Product_Purchased</cx:pt>
          <cx:pt idx="13733">First_Product_Purchased</cx:pt>
          <cx:pt idx="13734">First_Product_Purchased</cx:pt>
          <cx:pt idx="13735">First_Product_Purchased</cx:pt>
          <cx:pt idx="13736">First_Product_Purchased</cx:pt>
          <cx:pt idx="13737">First_Product_Purchased</cx:pt>
          <cx:pt idx="13738">First_Product_Purchased</cx:pt>
          <cx:pt idx="13739">First_Product_Purchased</cx:pt>
          <cx:pt idx="13740">First_Product_Purchased</cx:pt>
          <cx:pt idx="13741">First_Product_Purchased</cx:pt>
          <cx:pt idx="13742">First_Product_Purchased</cx:pt>
          <cx:pt idx="13743">First_Product_Purchased</cx:pt>
          <cx:pt idx="13744">First_Product_Purchased</cx:pt>
          <cx:pt idx="13745">First_Product_Purchased</cx:pt>
          <cx:pt idx="13746">First_Product_Purchased</cx:pt>
          <cx:pt idx="13747">First_Product_Purchased</cx:pt>
          <cx:pt idx="13748">First_Product_Purchased</cx:pt>
          <cx:pt idx="13749">First_Product_Purchased</cx:pt>
          <cx:pt idx="13750">First_Product_Purchased</cx:pt>
          <cx:pt idx="13751">First_Product_Purchased</cx:pt>
          <cx:pt idx="13752">First_Product_Purchased</cx:pt>
          <cx:pt idx="13753">First_Product_Purchased</cx:pt>
          <cx:pt idx="13754">First_Product_Purchased</cx:pt>
          <cx:pt idx="13755">First_Product_Purchased</cx:pt>
          <cx:pt idx="13756">First_Product_Purchased</cx:pt>
          <cx:pt idx="13757">First_Product_Purchased</cx:pt>
          <cx:pt idx="13758">First_Product_Purchased</cx:pt>
          <cx:pt idx="13759">First_Product_Purchased</cx:pt>
          <cx:pt idx="13760">First_Product_Purchased</cx:pt>
          <cx:pt idx="13761">First_Product_Purchased</cx:pt>
          <cx:pt idx="13762">First_Product_Purchased</cx:pt>
          <cx:pt idx="13763">First_Product_Purchased</cx:pt>
          <cx:pt idx="13764">First_Product_Purchased</cx:pt>
          <cx:pt idx="13765">First_Product_Purchased</cx:pt>
          <cx:pt idx="13766">First_Product_Purchased</cx:pt>
          <cx:pt idx="13767">First_Product_Purchased</cx:pt>
          <cx:pt idx="13768">First_Product_Purchased</cx:pt>
          <cx:pt idx="13769">First_Product_Purchased</cx:pt>
          <cx:pt idx="13770">First_Product_Purchased</cx:pt>
          <cx:pt idx="13771">First_Product_Purchased</cx:pt>
          <cx:pt idx="13772">First_Product_Purchased</cx:pt>
          <cx:pt idx="13773">First_Product_Purchased</cx:pt>
          <cx:pt idx="13774">First_Product_Purchased</cx:pt>
          <cx:pt idx="13775">First_Product_Purchased</cx:pt>
          <cx:pt idx="13776">First_Product_Purchased</cx:pt>
          <cx:pt idx="13777">First_Product_Purchased</cx:pt>
          <cx:pt idx="13778">First_Product_Purchased</cx:pt>
          <cx:pt idx="13779">Second_Product_Purchased</cx:pt>
          <cx:pt idx="13780">First_Product_Purchased</cx:pt>
          <cx:pt idx="13781">First_Product_Purchased</cx:pt>
          <cx:pt idx="13782">First_Product_Purchased</cx:pt>
          <cx:pt idx="13783">First_Product_Purchased</cx:pt>
          <cx:pt idx="13784">First_Product_Purchased</cx:pt>
          <cx:pt idx="13785">First_Product_Purchased</cx:pt>
          <cx:pt idx="13786">First_Product_Purchased</cx:pt>
          <cx:pt idx="13787">First_Product_Purchased</cx:pt>
          <cx:pt idx="13788">First_Product_Purchased</cx:pt>
          <cx:pt idx="13789">First_Product_Purchased</cx:pt>
          <cx:pt idx="13790">First_Product_Purchased</cx:pt>
          <cx:pt idx="13791">First_Product_Purchased</cx:pt>
          <cx:pt idx="13792">First_Product_Purchased</cx:pt>
          <cx:pt idx="13793">First_Product_Purchased</cx:pt>
          <cx:pt idx="13794">First_Product_Purchased</cx:pt>
          <cx:pt idx="13795">First_Product_Purchased</cx:pt>
          <cx:pt idx="13796">First_Product_Purchased</cx:pt>
          <cx:pt idx="13797">First_Product_Purchased</cx:pt>
          <cx:pt idx="13798">First_Product_Purchased</cx:pt>
          <cx:pt idx="13799">First_Product_Purchased</cx:pt>
          <cx:pt idx="13800">First_Product_Purchased</cx:pt>
          <cx:pt idx="13801">First_Product_Purchased</cx:pt>
          <cx:pt idx="13802">Second_Product_Purchased</cx:pt>
          <cx:pt idx="13803">First_Product_Purchased</cx:pt>
          <cx:pt idx="13804">First_Product_Purchased</cx:pt>
          <cx:pt idx="13805">First_Product_Purchased</cx:pt>
          <cx:pt idx="13806">First_Product_Purchased</cx:pt>
          <cx:pt idx="13807">First_Product_Purchased</cx:pt>
          <cx:pt idx="13808">First_Product_Purchased</cx:pt>
          <cx:pt idx="13809">First_Product_Purchased</cx:pt>
          <cx:pt idx="13810">First_Product_Purchased</cx:pt>
          <cx:pt idx="13811">First_Product_Purchased</cx:pt>
          <cx:pt idx="13812">First_Product_Purchased</cx:pt>
          <cx:pt idx="13813">First_Product_Purchased</cx:pt>
          <cx:pt idx="13814">First_Product_Purchased</cx:pt>
          <cx:pt idx="13815">First_Product_Purchased</cx:pt>
          <cx:pt idx="13816">First_Product_Purchased</cx:pt>
          <cx:pt idx="13817">Second_Product_Purchased</cx:pt>
          <cx:pt idx="13818">First_Product_Purchased</cx:pt>
          <cx:pt idx="13819">First_Product_Purchased</cx:pt>
          <cx:pt idx="13820">First_Product_Purchased</cx:pt>
          <cx:pt idx="13821">First_Product_Purchased</cx:pt>
          <cx:pt idx="13822">First_Product_Purchased</cx:pt>
          <cx:pt idx="13823">First_Product_Purchased</cx:pt>
          <cx:pt idx="13824">First_Product_Purchased</cx:pt>
          <cx:pt idx="13825">First_Product_Purchased</cx:pt>
          <cx:pt idx="13826">First_Product_Purchased</cx:pt>
          <cx:pt idx="13827">First_Product_Purchased</cx:pt>
          <cx:pt idx="13828">First_Product_Purchased</cx:pt>
          <cx:pt idx="13829">First_Product_Purchased</cx:pt>
          <cx:pt idx="13830">First_Product_Purchased</cx:pt>
          <cx:pt idx="13831">First_Product_Purchased</cx:pt>
          <cx:pt idx="13832">First_Product_Purchased</cx:pt>
          <cx:pt idx="13833">First_Product_Purchased</cx:pt>
          <cx:pt idx="13834">First_Product_Purchased</cx:pt>
          <cx:pt idx="13835">First_Product_Purchased</cx:pt>
          <cx:pt idx="13836">Second_Product_Purchased</cx:pt>
          <cx:pt idx="13837">First_Product_Purchased</cx:pt>
          <cx:pt idx="13838">First_Product_Purchased</cx:pt>
          <cx:pt idx="13839">First_Product_Purchased</cx:pt>
          <cx:pt idx="13840">First_Product_Purchased</cx:pt>
          <cx:pt idx="13841">First_Product_Purchased</cx:pt>
          <cx:pt idx="13842">First_Product_Purchased</cx:pt>
          <cx:pt idx="13843">First_Product_Purchased</cx:pt>
          <cx:pt idx="13844">First_Product_Purchased</cx:pt>
          <cx:pt idx="13845">First_Product_Purchased</cx:pt>
          <cx:pt idx="13846">First_Product_Purchased</cx:pt>
          <cx:pt idx="13847">First_Product_Purchased</cx:pt>
          <cx:pt idx="13848">First_Product_Purchased</cx:pt>
          <cx:pt idx="13849">First_Product_Purchased</cx:pt>
          <cx:pt idx="13850">First_Product_Purchased</cx:pt>
          <cx:pt idx="13851">First_Product_Purchased</cx:pt>
          <cx:pt idx="13852">First_Product_Purchased</cx:pt>
          <cx:pt idx="13853">First_Product_Purchased</cx:pt>
          <cx:pt idx="13854">First_Product_Purchased</cx:pt>
          <cx:pt idx="13855">First_Product_Purchased</cx:pt>
          <cx:pt idx="13856">First_Product_Purchased</cx:pt>
          <cx:pt idx="13857">First_Product_Purchased</cx:pt>
          <cx:pt idx="13858">First_Product_Purchased</cx:pt>
          <cx:pt idx="13859">First_Product_Purchased</cx:pt>
          <cx:pt idx="13860">Second_Product_Purchased</cx:pt>
          <cx:pt idx="13861">First_Product_Purchased</cx:pt>
          <cx:pt idx="13862">First_Product_Purchased</cx:pt>
          <cx:pt idx="13863">First_Product_Purchased</cx:pt>
          <cx:pt idx="13864">First_Product_Purchased</cx:pt>
          <cx:pt idx="13865">First_Product_Purchased</cx:pt>
          <cx:pt idx="13866">First_Product_Purchased</cx:pt>
          <cx:pt idx="13867">First_Product_Purchased</cx:pt>
          <cx:pt idx="13868">First_Product_Purchased</cx:pt>
          <cx:pt idx="13869">First_Product_Purchased</cx:pt>
          <cx:pt idx="13870">First_Product_Purchased</cx:pt>
          <cx:pt idx="13871">First_Product_Purchased</cx:pt>
          <cx:pt idx="13872">First_Product_Purchased</cx:pt>
          <cx:pt idx="13873">First_Product_Purchased</cx:pt>
          <cx:pt idx="13874">First_Product_Purchased</cx:pt>
          <cx:pt idx="13875">First_Product_Purchased</cx:pt>
          <cx:pt idx="13876">First_Product_Purchased</cx:pt>
          <cx:pt idx="13877">First_Product_Purchased</cx:pt>
          <cx:pt idx="13878">First_Product_Purchased</cx:pt>
          <cx:pt idx="13879">First_Product_Purchased</cx:pt>
          <cx:pt idx="13880">First_Product_Purchased</cx:pt>
          <cx:pt idx="13881">First_Product_Purchased</cx:pt>
          <cx:pt idx="13882">First_Product_Purchased</cx:pt>
          <cx:pt idx="13883">First_Product_Purchased</cx:pt>
          <cx:pt idx="13884">First_Product_Purchased</cx:pt>
          <cx:pt idx="13885">First_Product_Purchased</cx:pt>
          <cx:pt idx="13886">First_Product_Purchased</cx:pt>
          <cx:pt idx="13887">First_Product_Purchased</cx:pt>
          <cx:pt idx="13888">First_Product_Purchased</cx:pt>
          <cx:pt idx="13889">First_Product_Purchased</cx:pt>
          <cx:pt idx="13890">First_Product_Purchased</cx:pt>
          <cx:pt idx="13891">First_Product_Purchased</cx:pt>
          <cx:pt idx="13892">First_Product_Purchased</cx:pt>
          <cx:pt idx="13893">First_Product_Purchased</cx:pt>
          <cx:pt idx="13894">First_Product_Purchased</cx:pt>
          <cx:pt idx="13895">First_Product_Purchased</cx:pt>
          <cx:pt idx="13896">First_Product_Purchased</cx:pt>
          <cx:pt idx="13897">First_Product_Purchased</cx:pt>
          <cx:pt idx="13898">First_Product_Purchased</cx:pt>
          <cx:pt idx="13899">First_Product_Purchased</cx:pt>
          <cx:pt idx="13900">First_Product_Purchased</cx:pt>
          <cx:pt idx="13901">First_Product_Purchased</cx:pt>
          <cx:pt idx="13902">First_Product_Purchased</cx:pt>
          <cx:pt idx="13903">First_Product_Purchased</cx:pt>
          <cx:pt idx="13904">First_Product_Purchased</cx:pt>
          <cx:pt idx="13905">First_Product_Purchased</cx:pt>
          <cx:pt idx="13906">First_Product_Purchased</cx:pt>
          <cx:pt idx="13907">First_Product_Purchased</cx:pt>
          <cx:pt idx="13908">First_Product_Purchased</cx:pt>
          <cx:pt idx="13909">First_Product_Purchased</cx:pt>
          <cx:pt idx="13910">First_Product_Purchased</cx:pt>
          <cx:pt idx="13911">First_Product_Purchased</cx:pt>
          <cx:pt idx="13912">First_Product_Purchased</cx:pt>
          <cx:pt idx="13913">First_Product_Purchased</cx:pt>
          <cx:pt idx="13914">First_Product_Purchased</cx:pt>
          <cx:pt idx="13915">First_Product_Purchased</cx:pt>
          <cx:pt idx="13916">First_Product_Purchased</cx:pt>
          <cx:pt idx="13917">First_Product_Purchased</cx:pt>
          <cx:pt idx="13918">First_Product_Purchased</cx:pt>
          <cx:pt idx="13919">First_Product_Purchased</cx:pt>
          <cx:pt idx="13920">First_Product_Purchased</cx:pt>
          <cx:pt idx="13921">First_Product_Purchased</cx:pt>
          <cx:pt idx="13922">First_Product_Purchased</cx:pt>
          <cx:pt idx="13923">First_Product_Purchased</cx:pt>
          <cx:pt idx="13924">Second_Product_Purchased</cx:pt>
          <cx:pt idx="13925">First_Product_Purchased</cx:pt>
          <cx:pt idx="13926">First_Product_Purchased</cx:pt>
          <cx:pt idx="13927">First_Product_Purchased</cx:pt>
          <cx:pt idx="13928">First_Product_Purchased</cx:pt>
          <cx:pt idx="13929">First_Product_Purchased</cx:pt>
          <cx:pt idx="13930">First_Product_Purchased</cx:pt>
          <cx:pt idx="13931">First_Product_Purchased</cx:pt>
          <cx:pt idx="13932">First_Product_Purchased</cx:pt>
          <cx:pt idx="13933">First_Product_Purchased</cx:pt>
          <cx:pt idx="13934">First_Product_Purchased</cx:pt>
          <cx:pt idx="13935">First_Product_Purchased</cx:pt>
          <cx:pt idx="13936">First_Product_Purchased</cx:pt>
          <cx:pt idx="13937">First_Product_Purchased</cx:pt>
          <cx:pt idx="13938">First_Product_Purchased</cx:pt>
          <cx:pt idx="13939">First_Product_Purchased</cx:pt>
          <cx:pt idx="13940">First_Product_Purchased</cx:pt>
          <cx:pt idx="13941">First_Product_Purchased</cx:pt>
          <cx:pt idx="13942">First_Product_Purchased</cx:pt>
          <cx:pt idx="13943">First_Product_Purchased</cx:pt>
          <cx:pt idx="13944">First_Product_Purchased</cx:pt>
          <cx:pt idx="13945">First_Product_Purchased</cx:pt>
          <cx:pt idx="13946">First_Product_Purchased</cx:pt>
          <cx:pt idx="13947">First_Product_Purchased</cx:pt>
          <cx:pt idx="13948">First_Product_Purchased</cx:pt>
          <cx:pt idx="13949">First_Product_Purchased</cx:pt>
          <cx:pt idx="13950">First_Product_Purchased</cx:pt>
          <cx:pt idx="13951">Second_Product_Purchased</cx:pt>
          <cx:pt idx="13952">First_Product_Purchased</cx:pt>
          <cx:pt idx="13953">First_Product_Purchased</cx:pt>
          <cx:pt idx="13954">First_Product_Purchased</cx:pt>
          <cx:pt idx="13955">First_Product_Purchased</cx:pt>
          <cx:pt idx="13956">First_Product_Purchased</cx:pt>
          <cx:pt idx="13957">First_Product_Purchased</cx:pt>
          <cx:pt idx="13958">First_Product_Purchased</cx:pt>
          <cx:pt idx="13959">First_Product_Purchased</cx:pt>
          <cx:pt idx="13960">First_Product_Purchased</cx:pt>
          <cx:pt idx="13961">First_Product_Purchased</cx:pt>
          <cx:pt idx="13962">First_Product_Purchased</cx:pt>
          <cx:pt idx="13963">First_Product_Purchased</cx:pt>
          <cx:pt idx="13964">First_Product_Purchased</cx:pt>
          <cx:pt idx="13965">First_Product_Purchased</cx:pt>
          <cx:pt idx="13966">First_Product_Purchased</cx:pt>
          <cx:pt idx="13967">First_Product_Purchased</cx:pt>
          <cx:pt idx="13968">First_Product_Purchased</cx:pt>
          <cx:pt idx="13969">First_Product_Purchased</cx:pt>
          <cx:pt idx="13970">First_Product_Purchased</cx:pt>
          <cx:pt idx="13971">First_Product_Purchased</cx:pt>
          <cx:pt idx="13972">First_Product_Purchased</cx:pt>
          <cx:pt idx="13973">First_Product_Purchased</cx:pt>
          <cx:pt idx="13974">First_Product_Purchased</cx:pt>
          <cx:pt idx="13975">First_Product_Purchased</cx:pt>
          <cx:pt idx="13976">First_Product_Purchased</cx:pt>
          <cx:pt idx="13977">First_Product_Purchased</cx:pt>
          <cx:pt idx="13978">First_Product_Purchased</cx:pt>
          <cx:pt idx="13979">First_Product_Purchased</cx:pt>
          <cx:pt idx="13980">First_Product_Purchased</cx:pt>
          <cx:pt idx="13981">First_Product_Purchased</cx:pt>
          <cx:pt idx="13982">First_Product_Purchased</cx:pt>
          <cx:pt idx="13983">First_Product_Purchased</cx:pt>
          <cx:pt idx="13984">First_Product_Purchased</cx:pt>
          <cx:pt idx="13985">First_Product_Purchased</cx:pt>
          <cx:pt idx="13986">First_Product_Purchased</cx:pt>
          <cx:pt idx="13987">First_Product_Purchased</cx:pt>
          <cx:pt idx="13988">First_Product_Purchased</cx:pt>
          <cx:pt idx="13989">First_Product_Purchased</cx:pt>
          <cx:pt idx="13990">First_Product_Purchased</cx:pt>
          <cx:pt idx="13991">First_Product_Purchased</cx:pt>
          <cx:pt idx="13992">First_Product_Purchased</cx:pt>
          <cx:pt idx="13993">First_Product_Purchased</cx:pt>
          <cx:pt idx="13994">First_Product_Purchased</cx:pt>
          <cx:pt idx="13995">First_Product_Purchased</cx:pt>
          <cx:pt idx="13996">First_Product_Purchased</cx:pt>
          <cx:pt idx="13997">First_Product_Purchased</cx:pt>
          <cx:pt idx="13998">First_Product_Purchased</cx:pt>
          <cx:pt idx="13999">First_Product_Purchased</cx:pt>
          <cx:pt idx="14000">First_Product_Purchased</cx:pt>
          <cx:pt idx="14001">First_Product_Purchased</cx:pt>
          <cx:pt idx="14002">First_Product_Purchased</cx:pt>
          <cx:pt idx="14003">First_Product_Purchased</cx:pt>
          <cx:pt idx="14004">First_Product_Purchased</cx:pt>
          <cx:pt idx="14005">First_Product_Purchased</cx:pt>
          <cx:pt idx="14006">First_Product_Purchased</cx:pt>
          <cx:pt idx="14007">First_Product_Purchased</cx:pt>
          <cx:pt idx="14008">First_Product_Purchased</cx:pt>
          <cx:pt idx="14009">First_Product_Purchased</cx:pt>
          <cx:pt idx="14010">First_Product_Purchased</cx:pt>
          <cx:pt idx="14011">First_Product_Purchased</cx:pt>
          <cx:pt idx="14012">First_Product_Purchased</cx:pt>
          <cx:pt idx="14013">First_Product_Purchased</cx:pt>
          <cx:pt idx="14014">First_Product_Purchased</cx:pt>
          <cx:pt idx="14015">First_Product_Purchased</cx:pt>
          <cx:pt idx="14016">First_Product_Purchased</cx:pt>
          <cx:pt idx="14017">First_Product_Purchased</cx:pt>
          <cx:pt idx="14018">First_Product_Purchased</cx:pt>
          <cx:pt idx="14019">First_Product_Purchased</cx:pt>
          <cx:pt idx="14020">First_Product_Purchased</cx:pt>
          <cx:pt idx="14021">First_Product_Purchased</cx:pt>
          <cx:pt idx="14022">First_Product_Purchased</cx:pt>
          <cx:pt idx="14023">First_Product_Purchased</cx:pt>
          <cx:pt idx="14024">First_Product_Purchased</cx:pt>
          <cx:pt idx="14025">First_Product_Purchased</cx:pt>
          <cx:pt idx="14026">First_Product_Purchased</cx:pt>
          <cx:pt idx="14027">First_Product_Purchased</cx:pt>
          <cx:pt idx="14028">First_Product_Purchased</cx:pt>
          <cx:pt idx="14029">First_Product_Purchased</cx:pt>
          <cx:pt idx="14030">First_Product_Purchased</cx:pt>
          <cx:pt idx="14031">First_Product_Purchased</cx:pt>
          <cx:pt idx="14032">First_Product_Purchased</cx:pt>
          <cx:pt idx="14033">First_Product_Purchased</cx:pt>
          <cx:pt idx="14034">First_Product_Purchased</cx:pt>
          <cx:pt idx="14035">First_Product_Purchased</cx:pt>
          <cx:pt idx="14036">First_Product_Purchased</cx:pt>
          <cx:pt idx="14037">First_Product_Purchased</cx:pt>
          <cx:pt idx="14038">First_Product_Purchased</cx:pt>
          <cx:pt idx="14039">First_Product_Purchased</cx:pt>
          <cx:pt idx="14040">First_Product_Purchased</cx:pt>
          <cx:pt idx="14041">First_Product_Purchased</cx:pt>
          <cx:pt idx="14042">First_Product_Purchased</cx:pt>
          <cx:pt idx="14043">First_Product_Purchased</cx:pt>
          <cx:pt idx="14044">First_Product_Purchased</cx:pt>
          <cx:pt idx="14045">First_Product_Purchased</cx:pt>
          <cx:pt idx="14046">First_Product_Purchased</cx:pt>
          <cx:pt idx="14047">First_Product_Purchased</cx:pt>
          <cx:pt idx="14048">First_Product_Purchased</cx:pt>
          <cx:pt idx="14049">First_Product_Purchased</cx:pt>
          <cx:pt idx="14050">First_Product_Purchased</cx:pt>
          <cx:pt idx="14051">First_Product_Purchased</cx:pt>
          <cx:pt idx="14052">First_Product_Purchased</cx:pt>
          <cx:pt idx="14053">First_Product_Purchased</cx:pt>
          <cx:pt idx="14054">First_Product_Purchased</cx:pt>
          <cx:pt idx="14055">First_Product_Purchased</cx:pt>
          <cx:pt idx="14056">First_Product_Purchased</cx:pt>
          <cx:pt idx="14057">First_Product_Purchased</cx:pt>
          <cx:pt idx="14058">First_Product_Purchased</cx:pt>
          <cx:pt idx="14059">First_Product_Purchased</cx:pt>
          <cx:pt idx="14060">First_Product_Purchased</cx:pt>
          <cx:pt idx="14061">First_Product_Purchased</cx:pt>
          <cx:pt idx="14062">First_Product_Purchased</cx:pt>
          <cx:pt idx="14063">First_Product_Purchased</cx:pt>
          <cx:pt idx="14064">First_Product_Purchased</cx:pt>
          <cx:pt idx="14065">First_Product_Purchased</cx:pt>
          <cx:pt idx="14066">First_Product_Purchased</cx:pt>
          <cx:pt idx="14067">First_Product_Purchased</cx:pt>
          <cx:pt idx="14068">First_Product_Purchased</cx:pt>
          <cx:pt idx="14069">First_Product_Purchased</cx:pt>
          <cx:pt idx="14070">First_Product_Purchased</cx:pt>
          <cx:pt idx="14071">First_Product_Purchased</cx:pt>
          <cx:pt idx="14072">First_Product_Purchased</cx:pt>
          <cx:pt idx="14073">First_Product_Purchased</cx:pt>
          <cx:pt idx="14074">First_Product_Purchased</cx:pt>
          <cx:pt idx="14075">First_Product_Purchased</cx:pt>
          <cx:pt idx="14076">First_Product_Purchased</cx:pt>
          <cx:pt idx="14077">First_Product_Purchased</cx:pt>
          <cx:pt idx="14078">First_Product_Purchased</cx:pt>
          <cx:pt idx="14079">First_Product_Purchased</cx:pt>
          <cx:pt idx="14080">First_Product_Purchased</cx:pt>
          <cx:pt idx="14081">First_Product_Purchased</cx:pt>
          <cx:pt idx="14082">First_Product_Purchased</cx:pt>
          <cx:pt idx="14083">First_Product_Purchased</cx:pt>
          <cx:pt idx="14084">First_Product_Purchased</cx:pt>
          <cx:pt idx="14085">First_Product_Purchased</cx:pt>
          <cx:pt idx="14086">First_Product_Purchased</cx:pt>
          <cx:pt idx="14087">First_Product_Purchased</cx:pt>
          <cx:pt idx="14088">First_Product_Purchased</cx:pt>
          <cx:pt idx="14089">First_Product_Purchased</cx:pt>
          <cx:pt idx="14090">First_Product_Purchased</cx:pt>
          <cx:pt idx="14091">First_Product_Purchased</cx:pt>
          <cx:pt idx="14092">First_Product_Purchased</cx:pt>
          <cx:pt idx="14093">First_Product_Purchased</cx:pt>
          <cx:pt idx="14094">Second_Product_Purchased</cx:pt>
          <cx:pt idx="14095">First_Product_Purchased</cx:pt>
          <cx:pt idx="14096">First_Product_Purchased</cx:pt>
          <cx:pt idx="14097">First_Product_Purchased</cx:pt>
          <cx:pt idx="14098">First_Product_Purchased</cx:pt>
          <cx:pt idx="14099">First_Product_Purchased</cx:pt>
          <cx:pt idx="14100">First_Product_Purchased</cx:pt>
          <cx:pt idx="14101">First_Product_Purchased</cx:pt>
          <cx:pt idx="14102">First_Product_Purchased</cx:pt>
          <cx:pt idx="14103">First_Product_Purchased</cx:pt>
          <cx:pt idx="14104">First_Product_Purchased</cx:pt>
          <cx:pt idx="14105">First_Product_Purchased</cx:pt>
          <cx:pt idx="14106">First_Product_Purchased</cx:pt>
          <cx:pt idx="14107">First_Product_Purchased</cx:pt>
          <cx:pt idx="14108">First_Product_Purchased</cx:pt>
          <cx:pt idx="14109">First_Product_Purchased</cx:pt>
          <cx:pt idx="14110">First_Product_Purchased</cx:pt>
          <cx:pt idx="14111">First_Product_Purchased</cx:pt>
          <cx:pt idx="14112">First_Product_Purchased</cx:pt>
          <cx:pt idx="14113">First_Product_Purchased</cx:pt>
          <cx:pt idx="14114">First_Product_Purchased</cx:pt>
          <cx:pt idx="14115">First_Product_Purchased</cx:pt>
          <cx:pt idx="14116">Second_Product_Purchased</cx:pt>
          <cx:pt idx="14117">First_Product_Purchased</cx:pt>
          <cx:pt idx="14118">First_Product_Purchased</cx:pt>
          <cx:pt idx="14119">First_Product_Purchased</cx:pt>
          <cx:pt idx="14120">First_Product_Purchased</cx:pt>
          <cx:pt idx="14121">First_Product_Purchased</cx:pt>
          <cx:pt idx="14122">First_Product_Purchased</cx:pt>
          <cx:pt idx="14123">First_Product_Purchased</cx:pt>
          <cx:pt idx="14124">First_Product_Purchased</cx:pt>
          <cx:pt idx="14125">First_Product_Purchased</cx:pt>
          <cx:pt idx="14126">First_Product_Purchased</cx:pt>
          <cx:pt idx="14127">First_Product_Purchased</cx:pt>
          <cx:pt idx="14128">First_Product_Purchased</cx:pt>
          <cx:pt idx="14129">First_Product_Purchased</cx:pt>
          <cx:pt idx="14130">First_Product_Purchased</cx:pt>
          <cx:pt idx="14131">First_Product_Purchased</cx:pt>
          <cx:pt idx="14132">First_Product_Purchased</cx:pt>
          <cx:pt idx="14133">First_Product_Purchased</cx:pt>
          <cx:pt idx="14134">First_Product_Purchased</cx:pt>
          <cx:pt idx="14135">First_Product_Purchased</cx:pt>
          <cx:pt idx="14136">First_Product_Purchased</cx:pt>
          <cx:pt idx="14137">Second_Product_Purchased</cx:pt>
          <cx:pt idx="14138">First_Product_Purchased</cx:pt>
          <cx:pt idx="14139">First_Product_Purchased</cx:pt>
          <cx:pt idx="14140">First_Product_Purchased</cx:pt>
          <cx:pt idx="14141">First_Product_Purchased</cx:pt>
          <cx:pt idx="14142">First_Product_Purchased</cx:pt>
          <cx:pt idx="14143">First_Product_Purchased</cx:pt>
          <cx:pt idx="14144">First_Product_Purchased</cx:pt>
          <cx:pt idx="14145">First_Product_Purchased</cx:pt>
          <cx:pt idx="14146">First_Product_Purchased</cx:pt>
          <cx:pt idx="14147">First_Product_Purchased</cx:pt>
          <cx:pt idx="14148">First_Product_Purchased</cx:pt>
          <cx:pt idx="14149">First_Product_Purchased</cx:pt>
          <cx:pt idx="14150">First_Product_Purchased</cx:pt>
          <cx:pt idx="14151">First_Product_Purchased</cx:pt>
          <cx:pt idx="14152">First_Product_Purchased</cx:pt>
          <cx:pt idx="14153">First_Product_Purchased</cx:pt>
          <cx:pt idx="14154">First_Product_Purchased</cx:pt>
          <cx:pt idx="14155">First_Product_Purchased</cx:pt>
          <cx:pt idx="14156">First_Product_Purchased</cx:pt>
          <cx:pt idx="14157">First_Product_Purchased</cx:pt>
          <cx:pt idx="14158">First_Product_Purchased</cx:pt>
          <cx:pt idx="14159">First_Product_Purchased</cx:pt>
          <cx:pt idx="14160">First_Product_Purchased</cx:pt>
          <cx:pt idx="14161">First_Product_Purchased</cx:pt>
          <cx:pt idx="14162">Second_Product_Purchased</cx:pt>
          <cx:pt idx="14163">First_Product_Purchased</cx:pt>
          <cx:pt idx="14164">First_Product_Purchased</cx:pt>
          <cx:pt idx="14165">First_Product_Purchased</cx:pt>
          <cx:pt idx="14166">First_Product_Purchased</cx:pt>
          <cx:pt idx="14167">First_Product_Purchased</cx:pt>
          <cx:pt idx="14168">First_Product_Purchased</cx:pt>
          <cx:pt idx="14169">First_Product_Purchased</cx:pt>
          <cx:pt idx="14170">First_Product_Purchased</cx:pt>
          <cx:pt idx="14171">First_Product_Purchased</cx:pt>
          <cx:pt idx="14172">First_Product_Purchased</cx:pt>
          <cx:pt idx="14173">First_Product_Purchased</cx:pt>
          <cx:pt idx="14174">First_Product_Purchased</cx:pt>
          <cx:pt idx="14175">First_Product_Purchased</cx:pt>
          <cx:pt idx="14176">Second_Product_Purchased</cx:pt>
          <cx:pt idx="14177">First_Product_Purchased</cx:pt>
          <cx:pt idx="14178">First_Product_Purchased</cx:pt>
          <cx:pt idx="14179">First_Product_Purchased</cx:pt>
          <cx:pt idx="14180">First_Product_Purchased</cx:pt>
          <cx:pt idx="14181">First_Product_Purchased</cx:pt>
          <cx:pt idx="14182">First_Product_Purchased</cx:pt>
          <cx:pt idx="14183">First_Product_Purchased</cx:pt>
          <cx:pt idx="14184">First_Product_Purchased</cx:pt>
          <cx:pt idx="14185">First_Product_Purchased</cx:pt>
          <cx:pt idx="14186">First_Product_Purchased</cx:pt>
          <cx:pt idx="14187">First_Product_Purchased</cx:pt>
          <cx:pt idx="14188">First_Product_Purchased</cx:pt>
          <cx:pt idx="14189">First_Product_Purchased</cx:pt>
          <cx:pt idx="14190">First_Product_Purchased</cx:pt>
          <cx:pt idx="14191">First_Product_Purchased</cx:pt>
          <cx:pt idx="14192">First_Product_Purchased</cx:pt>
          <cx:pt idx="14193">First_Product_Purchased</cx:pt>
          <cx:pt idx="14194">First_Product_Purchased</cx:pt>
          <cx:pt idx="14195">First_Product_Purchased</cx:pt>
          <cx:pt idx="14196">First_Product_Purchased</cx:pt>
          <cx:pt idx="14197">First_Product_Purchased</cx:pt>
          <cx:pt idx="14198">First_Product_Purchased</cx:pt>
          <cx:pt idx="14199">First_Product_Purchased</cx:pt>
          <cx:pt idx="14200">First_Product_Purchased</cx:pt>
          <cx:pt idx="14201">First_Product_Purchased</cx:pt>
          <cx:pt idx="14202">First_Product_Purchased</cx:pt>
          <cx:pt idx="14203">First_Product_Purchased</cx:pt>
          <cx:pt idx="14204">First_Product_Purchased</cx:pt>
          <cx:pt idx="14205">First_Product_Purchased</cx:pt>
          <cx:pt idx="14206">First_Product_Purchased</cx:pt>
          <cx:pt idx="14207">First_Product_Purchased</cx:pt>
          <cx:pt idx="14208">First_Product_Purchased</cx:pt>
          <cx:pt idx="14209">First_Product_Purchased</cx:pt>
          <cx:pt idx="14210">First_Product_Purchased</cx:pt>
          <cx:pt idx="14211">First_Product_Purchased</cx:pt>
          <cx:pt idx="14212">First_Product_Purchased</cx:pt>
          <cx:pt idx="14213">First_Product_Purchased</cx:pt>
          <cx:pt idx="14214">First_Product_Purchased</cx:pt>
          <cx:pt idx="14215">First_Product_Purchased</cx:pt>
          <cx:pt idx="14216">First_Product_Purchased</cx:pt>
          <cx:pt idx="14217">First_Product_Purchased</cx:pt>
          <cx:pt idx="14218">First_Product_Purchased</cx:pt>
          <cx:pt idx="14219">First_Product_Purchased</cx:pt>
          <cx:pt idx="14220">First_Product_Purchased</cx:pt>
          <cx:pt idx="14221">First_Product_Purchased</cx:pt>
          <cx:pt idx="14222">First_Product_Purchased</cx:pt>
          <cx:pt idx="14223">First_Product_Purchased</cx:pt>
          <cx:pt idx="14224">First_Product_Purchased</cx:pt>
          <cx:pt idx="14225">First_Product_Purchased</cx:pt>
          <cx:pt idx="14226">First_Product_Purchased</cx:pt>
          <cx:pt idx="14227">First_Product_Purchased</cx:pt>
          <cx:pt idx="14228">Second_Product_Purchased</cx:pt>
          <cx:pt idx="14229">First_Product_Purchased</cx:pt>
          <cx:pt idx="14230">First_Product_Purchased</cx:pt>
          <cx:pt idx="14231">First_Product_Purchased</cx:pt>
          <cx:pt idx="14232">First_Product_Purchased</cx:pt>
          <cx:pt idx="14233">First_Product_Purchased</cx:pt>
          <cx:pt idx="14234">First_Product_Purchased</cx:pt>
          <cx:pt idx="14235">First_Product_Purchased</cx:pt>
          <cx:pt idx="14236">First_Product_Purchased</cx:pt>
          <cx:pt idx="14237">First_Product_Purchased</cx:pt>
          <cx:pt idx="14238">First_Product_Purchased</cx:pt>
          <cx:pt idx="14239">First_Product_Purchased</cx:pt>
          <cx:pt idx="14240">First_Product_Purchased</cx:pt>
          <cx:pt idx="14241">First_Product_Purchased</cx:pt>
          <cx:pt idx="14242">First_Product_Purchased</cx:pt>
          <cx:pt idx="14243">First_Product_Purchased</cx:pt>
          <cx:pt idx="14244">First_Product_Purchased</cx:pt>
          <cx:pt idx="14245">First_Product_Purchased</cx:pt>
          <cx:pt idx="14246">First_Product_Purchased</cx:pt>
          <cx:pt idx="14247">First_Product_Purchased</cx:pt>
          <cx:pt idx="14248">First_Product_Purchased</cx:pt>
          <cx:pt idx="14249">First_Product_Purchased</cx:pt>
          <cx:pt idx="14250">First_Product_Purchased</cx:pt>
          <cx:pt idx="14251">First_Product_Purchased</cx:pt>
          <cx:pt idx="14252">First_Product_Purchased</cx:pt>
          <cx:pt idx="14253">First_Product_Purchased</cx:pt>
          <cx:pt idx="14254">First_Product_Purchased</cx:pt>
          <cx:pt idx="14255">First_Product_Purchased</cx:pt>
          <cx:pt idx="14256">First_Product_Purchased</cx:pt>
          <cx:pt idx="14257">First_Product_Purchased</cx:pt>
          <cx:pt idx="14258">First_Product_Purchased</cx:pt>
          <cx:pt idx="14259">First_Product_Purchased</cx:pt>
          <cx:pt idx="14260">First_Product_Purchased</cx:pt>
          <cx:pt idx="14261">First_Product_Purchased</cx:pt>
          <cx:pt idx="14262">First_Product_Purchased</cx:pt>
          <cx:pt idx="14263">Second_Product_Purchased</cx:pt>
          <cx:pt idx="14264">First_Product_Purchased</cx:pt>
          <cx:pt idx="14265">First_Product_Purchased</cx:pt>
          <cx:pt idx="14266">First_Product_Purchased</cx:pt>
          <cx:pt idx="14267">First_Product_Purchased</cx:pt>
          <cx:pt idx="14268">First_Product_Purchased</cx:pt>
          <cx:pt idx="14269">First_Product_Purchased</cx:pt>
          <cx:pt idx="14270">First_Product_Purchased</cx:pt>
          <cx:pt idx="14271">First_Product_Purchased</cx:pt>
          <cx:pt idx="14272">First_Product_Purchased</cx:pt>
          <cx:pt idx="14273">First_Product_Purchased</cx:pt>
          <cx:pt idx="14274">First_Product_Purchased</cx:pt>
          <cx:pt idx="14275">First_Product_Purchased</cx:pt>
          <cx:pt idx="14276">First_Product_Purchased</cx:pt>
          <cx:pt idx="14277">First_Product_Purchased</cx:pt>
          <cx:pt idx="14278">First_Product_Purchased</cx:pt>
          <cx:pt idx="14279">First_Product_Purchased</cx:pt>
          <cx:pt idx="14280">First_Product_Purchased</cx:pt>
          <cx:pt idx="14281">First_Product_Purchased</cx:pt>
          <cx:pt idx="14282">First_Product_Purchased</cx:pt>
          <cx:pt idx="14283">First_Product_Purchased</cx:pt>
          <cx:pt idx="14284">First_Product_Purchased</cx:pt>
          <cx:pt idx="14285">First_Product_Purchased</cx:pt>
          <cx:pt idx="14286">First_Product_Purchased</cx:pt>
          <cx:pt idx="14287">First_Product_Purchased</cx:pt>
          <cx:pt idx="14288">First_Product_Purchased</cx:pt>
          <cx:pt idx="14289">First_Product_Purchased</cx:pt>
          <cx:pt idx="14290">First_Product_Purchased</cx:pt>
          <cx:pt idx="14291">First_Product_Purchased</cx:pt>
          <cx:pt idx="14292">First_Product_Purchased</cx:pt>
          <cx:pt idx="14293">First_Product_Purchased</cx:pt>
          <cx:pt idx="14294">First_Product_Purchased</cx:pt>
          <cx:pt idx="14295">First_Product_Purchased</cx:pt>
          <cx:pt idx="14296">First_Product_Purchased</cx:pt>
          <cx:pt idx="14297">Second_Product_Purchased</cx:pt>
          <cx:pt idx="14298">First_Product_Purchased</cx:pt>
          <cx:pt idx="14299">First_Product_Purchased</cx:pt>
          <cx:pt idx="14300">First_Product_Purchased</cx:pt>
          <cx:pt idx="14301">First_Product_Purchased</cx:pt>
          <cx:pt idx="14302">First_Product_Purchased</cx:pt>
          <cx:pt idx="14303">First_Product_Purchased</cx:pt>
          <cx:pt idx="14304">First_Product_Purchased</cx:pt>
          <cx:pt idx="14305">First_Product_Purchased</cx:pt>
          <cx:pt idx="14306">First_Product_Purchased</cx:pt>
          <cx:pt idx="14307">First_Product_Purchased</cx:pt>
          <cx:pt idx="14308">First_Product_Purchased</cx:pt>
          <cx:pt idx="14309">First_Product_Purchased</cx:pt>
          <cx:pt idx="14310">First_Product_Purchased</cx:pt>
          <cx:pt idx="14311">First_Product_Purchased</cx:pt>
          <cx:pt idx="14312">First_Product_Purchased</cx:pt>
          <cx:pt idx="14313">First_Product_Purchased</cx:pt>
          <cx:pt idx="14314">First_Product_Purchased</cx:pt>
          <cx:pt idx="14315">First_Product_Purchased</cx:pt>
          <cx:pt idx="14316">First_Product_Purchased</cx:pt>
          <cx:pt idx="14317">First_Product_Purchased</cx:pt>
          <cx:pt idx="14318">First_Product_Purchased</cx:pt>
          <cx:pt idx="14319">First_Product_Purchased</cx:pt>
          <cx:pt idx="14320">First_Product_Purchased</cx:pt>
          <cx:pt idx="14321">First_Product_Purchased</cx:pt>
          <cx:pt idx="14322">First_Product_Purchased</cx:pt>
          <cx:pt idx="14323">First_Product_Purchased</cx:pt>
          <cx:pt idx="14324">First_Product_Purchased</cx:pt>
          <cx:pt idx="14325">First_Product_Purchased</cx:pt>
          <cx:pt idx="14326">First_Product_Purchased</cx:pt>
          <cx:pt idx="14327">First_Product_Purchased</cx:pt>
          <cx:pt idx="14328">First_Product_Purchased</cx:pt>
          <cx:pt idx="14329">First_Product_Purchased</cx:pt>
          <cx:pt idx="14330">First_Product_Purchased</cx:pt>
          <cx:pt idx="14331">First_Product_Purchased</cx:pt>
          <cx:pt idx="14332">First_Product_Purchased</cx:pt>
          <cx:pt idx="14333">First_Product_Purchased</cx:pt>
          <cx:pt idx="14334">First_Product_Purchased</cx:pt>
          <cx:pt idx="14335">First_Product_Purchased</cx:pt>
          <cx:pt idx="14336">First_Product_Purchased</cx:pt>
          <cx:pt idx="14337">First_Product_Purchased</cx:pt>
          <cx:pt idx="14338">First_Product_Purchased</cx:pt>
          <cx:pt idx="14339">First_Product_Purchased</cx:pt>
          <cx:pt idx="14340">First_Product_Purchased</cx:pt>
          <cx:pt idx="14341">First_Product_Purchased</cx:pt>
          <cx:pt idx="14342">First_Product_Purchased</cx:pt>
          <cx:pt idx="14343">First_Product_Purchased</cx:pt>
          <cx:pt idx="14344">First_Product_Purchased</cx:pt>
          <cx:pt idx="14345">First_Product_Purchased</cx:pt>
          <cx:pt idx="14346">First_Product_Purchased</cx:pt>
          <cx:pt idx="14347">First_Product_Purchased</cx:pt>
          <cx:pt idx="14348">First_Product_Purchased</cx:pt>
          <cx:pt idx="14349">First_Product_Purchased</cx:pt>
          <cx:pt idx="14350">First_Product_Purchased</cx:pt>
          <cx:pt idx="14351">First_Product_Purchased</cx:pt>
          <cx:pt idx="14352">First_Product_Purchased</cx:pt>
          <cx:pt idx="14353">First_Product_Purchased</cx:pt>
          <cx:pt idx="14354">First_Product_Purchased</cx:pt>
          <cx:pt idx="14355">First_Product_Purchased</cx:pt>
          <cx:pt idx="14356">First_Product_Purchased</cx:pt>
          <cx:pt idx="14357">First_Product_Purchased</cx:pt>
          <cx:pt idx="14358">First_Product_Purchased</cx:pt>
          <cx:pt idx="14359">First_Product_Purchased</cx:pt>
          <cx:pt idx="14360">First_Product_Purchased</cx:pt>
          <cx:pt idx="14361">First_Product_Purchased</cx:pt>
          <cx:pt idx="14362">First_Product_Purchased</cx:pt>
          <cx:pt idx="14363">First_Product_Purchased</cx:pt>
          <cx:pt idx="14364">First_Product_Purchased</cx:pt>
          <cx:pt idx="14365">First_Product_Purchased</cx:pt>
          <cx:pt idx="14366">First_Product_Purchased</cx:pt>
          <cx:pt idx="14367">First_Product_Purchased</cx:pt>
          <cx:pt idx="14368">First_Product_Purchased</cx:pt>
          <cx:pt idx="14369">First_Product_Purchased</cx:pt>
          <cx:pt idx="14370">First_Product_Purchased</cx:pt>
          <cx:pt idx="14371">First_Product_Purchased</cx:pt>
          <cx:pt idx="14372">First_Product_Purchased</cx:pt>
          <cx:pt idx="14373">First_Product_Purchased</cx:pt>
          <cx:pt idx="14374">First_Product_Purchased</cx:pt>
          <cx:pt idx="14375">First_Product_Purchased</cx:pt>
          <cx:pt idx="14376">First_Product_Purchased</cx:pt>
          <cx:pt idx="14377">First_Product_Purchased</cx:pt>
          <cx:pt idx="14378">First_Product_Purchased</cx:pt>
          <cx:pt idx="14379">First_Product_Purchased</cx:pt>
          <cx:pt idx="14380">First_Product_Purchased</cx:pt>
          <cx:pt idx="14381">First_Product_Purchased</cx:pt>
          <cx:pt idx="14382">First_Product_Purchased</cx:pt>
          <cx:pt idx="14383">First_Product_Purchased</cx:pt>
          <cx:pt idx="14384">First_Product_Purchased</cx:pt>
          <cx:pt idx="14385">First_Product_Purchased</cx:pt>
          <cx:pt idx="14386">First_Product_Purchased</cx:pt>
          <cx:pt idx="14387">First_Product_Purchased</cx:pt>
          <cx:pt idx="14388">First_Product_Purchased</cx:pt>
          <cx:pt idx="14389">First_Product_Purchased</cx:pt>
          <cx:pt idx="14390">First_Product_Purchased</cx:pt>
          <cx:pt idx="14391">First_Product_Purchased</cx:pt>
          <cx:pt idx="14392">First_Product_Purchased</cx:pt>
          <cx:pt idx="14393">First_Product_Purchased</cx:pt>
          <cx:pt idx="14394">First_Product_Purchased</cx:pt>
          <cx:pt idx="14395">First_Product_Purchased</cx:pt>
          <cx:pt idx="14396">First_Product_Purchased</cx:pt>
          <cx:pt idx="14397">First_Product_Purchased</cx:pt>
          <cx:pt idx="14398">First_Product_Purchased</cx:pt>
          <cx:pt idx="14399">First_Product_Purchased</cx:pt>
          <cx:pt idx="14400">First_Product_Purchased</cx:pt>
          <cx:pt idx="14401">First_Product_Purchased</cx:pt>
          <cx:pt idx="14402">First_Product_Purchased</cx:pt>
          <cx:pt idx="14403">Second_Product_Purchased</cx:pt>
          <cx:pt idx="14404">First_Product_Purchased</cx:pt>
          <cx:pt idx="14405">First_Product_Purchased</cx:pt>
          <cx:pt idx="14406">First_Product_Purchased</cx:pt>
          <cx:pt idx="14407">First_Product_Purchased</cx:pt>
          <cx:pt idx="14408">First_Product_Purchased</cx:pt>
          <cx:pt idx="14409">First_Product_Purchased</cx:pt>
          <cx:pt idx="14410">First_Product_Purchased</cx:pt>
          <cx:pt idx="14411">First_Product_Purchased</cx:pt>
          <cx:pt idx="14412">First_Product_Purchased</cx:pt>
          <cx:pt idx="14413">First_Product_Purchased</cx:pt>
          <cx:pt idx="14414">First_Product_Purchased</cx:pt>
          <cx:pt idx="14415">First_Product_Purchased</cx:pt>
          <cx:pt idx="14416">First_Product_Purchased</cx:pt>
          <cx:pt idx="14417">First_Product_Purchased</cx:pt>
          <cx:pt idx="14418">First_Product_Purchased</cx:pt>
          <cx:pt idx="14419">First_Product_Purchased</cx:pt>
          <cx:pt idx="14420">First_Product_Purchased</cx:pt>
          <cx:pt idx="14421">First_Product_Purchased</cx:pt>
          <cx:pt idx="14422">First_Product_Purchased</cx:pt>
          <cx:pt idx="14423">First_Product_Purchased</cx:pt>
          <cx:pt idx="14424">First_Product_Purchased</cx:pt>
          <cx:pt idx="14425">First_Product_Purchased</cx:pt>
          <cx:pt idx="14426">First_Product_Purchased</cx:pt>
          <cx:pt idx="14427">First_Product_Purchased</cx:pt>
          <cx:pt idx="14428">First_Product_Purchased</cx:pt>
          <cx:pt idx="14429">First_Product_Purchased</cx:pt>
          <cx:pt idx="14430">First_Product_Purchased</cx:pt>
          <cx:pt idx="14431">First_Product_Purchased</cx:pt>
          <cx:pt idx="14432">First_Product_Purchased</cx:pt>
          <cx:pt idx="14433">First_Product_Purchased</cx:pt>
          <cx:pt idx="14434">First_Product_Purchased</cx:pt>
          <cx:pt idx="14435">First_Product_Purchased</cx:pt>
          <cx:pt idx="14436">First_Product_Purchased</cx:pt>
          <cx:pt idx="14437">First_Product_Purchased</cx:pt>
          <cx:pt idx="14438">First_Product_Purchased</cx:pt>
          <cx:pt idx="14439">First_Product_Purchased</cx:pt>
          <cx:pt idx="14440">First_Product_Purchased</cx:pt>
          <cx:pt idx="14441">First_Product_Purchased</cx:pt>
          <cx:pt idx="14442">First_Product_Purchased</cx:pt>
          <cx:pt idx="14443">First_Product_Purchased</cx:pt>
          <cx:pt idx="14444">First_Product_Purchased</cx:pt>
          <cx:pt idx="14445">First_Product_Purchased</cx:pt>
          <cx:pt idx="14446">First_Product_Purchased</cx:pt>
          <cx:pt idx="14447">First_Product_Purchased</cx:pt>
          <cx:pt idx="14448">First_Product_Purchased</cx:pt>
          <cx:pt idx="14449">First_Product_Purchased</cx:pt>
          <cx:pt idx="14450">First_Product_Purchased</cx:pt>
          <cx:pt idx="14451">First_Product_Purchased</cx:pt>
          <cx:pt idx="14452">First_Product_Purchased</cx:pt>
          <cx:pt idx="14453">First_Product_Purchased</cx:pt>
          <cx:pt idx="14454">First_Product_Purchased</cx:pt>
          <cx:pt idx="14455">First_Product_Purchased</cx:pt>
          <cx:pt idx="14456">First_Product_Purchased</cx:pt>
          <cx:pt idx="14457">First_Product_Purchased</cx:pt>
          <cx:pt idx="14458">First_Product_Purchased</cx:pt>
          <cx:pt idx="14459">First_Product_Purchased</cx:pt>
          <cx:pt idx="14460">First_Product_Purchased</cx:pt>
          <cx:pt idx="14461">First_Product_Purchased</cx:pt>
          <cx:pt idx="14462">First_Product_Purchased</cx:pt>
          <cx:pt idx="14463">First_Product_Purchased</cx:pt>
          <cx:pt idx="14464">First_Product_Purchased</cx:pt>
          <cx:pt idx="14465">First_Product_Purchased</cx:pt>
          <cx:pt idx="14466">First_Product_Purchased</cx:pt>
          <cx:pt idx="14467">First_Product_Purchased</cx:pt>
          <cx:pt idx="14468">First_Product_Purchased</cx:pt>
          <cx:pt idx="14469">First_Product_Purchased</cx:pt>
          <cx:pt idx="14470">First_Product_Purchased</cx:pt>
          <cx:pt idx="14471">First_Product_Purchased</cx:pt>
          <cx:pt idx="14472">First_Product_Purchased</cx:pt>
          <cx:pt idx="14473">First_Product_Purchased</cx:pt>
          <cx:pt idx="14474">First_Product_Purchased</cx:pt>
          <cx:pt idx="14475">First_Product_Purchased</cx:pt>
          <cx:pt idx="14476">First_Product_Purchased</cx:pt>
          <cx:pt idx="14477">First_Product_Purchased</cx:pt>
          <cx:pt idx="14478">First_Product_Purchased</cx:pt>
          <cx:pt idx="14479">Second_Product_Purchased</cx:pt>
          <cx:pt idx="14480">First_Product_Purchased</cx:pt>
          <cx:pt idx="14481">Second_Product_Purchased</cx:pt>
          <cx:pt idx="14482">First_Product_Purchased</cx:pt>
          <cx:pt idx="14483">First_Product_Purchased</cx:pt>
          <cx:pt idx="14484">First_Product_Purchased</cx:pt>
          <cx:pt idx="14485">First_Product_Purchased</cx:pt>
          <cx:pt idx="14486">First_Product_Purchased</cx:pt>
          <cx:pt idx="14487">First_Product_Purchased</cx:pt>
          <cx:pt idx="14488">First_Product_Purchased</cx:pt>
          <cx:pt idx="14489">First_Product_Purchased</cx:pt>
          <cx:pt idx="14490">First_Product_Purchased</cx:pt>
          <cx:pt idx="14491">First_Product_Purchased</cx:pt>
          <cx:pt idx="14492">First_Product_Purchased</cx:pt>
          <cx:pt idx="14493">First_Product_Purchased</cx:pt>
          <cx:pt idx="14494">First_Product_Purchased</cx:pt>
          <cx:pt idx="14495">First_Product_Purchased</cx:pt>
          <cx:pt idx="14496">First_Product_Purchased</cx:pt>
          <cx:pt idx="14497">First_Product_Purchased</cx:pt>
          <cx:pt idx="14498">First_Product_Purchased</cx:pt>
          <cx:pt idx="14499">First_Product_Purchased</cx:pt>
          <cx:pt idx="14500">First_Product_Purchased</cx:pt>
          <cx:pt idx="14501">First_Product_Purchased</cx:pt>
          <cx:pt idx="14502">First_Product_Purchased</cx:pt>
          <cx:pt idx="14503">First_Product_Purchased</cx:pt>
          <cx:pt idx="14504">First_Product_Purchased</cx:pt>
          <cx:pt idx="14505">First_Product_Purchased</cx:pt>
          <cx:pt idx="14506">First_Product_Purchased</cx:pt>
          <cx:pt idx="14507">First_Product_Purchased</cx:pt>
          <cx:pt idx="14508">First_Product_Purchased</cx:pt>
          <cx:pt idx="14509">First_Product_Purchased</cx:pt>
          <cx:pt idx="14510">First_Product_Purchased</cx:pt>
          <cx:pt idx="14511">First_Product_Purchased</cx:pt>
          <cx:pt idx="14512">First_Product_Purchased</cx:pt>
          <cx:pt idx="14513">First_Product_Purchased</cx:pt>
          <cx:pt idx="14514">First_Product_Purchased</cx:pt>
          <cx:pt idx="14515">First_Product_Purchased</cx:pt>
          <cx:pt idx="14516">First_Product_Purchased</cx:pt>
          <cx:pt idx="14517">First_Product_Purchased</cx:pt>
          <cx:pt idx="14518">First_Product_Purchased</cx:pt>
          <cx:pt idx="14519">First_Product_Purchased</cx:pt>
          <cx:pt idx="14520">First_Product_Purchased</cx:pt>
          <cx:pt idx="14521">First_Product_Purchased</cx:pt>
          <cx:pt idx="14522">First_Product_Purchased</cx:pt>
          <cx:pt idx="14523">First_Product_Purchased</cx:pt>
          <cx:pt idx="14524">First_Product_Purchased</cx:pt>
          <cx:pt idx="14525">First_Product_Purchased</cx:pt>
          <cx:pt idx="14526">First_Product_Purchased</cx:pt>
          <cx:pt idx="14527">First_Product_Purchased</cx:pt>
          <cx:pt idx="14528">First_Product_Purchased</cx:pt>
          <cx:pt idx="14529">First_Product_Purchased</cx:pt>
          <cx:pt idx="14530">First_Product_Purchased</cx:pt>
          <cx:pt idx="14531">First_Product_Purchased</cx:pt>
          <cx:pt idx="14532">First_Product_Purchased</cx:pt>
          <cx:pt idx="14533">First_Product_Purchased</cx:pt>
          <cx:pt idx="14534">First_Product_Purchased</cx:pt>
          <cx:pt idx="14535">First_Product_Purchased</cx:pt>
          <cx:pt idx="14536">First_Product_Purchased</cx:pt>
          <cx:pt idx="14537">First_Product_Purchased</cx:pt>
          <cx:pt idx="14538">First_Product_Purchased</cx:pt>
          <cx:pt idx="14539">First_Product_Purchased</cx:pt>
          <cx:pt idx="14540">First_Product_Purchased</cx:pt>
          <cx:pt idx="14541">First_Product_Purchased</cx:pt>
          <cx:pt idx="14542">First_Product_Purchased</cx:pt>
          <cx:pt idx="14543">First_Product_Purchased</cx:pt>
          <cx:pt idx="14544">First_Product_Purchased</cx:pt>
          <cx:pt idx="14545">First_Product_Purchased</cx:pt>
          <cx:pt idx="14546">First_Product_Purchased</cx:pt>
          <cx:pt idx="14547">First_Product_Purchased</cx:pt>
          <cx:pt idx="14548">First_Product_Purchased</cx:pt>
          <cx:pt idx="14549">First_Product_Purchased</cx:pt>
          <cx:pt idx="14550">First_Product_Purchased</cx:pt>
          <cx:pt idx="14551">First_Product_Purchased</cx:pt>
          <cx:pt idx="14552">First_Product_Purchased</cx:pt>
          <cx:pt idx="14553">First_Product_Purchased</cx:pt>
          <cx:pt idx="14554">First_Product_Purchased</cx:pt>
          <cx:pt idx="14555">First_Product_Purchased</cx:pt>
          <cx:pt idx="14556">First_Product_Purchased</cx:pt>
          <cx:pt idx="14557">First_Product_Purchased</cx:pt>
          <cx:pt idx="14558">First_Product_Purchased</cx:pt>
          <cx:pt idx="14559">First_Product_Purchased</cx:pt>
          <cx:pt idx="14560">First_Product_Purchased</cx:pt>
          <cx:pt idx="14561">First_Product_Purchased</cx:pt>
          <cx:pt idx="14562">First_Product_Purchased</cx:pt>
          <cx:pt idx="14563">First_Product_Purchased</cx:pt>
          <cx:pt idx="14564">First_Product_Purchased</cx:pt>
          <cx:pt idx="14565">First_Product_Purchased</cx:pt>
          <cx:pt idx="14566">First_Product_Purchased</cx:pt>
          <cx:pt idx="14567">First_Product_Purchased</cx:pt>
          <cx:pt idx="14568">First_Product_Purchased</cx:pt>
          <cx:pt idx="14569">Second_Product_Purchased</cx:pt>
          <cx:pt idx="14570">First_Product_Purchased</cx:pt>
          <cx:pt idx="14571">First_Product_Purchased</cx:pt>
          <cx:pt idx="14572">First_Product_Purchased</cx:pt>
          <cx:pt idx="14573">First_Product_Purchased</cx:pt>
          <cx:pt idx="14574">First_Product_Purchased</cx:pt>
          <cx:pt idx="14575">First_Product_Purchased</cx:pt>
          <cx:pt idx="14576">First_Product_Purchased</cx:pt>
          <cx:pt idx="14577">First_Product_Purchased</cx:pt>
          <cx:pt idx="14578">First_Product_Purchased</cx:pt>
          <cx:pt idx="14579">First_Product_Purchased</cx:pt>
          <cx:pt idx="14580">First_Product_Purchased</cx:pt>
          <cx:pt idx="14581">First_Product_Purchased</cx:pt>
          <cx:pt idx="14582">First_Product_Purchased</cx:pt>
          <cx:pt idx="14583">First_Product_Purchased</cx:pt>
          <cx:pt idx="14584">First_Product_Purchased</cx:pt>
          <cx:pt idx="14585">First_Product_Purchased</cx:pt>
          <cx:pt idx="14586">First_Product_Purchased</cx:pt>
          <cx:pt idx="14587">First_Product_Purchased</cx:pt>
          <cx:pt idx="14588">First_Product_Purchased</cx:pt>
          <cx:pt idx="14589">First_Product_Purchased</cx:pt>
          <cx:pt idx="14590">First_Product_Purchased</cx:pt>
          <cx:pt idx="14591">First_Product_Purchased</cx:pt>
          <cx:pt idx="14592">First_Product_Purchased</cx:pt>
          <cx:pt idx="14593">First_Product_Purchased</cx:pt>
          <cx:pt idx="14594">First_Product_Purchased</cx:pt>
          <cx:pt idx="14595">First_Product_Purchased</cx:pt>
          <cx:pt idx="14596">First_Product_Purchased</cx:pt>
          <cx:pt idx="14597">First_Product_Purchased</cx:pt>
          <cx:pt idx="14598">First_Product_Purchased</cx:pt>
          <cx:pt idx="14599">First_Product_Purchased</cx:pt>
          <cx:pt idx="14600">First_Product_Purchased</cx:pt>
          <cx:pt idx="14601">First_Product_Purchased</cx:pt>
          <cx:pt idx="14602">First_Product_Purchased</cx:pt>
          <cx:pt idx="14603">First_Product_Purchased</cx:pt>
          <cx:pt idx="14604">First_Product_Purchased</cx:pt>
          <cx:pt idx="14605">First_Product_Purchased</cx:pt>
          <cx:pt idx="14606">First_Product_Purchased</cx:pt>
          <cx:pt idx="14607">First_Product_Purchased</cx:pt>
          <cx:pt idx="14608">First_Product_Purchased</cx:pt>
          <cx:pt idx="14609">First_Product_Purchased</cx:pt>
          <cx:pt idx="14610">First_Product_Purchased</cx:pt>
          <cx:pt idx="14611">First_Product_Purchased</cx:pt>
          <cx:pt idx="14612">First_Product_Purchased</cx:pt>
          <cx:pt idx="14613">First_Product_Purchased</cx:pt>
          <cx:pt idx="14614">First_Product_Purchased</cx:pt>
          <cx:pt idx="14615">First_Product_Purchased</cx:pt>
          <cx:pt idx="14616">First_Product_Purchased</cx:pt>
          <cx:pt idx="14617">First_Product_Purchased</cx:pt>
          <cx:pt idx="14618">First_Product_Purchased</cx:pt>
          <cx:pt idx="14619">First_Product_Purchased</cx:pt>
          <cx:pt idx="14620">First_Product_Purchased</cx:pt>
          <cx:pt idx="14621">First_Product_Purchased</cx:pt>
          <cx:pt idx="14622">First_Product_Purchased</cx:pt>
          <cx:pt idx="14623">First_Product_Purchased</cx:pt>
          <cx:pt idx="14624">First_Product_Purchased</cx:pt>
          <cx:pt idx="14625">First_Product_Purchased</cx:pt>
          <cx:pt idx="14626">First_Product_Purchased</cx:pt>
          <cx:pt idx="14627">First_Product_Purchased</cx:pt>
          <cx:pt idx="14628">First_Product_Purchased</cx:pt>
          <cx:pt idx="14629">First_Product_Purchased</cx:pt>
          <cx:pt idx="14630">First_Product_Purchased</cx:pt>
          <cx:pt idx="14631">First_Product_Purchased</cx:pt>
          <cx:pt idx="14632">First_Product_Purchased</cx:pt>
          <cx:pt idx="14633">First_Product_Purchased</cx:pt>
          <cx:pt idx="14634">First_Product_Purchased</cx:pt>
          <cx:pt idx="14635">First_Product_Purchased</cx:pt>
          <cx:pt idx="14636">First_Product_Purchased</cx:pt>
          <cx:pt idx="14637">First_Product_Purchased</cx:pt>
          <cx:pt idx="14638">First_Product_Purchased</cx:pt>
          <cx:pt idx="14639">First_Product_Purchased</cx:pt>
          <cx:pt idx="14640">First_Product_Purchased</cx:pt>
          <cx:pt idx="14641">First_Product_Purchased</cx:pt>
          <cx:pt idx="14642">First_Product_Purchased</cx:pt>
          <cx:pt idx="14643">First_Product_Purchased</cx:pt>
          <cx:pt idx="14644">First_Product_Purchased</cx:pt>
          <cx:pt idx="14645">First_Product_Purchased</cx:pt>
          <cx:pt idx="14646">First_Product_Purchased</cx:pt>
          <cx:pt idx="14647">First_Product_Purchased</cx:pt>
          <cx:pt idx="14648">First_Product_Purchased</cx:pt>
          <cx:pt idx="14649">First_Product_Purchased</cx:pt>
          <cx:pt idx="14650">First_Product_Purchased</cx:pt>
          <cx:pt idx="14651">First_Product_Purchased</cx:pt>
          <cx:pt idx="14652">First_Product_Purchased</cx:pt>
          <cx:pt idx="14653">First_Product_Purchased</cx:pt>
          <cx:pt idx="14654">First_Product_Purchased</cx:pt>
          <cx:pt idx="14655">First_Product_Purchased</cx:pt>
          <cx:pt idx="14656">First_Product_Purchased</cx:pt>
          <cx:pt idx="14657">Second_Product_Purchased</cx:pt>
          <cx:pt idx="14658">First_Product_Purchased</cx:pt>
          <cx:pt idx="14659">First_Product_Purchased</cx:pt>
          <cx:pt idx="14660">First_Product_Purchased</cx:pt>
          <cx:pt idx="14661">First_Product_Purchased</cx:pt>
          <cx:pt idx="14662">First_Product_Purchased</cx:pt>
          <cx:pt idx="14663">First_Product_Purchased</cx:pt>
          <cx:pt idx="14664">First_Product_Purchased</cx:pt>
          <cx:pt idx="14665">First_Product_Purchased</cx:pt>
          <cx:pt idx="14666">First_Product_Purchased</cx:pt>
          <cx:pt idx="14667">First_Product_Purchased</cx:pt>
          <cx:pt idx="14668">First_Product_Purchased</cx:pt>
          <cx:pt idx="14669">First_Product_Purchased</cx:pt>
          <cx:pt idx="14670">First_Product_Purchased</cx:pt>
          <cx:pt idx="14671">First_Product_Purchased</cx:pt>
          <cx:pt idx="14672">First_Product_Purchased</cx:pt>
          <cx:pt idx="14673">First_Product_Purchased</cx:pt>
          <cx:pt idx="14674">First_Product_Purchased</cx:pt>
          <cx:pt idx="14675">First_Product_Purchased</cx:pt>
          <cx:pt idx="14676">First_Product_Purchased</cx:pt>
          <cx:pt idx="14677">First_Product_Purchased</cx:pt>
          <cx:pt idx="14678">First_Product_Purchased</cx:pt>
          <cx:pt idx="14679">First_Product_Purchased</cx:pt>
          <cx:pt idx="14680">First_Product_Purchased</cx:pt>
          <cx:pt idx="14681">First_Product_Purchased</cx:pt>
          <cx:pt idx="14682">First_Product_Purchased</cx:pt>
          <cx:pt idx="14683">First_Product_Purchased</cx:pt>
          <cx:pt idx="14684">First_Product_Purchased</cx:pt>
          <cx:pt idx="14685">First_Product_Purchased</cx:pt>
          <cx:pt idx="14686">First_Product_Purchased</cx:pt>
          <cx:pt idx="14687">First_Product_Purchased</cx:pt>
          <cx:pt idx="14688">First_Product_Purchased</cx:pt>
          <cx:pt idx="14689">First_Product_Purchased</cx:pt>
          <cx:pt idx="14690">First_Product_Purchased</cx:pt>
          <cx:pt idx="14691">First_Product_Purchased</cx:pt>
          <cx:pt idx="14692">First_Product_Purchased</cx:pt>
          <cx:pt idx="14693">Second_Product_Purchased</cx:pt>
          <cx:pt idx="14694">First_Product_Purchased</cx:pt>
          <cx:pt idx="14695">First_Product_Purchased</cx:pt>
          <cx:pt idx="14696">First_Product_Purchased</cx:pt>
          <cx:pt idx="14697">First_Product_Purchased</cx:pt>
          <cx:pt idx="14698">First_Product_Purchased</cx:pt>
          <cx:pt idx="14699">First_Product_Purchased</cx:pt>
          <cx:pt idx="14700">First_Product_Purchased</cx:pt>
          <cx:pt idx="14701">First_Product_Purchased</cx:pt>
          <cx:pt idx="14702">First_Product_Purchased</cx:pt>
          <cx:pt idx="14703">First_Product_Purchased</cx:pt>
          <cx:pt idx="14704">First_Product_Purchased</cx:pt>
          <cx:pt idx="14705">First_Product_Purchased</cx:pt>
          <cx:pt idx="14706">First_Product_Purchased</cx:pt>
          <cx:pt idx="14707">First_Product_Purchased</cx:pt>
          <cx:pt idx="14708">First_Product_Purchased</cx:pt>
          <cx:pt idx="14709">First_Product_Purchased</cx:pt>
          <cx:pt idx="14710">First_Product_Purchased</cx:pt>
          <cx:pt idx="14711">First_Product_Purchased</cx:pt>
          <cx:pt idx="14712">First_Product_Purchased</cx:pt>
          <cx:pt idx="14713">First_Product_Purchased</cx:pt>
          <cx:pt idx="14714">First_Product_Purchased</cx:pt>
          <cx:pt idx="14715">First_Product_Purchased</cx:pt>
          <cx:pt idx="14716">First_Product_Purchased</cx:pt>
          <cx:pt idx="14717">First_Product_Purchased</cx:pt>
          <cx:pt idx="14718">First_Product_Purchased</cx:pt>
          <cx:pt idx="14719">First_Product_Purchased</cx:pt>
          <cx:pt idx="14720">First_Product_Purchased</cx:pt>
          <cx:pt idx="14721">First_Product_Purchased</cx:pt>
          <cx:pt idx="14722">First_Product_Purchased</cx:pt>
          <cx:pt idx="14723">First_Product_Purchased</cx:pt>
          <cx:pt idx="14724">First_Product_Purchased</cx:pt>
          <cx:pt idx="14725">First_Product_Purchased</cx:pt>
          <cx:pt idx="14726">First_Product_Purchased</cx:pt>
          <cx:pt idx="14727">First_Product_Purchased</cx:pt>
          <cx:pt idx="14728">First_Product_Purchased</cx:pt>
          <cx:pt idx="14729">First_Product_Purchased</cx:pt>
          <cx:pt idx="14730">First_Product_Purchased</cx:pt>
          <cx:pt idx="14731">First_Product_Purchased</cx:pt>
          <cx:pt idx="14732">First_Product_Purchased</cx:pt>
          <cx:pt idx="14733">First_Product_Purchased</cx:pt>
          <cx:pt idx="14734">First_Product_Purchased</cx:pt>
          <cx:pt idx="14735">First_Product_Purchased</cx:pt>
          <cx:pt idx="14736">First_Product_Purchased</cx:pt>
          <cx:pt idx="14737">First_Product_Purchased</cx:pt>
          <cx:pt idx="14738">First_Product_Purchased</cx:pt>
          <cx:pt idx="14739">First_Product_Purchased</cx:pt>
          <cx:pt idx="14740">First_Product_Purchased</cx:pt>
          <cx:pt idx="14741">First_Product_Purchased</cx:pt>
          <cx:pt idx="14742">Second_Product_Purchased</cx:pt>
          <cx:pt idx="14743">First_Product_Purchased</cx:pt>
          <cx:pt idx="14744">First_Product_Purchased</cx:pt>
          <cx:pt idx="14745">First_Product_Purchased</cx:pt>
          <cx:pt idx="14746">First_Product_Purchased</cx:pt>
          <cx:pt idx="14747">First_Product_Purchased</cx:pt>
          <cx:pt idx="14748">First_Product_Purchased</cx:pt>
          <cx:pt idx="14749">First_Product_Purchased</cx:pt>
          <cx:pt idx="14750">First_Product_Purchased</cx:pt>
          <cx:pt idx="14751">First_Product_Purchased</cx:pt>
          <cx:pt idx="14752">First_Product_Purchased</cx:pt>
          <cx:pt idx="14753">First_Product_Purchased</cx:pt>
          <cx:pt idx="14754">First_Product_Purchased</cx:pt>
          <cx:pt idx="14755">First_Product_Purchased</cx:pt>
          <cx:pt idx="14756">First_Product_Purchased</cx:pt>
          <cx:pt idx="14757">First_Product_Purchased</cx:pt>
          <cx:pt idx="14758">First_Product_Purchased</cx:pt>
          <cx:pt idx="14759">First_Product_Purchased</cx:pt>
          <cx:pt idx="14760">First_Product_Purchased</cx:pt>
          <cx:pt idx="14761">First_Product_Purchased</cx:pt>
          <cx:pt idx="14762">First_Product_Purchased</cx:pt>
          <cx:pt idx="14763">First_Product_Purchased</cx:pt>
          <cx:pt idx="14764">First_Product_Purchased</cx:pt>
          <cx:pt idx="14765">First_Product_Purchased</cx:pt>
          <cx:pt idx="14766">First_Product_Purchased</cx:pt>
          <cx:pt idx="14767">First_Product_Purchased</cx:pt>
          <cx:pt idx="14768">First_Product_Purchased</cx:pt>
          <cx:pt idx="14769">First_Product_Purchased</cx:pt>
          <cx:pt idx="14770">First_Product_Purchased</cx:pt>
          <cx:pt idx="14771">First_Product_Purchased</cx:pt>
          <cx:pt idx="14772">First_Product_Purchased</cx:pt>
          <cx:pt idx="14773">First_Product_Purchased</cx:pt>
          <cx:pt idx="14774">First_Product_Purchased</cx:pt>
          <cx:pt idx="14775">First_Product_Purchased</cx:pt>
          <cx:pt idx="14776">First_Product_Purchased</cx:pt>
          <cx:pt idx="14777">First_Product_Purchased</cx:pt>
          <cx:pt idx="14778">First_Product_Purchased</cx:pt>
          <cx:pt idx="14779">First_Product_Purchased</cx:pt>
          <cx:pt idx="14780">First_Product_Purchased</cx:pt>
          <cx:pt idx="14781">First_Product_Purchased</cx:pt>
          <cx:pt idx="14782">First_Product_Purchased</cx:pt>
          <cx:pt idx="14783">First_Product_Purchased</cx:pt>
          <cx:pt idx="14784">First_Product_Purchased</cx:pt>
          <cx:pt idx="14785">First_Product_Purchased</cx:pt>
          <cx:pt idx="14786">First_Product_Purchased</cx:pt>
          <cx:pt idx="14787">Second_Product_Purchased</cx:pt>
          <cx:pt idx="14788">First_Product_Purchased</cx:pt>
          <cx:pt idx="14789">First_Product_Purchased</cx:pt>
          <cx:pt idx="14790">First_Product_Purchased</cx:pt>
          <cx:pt idx="14791">First_Product_Purchased</cx:pt>
          <cx:pt idx="14792">First_Product_Purchased</cx:pt>
          <cx:pt idx="14793">Second_Product_Purchased</cx:pt>
          <cx:pt idx="14794">First_Product_Purchased</cx:pt>
          <cx:pt idx="14795">First_Product_Purchased</cx:pt>
          <cx:pt idx="14796">First_Product_Purchased</cx:pt>
          <cx:pt idx="14797">First_Product_Purchased</cx:pt>
          <cx:pt idx="14798">First_Product_Purchased</cx:pt>
          <cx:pt idx="14799">First_Product_Purchased</cx:pt>
          <cx:pt idx="14800">First_Product_Purchased</cx:pt>
          <cx:pt idx="14801">First_Product_Purchased</cx:pt>
          <cx:pt idx="14802">First_Product_Purchased</cx:pt>
          <cx:pt idx="14803">First_Product_Purchased</cx:pt>
          <cx:pt idx="14804">First_Product_Purchased</cx:pt>
          <cx:pt idx="14805">First_Product_Purchased</cx:pt>
          <cx:pt idx="14806">First_Product_Purchased</cx:pt>
          <cx:pt idx="14807">First_Product_Purchased</cx:pt>
          <cx:pt idx="14808">First_Product_Purchased</cx:pt>
          <cx:pt idx="14809">First_Product_Purchased</cx:pt>
          <cx:pt idx="14810">First_Product_Purchased</cx:pt>
          <cx:pt idx="14811">First_Product_Purchased</cx:pt>
          <cx:pt idx="14812">First_Product_Purchased</cx:pt>
          <cx:pt idx="14813">First_Product_Purchased</cx:pt>
          <cx:pt idx="14814">First_Product_Purchased</cx:pt>
          <cx:pt idx="14815">First_Product_Purchased</cx:pt>
          <cx:pt idx="14816">First_Product_Purchased</cx:pt>
          <cx:pt idx="14817">First_Product_Purchased</cx:pt>
          <cx:pt idx="14818">First_Product_Purchased</cx:pt>
          <cx:pt idx="14819">First_Product_Purchased</cx:pt>
          <cx:pt idx="14820">First_Product_Purchased</cx:pt>
          <cx:pt idx="14821">First_Product_Purchased</cx:pt>
          <cx:pt idx="14822">First_Product_Purchased</cx:pt>
          <cx:pt idx="14823">First_Product_Purchased</cx:pt>
          <cx:pt idx="14824">First_Product_Purchased</cx:pt>
          <cx:pt idx="14825">First_Product_Purchased</cx:pt>
          <cx:pt idx="14826">First_Product_Purchased</cx:pt>
          <cx:pt idx="14827">First_Product_Purchased</cx:pt>
          <cx:pt idx="14828">First_Product_Purchased</cx:pt>
          <cx:pt idx="14829">First_Product_Purchased</cx:pt>
          <cx:pt idx="14830">First_Product_Purchased</cx:pt>
          <cx:pt idx="14831">Second_Product_Purchased</cx:pt>
          <cx:pt idx="14832">First_Product_Purchased</cx:pt>
          <cx:pt idx="14833">First_Product_Purchased</cx:pt>
          <cx:pt idx="14834">First_Product_Purchased</cx:pt>
          <cx:pt idx="14835">First_Product_Purchased</cx:pt>
          <cx:pt idx="14836">First_Product_Purchased</cx:pt>
          <cx:pt idx="14837">First_Product_Purchased</cx:pt>
          <cx:pt idx="14838">First_Product_Purchased</cx:pt>
          <cx:pt idx="14839">First_Product_Purchased</cx:pt>
          <cx:pt idx="14840">First_Product_Purchased</cx:pt>
          <cx:pt idx="14841">First_Product_Purchased</cx:pt>
          <cx:pt idx="14842">First_Product_Purchased</cx:pt>
          <cx:pt idx="14843">First_Product_Purchased</cx:pt>
          <cx:pt idx="14844">First_Product_Purchased</cx:pt>
          <cx:pt idx="14845">First_Product_Purchased</cx:pt>
          <cx:pt idx="14846">First_Product_Purchased</cx:pt>
          <cx:pt idx="14847">First_Product_Purchased</cx:pt>
          <cx:pt idx="14848">First_Product_Purchased</cx:pt>
          <cx:pt idx="14849">First_Product_Purchased</cx:pt>
          <cx:pt idx="14850">First_Product_Purchased</cx:pt>
          <cx:pt idx="14851">First_Product_Purchased</cx:pt>
          <cx:pt idx="14852">First_Product_Purchased</cx:pt>
          <cx:pt idx="14853">First_Product_Purchased</cx:pt>
          <cx:pt idx="14854">First_Product_Purchased</cx:pt>
          <cx:pt idx="14855">First_Product_Purchased</cx:pt>
          <cx:pt idx="14856">First_Product_Purchased</cx:pt>
          <cx:pt idx="14857">First_Product_Purchased</cx:pt>
          <cx:pt idx="14858">First_Product_Purchased</cx:pt>
          <cx:pt idx="14859">First_Product_Purchased</cx:pt>
          <cx:pt idx="14860">First_Product_Purchased</cx:pt>
          <cx:pt idx="14861">First_Product_Purchased</cx:pt>
          <cx:pt idx="14862">First_Product_Purchased</cx:pt>
          <cx:pt idx="14863">First_Product_Purchased</cx:pt>
          <cx:pt idx="14864">First_Product_Purchased</cx:pt>
          <cx:pt idx="14865">First_Product_Purchased</cx:pt>
          <cx:pt idx="14866">First_Product_Purchased</cx:pt>
          <cx:pt idx="14867">First_Product_Purchased</cx:pt>
          <cx:pt idx="14868">First_Product_Purchased</cx:pt>
          <cx:pt idx="14869">First_Product_Purchased</cx:pt>
          <cx:pt idx="14870">First_Product_Purchased</cx:pt>
          <cx:pt idx="14871">First_Product_Purchased</cx:pt>
          <cx:pt idx="14872">First_Product_Purchased</cx:pt>
          <cx:pt idx="14873">First_Product_Purchased</cx:pt>
          <cx:pt idx="14874">First_Product_Purchased</cx:pt>
          <cx:pt idx="14875">First_Product_Purchased</cx:pt>
          <cx:pt idx="14876">First_Product_Purchased</cx:pt>
          <cx:pt idx="14877">First_Product_Purchased</cx:pt>
          <cx:pt idx="14878">First_Product_Purchased</cx:pt>
          <cx:pt idx="14879">First_Product_Purchased</cx:pt>
          <cx:pt idx="14880">First_Product_Purchased</cx:pt>
          <cx:pt idx="14881">First_Product_Purchased</cx:pt>
          <cx:pt idx="14882">First_Product_Purchased</cx:pt>
          <cx:pt idx="14883">First_Product_Purchased</cx:pt>
          <cx:pt idx="14884">First_Product_Purchased</cx:pt>
          <cx:pt idx="14885">First_Product_Purchased</cx:pt>
          <cx:pt idx="14886">First_Product_Purchased</cx:pt>
          <cx:pt idx="14887">First_Product_Purchased</cx:pt>
          <cx:pt idx="14888">First_Product_Purchased</cx:pt>
          <cx:pt idx="14889">First_Product_Purchased</cx:pt>
          <cx:pt idx="14890">First_Product_Purchased</cx:pt>
          <cx:pt idx="14891">First_Product_Purchased</cx:pt>
          <cx:pt idx="14892">First_Product_Purchased</cx:pt>
          <cx:pt idx="14893">First_Product_Purchased</cx:pt>
          <cx:pt idx="14894">First_Product_Purchased</cx:pt>
          <cx:pt idx="14895">First_Product_Purchased</cx:pt>
          <cx:pt idx="14896">First_Product_Purchased</cx:pt>
          <cx:pt idx="14897">First_Product_Purchased</cx:pt>
          <cx:pt idx="14898">First_Product_Purchased</cx:pt>
          <cx:pt idx="14899">First_Product_Purchased</cx:pt>
          <cx:pt idx="14900">First_Product_Purchased</cx:pt>
          <cx:pt idx="14901">First_Product_Purchased</cx:pt>
          <cx:pt idx="14902">First_Product_Purchased</cx:pt>
          <cx:pt idx="14903">First_Product_Purchased</cx:pt>
          <cx:pt idx="14904">First_Product_Purchased</cx:pt>
          <cx:pt idx="14905">First_Product_Purchased</cx:pt>
          <cx:pt idx="14906">First_Product_Purchased</cx:pt>
          <cx:pt idx="14907">First_Product_Purchased</cx:pt>
          <cx:pt idx="14908">First_Product_Purchased</cx:pt>
          <cx:pt idx="14909">First_Product_Purchased</cx:pt>
          <cx:pt idx="14910">First_Product_Purchased</cx:pt>
          <cx:pt idx="14911">First_Product_Purchased</cx:pt>
          <cx:pt idx="14912">First_Product_Purchased</cx:pt>
          <cx:pt idx="14913">First_Product_Purchased</cx:pt>
          <cx:pt idx="14914">First_Product_Purchased</cx:pt>
          <cx:pt idx="14915">First_Product_Purchased</cx:pt>
          <cx:pt idx="14916">First_Product_Purchased</cx:pt>
          <cx:pt idx="14917">First_Product_Purchased</cx:pt>
          <cx:pt idx="14918">First_Product_Purchased</cx:pt>
          <cx:pt idx="14919">First_Product_Purchased</cx:pt>
          <cx:pt idx="14920">First_Product_Purchased</cx:pt>
          <cx:pt idx="14921">Second_Product_Purchased</cx:pt>
          <cx:pt idx="14922">First_Product_Purchased</cx:pt>
          <cx:pt idx="14923">First_Product_Purchased</cx:pt>
          <cx:pt idx="14924">First_Product_Purchased</cx:pt>
          <cx:pt idx="14925">First_Product_Purchased</cx:pt>
          <cx:pt idx="14926">First_Product_Purchased</cx:pt>
          <cx:pt idx="14927">First_Product_Purchased</cx:pt>
          <cx:pt idx="14928">First_Product_Purchased</cx:pt>
          <cx:pt idx="14929">First_Product_Purchased</cx:pt>
          <cx:pt idx="14930">First_Product_Purchased</cx:pt>
          <cx:pt idx="14931">First_Product_Purchased</cx:pt>
          <cx:pt idx="14932">First_Product_Purchased</cx:pt>
          <cx:pt idx="14933">First_Product_Purchased</cx:pt>
          <cx:pt idx="14934">First_Product_Purchased</cx:pt>
          <cx:pt idx="14935">First_Product_Purchased</cx:pt>
          <cx:pt idx="14936">First_Product_Purchased</cx:pt>
          <cx:pt idx="14937">First_Product_Purchased</cx:pt>
          <cx:pt idx="14938">First_Product_Purchased</cx:pt>
          <cx:pt idx="14939">First_Product_Purchased</cx:pt>
          <cx:pt idx="14940">First_Product_Purchased</cx:pt>
          <cx:pt idx="14941">First_Product_Purchased</cx:pt>
          <cx:pt idx="14942">First_Product_Purchased</cx:pt>
          <cx:pt idx="14943">First_Product_Purchased</cx:pt>
          <cx:pt idx="14944">First_Product_Purchased</cx:pt>
          <cx:pt idx="14945">First_Product_Purchased</cx:pt>
          <cx:pt idx="14946">First_Product_Purchased</cx:pt>
          <cx:pt idx="14947">First_Product_Purchased</cx:pt>
          <cx:pt idx="14948">First_Product_Purchased</cx:pt>
          <cx:pt idx="14949">First_Product_Purchased</cx:pt>
          <cx:pt idx="14950">First_Product_Purchased</cx:pt>
          <cx:pt idx="14951">First_Product_Purchased</cx:pt>
          <cx:pt idx="14952">First_Product_Purchased</cx:pt>
          <cx:pt idx="14953">First_Product_Purchased</cx:pt>
          <cx:pt idx="14954">First_Product_Purchased</cx:pt>
          <cx:pt idx="14955">First_Product_Purchased</cx:pt>
          <cx:pt idx="14956">First_Product_Purchased</cx:pt>
          <cx:pt idx="14957">First_Product_Purchased</cx:pt>
          <cx:pt idx="14958">First_Product_Purchased</cx:pt>
          <cx:pt idx="14959">First_Product_Purchased</cx:pt>
          <cx:pt idx="14960">First_Product_Purchased</cx:pt>
          <cx:pt idx="14961">First_Product_Purchased</cx:pt>
          <cx:pt idx="14962">First_Product_Purchased</cx:pt>
          <cx:pt idx="14963">First_Product_Purchased</cx:pt>
          <cx:pt idx="14964">First_Product_Purchased</cx:pt>
          <cx:pt idx="14965">First_Product_Purchased</cx:pt>
          <cx:pt idx="14966">First_Product_Purchased</cx:pt>
          <cx:pt idx="14967">First_Product_Purchased</cx:pt>
          <cx:pt idx="14968">First_Product_Purchased</cx:pt>
          <cx:pt idx="14969">First_Product_Purchased</cx:pt>
          <cx:pt idx="14970">First_Product_Purchased</cx:pt>
          <cx:pt idx="14971">First_Product_Purchased</cx:pt>
          <cx:pt idx="14972">First_Product_Purchased</cx:pt>
          <cx:pt idx="14973">First_Product_Purchased</cx:pt>
          <cx:pt idx="14974">First_Product_Purchased</cx:pt>
          <cx:pt idx="14975">First_Product_Purchased</cx:pt>
          <cx:pt idx="14976">First_Product_Purchased</cx:pt>
          <cx:pt idx="14977">First_Product_Purchased</cx:pt>
          <cx:pt idx="14978">First_Product_Purchased</cx:pt>
          <cx:pt idx="14979">First_Product_Purchased</cx:pt>
          <cx:pt idx="14980">First_Product_Purchased</cx:pt>
          <cx:pt idx="14981">First_Product_Purchased</cx:pt>
          <cx:pt idx="14982">First_Product_Purchased</cx:pt>
          <cx:pt idx="14983">First_Product_Purchased</cx:pt>
          <cx:pt idx="14984">First_Product_Purchased</cx:pt>
          <cx:pt idx="14985">First_Product_Purchased</cx:pt>
          <cx:pt idx="14986">First_Product_Purchased</cx:pt>
          <cx:pt idx="14987">First_Product_Purchased</cx:pt>
          <cx:pt idx="14988">First_Product_Purchased</cx:pt>
          <cx:pt idx="14989">First_Product_Purchased</cx:pt>
          <cx:pt idx="14990">First_Product_Purchased</cx:pt>
          <cx:pt idx="14991">First_Product_Purchased</cx:pt>
          <cx:pt idx="14992">First_Product_Purchased</cx:pt>
          <cx:pt idx="14993">Second_Product_Purchased</cx:pt>
          <cx:pt idx="14994">First_Product_Purchased</cx:pt>
          <cx:pt idx="14995">First_Product_Purchased</cx:pt>
          <cx:pt idx="14996">First_Product_Purchased</cx:pt>
          <cx:pt idx="14997">First_Product_Purchased</cx:pt>
          <cx:pt idx="14998">First_Product_Purchased</cx:pt>
          <cx:pt idx="14999">First_Product_Purchased</cx:pt>
          <cx:pt idx="15000">First_Product_Purchased</cx:pt>
          <cx:pt idx="15001">First_Product_Purchased</cx:pt>
          <cx:pt idx="15002">First_Product_Purchased</cx:pt>
          <cx:pt idx="15003">First_Product_Purchased</cx:pt>
          <cx:pt idx="15004">First_Product_Purchased</cx:pt>
          <cx:pt idx="15005">First_Product_Purchased</cx:pt>
          <cx:pt idx="15006">First_Product_Purchased</cx:pt>
          <cx:pt idx="15007">First_Product_Purchased</cx:pt>
          <cx:pt idx="15008">First_Product_Purchased</cx:pt>
          <cx:pt idx="15009">First_Product_Purchased</cx:pt>
          <cx:pt idx="15010">First_Product_Purchased</cx:pt>
          <cx:pt idx="15011">First_Product_Purchased</cx:pt>
          <cx:pt idx="15012">First_Product_Purchased</cx:pt>
          <cx:pt idx="15013">First_Product_Purchased</cx:pt>
          <cx:pt idx="15014">First_Product_Purchased</cx:pt>
          <cx:pt idx="15015">First_Product_Purchased</cx:pt>
          <cx:pt idx="15016">First_Product_Purchased</cx:pt>
          <cx:pt idx="15017">First_Product_Purchased</cx:pt>
          <cx:pt idx="15018">First_Product_Purchased</cx:pt>
          <cx:pt idx="15019">Second_Product_Purchased</cx:pt>
          <cx:pt idx="15020">First_Product_Purchased</cx:pt>
          <cx:pt idx="15021">First_Product_Purchased</cx:pt>
          <cx:pt idx="15022">First_Product_Purchased</cx:pt>
          <cx:pt idx="15023">First_Product_Purchased</cx:pt>
          <cx:pt idx="15024">First_Product_Purchased</cx:pt>
          <cx:pt idx="15025">First_Product_Purchased</cx:pt>
          <cx:pt idx="15026">First_Product_Purchased</cx:pt>
          <cx:pt idx="15027">First_Product_Purchased</cx:pt>
          <cx:pt idx="15028">First_Product_Purchased</cx:pt>
          <cx:pt idx="15029">First_Product_Purchased</cx:pt>
          <cx:pt idx="15030">First_Product_Purchased</cx:pt>
          <cx:pt idx="15031">First_Product_Purchased</cx:pt>
          <cx:pt idx="15032">First_Product_Purchased</cx:pt>
          <cx:pt idx="15033">First_Product_Purchased</cx:pt>
          <cx:pt idx="15034">First_Product_Purchased</cx:pt>
          <cx:pt idx="15035">First_Product_Purchased</cx:pt>
          <cx:pt idx="15036">First_Product_Purchased</cx:pt>
          <cx:pt idx="15037">First_Product_Purchased</cx:pt>
          <cx:pt idx="15038">First_Product_Purchased</cx:pt>
          <cx:pt idx="15039">First_Product_Purchased</cx:pt>
          <cx:pt idx="15040">First_Product_Purchased</cx:pt>
          <cx:pt idx="15041">First_Product_Purchased</cx:pt>
          <cx:pt idx="15042">First_Product_Purchased</cx:pt>
          <cx:pt idx="15043">First_Product_Purchased</cx:pt>
          <cx:pt idx="15044">First_Product_Purchased</cx:pt>
          <cx:pt idx="15045">First_Product_Purchased</cx:pt>
          <cx:pt idx="15046">First_Product_Purchased</cx:pt>
          <cx:pt idx="15047">First_Product_Purchased</cx:pt>
          <cx:pt idx="15048">First_Product_Purchased</cx:pt>
          <cx:pt idx="15049">First_Product_Purchased</cx:pt>
          <cx:pt idx="15050">First_Product_Purchased</cx:pt>
          <cx:pt idx="15051">Second_Product_Purchased</cx:pt>
          <cx:pt idx="15052">First_Product_Purchased</cx:pt>
          <cx:pt idx="15053">First_Product_Purchased</cx:pt>
          <cx:pt idx="15054">First_Product_Purchased</cx:pt>
          <cx:pt idx="15055">First_Product_Purchased</cx:pt>
          <cx:pt idx="15056">First_Product_Purchased</cx:pt>
          <cx:pt idx="15057">First_Product_Purchased</cx:pt>
          <cx:pt idx="15058">First_Product_Purchased</cx:pt>
          <cx:pt idx="15059">First_Product_Purchased</cx:pt>
          <cx:pt idx="15060">First_Product_Purchased</cx:pt>
          <cx:pt idx="15061">First_Product_Purchased</cx:pt>
          <cx:pt idx="15062">First_Product_Purchased</cx:pt>
          <cx:pt idx="15063">First_Product_Purchased</cx:pt>
          <cx:pt idx="15064">First_Product_Purchased</cx:pt>
          <cx:pt idx="15065">First_Product_Purchased</cx:pt>
          <cx:pt idx="15066">First_Product_Purchased</cx:pt>
          <cx:pt idx="15067">First_Product_Purchased</cx:pt>
          <cx:pt idx="15068">First_Product_Purchased</cx:pt>
          <cx:pt idx="15069">First_Product_Purchased</cx:pt>
          <cx:pt idx="15070">First_Product_Purchased</cx:pt>
          <cx:pt idx="15071">First_Product_Purchased</cx:pt>
          <cx:pt idx="15072">First_Product_Purchased</cx:pt>
          <cx:pt idx="15073">First_Product_Purchased</cx:pt>
          <cx:pt idx="15074">First_Product_Purchased</cx:pt>
          <cx:pt idx="15075">First_Product_Purchased</cx:pt>
          <cx:pt idx="15076">First_Product_Purchased</cx:pt>
          <cx:pt idx="15077">First_Product_Purchased</cx:pt>
          <cx:pt idx="15078">First_Product_Purchased</cx:pt>
          <cx:pt idx="15079">First_Product_Purchased</cx:pt>
          <cx:pt idx="15080">First_Product_Purchased</cx:pt>
          <cx:pt idx="15081">First_Product_Purchased</cx:pt>
          <cx:pt idx="15082">First_Product_Purchased</cx:pt>
          <cx:pt idx="15083">First_Product_Purchased</cx:pt>
          <cx:pt idx="15084">First_Product_Purchased</cx:pt>
          <cx:pt idx="15085">First_Product_Purchased</cx:pt>
          <cx:pt idx="15086">First_Product_Purchased</cx:pt>
          <cx:pt idx="15087">First_Product_Purchased</cx:pt>
          <cx:pt idx="15088">First_Product_Purchased</cx:pt>
          <cx:pt idx="15089">First_Product_Purchased</cx:pt>
          <cx:pt idx="15090">First_Product_Purchased</cx:pt>
          <cx:pt idx="15091">First_Product_Purchased</cx:pt>
          <cx:pt idx="15092">First_Product_Purchased</cx:pt>
          <cx:pt idx="15093">First_Product_Purchased</cx:pt>
          <cx:pt idx="15094">First_Product_Purchased</cx:pt>
          <cx:pt idx="15095">First_Product_Purchased</cx:pt>
          <cx:pt idx="15096">First_Product_Purchased</cx:pt>
          <cx:pt idx="15097">First_Product_Purchased</cx:pt>
          <cx:pt idx="15098">First_Product_Purchased</cx:pt>
          <cx:pt idx="15099">First_Product_Purchased</cx:pt>
          <cx:pt idx="15100">First_Product_Purchased</cx:pt>
          <cx:pt idx="15101">First_Product_Purchased</cx:pt>
          <cx:pt idx="15102">First_Product_Purchased</cx:pt>
          <cx:pt idx="15103">First_Product_Purchased</cx:pt>
          <cx:pt idx="15104">First_Product_Purchased</cx:pt>
          <cx:pt idx="15105">First_Product_Purchased</cx:pt>
          <cx:pt idx="15106">First_Product_Purchased</cx:pt>
          <cx:pt idx="15107">First_Product_Purchased</cx:pt>
          <cx:pt idx="15108">First_Product_Purchased</cx:pt>
          <cx:pt idx="15109">First_Product_Purchased</cx:pt>
          <cx:pt idx="15110">First_Product_Purchased</cx:pt>
          <cx:pt idx="15111">First_Product_Purchased</cx:pt>
          <cx:pt idx="15112">First_Product_Purchased</cx:pt>
          <cx:pt idx="15113">First_Product_Purchased</cx:pt>
          <cx:pt idx="15114">First_Product_Purchased</cx:pt>
          <cx:pt idx="15115">First_Product_Purchased</cx:pt>
          <cx:pt idx="15116">First_Product_Purchased</cx:pt>
          <cx:pt idx="15117">First_Product_Purchased</cx:pt>
          <cx:pt idx="15118">First_Product_Purchased</cx:pt>
          <cx:pt idx="15119">First_Product_Purchased</cx:pt>
          <cx:pt idx="15120">First_Product_Purchased</cx:pt>
          <cx:pt idx="15121">First_Product_Purchased</cx:pt>
          <cx:pt idx="15122">First_Product_Purchased</cx:pt>
          <cx:pt idx="15123">First_Product_Purchased</cx:pt>
          <cx:pt idx="15124">First_Product_Purchased</cx:pt>
          <cx:pt idx="15125">First_Product_Purchased</cx:pt>
          <cx:pt idx="15126">First_Product_Purchased</cx:pt>
          <cx:pt idx="15127">First_Product_Purchased</cx:pt>
          <cx:pt idx="15128">First_Product_Purchased</cx:pt>
          <cx:pt idx="15129">First_Product_Purchased</cx:pt>
          <cx:pt idx="15130">First_Product_Purchased</cx:pt>
          <cx:pt idx="15131">Second_Product_Purchased</cx:pt>
          <cx:pt idx="15132">First_Product_Purchased</cx:pt>
          <cx:pt idx="15133">First_Product_Purchased</cx:pt>
          <cx:pt idx="15134">First_Product_Purchased</cx:pt>
          <cx:pt idx="15135">First_Product_Purchased</cx:pt>
          <cx:pt idx="15136">First_Product_Purchased</cx:pt>
          <cx:pt idx="15137">First_Product_Purchased</cx:pt>
          <cx:pt idx="15138">First_Product_Purchased</cx:pt>
          <cx:pt idx="15139">First_Product_Purchased</cx:pt>
          <cx:pt idx="15140">First_Product_Purchased</cx:pt>
          <cx:pt idx="15141">First_Product_Purchased</cx:pt>
          <cx:pt idx="15142">First_Product_Purchased</cx:pt>
          <cx:pt idx="15143">First_Product_Purchased</cx:pt>
          <cx:pt idx="15144">First_Product_Purchased</cx:pt>
          <cx:pt idx="15145">First_Product_Purchased</cx:pt>
          <cx:pt idx="15146">First_Product_Purchased</cx:pt>
          <cx:pt idx="15147">First_Product_Purchased</cx:pt>
          <cx:pt idx="15148">First_Product_Purchased</cx:pt>
          <cx:pt idx="15149">First_Product_Purchased</cx:pt>
          <cx:pt idx="15150">First_Product_Purchased</cx:pt>
          <cx:pt idx="15151">First_Product_Purchased</cx:pt>
          <cx:pt idx="15152">First_Product_Purchased</cx:pt>
          <cx:pt idx="15153">First_Product_Purchased</cx:pt>
          <cx:pt idx="15154">First_Product_Purchased</cx:pt>
          <cx:pt idx="15155">First_Product_Purchased</cx:pt>
          <cx:pt idx="15156">First_Product_Purchased</cx:pt>
          <cx:pt idx="15157">First_Product_Purchased</cx:pt>
          <cx:pt idx="15158">First_Product_Purchased</cx:pt>
          <cx:pt idx="15159">First_Product_Purchased</cx:pt>
          <cx:pt idx="15160">First_Product_Purchased</cx:pt>
          <cx:pt idx="15161">First_Product_Purchased</cx:pt>
          <cx:pt idx="15162">Second_Product_Purchased</cx:pt>
          <cx:pt idx="15163">First_Product_Purchased</cx:pt>
          <cx:pt idx="15164">First_Product_Purchased</cx:pt>
          <cx:pt idx="15165">First_Product_Purchased</cx:pt>
          <cx:pt idx="15166">First_Product_Purchased</cx:pt>
          <cx:pt idx="15167">First_Product_Purchased</cx:pt>
          <cx:pt idx="15168">First_Product_Purchased</cx:pt>
          <cx:pt idx="15169">First_Product_Purchased</cx:pt>
          <cx:pt idx="15170">Second_Product_Purchased</cx:pt>
          <cx:pt idx="15171">First_Product_Purchased</cx:pt>
          <cx:pt idx="15172">First_Product_Purchased</cx:pt>
          <cx:pt idx="15173">First_Product_Purchased</cx:pt>
          <cx:pt idx="15174">First_Product_Purchased</cx:pt>
          <cx:pt idx="15175">First_Product_Purchased</cx:pt>
          <cx:pt idx="15176">First_Product_Purchased</cx:pt>
          <cx:pt idx="15177">First_Product_Purchased</cx:pt>
          <cx:pt idx="15178">First_Product_Purchased</cx:pt>
          <cx:pt idx="15179">First_Product_Purchased</cx:pt>
          <cx:pt idx="15180">First_Product_Purchased</cx:pt>
          <cx:pt idx="15181">First_Product_Purchased</cx:pt>
          <cx:pt idx="15182">First_Product_Purchased</cx:pt>
          <cx:pt idx="15183">First_Product_Purchased</cx:pt>
          <cx:pt idx="15184">First_Product_Purchased</cx:pt>
          <cx:pt idx="15185">First_Product_Purchased</cx:pt>
          <cx:pt idx="15186">First_Product_Purchased</cx:pt>
          <cx:pt idx="15187">First_Product_Purchased</cx:pt>
          <cx:pt idx="15188">First_Product_Purchased</cx:pt>
          <cx:pt idx="15189">First_Product_Purchased</cx:pt>
          <cx:pt idx="15190">First_Product_Purchased</cx:pt>
          <cx:pt idx="15191">First_Product_Purchased</cx:pt>
          <cx:pt idx="15192">First_Product_Purchased</cx:pt>
          <cx:pt idx="15193">First_Product_Purchased</cx:pt>
          <cx:pt idx="15194">First_Product_Purchased</cx:pt>
          <cx:pt idx="15195">First_Product_Purchased</cx:pt>
          <cx:pt idx="15196">First_Product_Purchased</cx:pt>
          <cx:pt idx="15197">First_Product_Purchased</cx:pt>
          <cx:pt idx="15198">First_Product_Purchased</cx:pt>
          <cx:pt idx="15199">First_Product_Purchased</cx:pt>
          <cx:pt idx="15200">Second_Product_Purchased</cx:pt>
          <cx:pt idx="15201">First_Product_Purchased</cx:pt>
          <cx:pt idx="15202">First_Product_Purchased</cx:pt>
          <cx:pt idx="15203">First_Product_Purchased</cx:pt>
          <cx:pt idx="15204">First_Product_Purchased</cx:pt>
          <cx:pt idx="15205">First_Product_Purchased</cx:pt>
          <cx:pt idx="15206">First_Product_Purchased</cx:pt>
          <cx:pt idx="15207">First_Product_Purchased</cx:pt>
          <cx:pt idx="15208">First_Product_Purchased</cx:pt>
          <cx:pt idx="15209">First_Product_Purchased</cx:pt>
          <cx:pt idx="15210">First_Product_Purchased</cx:pt>
          <cx:pt idx="15211">First_Product_Purchased</cx:pt>
          <cx:pt idx="15212">First_Product_Purchased</cx:pt>
          <cx:pt idx="15213">First_Product_Purchased</cx:pt>
          <cx:pt idx="15214">First_Product_Purchased</cx:pt>
          <cx:pt idx="15215">First_Product_Purchased</cx:pt>
          <cx:pt idx="15216">First_Product_Purchased</cx:pt>
          <cx:pt idx="15217">First_Product_Purchased</cx:pt>
          <cx:pt idx="15218">First_Product_Purchased</cx:pt>
          <cx:pt idx="15219">First_Product_Purchased</cx:pt>
          <cx:pt idx="15220">First_Product_Purchased</cx:pt>
          <cx:pt idx="15221">First_Product_Purchased</cx:pt>
          <cx:pt idx="15222">First_Product_Purchased</cx:pt>
          <cx:pt idx="15223">First_Product_Purchased</cx:pt>
          <cx:pt idx="15224">First_Product_Purchased</cx:pt>
          <cx:pt idx="15225">First_Product_Purchased</cx:pt>
          <cx:pt idx="15226">First_Product_Purchased</cx:pt>
          <cx:pt idx="15227">First_Product_Purchased</cx:pt>
          <cx:pt idx="15228">First_Product_Purchased</cx:pt>
          <cx:pt idx="15229">First_Product_Purchased</cx:pt>
          <cx:pt idx="15230">First_Product_Purchased</cx:pt>
          <cx:pt idx="15231">First_Product_Purchased</cx:pt>
          <cx:pt idx="15232">First_Product_Purchased</cx:pt>
          <cx:pt idx="15233">First_Product_Purchased</cx:pt>
          <cx:pt idx="15234">First_Product_Purchased</cx:pt>
          <cx:pt idx="15235">First_Product_Purchased</cx:pt>
          <cx:pt idx="15236">First_Product_Purchased</cx:pt>
          <cx:pt idx="15237">First_Product_Purchased</cx:pt>
          <cx:pt idx="15238">First_Product_Purchased</cx:pt>
          <cx:pt idx="15239">First_Product_Purchased</cx:pt>
          <cx:pt idx="15240">First_Product_Purchased</cx:pt>
          <cx:pt idx="15241">First_Product_Purchased</cx:pt>
          <cx:pt idx="15242">First_Product_Purchased</cx:pt>
          <cx:pt idx="15243">First_Product_Purchased</cx:pt>
          <cx:pt idx="15244">First_Product_Purchased</cx:pt>
          <cx:pt idx="15245">First_Product_Purchased</cx:pt>
          <cx:pt idx="15246">First_Product_Purchased</cx:pt>
          <cx:pt idx="15247">First_Product_Purchased</cx:pt>
          <cx:pt idx="15248">First_Product_Purchased</cx:pt>
          <cx:pt idx="15249">First_Product_Purchased</cx:pt>
          <cx:pt idx="15250">First_Product_Purchased</cx:pt>
          <cx:pt idx="15251">First_Product_Purchased</cx:pt>
          <cx:pt idx="15252">First_Product_Purchased</cx:pt>
          <cx:pt idx="15253">First_Product_Purchased</cx:pt>
          <cx:pt idx="15254">First_Product_Purchased</cx:pt>
          <cx:pt idx="15255">First_Product_Purchased</cx:pt>
          <cx:pt idx="15256">First_Product_Purchased</cx:pt>
          <cx:pt idx="15257">First_Product_Purchased</cx:pt>
          <cx:pt idx="15258">First_Product_Purchased</cx:pt>
          <cx:pt idx="15259">First_Product_Purchased</cx:pt>
          <cx:pt idx="15260">First_Product_Purchased</cx:pt>
          <cx:pt idx="15261">First_Product_Purchased</cx:pt>
          <cx:pt idx="15262">First_Product_Purchased</cx:pt>
          <cx:pt idx="15263">First_Product_Purchased</cx:pt>
          <cx:pt idx="15264">First_Product_Purchased</cx:pt>
          <cx:pt idx="15265">First_Product_Purchased</cx:pt>
          <cx:pt idx="15266">First_Product_Purchased</cx:pt>
          <cx:pt idx="15267">First_Product_Purchased</cx:pt>
          <cx:pt idx="15268">First_Product_Purchased</cx:pt>
          <cx:pt idx="15269">First_Product_Purchased</cx:pt>
          <cx:pt idx="15270">First_Product_Purchased</cx:pt>
          <cx:pt idx="15271">First_Product_Purchased</cx:pt>
          <cx:pt idx="15272">First_Product_Purchased</cx:pt>
          <cx:pt idx="15273">First_Product_Purchased</cx:pt>
          <cx:pt idx="15274">First_Product_Purchased</cx:pt>
          <cx:pt idx="15275">First_Product_Purchased</cx:pt>
          <cx:pt idx="15276">First_Product_Purchased</cx:pt>
          <cx:pt idx="15277">First_Product_Purchased</cx:pt>
          <cx:pt idx="15278">First_Product_Purchased</cx:pt>
          <cx:pt idx="15279">First_Product_Purchased</cx:pt>
          <cx:pt idx="15280">First_Product_Purchased</cx:pt>
          <cx:pt idx="15281">First_Product_Purchased</cx:pt>
          <cx:pt idx="15282">First_Product_Purchased</cx:pt>
          <cx:pt idx="15283">First_Product_Purchased</cx:pt>
          <cx:pt idx="15284">First_Product_Purchased</cx:pt>
          <cx:pt idx="15285">First_Product_Purchased</cx:pt>
          <cx:pt idx="15286">First_Product_Purchased</cx:pt>
          <cx:pt idx="15287">First_Product_Purchased</cx:pt>
          <cx:pt idx="15288">First_Product_Purchased</cx:pt>
          <cx:pt idx="15289">First_Product_Purchased</cx:pt>
          <cx:pt idx="15290">First_Product_Purchased</cx:pt>
          <cx:pt idx="15291">First_Product_Purchased</cx:pt>
          <cx:pt idx="15292">First_Product_Purchased</cx:pt>
          <cx:pt idx="15293">First_Product_Purchased</cx:pt>
          <cx:pt idx="15294">First_Product_Purchased</cx:pt>
          <cx:pt idx="15295">First_Product_Purchased</cx:pt>
          <cx:pt idx="15296">First_Product_Purchased</cx:pt>
          <cx:pt idx="15297">First_Product_Purchased</cx:pt>
          <cx:pt idx="15298">First_Product_Purchased</cx:pt>
          <cx:pt idx="15299">First_Product_Purchased</cx:pt>
          <cx:pt idx="15300">First_Product_Purchased</cx:pt>
          <cx:pt idx="15301">First_Product_Purchased</cx:pt>
          <cx:pt idx="15302">First_Product_Purchased</cx:pt>
          <cx:pt idx="15303">First_Product_Purchased</cx:pt>
          <cx:pt idx="15304">First_Product_Purchased</cx:pt>
          <cx:pt idx="15305">First_Product_Purchased</cx:pt>
          <cx:pt idx="15306">First_Product_Purchased</cx:pt>
          <cx:pt idx="15307">First_Product_Purchased</cx:pt>
          <cx:pt idx="15308">First_Product_Purchased</cx:pt>
          <cx:pt idx="15309">First_Product_Purchased</cx:pt>
          <cx:pt idx="15310">First_Product_Purchased</cx:pt>
          <cx:pt idx="15311">First_Product_Purchased</cx:pt>
          <cx:pt idx="15312">First_Product_Purchased</cx:pt>
          <cx:pt idx="15313">First_Product_Purchased</cx:pt>
          <cx:pt idx="15314">First_Product_Purchased</cx:pt>
          <cx:pt idx="15315">First_Product_Purchased</cx:pt>
          <cx:pt idx="15316">First_Product_Purchased</cx:pt>
          <cx:pt idx="15317">First_Product_Purchased</cx:pt>
          <cx:pt idx="15318">First_Product_Purchased</cx:pt>
          <cx:pt idx="15319">First_Product_Purchased</cx:pt>
          <cx:pt idx="15320">First_Product_Purchased</cx:pt>
          <cx:pt idx="15321">First_Product_Purchased</cx:pt>
          <cx:pt idx="15322">First_Product_Purchased</cx:pt>
          <cx:pt idx="15323">First_Product_Purchased</cx:pt>
          <cx:pt idx="15324">First_Product_Purchased</cx:pt>
          <cx:pt idx="15325">First_Product_Purchased</cx:pt>
          <cx:pt idx="15326">First_Product_Purchased</cx:pt>
          <cx:pt idx="15327">First_Product_Purchased</cx:pt>
          <cx:pt idx="15328">First_Product_Purchased</cx:pt>
          <cx:pt idx="15329">First_Product_Purchased</cx:pt>
          <cx:pt idx="15330">First_Product_Purchased</cx:pt>
          <cx:pt idx="15331">First_Product_Purchased</cx:pt>
          <cx:pt idx="15332">First_Product_Purchased</cx:pt>
          <cx:pt idx="15333">First_Product_Purchased</cx:pt>
          <cx:pt idx="15334">First_Product_Purchased</cx:pt>
          <cx:pt idx="15335">First_Product_Purchased</cx:pt>
          <cx:pt idx="15336">First_Product_Purchased</cx:pt>
          <cx:pt idx="15337">First_Product_Purchased</cx:pt>
          <cx:pt idx="15338">First_Product_Purchased</cx:pt>
          <cx:pt idx="15339">First_Product_Purchased</cx:pt>
          <cx:pt idx="15340">First_Product_Purchased</cx:pt>
          <cx:pt idx="15341">First_Product_Purchased</cx:pt>
          <cx:pt idx="15342">First_Product_Purchased</cx:pt>
          <cx:pt idx="15343">First_Product_Purchased</cx:pt>
          <cx:pt idx="15344">First_Product_Purchased</cx:pt>
          <cx:pt idx="15345">First_Product_Purchased</cx:pt>
          <cx:pt idx="15346">First_Product_Purchased</cx:pt>
          <cx:pt idx="15347">First_Product_Purchased</cx:pt>
          <cx:pt idx="15348">First_Product_Purchased</cx:pt>
          <cx:pt idx="15349">First_Product_Purchased</cx:pt>
          <cx:pt idx="15350">First_Product_Purchased</cx:pt>
          <cx:pt idx="15351">First_Product_Purchased</cx:pt>
          <cx:pt idx="15352">First_Product_Purchased</cx:pt>
          <cx:pt idx="15353">First_Product_Purchased</cx:pt>
          <cx:pt idx="15354">First_Product_Purchased</cx:pt>
          <cx:pt idx="15355">First_Product_Purchased</cx:pt>
          <cx:pt idx="15356">First_Product_Purchased</cx:pt>
          <cx:pt idx="15357">First_Product_Purchased</cx:pt>
          <cx:pt idx="15358">First_Product_Purchased</cx:pt>
          <cx:pt idx="15359">First_Product_Purchased</cx:pt>
          <cx:pt idx="15360">First_Product_Purchased</cx:pt>
          <cx:pt idx="15361">First_Product_Purchased</cx:pt>
          <cx:pt idx="15362">First_Product_Purchased</cx:pt>
          <cx:pt idx="15363">First_Product_Purchased</cx:pt>
          <cx:pt idx="15364">First_Product_Purchased</cx:pt>
          <cx:pt idx="15365">First_Product_Purchased</cx:pt>
          <cx:pt idx="15366">First_Product_Purchased</cx:pt>
          <cx:pt idx="15367">First_Product_Purchased</cx:pt>
          <cx:pt idx="15368">First_Product_Purchased</cx:pt>
          <cx:pt idx="15369">First_Product_Purchased</cx:pt>
          <cx:pt idx="15370">First_Product_Purchased</cx:pt>
          <cx:pt idx="15371">First_Product_Purchased</cx:pt>
          <cx:pt idx="15372">First_Product_Purchased</cx:pt>
          <cx:pt idx="15373">First_Product_Purchased</cx:pt>
          <cx:pt idx="15374">First_Product_Purchased</cx:pt>
          <cx:pt idx="15375">First_Product_Purchased</cx:pt>
          <cx:pt idx="15376">First_Product_Purchased</cx:pt>
          <cx:pt idx="15377">First_Product_Purchased</cx:pt>
          <cx:pt idx="15378">First_Product_Purchased</cx:pt>
          <cx:pt idx="15379">First_Product_Purchased</cx:pt>
          <cx:pt idx="15380">First_Product_Purchased</cx:pt>
          <cx:pt idx="15381">First_Product_Purchased</cx:pt>
          <cx:pt idx="15382">First_Product_Purchased</cx:pt>
          <cx:pt idx="15383">First_Product_Purchased</cx:pt>
          <cx:pt idx="15384">First_Product_Purchased</cx:pt>
          <cx:pt idx="15385">First_Product_Purchased</cx:pt>
          <cx:pt idx="15386">First_Product_Purchased</cx:pt>
          <cx:pt idx="15387">First_Product_Purchased</cx:pt>
          <cx:pt idx="15388">First_Product_Purchased</cx:pt>
          <cx:pt idx="15389">First_Product_Purchased</cx:pt>
          <cx:pt idx="15390">First_Product_Purchased</cx:pt>
          <cx:pt idx="15391">First_Product_Purchased</cx:pt>
          <cx:pt idx="15392">First_Product_Purchased</cx:pt>
          <cx:pt idx="15393">First_Product_Purchased</cx:pt>
          <cx:pt idx="15394">First_Product_Purchased</cx:pt>
          <cx:pt idx="15395">First_Product_Purchased</cx:pt>
          <cx:pt idx="15396">First_Product_Purchased</cx:pt>
          <cx:pt idx="15397">First_Product_Purchased</cx:pt>
          <cx:pt idx="15398">First_Product_Purchased</cx:pt>
          <cx:pt idx="15399">First_Product_Purchased</cx:pt>
          <cx:pt idx="15400">First_Product_Purchased</cx:pt>
          <cx:pt idx="15401">First_Product_Purchased</cx:pt>
          <cx:pt idx="15402">First_Product_Purchased</cx:pt>
          <cx:pt idx="15403">First_Product_Purchased</cx:pt>
          <cx:pt idx="15404">First_Product_Purchased</cx:pt>
          <cx:pt idx="15405">First_Product_Purchased</cx:pt>
          <cx:pt idx="15406">First_Product_Purchased</cx:pt>
          <cx:pt idx="15407">First_Product_Purchased</cx:pt>
          <cx:pt idx="15408">First_Product_Purchased</cx:pt>
          <cx:pt idx="15409">First_Product_Purchased</cx:pt>
          <cx:pt idx="15410">First_Product_Purchased</cx:pt>
          <cx:pt idx="15411">First_Product_Purchased</cx:pt>
          <cx:pt idx="15412">First_Product_Purchased</cx:pt>
          <cx:pt idx="15413">First_Product_Purchased</cx:pt>
          <cx:pt idx="15414">First_Product_Purchased</cx:pt>
          <cx:pt idx="15415">First_Product_Purchased</cx:pt>
          <cx:pt idx="15416">First_Product_Purchased</cx:pt>
          <cx:pt idx="15417">First_Product_Purchased</cx:pt>
          <cx:pt idx="15418">First_Product_Purchased</cx:pt>
          <cx:pt idx="15419">First_Product_Purchased</cx:pt>
          <cx:pt idx="15420">First_Product_Purchased</cx:pt>
          <cx:pt idx="15421">First_Product_Purchased</cx:pt>
          <cx:pt idx="15422">First_Product_Purchased</cx:pt>
          <cx:pt idx="15423">First_Product_Purchased</cx:pt>
          <cx:pt idx="15424">First_Product_Purchased</cx:pt>
          <cx:pt idx="15425">First_Product_Purchased</cx:pt>
          <cx:pt idx="15426">First_Product_Purchased</cx:pt>
          <cx:pt idx="15427">First_Product_Purchased</cx:pt>
          <cx:pt idx="15428">First_Product_Purchased</cx:pt>
          <cx:pt idx="15429">First_Product_Purchased</cx:pt>
          <cx:pt idx="15430">First_Product_Purchased</cx:pt>
          <cx:pt idx="15431">First_Product_Purchased</cx:pt>
          <cx:pt idx="15432">First_Product_Purchased</cx:pt>
          <cx:pt idx="15433">First_Product_Purchased</cx:pt>
          <cx:pt idx="15434">Second_Product_Purchased</cx:pt>
          <cx:pt idx="15435">First_Product_Purchased</cx:pt>
          <cx:pt idx="15436">First_Product_Purchased</cx:pt>
          <cx:pt idx="15437">First_Product_Purchased</cx:pt>
          <cx:pt idx="15438">First_Product_Purchased</cx:pt>
          <cx:pt idx="15439">First_Product_Purchased</cx:pt>
          <cx:pt idx="15440">Second_Product_Purchased</cx:pt>
          <cx:pt idx="15441">First_Product_Purchased</cx:pt>
          <cx:pt idx="15442">First_Product_Purchased</cx:pt>
          <cx:pt idx="15443">First_Product_Purchased</cx:pt>
          <cx:pt idx="15444">First_Product_Purchased</cx:pt>
          <cx:pt idx="15445">First_Product_Purchased</cx:pt>
          <cx:pt idx="15446">First_Product_Purchased</cx:pt>
          <cx:pt idx="15447">First_Product_Purchased</cx:pt>
          <cx:pt idx="15448">First_Product_Purchased</cx:pt>
          <cx:pt idx="15449">First_Product_Purchased</cx:pt>
          <cx:pt idx="15450">First_Product_Purchased</cx:pt>
          <cx:pt idx="15451">First_Product_Purchased</cx:pt>
          <cx:pt idx="15452">First_Product_Purchased</cx:pt>
          <cx:pt idx="15453">First_Product_Purchased</cx:pt>
          <cx:pt idx="15454">First_Product_Purchased</cx:pt>
          <cx:pt idx="15455">First_Product_Purchased</cx:pt>
          <cx:pt idx="15456">First_Product_Purchased</cx:pt>
          <cx:pt idx="15457">First_Product_Purchased</cx:pt>
          <cx:pt idx="15458">First_Product_Purchased</cx:pt>
          <cx:pt idx="15459">First_Product_Purchased</cx:pt>
          <cx:pt idx="15460">First_Product_Purchased</cx:pt>
          <cx:pt idx="15461">First_Product_Purchased</cx:pt>
          <cx:pt idx="15462">First_Product_Purchased</cx:pt>
          <cx:pt idx="15463">First_Product_Purchased</cx:pt>
          <cx:pt idx="15464">First_Product_Purchased</cx:pt>
          <cx:pt idx="15465">First_Product_Purchased</cx:pt>
          <cx:pt idx="15466">First_Product_Purchased</cx:pt>
          <cx:pt idx="15467">First_Product_Purchased</cx:pt>
          <cx:pt idx="15468">First_Product_Purchased</cx:pt>
          <cx:pt idx="15469">First_Product_Purchased</cx:pt>
          <cx:pt idx="15470">First_Product_Purchased</cx:pt>
          <cx:pt idx="15471">First_Product_Purchased</cx:pt>
          <cx:pt idx="15472">First_Product_Purchased</cx:pt>
          <cx:pt idx="15473">First_Product_Purchased</cx:pt>
          <cx:pt idx="15474">First_Product_Purchased</cx:pt>
          <cx:pt idx="15475">First_Product_Purchased</cx:pt>
          <cx:pt idx="15476">First_Product_Purchased</cx:pt>
          <cx:pt idx="15477">First_Product_Purchased</cx:pt>
          <cx:pt idx="15478">Second_Product_Purchased</cx:pt>
          <cx:pt idx="15479">First_Product_Purchased</cx:pt>
          <cx:pt idx="15480">First_Product_Purchased</cx:pt>
          <cx:pt idx="15481">First_Product_Purchased</cx:pt>
          <cx:pt idx="15482">First_Product_Purchased</cx:pt>
          <cx:pt idx="15483">First_Product_Purchased</cx:pt>
          <cx:pt idx="15484">First_Product_Purchased</cx:pt>
          <cx:pt idx="15485">First_Product_Purchased</cx:pt>
          <cx:pt idx="15486">First_Product_Purchased</cx:pt>
          <cx:pt idx="15487">First_Product_Purchased</cx:pt>
          <cx:pt idx="15488">First_Product_Purchased</cx:pt>
          <cx:pt idx="15489">First_Product_Purchased</cx:pt>
          <cx:pt idx="15490">First_Product_Purchased</cx:pt>
          <cx:pt idx="15491">First_Product_Purchased</cx:pt>
          <cx:pt idx="15492">First_Product_Purchased</cx:pt>
          <cx:pt idx="15493">First_Product_Purchased</cx:pt>
          <cx:pt idx="15494">First_Product_Purchased</cx:pt>
          <cx:pt idx="15495">First_Product_Purchased</cx:pt>
          <cx:pt idx="15496">First_Product_Purchased</cx:pt>
          <cx:pt idx="15497">First_Product_Purchased</cx:pt>
          <cx:pt idx="15498">First_Product_Purchased</cx:pt>
          <cx:pt idx="15499">First_Product_Purchased</cx:pt>
          <cx:pt idx="15500">First_Product_Purchased</cx:pt>
          <cx:pt idx="15501">First_Product_Purchased</cx:pt>
          <cx:pt idx="15502">First_Product_Purchased</cx:pt>
          <cx:pt idx="15503">First_Product_Purchased</cx:pt>
          <cx:pt idx="15504">First_Product_Purchased</cx:pt>
          <cx:pt idx="15505">First_Product_Purchased</cx:pt>
          <cx:pt idx="15506">First_Product_Purchased</cx:pt>
          <cx:pt idx="15507">First_Product_Purchased</cx:pt>
          <cx:pt idx="15508">First_Product_Purchased</cx:pt>
          <cx:pt idx="15509">First_Product_Purchased</cx:pt>
          <cx:pt idx="15510">First_Product_Purchased</cx:pt>
          <cx:pt idx="15511">First_Product_Purchased</cx:pt>
          <cx:pt idx="15512">First_Product_Purchased</cx:pt>
          <cx:pt idx="15513">First_Product_Purchased</cx:pt>
          <cx:pt idx="15514">First_Product_Purchased</cx:pt>
          <cx:pt idx="15515">First_Product_Purchased</cx:pt>
          <cx:pt idx="15516">First_Product_Purchased</cx:pt>
          <cx:pt idx="15517">First_Product_Purchased</cx:pt>
          <cx:pt idx="15518">First_Product_Purchased</cx:pt>
          <cx:pt idx="15519">First_Product_Purchased</cx:pt>
          <cx:pt idx="15520">First_Product_Purchased</cx:pt>
          <cx:pt idx="15521">First_Product_Purchased</cx:pt>
          <cx:pt idx="15522">First_Product_Purchased</cx:pt>
          <cx:pt idx="15523">First_Product_Purchased</cx:pt>
          <cx:pt idx="15524">First_Product_Purchased</cx:pt>
          <cx:pt idx="15525">First_Product_Purchased</cx:pt>
          <cx:pt idx="15526">First_Product_Purchased</cx:pt>
          <cx:pt idx="15527">First_Product_Purchased</cx:pt>
          <cx:pt idx="15528">First_Product_Purchased</cx:pt>
          <cx:pt idx="15529">First_Product_Purchased</cx:pt>
          <cx:pt idx="15530">First_Product_Purchased</cx:pt>
          <cx:pt idx="15531">First_Product_Purchased</cx:pt>
          <cx:pt idx="15532">First_Product_Purchased</cx:pt>
          <cx:pt idx="15533">First_Product_Purchased</cx:pt>
          <cx:pt idx="15534">First_Product_Purchased</cx:pt>
          <cx:pt idx="15535">First_Product_Purchased</cx:pt>
          <cx:pt idx="15536">First_Product_Purchased</cx:pt>
          <cx:pt idx="15537">First_Product_Purchased</cx:pt>
          <cx:pt idx="15538">First_Product_Purchased</cx:pt>
          <cx:pt idx="15539">First_Product_Purchased</cx:pt>
          <cx:pt idx="15540">First_Product_Purchased</cx:pt>
          <cx:pt idx="15541">First_Product_Purchased</cx:pt>
          <cx:pt idx="15542">First_Product_Purchased</cx:pt>
          <cx:pt idx="15543">First_Product_Purchased</cx:pt>
          <cx:pt idx="15544">First_Product_Purchased</cx:pt>
          <cx:pt idx="15545">First_Product_Purchased</cx:pt>
          <cx:pt idx="15546">First_Product_Purchased</cx:pt>
          <cx:pt idx="15547">First_Product_Purchased</cx:pt>
          <cx:pt idx="15548">First_Product_Purchased</cx:pt>
          <cx:pt idx="15549">First_Product_Purchased</cx:pt>
          <cx:pt idx="15550">First_Product_Purchased</cx:pt>
          <cx:pt idx="15551">First_Product_Purchased</cx:pt>
          <cx:pt idx="15552">First_Product_Purchased</cx:pt>
          <cx:pt idx="15553">First_Product_Purchased</cx:pt>
          <cx:pt idx="15554">First_Product_Purchased</cx:pt>
          <cx:pt idx="15555">First_Product_Purchased</cx:pt>
          <cx:pt idx="15556">First_Product_Purchased</cx:pt>
          <cx:pt idx="15557">First_Product_Purchased</cx:pt>
          <cx:pt idx="15558">First_Product_Purchased</cx:pt>
          <cx:pt idx="15559">First_Product_Purchased</cx:pt>
          <cx:pt idx="15560">First_Product_Purchased</cx:pt>
          <cx:pt idx="15561">First_Product_Purchased</cx:pt>
          <cx:pt idx="15562">First_Product_Purchased</cx:pt>
          <cx:pt idx="15563">First_Product_Purchased</cx:pt>
          <cx:pt idx="15564">First_Product_Purchased</cx:pt>
          <cx:pt idx="15565">First_Product_Purchased</cx:pt>
          <cx:pt idx="15566">First_Product_Purchased</cx:pt>
          <cx:pt idx="15567">First_Product_Purchased</cx:pt>
          <cx:pt idx="15568">Second_Product_Purchased</cx:pt>
          <cx:pt idx="15569">First_Product_Purchased</cx:pt>
          <cx:pt idx="15570">First_Product_Purchased</cx:pt>
          <cx:pt idx="15571">First_Product_Purchased</cx:pt>
          <cx:pt idx="15572">First_Product_Purchased</cx:pt>
          <cx:pt idx="15573">First_Product_Purchased</cx:pt>
          <cx:pt idx="15574">First_Product_Purchased</cx:pt>
          <cx:pt idx="15575">First_Product_Purchased</cx:pt>
          <cx:pt idx="15576">First_Product_Purchased</cx:pt>
          <cx:pt idx="15577">Second_Product_Purchased</cx:pt>
          <cx:pt idx="15578">First_Product_Purchased</cx:pt>
          <cx:pt idx="15579">First_Product_Purchased</cx:pt>
          <cx:pt idx="15580">First_Product_Purchased</cx:pt>
          <cx:pt idx="15581">First_Product_Purchased</cx:pt>
          <cx:pt idx="15582">First_Product_Purchased</cx:pt>
          <cx:pt idx="15583">First_Product_Purchased</cx:pt>
          <cx:pt idx="15584">First_Product_Purchased</cx:pt>
          <cx:pt idx="15585">First_Product_Purchased</cx:pt>
          <cx:pt idx="15586">First_Product_Purchased</cx:pt>
          <cx:pt idx="15587">First_Product_Purchased</cx:pt>
          <cx:pt idx="15588">First_Product_Purchased</cx:pt>
          <cx:pt idx="15589">First_Product_Purchased</cx:pt>
          <cx:pt idx="15590">First_Product_Purchased</cx:pt>
          <cx:pt idx="15591">First_Product_Purchased</cx:pt>
          <cx:pt idx="15592">First_Product_Purchased</cx:pt>
          <cx:pt idx="15593">First_Product_Purchased</cx:pt>
          <cx:pt idx="15594">First_Product_Purchased</cx:pt>
          <cx:pt idx="15595">First_Product_Purchased</cx:pt>
          <cx:pt idx="15596">First_Product_Purchased</cx:pt>
          <cx:pt idx="15597">First_Product_Purchased</cx:pt>
          <cx:pt idx="15598">First_Product_Purchased</cx:pt>
          <cx:pt idx="15599">First_Product_Purchased</cx:pt>
          <cx:pt idx="15600">First_Product_Purchased</cx:pt>
          <cx:pt idx="15601">First_Product_Purchased</cx:pt>
          <cx:pt idx="15602">First_Product_Purchased</cx:pt>
          <cx:pt idx="15603">First_Product_Purchased</cx:pt>
          <cx:pt idx="15604">First_Product_Purchased</cx:pt>
          <cx:pt idx="15605">First_Product_Purchased</cx:pt>
          <cx:pt idx="15606">First_Product_Purchased</cx:pt>
          <cx:pt idx="15607">First_Product_Purchased</cx:pt>
          <cx:pt idx="15608">First_Product_Purchased</cx:pt>
          <cx:pt idx="15609">First_Product_Purchased</cx:pt>
          <cx:pt idx="15610">First_Product_Purchased</cx:pt>
          <cx:pt idx="15611">First_Product_Purchased</cx:pt>
          <cx:pt idx="15612">First_Product_Purchased</cx:pt>
          <cx:pt idx="15613">First_Product_Purchased</cx:pt>
          <cx:pt idx="15614">First_Product_Purchased</cx:pt>
          <cx:pt idx="15615">First_Product_Purchased</cx:pt>
          <cx:pt idx="15616">First_Product_Purchased</cx:pt>
          <cx:pt idx="15617">Second_Product_Purchased</cx:pt>
          <cx:pt idx="15618">First_Product_Purchased</cx:pt>
          <cx:pt idx="15619">First_Product_Purchased</cx:pt>
          <cx:pt idx="15620">First_Product_Purchased</cx:pt>
          <cx:pt idx="15621">First_Product_Purchased</cx:pt>
          <cx:pt idx="15622">First_Product_Purchased</cx:pt>
          <cx:pt idx="15623">First_Product_Purchased</cx:pt>
          <cx:pt idx="15624">First_Product_Purchased</cx:pt>
          <cx:pt idx="15625">First_Product_Purchased</cx:pt>
          <cx:pt idx="15626">First_Product_Purchased</cx:pt>
          <cx:pt idx="15627">First_Product_Purchased</cx:pt>
          <cx:pt idx="15628">First_Product_Purchased</cx:pt>
          <cx:pt idx="15629">First_Product_Purchased</cx:pt>
          <cx:pt idx="15630">First_Product_Purchased</cx:pt>
          <cx:pt idx="15631">First_Product_Purchased</cx:pt>
          <cx:pt idx="15632">First_Product_Purchased</cx:pt>
          <cx:pt idx="15633">First_Product_Purchased</cx:pt>
          <cx:pt idx="15634">First_Product_Purchased</cx:pt>
          <cx:pt idx="15635">First_Product_Purchased</cx:pt>
          <cx:pt idx="15636">First_Product_Purchased</cx:pt>
          <cx:pt idx="15637">First_Product_Purchased</cx:pt>
          <cx:pt idx="15638">First_Product_Purchased</cx:pt>
          <cx:pt idx="15639">First_Product_Purchased</cx:pt>
          <cx:pt idx="15640">First_Product_Purchased</cx:pt>
          <cx:pt idx="15641">First_Product_Purchased</cx:pt>
          <cx:pt idx="15642">Second_Product_Purchased</cx:pt>
          <cx:pt idx="15643">First_Product_Purchased</cx:pt>
          <cx:pt idx="15644">First_Product_Purchased</cx:pt>
          <cx:pt idx="15645">First_Product_Purchased</cx:pt>
          <cx:pt idx="15646">First_Product_Purchased</cx:pt>
          <cx:pt idx="15647">First_Product_Purchased</cx:pt>
          <cx:pt idx="15648">First_Product_Purchased</cx:pt>
          <cx:pt idx="15649">First_Product_Purchased</cx:pt>
          <cx:pt idx="15650">First_Product_Purchased</cx:pt>
          <cx:pt idx="15651">First_Product_Purchased</cx:pt>
          <cx:pt idx="15652">First_Product_Purchased</cx:pt>
          <cx:pt idx="15653">First_Product_Purchased</cx:pt>
          <cx:pt idx="15654">First_Product_Purchased</cx:pt>
          <cx:pt idx="15655">First_Product_Purchased</cx:pt>
          <cx:pt idx="15656">Second_Product_Purchased</cx:pt>
          <cx:pt idx="15657">First_Product_Purchased</cx:pt>
          <cx:pt idx="15658">First_Product_Purchased</cx:pt>
          <cx:pt idx="15659">First_Product_Purchased</cx:pt>
          <cx:pt idx="15660">First_Product_Purchased</cx:pt>
          <cx:pt idx="15661">First_Product_Purchased</cx:pt>
          <cx:pt idx="15662">First_Product_Purchased</cx:pt>
          <cx:pt idx="15663">First_Product_Purchased</cx:pt>
          <cx:pt idx="15664">First_Product_Purchased</cx:pt>
          <cx:pt idx="15665">First_Product_Purchased</cx:pt>
          <cx:pt idx="15666">First_Product_Purchased</cx:pt>
          <cx:pt idx="15667">First_Product_Purchased</cx:pt>
          <cx:pt idx="15668">First_Product_Purchased</cx:pt>
          <cx:pt idx="15669">First_Product_Purchased</cx:pt>
          <cx:pt idx="15670">First_Product_Purchased</cx:pt>
          <cx:pt idx="15671">First_Product_Purchased</cx:pt>
          <cx:pt idx="15672">First_Product_Purchased</cx:pt>
          <cx:pt idx="15673">First_Product_Purchased</cx:pt>
          <cx:pt idx="15674">First_Product_Purchased</cx:pt>
          <cx:pt idx="15675">First_Product_Purchased</cx:pt>
          <cx:pt idx="15676">First_Product_Purchased</cx:pt>
          <cx:pt idx="15677">First_Product_Purchased</cx:pt>
          <cx:pt idx="15678">First_Product_Purchased</cx:pt>
          <cx:pt idx="15679">First_Product_Purchased</cx:pt>
          <cx:pt idx="15680">First_Product_Purchased</cx:pt>
          <cx:pt idx="15681">First_Product_Purchased</cx:pt>
          <cx:pt idx="15682">First_Product_Purchased</cx:pt>
          <cx:pt idx="15683">First_Product_Purchased</cx:pt>
          <cx:pt idx="15684">First_Product_Purchased</cx:pt>
          <cx:pt idx="15685">First_Product_Purchased</cx:pt>
          <cx:pt idx="15686">First_Product_Purchased</cx:pt>
          <cx:pt idx="15687">First_Product_Purchased</cx:pt>
          <cx:pt idx="15688">First_Product_Purchased</cx:pt>
          <cx:pt idx="15689">First_Product_Purchased</cx:pt>
          <cx:pt idx="15690">First_Product_Purchased</cx:pt>
          <cx:pt idx="15691">First_Product_Purchased</cx:pt>
          <cx:pt idx="15692">First_Product_Purchased</cx:pt>
          <cx:pt idx="15693">First_Product_Purchased</cx:pt>
          <cx:pt idx="15694">First_Product_Purchased</cx:pt>
          <cx:pt idx="15695">First_Product_Purchased</cx:pt>
          <cx:pt idx="15696">First_Product_Purchased</cx:pt>
          <cx:pt idx="15697">First_Product_Purchased</cx:pt>
          <cx:pt idx="15698">First_Product_Purchased</cx:pt>
          <cx:pt idx="15699">First_Product_Purchased</cx:pt>
          <cx:pt idx="15700">First_Product_Purchased</cx:pt>
          <cx:pt idx="15701">First_Product_Purchased</cx:pt>
          <cx:pt idx="15702">First_Product_Purchased</cx:pt>
          <cx:pt idx="15703">First_Product_Purchased</cx:pt>
          <cx:pt idx="15704">Second_Product_Purchased</cx:pt>
          <cx:pt idx="15705">First_Product_Purchased</cx:pt>
          <cx:pt idx="15706">First_Product_Purchased</cx:pt>
          <cx:pt idx="15707">First_Product_Purchased</cx:pt>
          <cx:pt idx="15708">First_Product_Purchased</cx:pt>
          <cx:pt idx="15709">First_Product_Purchased</cx:pt>
          <cx:pt idx="15710">First_Product_Purchased</cx:pt>
          <cx:pt idx="15711">First_Product_Purchased</cx:pt>
          <cx:pt idx="15712">First_Product_Purchased</cx:pt>
          <cx:pt idx="15713">First_Product_Purchased</cx:pt>
          <cx:pt idx="15714">First_Product_Purchased</cx:pt>
          <cx:pt idx="15715">First_Product_Purchased</cx:pt>
          <cx:pt idx="15716">First_Product_Purchased</cx:pt>
          <cx:pt idx="15717">First_Product_Purchased</cx:pt>
          <cx:pt idx="15718">First_Product_Purchased</cx:pt>
          <cx:pt idx="15719">First_Product_Purchased</cx:pt>
          <cx:pt idx="15720">First_Product_Purchased</cx:pt>
          <cx:pt idx="15721">First_Product_Purchased</cx:pt>
          <cx:pt idx="15722">First_Product_Purchased</cx:pt>
          <cx:pt idx="15723">First_Product_Purchased</cx:pt>
          <cx:pt idx="15724">First_Product_Purchased</cx:pt>
          <cx:pt idx="15725">First_Product_Purchased</cx:pt>
          <cx:pt idx="15726">First_Product_Purchased</cx:pt>
          <cx:pt idx="15727">First_Product_Purchased</cx:pt>
          <cx:pt idx="15728">First_Product_Purchased</cx:pt>
          <cx:pt idx="15729">First_Product_Purchased</cx:pt>
          <cx:pt idx="15730">First_Product_Purchased</cx:pt>
          <cx:pt idx="15731">First_Product_Purchased</cx:pt>
          <cx:pt idx="15732">First_Product_Purchased</cx:pt>
          <cx:pt idx="15733">First_Product_Purchased</cx:pt>
          <cx:pt idx="15734">First_Product_Purchased</cx:pt>
          <cx:pt idx="15735">First_Product_Purchased</cx:pt>
          <cx:pt idx="15736">First_Product_Purchased</cx:pt>
          <cx:pt idx="15737">First_Product_Purchased</cx:pt>
          <cx:pt idx="15738">First_Product_Purchased</cx:pt>
          <cx:pt idx="15739">First_Product_Purchased</cx:pt>
          <cx:pt idx="15740">First_Product_Purchased</cx:pt>
          <cx:pt idx="15741">First_Product_Purchased</cx:pt>
          <cx:pt idx="15742">First_Product_Purchased</cx:pt>
          <cx:pt idx="15743">First_Product_Purchased</cx:pt>
          <cx:pt idx="15744">First_Product_Purchased</cx:pt>
          <cx:pt idx="15745">First_Product_Purchased</cx:pt>
          <cx:pt idx="15746">First_Product_Purchased</cx:pt>
          <cx:pt idx="15747">First_Product_Purchased</cx:pt>
          <cx:pt idx="15748">First_Product_Purchased</cx:pt>
          <cx:pt idx="15749">First_Product_Purchased</cx:pt>
          <cx:pt idx="15750">First_Product_Purchased</cx:pt>
          <cx:pt idx="15751">First_Product_Purchased</cx:pt>
          <cx:pt idx="15752">First_Product_Purchased</cx:pt>
          <cx:pt idx="15753">First_Product_Purchased</cx:pt>
          <cx:pt idx="15754">First_Product_Purchased</cx:pt>
          <cx:pt idx="15755">First_Product_Purchased</cx:pt>
          <cx:pt idx="15756">First_Product_Purchased</cx:pt>
          <cx:pt idx="15757">First_Product_Purchased</cx:pt>
          <cx:pt idx="15758">First_Product_Purchased</cx:pt>
          <cx:pt idx="15759">First_Product_Purchased</cx:pt>
          <cx:pt idx="15760">First_Product_Purchased</cx:pt>
          <cx:pt idx="15761">First_Product_Purchased</cx:pt>
          <cx:pt idx="15762">First_Product_Purchased</cx:pt>
          <cx:pt idx="15763">First_Product_Purchased</cx:pt>
          <cx:pt idx="15764">First_Product_Purchased</cx:pt>
          <cx:pt idx="15765">First_Product_Purchased</cx:pt>
          <cx:pt idx="15766">First_Product_Purchased</cx:pt>
          <cx:pt idx="15767">First_Product_Purchased</cx:pt>
          <cx:pt idx="15768">First_Product_Purchased</cx:pt>
          <cx:pt idx="15769">First_Product_Purchased</cx:pt>
          <cx:pt idx="15770">First_Product_Purchased</cx:pt>
          <cx:pt idx="15771">First_Product_Purchased</cx:pt>
          <cx:pt idx="15772">First_Product_Purchased</cx:pt>
          <cx:pt idx="15773">First_Product_Purchased</cx:pt>
          <cx:pt idx="15774">First_Product_Purchased</cx:pt>
          <cx:pt idx="15775">First_Product_Purchased</cx:pt>
          <cx:pt idx="15776">First_Product_Purchased</cx:pt>
          <cx:pt idx="15777">First_Product_Purchased</cx:pt>
          <cx:pt idx="15778">First_Product_Purchased</cx:pt>
          <cx:pt idx="15779">First_Product_Purchased</cx:pt>
          <cx:pt idx="15780">First_Product_Purchased</cx:pt>
          <cx:pt idx="15781">First_Product_Purchased</cx:pt>
          <cx:pt idx="15782">First_Product_Purchased</cx:pt>
          <cx:pt idx="15783">First_Product_Purchased</cx:pt>
          <cx:pt idx="15784">First_Product_Purchased</cx:pt>
          <cx:pt idx="15785">First_Product_Purchased</cx:pt>
          <cx:pt idx="15786">First_Product_Purchased</cx:pt>
          <cx:pt idx="15787">First_Product_Purchased</cx:pt>
          <cx:pt idx="15788">First_Product_Purchased</cx:pt>
          <cx:pt idx="15789">First_Product_Purchased</cx:pt>
          <cx:pt idx="15790">First_Product_Purchased</cx:pt>
          <cx:pt idx="15791">First_Product_Purchased</cx:pt>
          <cx:pt idx="15792">First_Product_Purchased</cx:pt>
          <cx:pt idx="15793">First_Product_Purchased</cx:pt>
          <cx:pt idx="15794">First_Product_Purchased</cx:pt>
          <cx:pt idx="15795">First_Product_Purchased</cx:pt>
          <cx:pt idx="15796">First_Product_Purchased</cx:pt>
          <cx:pt idx="15797">First_Product_Purchased</cx:pt>
          <cx:pt idx="15798">First_Product_Purchased</cx:pt>
          <cx:pt idx="15799">First_Product_Purchased</cx:pt>
          <cx:pt idx="15800">First_Product_Purchased</cx:pt>
          <cx:pt idx="15801">First_Product_Purchased</cx:pt>
          <cx:pt idx="15802">First_Product_Purchased</cx:pt>
          <cx:pt idx="15803">First_Product_Purchased</cx:pt>
          <cx:pt idx="15804">First_Product_Purchased</cx:pt>
          <cx:pt idx="15805">First_Product_Purchased</cx:pt>
          <cx:pt idx="15806">First_Product_Purchased</cx:pt>
          <cx:pt idx="15807">First_Product_Purchased</cx:pt>
          <cx:pt idx="15808">First_Product_Purchased</cx:pt>
          <cx:pt idx="15809">First_Product_Purchased</cx:pt>
          <cx:pt idx="15810">First_Product_Purchased</cx:pt>
          <cx:pt idx="15811">First_Product_Purchased</cx:pt>
          <cx:pt idx="15812">First_Product_Purchased</cx:pt>
          <cx:pt idx="15813">First_Product_Purchased</cx:pt>
          <cx:pt idx="15814">First_Product_Purchased</cx:pt>
          <cx:pt idx="15815">First_Product_Purchased</cx:pt>
          <cx:pt idx="15816">First_Product_Purchased</cx:pt>
          <cx:pt idx="15817">First_Product_Purchased</cx:pt>
          <cx:pt idx="15818">First_Product_Purchased</cx:pt>
          <cx:pt idx="15819">First_Product_Purchased</cx:pt>
          <cx:pt idx="15820">First_Product_Purchased</cx:pt>
          <cx:pt idx="15821">First_Product_Purchased</cx:pt>
          <cx:pt idx="15822">First_Product_Purchased</cx:pt>
          <cx:pt idx="15823">First_Product_Purchased</cx:pt>
          <cx:pt idx="15824">First_Product_Purchased</cx:pt>
          <cx:pt idx="15825">First_Product_Purchased</cx:pt>
          <cx:pt idx="15826">First_Product_Purchased</cx:pt>
          <cx:pt idx="15827">First_Product_Purchased</cx:pt>
          <cx:pt idx="15828">First_Product_Purchased</cx:pt>
          <cx:pt idx="15829">First_Product_Purchased</cx:pt>
          <cx:pt idx="15830">First_Product_Purchased</cx:pt>
          <cx:pt idx="15831">First_Product_Purchased</cx:pt>
          <cx:pt idx="15832">First_Product_Purchased</cx:pt>
          <cx:pt idx="15833">First_Product_Purchased</cx:pt>
          <cx:pt idx="15834">First_Product_Purchased</cx:pt>
          <cx:pt idx="15835">First_Product_Purchased</cx:pt>
          <cx:pt idx="15836">First_Product_Purchased</cx:pt>
          <cx:pt idx="15837">First_Product_Purchased</cx:pt>
          <cx:pt idx="15838">First_Product_Purchased</cx:pt>
          <cx:pt idx="15839">First_Product_Purchased</cx:pt>
          <cx:pt idx="15840">First_Product_Purchased</cx:pt>
          <cx:pt idx="15841">First_Product_Purchased</cx:pt>
          <cx:pt idx="15842">First_Product_Purchased</cx:pt>
          <cx:pt idx="15843">First_Product_Purchased</cx:pt>
          <cx:pt idx="15844">First_Product_Purchased</cx:pt>
          <cx:pt idx="15845">First_Product_Purchased</cx:pt>
          <cx:pt idx="15846">First_Product_Purchased</cx:pt>
          <cx:pt idx="15847">First_Product_Purchased</cx:pt>
          <cx:pt idx="15848">First_Product_Purchased</cx:pt>
          <cx:pt idx="15849">First_Product_Purchased</cx:pt>
          <cx:pt idx="15850">First_Product_Purchased</cx:pt>
          <cx:pt idx="15851">First_Product_Purchased</cx:pt>
          <cx:pt idx="15852">First_Product_Purchased</cx:pt>
          <cx:pt idx="15853">First_Product_Purchased</cx:pt>
          <cx:pt idx="15854">First_Product_Purchased</cx:pt>
          <cx:pt idx="15855">First_Product_Purchased</cx:pt>
          <cx:pt idx="15856">First_Product_Purchased</cx:pt>
          <cx:pt idx="15857">First_Product_Purchased</cx:pt>
          <cx:pt idx="15858">First_Product_Purchased</cx:pt>
          <cx:pt idx="15859">First_Product_Purchased</cx:pt>
          <cx:pt idx="15860">First_Product_Purchased</cx:pt>
          <cx:pt idx="15861">First_Product_Purchased</cx:pt>
          <cx:pt idx="15862">First_Product_Purchased</cx:pt>
          <cx:pt idx="15863">First_Product_Purchased</cx:pt>
          <cx:pt idx="15864">First_Product_Purchased</cx:pt>
          <cx:pt idx="15865">First_Product_Purchased</cx:pt>
          <cx:pt idx="15866">First_Product_Purchased</cx:pt>
          <cx:pt idx="15867">First_Product_Purchased</cx:pt>
          <cx:pt idx="15868">First_Product_Purchased</cx:pt>
          <cx:pt idx="15869">First_Product_Purchased</cx:pt>
          <cx:pt idx="15870">First_Product_Purchased</cx:pt>
          <cx:pt idx="15871">First_Product_Purchased</cx:pt>
          <cx:pt idx="15872">First_Product_Purchased</cx:pt>
          <cx:pt idx="15873">First_Product_Purchased</cx:pt>
          <cx:pt idx="15874">First_Product_Purchased</cx:pt>
          <cx:pt idx="15875">First_Product_Purchased</cx:pt>
          <cx:pt idx="15876">First_Product_Purchased</cx:pt>
          <cx:pt idx="15877">First_Product_Purchased</cx:pt>
          <cx:pt idx="15878">First_Product_Purchased</cx:pt>
          <cx:pt idx="15879">First_Product_Purchased</cx:pt>
          <cx:pt idx="15880">First_Product_Purchased</cx:pt>
          <cx:pt idx="15881">First_Product_Purchased</cx:pt>
          <cx:pt idx="15882">First_Product_Purchased</cx:pt>
          <cx:pt idx="15883">First_Product_Purchased</cx:pt>
          <cx:pt idx="15884">First_Product_Purchased</cx:pt>
          <cx:pt idx="15885">First_Product_Purchased</cx:pt>
          <cx:pt idx="15886">First_Product_Purchased</cx:pt>
          <cx:pt idx="15887">First_Product_Purchased</cx:pt>
          <cx:pt idx="15888">First_Product_Purchased</cx:pt>
          <cx:pt idx="15889">First_Product_Purchased</cx:pt>
          <cx:pt idx="15890">First_Product_Purchased</cx:pt>
          <cx:pt idx="15891">First_Product_Purchased</cx:pt>
          <cx:pt idx="15892">First_Product_Purchased</cx:pt>
          <cx:pt idx="15893">First_Product_Purchased</cx:pt>
          <cx:pt idx="15894">First_Product_Purchased</cx:pt>
          <cx:pt idx="15895">First_Product_Purchased</cx:pt>
          <cx:pt idx="15896">First_Product_Purchased</cx:pt>
          <cx:pt idx="15897">First_Product_Purchased</cx:pt>
          <cx:pt idx="15898">First_Product_Purchased</cx:pt>
          <cx:pt idx="15899">First_Product_Purchased</cx:pt>
          <cx:pt idx="15900">First_Product_Purchased</cx:pt>
          <cx:pt idx="15901">Second_Product_Purchased</cx:pt>
          <cx:pt idx="15902">First_Product_Purchased</cx:pt>
          <cx:pt idx="15903">First_Product_Purchased</cx:pt>
          <cx:pt idx="15904">First_Product_Purchased</cx:pt>
          <cx:pt idx="15905">First_Product_Purchased</cx:pt>
          <cx:pt idx="15906">First_Product_Purchased</cx:pt>
          <cx:pt idx="15907">First_Product_Purchased</cx:pt>
          <cx:pt idx="15908">First_Product_Purchased</cx:pt>
          <cx:pt idx="15909">First_Product_Purchased</cx:pt>
          <cx:pt idx="15910">First_Product_Purchased</cx:pt>
          <cx:pt idx="15911">First_Product_Purchased</cx:pt>
          <cx:pt idx="15912">First_Product_Purchased</cx:pt>
          <cx:pt idx="15913">First_Product_Purchased</cx:pt>
          <cx:pt idx="15914">First_Product_Purchased</cx:pt>
          <cx:pt idx="15915">First_Product_Purchased</cx:pt>
          <cx:pt idx="15916">First_Product_Purchased</cx:pt>
          <cx:pt idx="15917">First_Product_Purchased</cx:pt>
          <cx:pt idx="15918">First_Product_Purchased</cx:pt>
          <cx:pt idx="15919">First_Product_Purchased</cx:pt>
          <cx:pt idx="15920">First_Product_Purchased</cx:pt>
          <cx:pt idx="15921">First_Product_Purchased</cx:pt>
          <cx:pt idx="15922">First_Product_Purchased</cx:pt>
          <cx:pt idx="15923">First_Product_Purchased</cx:pt>
          <cx:pt idx="15924">First_Product_Purchased</cx:pt>
          <cx:pt idx="15925">First_Product_Purchased</cx:pt>
          <cx:pt idx="15926">First_Product_Purchased</cx:pt>
          <cx:pt idx="15927">First_Product_Purchased</cx:pt>
          <cx:pt idx="15928">First_Product_Purchased</cx:pt>
          <cx:pt idx="15929">First_Product_Purchased</cx:pt>
          <cx:pt idx="15930">First_Product_Purchased</cx:pt>
          <cx:pt idx="15931">First_Product_Purchased</cx:pt>
          <cx:pt idx="15932">First_Product_Purchased</cx:pt>
          <cx:pt idx="15933">First_Product_Purchased</cx:pt>
          <cx:pt idx="15934">First_Product_Purchased</cx:pt>
          <cx:pt idx="15935">First_Product_Purchased</cx:pt>
          <cx:pt idx="15936">First_Product_Purchased</cx:pt>
          <cx:pt idx="15937">First_Product_Purchased</cx:pt>
          <cx:pt idx="15938">First_Product_Purchased</cx:pt>
          <cx:pt idx="15939">First_Product_Purchased</cx:pt>
          <cx:pt idx="15940">First_Product_Purchased</cx:pt>
          <cx:pt idx="15941">First_Product_Purchased</cx:pt>
          <cx:pt idx="15942">First_Product_Purchased</cx:pt>
          <cx:pt idx="15943">First_Product_Purchased</cx:pt>
          <cx:pt idx="15944">First_Product_Purchased</cx:pt>
          <cx:pt idx="15945">First_Product_Purchased</cx:pt>
          <cx:pt idx="15946">First_Product_Purchased</cx:pt>
          <cx:pt idx="15947">First_Product_Purchased</cx:pt>
          <cx:pt idx="15948">First_Product_Purchased</cx:pt>
          <cx:pt idx="15949">First_Product_Purchased</cx:pt>
          <cx:pt idx="15950">First_Product_Purchased</cx:pt>
          <cx:pt idx="15951">First_Product_Purchased</cx:pt>
          <cx:pt idx="15952">First_Product_Purchased</cx:pt>
          <cx:pt idx="15953">First_Product_Purchased</cx:pt>
          <cx:pt idx="15954">First_Product_Purchased</cx:pt>
          <cx:pt idx="15955">First_Product_Purchased</cx:pt>
          <cx:pt idx="15956">First_Product_Purchased</cx:pt>
          <cx:pt idx="15957">First_Product_Purchased</cx:pt>
          <cx:pt idx="15958">First_Product_Purchased</cx:pt>
          <cx:pt idx="15959">First_Product_Purchased</cx:pt>
          <cx:pt idx="15960">First_Product_Purchased</cx:pt>
          <cx:pt idx="15961">First_Product_Purchased</cx:pt>
          <cx:pt idx="15962">First_Product_Purchased</cx:pt>
          <cx:pt idx="15963">First_Product_Purchased</cx:pt>
          <cx:pt idx="15964">First_Product_Purchased</cx:pt>
          <cx:pt idx="15965">First_Product_Purchased</cx:pt>
          <cx:pt idx="15966">First_Product_Purchased</cx:pt>
          <cx:pt idx="15967">First_Product_Purchased</cx:pt>
          <cx:pt idx="15968">First_Product_Purchased</cx:pt>
          <cx:pt idx="15969">First_Product_Purchased</cx:pt>
          <cx:pt idx="15970">First_Product_Purchased</cx:pt>
          <cx:pt idx="15971">First_Product_Purchased</cx:pt>
          <cx:pt idx="15972">First_Product_Purchased</cx:pt>
          <cx:pt idx="15973">First_Product_Purchased</cx:pt>
          <cx:pt idx="15974">First_Product_Purchased</cx:pt>
          <cx:pt idx="15975">First_Product_Purchased</cx:pt>
          <cx:pt idx="15976">First_Product_Purchased</cx:pt>
          <cx:pt idx="15977">First_Product_Purchased</cx:pt>
          <cx:pt idx="15978">First_Product_Purchased</cx:pt>
          <cx:pt idx="15979">First_Product_Purchased</cx:pt>
          <cx:pt idx="15980">First_Product_Purchased</cx:pt>
          <cx:pt idx="15981">First_Product_Purchased</cx:pt>
          <cx:pt idx="15982">First_Product_Purchased</cx:pt>
          <cx:pt idx="15983">First_Product_Purchased</cx:pt>
          <cx:pt idx="15984">First_Product_Purchased</cx:pt>
          <cx:pt idx="15985">First_Product_Purchased</cx:pt>
          <cx:pt idx="15986">First_Product_Purchased</cx:pt>
          <cx:pt idx="15987">First_Product_Purchased</cx:pt>
          <cx:pt idx="15988">First_Product_Purchased</cx:pt>
          <cx:pt idx="15989">First_Product_Purchased</cx:pt>
          <cx:pt idx="15990">First_Product_Purchased</cx:pt>
          <cx:pt idx="15991">First_Product_Purchased</cx:pt>
          <cx:pt idx="15992">First_Product_Purchased</cx:pt>
          <cx:pt idx="15993">First_Product_Purchased</cx:pt>
          <cx:pt idx="15994">First_Product_Purchased</cx:pt>
          <cx:pt idx="15995">First_Product_Purchased</cx:pt>
          <cx:pt idx="15996">First_Product_Purchased</cx:pt>
          <cx:pt idx="15997">First_Product_Purchased</cx:pt>
          <cx:pt idx="15998">First_Product_Purchased</cx:pt>
          <cx:pt idx="15999">First_Product_Purchased</cx:pt>
          <cx:pt idx="16000">First_Product_Purchased</cx:pt>
          <cx:pt idx="16001">First_Product_Purchased</cx:pt>
          <cx:pt idx="16002">First_Product_Purchased</cx:pt>
          <cx:pt idx="16003">First_Product_Purchased</cx:pt>
          <cx:pt idx="16004">First_Product_Purchased</cx:pt>
          <cx:pt idx="16005">First_Product_Purchased</cx:pt>
          <cx:pt idx="16006">First_Product_Purchased</cx:pt>
          <cx:pt idx="16007">First_Product_Purchased</cx:pt>
          <cx:pt idx="16008">First_Product_Purchased</cx:pt>
          <cx:pt idx="16009">First_Product_Purchased</cx:pt>
          <cx:pt idx="16010">First_Product_Purchased</cx:pt>
          <cx:pt idx="16011">First_Product_Purchased</cx:pt>
          <cx:pt idx="16012">Second_Product_Purchased</cx:pt>
          <cx:pt idx="16013">First_Product_Purchased</cx:pt>
          <cx:pt idx="16014">First_Product_Purchased</cx:pt>
          <cx:pt idx="16015">First_Product_Purchased</cx:pt>
          <cx:pt idx="16016">First_Product_Purchased</cx:pt>
          <cx:pt idx="16017">First_Product_Purchased</cx:pt>
          <cx:pt idx="16018">First_Product_Purchased</cx:pt>
          <cx:pt idx="16019">First_Product_Purchased</cx:pt>
          <cx:pt idx="16020">First_Product_Purchased</cx:pt>
          <cx:pt idx="16021">First_Product_Purchased</cx:pt>
          <cx:pt idx="16022">First_Product_Purchased</cx:pt>
          <cx:pt idx="16023">First_Product_Purchased</cx:pt>
          <cx:pt idx="16024">First_Product_Purchased</cx:pt>
          <cx:pt idx="16025">First_Product_Purchased</cx:pt>
          <cx:pt idx="16026">First_Product_Purchased</cx:pt>
          <cx:pt idx="16027">First_Product_Purchased</cx:pt>
          <cx:pt idx="16028">First_Product_Purchased</cx:pt>
          <cx:pt idx="16029">First_Product_Purchased</cx:pt>
          <cx:pt idx="16030">First_Product_Purchased</cx:pt>
          <cx:pt idx="16031">First_Product_Purchased</cx:pt>
          <cx:pt idx="16032">First_Product_Purchased</cx:pt>
          <cx:pt idx="16033">First_Product_Purchased</cx:pt>
          <cx:pt idx="16034">Second_Product_Purchased</cx:pt>
          <cx:pt idx="16035">First_Product_Purchased</cx:pt>
          <cx:pt idx="16036">First_Product_Purchased</cx:pt>
          <cx:pt idx="16037">First_Product_Purchased</cx:pt>
          <cx:pt idx="16038">First_Product_Purchased</cx:pt>
          <cx:pt idx="16039">First_Product_Purchased</cx:pt>
          <cx:pt idx="16040">First_Product_Purchased</cx:pt>
          <cx:pt idx="16041">First_Product_Purchased</cx:pt>
          <cx:pt idx="16042">First_Product_Purchased</cx:pt>
          <cx:pt idx="16043">First_Product_Purchased</cx:pt>
          <cx:pt idx="16044">First_Product_Purchased</cx:pt>
          <cx:pt idx="16045">First_Product_Purchased</cx:pt>
          <cx:pt idx="16046">First_Product_Purchased</cx:pt>
          <cx:pt idx="16047">First_Product_Purchased</cx:pt>
          <cx:pt idx="16048">First_Product_Purchased</cx:pt>
          <cx:pt idx="16049">First_Product_Purchased</cx:pt>
          <cx:pt idx="16050">First_Product_Purchased</cx:pt>
          <cx:pt idx="16051">First_Product_Purchased</cx:pt>
          <cx:pt idx="16052">Second_Product_Purchased</cx:pt>
          <cx:pt idx="16053">First_Product_Purchased</cx:pt>
          <cx:pt idx="16054">First_Product_Purchased</cx:pt>
          <cx:pt idx="16055">First_Product_Purchased</cx:pt>
          <cx:pt idx="16056">First_Product_Purchased</cx:pt>
          <cx:pt idx="16057">First_Product_Purchased</cx:pt>
          <cx:pt idx="16058">First_Product_Purchased</cx:pt>
          <cx:pt idx="16059">First_Product_Purchased</cx:pt>
          <cx:pt idx="16060">First_Product_Purchased</cx:pt>
          <cx:pt idx="16061">First_Product_Purchased</cx:pt>
          <cx:pt idx="16062">First_Product_Purchased</cx:pt>
          <cx:pt idx="16063">First_Product_Purchased</cx:pt>
          <cx:pt idx="16064">First_Product_Purchased</cx:pt>
          <cx:pt idx="16065">First_Product_Purchased</cx:pt>
          <cx:pt idx="16066">First_Product_Purchased</cx:pt>
          <cx:pt idx="16067">First_Product_Purchased</cx:pt>
          <cx:pt idx="16068">First_Product_Purchased</cx:pt>
          <cx:pt idx="16069">First_Product_Purchased</cx:pt>
          <cx:pt idx="16070">First_Product_Purchased</cx:pt>
          <cx:pt idx="16071">First_Product_Purchased</cx:pt>
          <cx:pt idx="16072">First_Product_Purchased</cx:pt>
          <cx:pt idx="16073">Second_Product_Purchased</cx:pt>
          <cx:pt idx="16074">First_Product_Purchased</cx:pt>
          <cx:pt idx="16075">First_Product_Purchased</cx:pt>
          <cx:pt idx="16076">First_Product_Purchased</cx:pt>
          <cx:pt idx="16077">First_Product_Purchased</cx:pt>
          <cx:pt idx="16078">First_Product_Purchased</cx:pt>
          <cx:pt idx="16079">First_Product_Purchased</cx:pt>
          <cx:pt idx="16080">First_Product_Purchased</cx:pt>
          <cx:pt idx="16081">First_Product_Purchased</cx:pt>
          <cx:pt idx="16082">First_Product_Purchased</cx:pt>
          <cx:pt idx="16083">First_Product_Purchased</cx:pt>
          <cx:pt idx="16084">First_Product_Purchased</cx:pt>
          <cx:pt idx="16085">First_Product_Purchased</cx:pt>
          <cx:pt idx="16086">First_Product_Purchased</cx:pt>
          <cx:pt idx="16087">First_Product_Purchased</cx:pt>
          <cx:pt idx="16088">First_Product_Purchased</cx:pt>
          <cx:pt idx="16089">First_Product_Purchased</cx:pt>
          <cx:pt idx="16090">First_Product_Purchased</cx:pt>
          <cx:pt idx="16091">First_Product_Purchased</cx:pt>
          <cx:pt idx="16092">First_Product_Purchased</cx:pt>
          <cx:pt idx="16093">First_Product_Purchased</cx:pt>
          <cx:pt idx="16094">First_Product_Purchased</cx:pt>
          <cx:pt idx="16095">First_Product_Purchased</cx:pt>
          <cx:pt idx="16096">First_Product_Purchased</cx:pt>
          <cx:pt idx="16097">First_Product_Purchased</cx:pt>
          <cx:pt idx="16098">First_Product_Purchased</cx:pt>
          <cx:pt idx="16099">First_Product_Purchased</cx:pt>
          <cx:pt idx="16100">First_Product_Purchased</cx:pt>
          <cx:pt idx="16101">First_Product_Purchased</cx:pt>
          <cx:pt idx="16102">First_Product_Purchased</cx:pt>
          <cx:pt idx="16103">First_Product_Purchased</cx:pt>
          <cx:pt idx="16104">First_Product_Purchased</cx:pt>
          <cx:pt idx="16105">First_Product_Purchased</cx:pt>
          <cx:pt idx="16106">First_Product_Purchased</cx:pt>
          <cx:pt idx="16107">First_Product_Purchased</cx:pt>
          <cx:pt idx="16108">First_Product_Purchased</cx:pt>
          <cx:pt idx="16109">First_Product_Purchased</cx:pt>
          <cx:pt idx="16110">First_Product_Purchased</cx:pt>
          <cx:pt idx="16111">First_Product_Purchased</cx:pt>
          <cx:pt idx="16112">First_Product_Purchased</cx:pt>
          <cx:pt idx="16113">First_Product_Purchased</cx:pt>
          <cx:pt idx="16114">First_Product_Purchased</cx:pt>
          <cx:pt idx="16115">First_Product_Purchased</cx:pt>
          <cx:pt idx="16116">First_Product_Purchased</cx:pt>
          <cx:pt idx="16117">First_Product_Purchased</cx:pt>
          <cx:pt idx="16118">First_Product_Purchased</cx:pt>
          <cx:pt idx="16119">First_Product_Purchased</cx:pt>
          <cx:pt idx="16120">First_Product_Purchased</cx:pt>
          <cx:pt idx="16121">First_Product_Purchased</cx:pt>
          <cx:pt idx="16122">First_Product_Purchased</cx:pt>
          <cx:pt idx="16123">First_Product_Purchased</cx:pt>
          <cx:pt idx="16124">First_Product_Purchased</cx:pt>
          <cx:pt idx="16125">First_Product_Purchased</cx:pt>
          <cx:pt idx="16126">First_Product_Purchased</cx:pt>
          <cx:pt idx="16127">First_Product_Purchased</cx:pt>
          <cx:pt idx="16128">First_Product_Purchased</cx:pt>
          <cx:pt idx="16129">First_Product_Purchased</cx:pt>
          <cx:pt idx="16130">First_Product_Purchased</cx:pt>
          <cx:pt idx="16131">First_Product_Purchased</cx:pt>
          <cx:pt idx="16132">First_Product_Purchased</cx:pt>
          <cx:pt idx="16133">First_Product_Purchased</cx:pt>
          <cx:pt idx="16134">First_Product_Purchased</cx:pt>
          <cx:pt idx="16135">First_Product_Purchased</cx:pt>
          <cx:pt idx="16136">First_Product_Purchased</cx:pt>
          <cx:pt idx="16137">First_Product_Purchased</cx:pt>
          <cx:pt idx="16138">First_Product_Purchased</cx:pt>
          <cx:pt idx="16139">First_Product_Purchased</cx:pt>
          <cx:pt idx="16140">First_Product_Purchased</cx:pt>
          <cx:pt idx="16141">First_Product_Purchased</cx:pt>
          <cx:pt idx="16142">First_Product_Purchased</cx:pt>
          <cx:pt idx="16143">First_Product_Purchased</cx:pt>
          <cx:pt idx="16144">First_Product_Purchased</cx:pt>
          <cx:pt idx="16145">First_Product_Purchased</cx:pt>
          <cx:pt idx="16146">First_Product_Purchased</cx:pt>
          <cx:pt idx="16147">First_Product_Purchased</cx:pt>
          <cx:pt idx="16148">First_Product_Purchased</cx:pt>
          <cx:pt idx="16149">First_Product_Purchased</cx:pt>
          <cx:pt idx="16150">First_Product_Purchased</cx:pt>
          <cx:pt idx="16151">First_Product_Purchased</cx:pt>
          <cx:pt idx="16152">First_Product_Purchased</cx:pt>
          <cx:pt idx="16153">First_Product_Purchased</cx:pt>
          <cx:pt idx="16154">First_Product_Purchased</cx:pt>
          <cx:pt idx="16155">First_Product_Purchased</cx:pt>
          <cx:pt idx="16156">First_Product_Purchased</cx:pt>
          <cx:pt idx="16157">First_Product_Purchased</cx:pt>
          <cx:pt idx="16158">First_Product_Purchased</cx:pt>
          <cx:pt idx="16159">First_Product_Purchased</cx:pt>
          <cx:pt idx="16160">First_Product_Purchased</cx:pt>
          <cx:pt idx="16161">First_Product_Purchased</cx:pt>
          <cx:pt idx="16162">First_Product_Purchased</cx:pt>
          <cx:pt idx="16163">First_Product_Purchased</cx:pt>
          <cx:pt idx="16164">First_Product_Purchased</cx:pt>
          <cx:pt idx="16165">First_Product_Purchased</cx:pt>
          <cx:pt idx="16166">First_Product_Purchased</cx:pt>
          <cx:pt idx="16167">First_Product_Purchased</cx:pt>
          <cx:pt idx="16168">First_Product_Purchased</cx:pt>
          <cx:pt idx="16169">First_Product_Purchased</cx:pt>
          <cx:pt idx="16170">First_Product_Purchased</cx:pt>
          <cx:pt idx="16171">First_Product_Purchased</cx:pt>
          <cx:pt idx="16172">First_Product_Purchased</cx:pt>
          <cx:pt idx="16173">First_Product_Purchased</cx:pt>
          <cx:pt idx="16174">First_Product_Purchased</cx:pt>
          <cx:pt idx="16175">First_Product_Purchased</cx:pt>
          <cx:pt idx="16176">First_Product_Purchased</cx:pt>
          <cx:pt idx="16177">First_Product_Purchased</cx:pt>
          <cx:pt idx="16178">First_Product_Purchased</cx:pt>
          <cx:pt idx="16179">First_Product_Purchased</cx:pt>
          <cx:pt idx="16180">First_Product_Purchased</cx:pt>
          <cx:pt idx="16181">First_Product_Purchased</cx:pt>
          <cx:pt idx="16182">First_Product_Purchased</cx:pt>
          <cx:pt idx="16183">First_Product_Purchased</cx:pt>
          <cx:pt idx="16184">First_Product_Purchased</cx:pt>
          <cx:pt idx="16185">First_Product_Purchased</cx:pt>
          <cx:pt idx="16186">First_Product_Purchased</cx:pt>
          <cx:pt idx="16187">First_Product_Purchased</cx:pt>
          <cx:pt idx="16188">First_Product_Purchased</cx:pt>
          <cx:pt idx="16189">First_Product_Purchased</cx:pt>
          <cx:pt idx="16190">First_Product_Purchased</cx:pt>
          <cx:pt idx="16191">First_Product_Purchased</cx:pt>
          <cx:pt idx="16192">First_Product_Purchased</cx:pt>
          <cx:pt idx="16193">First_Product_Purchased</cx:pt>
          <cx:pt idx="16194">First_Product_Purchased</cx:pt>
          <cx:pt idx="16195">First_Product_Purchased</cx:pt>
          <cx:pt idx="16196">First_Product_Purchased</cx:pt>
          <cx:pt idx="16197">First_Product_Purchased</cx:pt>
          <cx:pt idx="16198">First_Product_Purchased</cx:pt>
          <cx:pt idx="16199">First_Product_Purchased</cx:pt>
          <cx:pt idx="16200">First_Product_Purchased</cx:pt>
          <cx:pt idx="16201">First_Product_Purchased</cx:pt>
          <cx:pt idx="16202">First_Product_Purchased</cx:pt>
          <cx:pt idx="16203">First_Product_Purchased</cx:pt>
          <cx:pt idx="16204">First_Product_Purchased</cx:pt>
          <cx:pt idx="16205">First_Product_Purchased</cx:pt>
          <cx:pt idx="16206">Second_Product_Purchased</cx:pt>
          <cx:pt idx="16207">First_Product_Purchased</cx:pt>
          <cx:pt idx="16208">First_Product_Purchased</cx:pt>
          <cx:pt idx="16209">First_Product_Purchased</cx:pt>
          <cx:pt idx="16210">First_Product_Purchased</cx:pt>
          <cx:pt idx="16211">First_Product_Purchased</cx:pt>
          <cx:pt idx="16212">First_Product_Purchased</cx:pt>
          <cx:pt idx="16213">First_Product_Purchased</cx:pt>
          <cx:pt idx="16214">First_Product_Purchased</cx:pt>
          <cx:pt idx="16215">First_Product_Purchased</cx:pt>
          <cx:pt idx="16216">First_Product_Purchased</cx:pt>
          <cx:pt idx="16217">First_Product_Purchased</cx:pt>
          <cx:pt idx="16218">First_Product_Purchased</cx:pt>
          <cx:pt idx="16219">First_Product_Purchased</cx:pt>
          <cx:pt idx="16220">First_Product_Purchased</cx:pt>
          <cx:pt idx="16221">First_Product_Purchased</cx:pt>
          <cx:pt idx="16222">First_Product_Purchased</cx:pt>
          <cx:pt idx="16223">First_Product_Purchased</cx:pt>
          <cx:pt idx="16224">First_Product_Purchased</cx:pt>
          <cx:pt idx="16225">First_Product_Purchased</cx:pt>
          <cx:pt idx="16226">First_Product_Purchased</cx:pt>
          <cx:pt idx="16227">First_Product_Purchased</cx:pt>
          <cx:pt idx="16228">First_Product_Purchased</cx:pt>
          <cx:pt idx="16229">First_Product_Purchased</cx:pt>
          <cx:pt idx="16230">First_Product_Purchased</cx:pt>
          <cx:pt idx="16231">First_Product_Purchased</cx:pt>
          <cx:pt idx="16232">First_Product_Purchased</cx:pt>
          <cx:pt idx="16233">First_Product_Purchased</cx:pt>
          <cx:pt idx="16234">First_Product_Purchased</cx:pt>
          <cx:pt idx="16235">First_Product_Purchased</cx:pt>
          <cx:pt idx="16236">First_Product_Purchased</cx:pt>
          <cx:pt idx="16237">First_Product_Purchased</cx:pt>
          <cx:pt idx="16238">First_Product_Purchased</cx:pt>
          <cx:pt idx="16239">First_Product_Purchased</cx:pt>
          <cx:pt idx="16240">First_Product_Purchased</cx:pt>
          <cx:pt idx="16241">First_Product_Purchased</cx:pt>
          <cx:pt idx="16242">First_Product_Purchased</cx:pt>
          <cx:pt idx="16243">First_Product_Purchased</cx:pt>
          <cx:pt idx="16244">First_Product_Purchased</cx:pt>
          <cx:pt idx="16245">First_Product_Purchased</cx:pt>
          <cx:pt idx="16246">First_Product_Purchased</cx:pt>
          <cx:pt idx="16247">First_Product_Purchased</cx:pt>
          <cx:pt idx="16248">First_Product_Purchased</cx:pt>
          <cx:pt idx="16249">First_Product_Purchased</cx:pt>
          <cx:pt idx="16250">First_Product_Purchased</cx:pt>
          <cx:pt idx="16251">First_Product_Purchased</cx:pt>
          <cx:pt idx="16252">First_Product_Purchased</cx:pt>
          <cx:pt idx="16253">First_Product_Purchased</cx:pt>
          <cx:pt idx="16254">First_Product_Purchased</cx:pt>
          <cx:pt idx="16255">First_Product_Purchased</cx:pt>
          <cx:pt idx="16256">First_Product_Purchased</cx:pt>
          <cx:pt idx="16257">First_Product_Purchased</cx:pt>
          <cx:pt idx="16258">First_Product_Purchased</cx:pt>
          <cx:pt idx="16259">First_Product_Purchased</cx:pt>
          <cx:pt idx="16260">First_Product_Purchased</cx:pt>
          <cx:pt idx="16261">First_Product_Purchased</cx:pt>
          <cx:pt idx="16262">First_Product_Purchased</cx:pt>
          <cx:pt idx="16263">First_Product_Purchased</cx:pt>
          <cx:pt idx="16264">First_Product_Purchased</cx:pt>
          <cx:pt idx="16265">First_Product_Purchased</cx:pt>
          <cx:pt idx="16266">First_Product_Purchased</cx:pt>
          <cx:pt idx="16267">First_Product_Purchased</cx:pt>
          <cx:pt idx="16268">First_Product_Purchased</cx:pt>
          <cx:pt idx="16269">First_Product_Purchased</cx:pt>
          <cx:pt idx="16270">First_Product_Purchased</cx:pt>
          <cx:pt idx="16271">First_Product_Purchased</cx:pt>
          <cx:pt idx="16272">First_Product_Purchased</cx:pt>
          <cx:pt idx="16273">First_Product_Purchased</cx:pt>
          <cx:pt idx="16274">First_Product_Purchased</cx:pt>
          <cx:pt idx="16275">First_Product_Purchased</cx:pt>
          <cx:pt idx="16276">First_Product_Purchased</cx:pt>
          <cx:pt idx="16277">First_Product_Purchased</cx:pt>
          <cx:pt idx="16278">First_Product_Purchased</cx:pt>
          <cx:pt idx="16279">First_Product_Purchased</cx:pt>
          <cx:pt idx="16280">First_Product_Purchased</cx:pt>
          <cx:pt idx="16281">First_Product_Purchased</cx:pt>
          <cx:pt idx="16282">First_Product_Purchased</cx:pt>
          <cx:pt idx="16283">First_Product_Purchased</cx:pt>
          <cx:pt idx="16284">First_Product_Purchased</cx:pt>
          <cx:pt idx="16285">First_Product_Purchased</cx:pt>
          <cx:pt idx="16286">First_Product_Purchased</cx:pt>
          <cx:pt idx="16287">First_Product_Purchased</cx:pt>
          <cx:pt idx="16288">First_Product_Purchased</cx:pt>
          <cx:pt idx="16289">First_Product_Purchased</cx:pt>
          <cx:pt idx="16290">First_Product_Purchased</cx:pt>
          <cx:pt idx="16291">First_Product_Purchased</cx:pt>
          <cx:pt idx="16292">First_Product_Purchased</cx:pt>
          <cx:pt idx="16293">First_Product_Purchased</cx:pt>
          <cx:pt idx="16294">First_Product_Purchased</cx:pt>
          <cx:pt idx="16295">First_Product_Purchased</cx:pt>
          <cx:pt idx="16296">First_Product_Purchased</cx:pt>
          <cx:pt idx="16297">First_Product_Purchased</cx:pt>
          <cx:pt idx="16298">First_Product_Purchased</cx:pt>
          <cx:pt idx="16299">First_Product_Purchased</cx:pt>
          <cx:pt idx="16300">First_Product_Purchased</cx:pt>
          <cx:pt idx="16301">First_Product_Purchased</cx:pt>
          <cx:pt idx="16302">First_Product_Purchased</cx:pt>
          <cx:pt idx="16303">First_Product_Purchased</cx:pt>
          <cx:pt idx="16304">First_Product_Purchased</cx:pt>
          <cx:pt idx="16305">First_Product_Purchased</cx:pt>
          <cx:pt idx="16306">First_Product_Purchased</cx:pt>
          <cx:pt idx="16307">First_Product_Purchased</cx:pt>
          <cx:pt idx="16308">First_Product_Purchased</cx:pt>
          <cx:pt idx="16309">First_Product_Purchased</cx:pt>
          <cx:pt idx="16310">First_Product_Purchased</cx:pt>
          <cx:pt idx="16311">First_Product_Purchased</cx:pt>
          <cx:pt idx="16312">First_Product_Purchased</cx:pt>
          <cx:pt idx="16313">First_Product_Purchased</cx:pt>
          <cx:pt idx="16314">First_Product_Purchased</cx:pt>
          <cx:pt idx="16315">First_Product_Purchased</cx:pt>
          <cx:pt idx="16316">First_Product_Purchased</cx:pt>
          <cx:pt idx="16317">First_Product_Purchased</cx:pt>
          <cx:pt idx="16318">First_Product_Purchased</cx:pt>
          <cx:pt idx="16319">First_Product_Purchased</cx:pt>
          <cx:pt idx="16320">First_Product_Purchased</cx:pt>
          <cx:pt idx="16321">First_Product_Purchased</cx:pt>
          <cx:pt idx="16322">First_Product_Purchased</cx:pt>
          <cx:pt idx="16323">First_Product_Purchased</cx:pt>
          <cx:pt idx="16324">First_Product_Purchased</cx:pt>
          <cx:pt idx="16325">First_Product_Purchased</cx:pt>
          <cx:pt idx="16326">Second_Product_Purchased</cx:pt>
          <cx:pt idx="16327">First_Product_Purchased</cx:pt>
          <cx:pt idx="16328">First_Product_Purchased</cx:pt>
          <cx:pt idx="16329">First_Product_Purchased</cx:pt>
          <cx:pt idx="16330">First_Product_Purchased</cx:pt>
          <cx:pt idx="16331">First_Product_Purchased</cx:pt>
          <cx:pt idx="16332">First_Product_Purchased</cx:pt>
          <cx:pt idx="16333">First_Product_Purchased</cx:pt>
          <cx:pt idx="16334">First_Product_Purchased</cx:pt>
          <cx:pt idx="16335">First_Product_Purchased</cx:pt>
          <cx:pt idx="16336">First_Product_Purchased</cx:pt>
          <cx:pt idx="16337">First_Product_Purchased</cx:pt>
          <cx:pt idx="16338">First_Product_Purchased</cx:pt>
          <cx:pt idx="16339">First_Product_Purchased</cx:pt>
          <cx:pt idx="16340">First_Product_Purchased</cx:pt>
          <cx:pt idx="16341">First_Product_Purchased</cx:pt>
          <cx:pt idx="16342">First_Product_Purchased</cx:pt>
          <cx:pt idx="16343">First_Product_Purchased</cx:pt>
          <cx:pt idx="16344">First_Product_Purchased</cx:pt>
          <cx:pt idx="16345">First_Product_Purchased</cx:pt>
          <cx:pt idx="16346">First_Product_Purchased</cx:pt>
          <cx:pt idx="16347">First_Product_Purchased</cx:pt>
          <cx:pt idx="16348">First_Product_Purchased</cx:pt>
          <cx:pt idx="16349">First_Product_Purchased</cx:pt>
          <cx:pt idx="16350">First_Product_Purchased</cx:pt>
          <cx:pt idx="16351">First_Product_Purchased</cx:pt>
          <cx:pt idx="16352">First_Product_Purchased</cx:pt>
          <cx:pt idx="16353">First_Product_Purchased</cx:pt>
          <cx:pt idx="16354">First_Product_Purchased</cx:pt>
          <cx:pt idx="16355">First_Product_Purchased</cx:pt>
          <cx:pt idx="16356">First_Product_Purchased</cx:pt>
          <cx:pt idx="16357">First_Product_Purchased</cx:pt>
          <cx:pt idx="16358">First_Product_Purchased</cx:pt>
          <cx:pt idx="16359">First_Product_Purchased</cx:pt>
          <cx:pt idx="16360">First_Product_Purchased</cx:pt>
          <cx:pt idx="16361">First_Product_Purchased</cx:pt>
          <cx:pt idx="16362">First_Product_Purchased</cx:pt>
          <cx:pt idx="16363">First_Product_Purchased</cx:pt>
          <cx:pt idx="16364">First_Product_Purchased</cx:pt>
          <cx:pt idx="16365">First_Product_Purchased</cx:pt>
          <cx:pt idx="16366">First_Product_Purchased</cx:pt>
          <cx:pt idx="16367">First_Product_Purchased</cx:pt>
          <cx:pt idx="16368">First_Product_Purchased</cx:pt>
          <cx:pt idx="16369">First_Product_Purchased</cx:pt>
          <cx:pt idx="16370">First_Product_Purchased</cx:pt>
          <cx:pt idx="16371">First_Product_Purchased</cx:pt>
          <cx:pt idx="16372">First_Product_Purchased</cx:pt>
          <cx:pt idx="16373">First_Product_Purchased</cx:pt>
          <cx:pt idx="16374">First_Product_Purchased</cx:pt>
          <cx:pt idx="16375">First_Product_Purchased</cx:pt>
          <cx:pt idx="16376">First_Product_Purchased</cx:pt>
          <cx:pt idx="16377">First_Product_Purchased</cx:pt>
          <cx:pt idx="16378">First_Product_Purchased</cx:pt>
          <cx:pt idx="16379">First_Product_Purchased</cx:pt>
          <cx:pt idx="16380">First_Product_Purchased</cx:pt>
          <cx:pt idx="16381">First_Product_Purchased</cx:pt>
          <cx:pt idx="16382">First_Product_Purchased</cx:pt>
          <cx:pt idx="16383">First_Product_Purchased</cx:pt>
          <cx:pt idx="16384">First_Product_Purchased</cx:pt>
          <cx:pt idx="16385">First_Product_Purchased</cx:pt>
          <cx:pt idx="16386">First_Product_Purchased</cx:pt>
          <cx:pt idx="16387">First_Product_Purchased</cx:pt>
          <cx:pt idx="16388">First_Product_Purchased</cx:pt>
          <cx:pt idx="16389">First_Product_Purchased</cx:pt>
          <cx:pt idx="16390">First_Product_Purchased</cx:pt>
          <cx:pt idx="16391">Second_Product_Purchased</cx:pt>
          <cx:pt idx="16392">First_Product_Purchased</cx:pt>
          <cx:pt idx="16393">First_Product_Purchased</cx:pt>
          <cx:pt idx="16394">First_Product_Purchased</cx:pt>
          <cx:pt idx="16395">First_Product_Purchased</cx:pt>
          <cx:pt idx="16396">First_Product_Purchased</cx:pt>
          <cx:pt idx="16397">First_Product_Purchased</cx:pt>
          <cx:pt idx="16398">First_Product_Purchased</cx:pt>
          <cx:pt idx="16399">First_Product_Purchased</cx:pt>
          <cx:pt idx="16400">First_Product_Purchased</cx:pt>
          <cx:pt idx="16401">First_Product_Purchased</cx:pt>
          <cx:pt idx="16402">First_Product_Purchased</cx:pt>
          <cx:pt idx="16403">First_Product_Purchased</cx:pt>
          <cx:pt idx="16404">First_Product_Purchased</cx:pt>
          <cx:pt idx="16405">First_Product_Purchased</cx:pt>
          <cx:pt idx="16406">First_Product_Purchased</cx:pt>
          <cx:pt idx="16407">First_Product_Purchased</cx:pt>
          <cx:pt idx="16408">First_Product_Purchased</cx:pt>
          <cx:pt idx="16409">First_Product_Purchased</cx:pt>
          <cx:pt idx="16410">First_Product_Purchased</cx:pt>
          <cx:pt idx="16411">First_Product_Purchased</cx:pt>
          <cx:pt idx="16412">First_Product_Purchased</cx:pt>
          <cx:pt idx="16413">First_Product_Purchased</cx:pt>
          <cx:pt idx="16414">First_Product_Purchased</cx:pt>
          <cx:pt idx="16415">First_Product_Purchased</cx:pt>
          <cx:pt idx="16416">First_Product_Purchased</cx:pt>
          <cx:pt idx="16417">First_Product_Purchased</cx:pt>
          <cx:pt idx="16418">First_Product_Purchased</cx:pt>
          <cx:pt idx="16419">First_Product_Purchased</cx:pt>
          <cx:pt idx="16420">First_Product_Purchased</cx:pt>
          <cx:pt idx="16421">First_Product_Purchased</cx:pt>
          <cx:pt idx="16422">First_Product_Purchased</cx:pt>
          <cx:pt idx="16423">First_Product_Purchased</cx:pt>
          <cx:pt idx="16424">First_Product_Purchased</cx:pt>
          <cx:pt idx="16425">First_Product_Purchased</cx:pt>
          <cx:pt idx="16426">First_Product_Purchased</cx:pt>
          <cx:pt idx="16427">First_Product_Purchased</cx:pt>
          <cx:pt idx="16428">First_Product_Purchased</cx:pt>
          <cx:pt idx="16429">First_Product_Purchased</cx:pt>
          <cx:pt idx="16430">First_Product_Purchased</cx:pt>
          <cx:pt idx="16431">Second_Product_Purchased</cx:pt>
          <cx:pt idx="16432">First_Product_Purchased</cx:pt>
          <cx:pt idx="16433">First_Product_Purchased</cx:pt>
          <cx:pt idx="16434">First_Product_Purchased</cx:pt>
          <cx:pt idx="16435">First_Product_Purchased</cx:pt>
          <cx:pt idx="16436">First_Product_Purchased</cx:pt>
          <cx:pt idx="16437">First_Product_Purchased</cx:pt>
          <cx:pt idx="16438">First_Product_Purchased</cx:pt>
          <cx:pt idx="16439">First_Product_Purchased</cx:pt>
          <cx:pt idx="16440">First_Product_Purchased</cx:pt>
          <cx:pt idx="16441">First_Product_Purchased</cx:pt>
          <cx:pt idx="16442">First_Product_Purchased</cx:pt>
          <cx:pt idx="16443">First_Product_Purchased</cx:pt>
          <cx:pt idx="16444">First_Product_Purchased</cx:pt>
          <cx:pt idx="16445">First_Product_Purchased</cx:pt>
          <cx:pt idx="16446">First_Product_Purchased</cx:pt>
          <cx:pt idx="16447">First_Product_Purchased</cx:pt>
          <cx:pt idx="16448">First_Product_Purchased</cx:pt>
          <cx:pt idx="16449">First_Product_Purchased</cx:pt>
          <cx:pt idx="16450">First_Product_Purchased</cx:pt>
          <cx:pt idx="16451">First_Product_Purchased</cx:pt>
          <cx:pt idx="16452">First_Product_Purchased</cx:pt>
          <cx:pt idx="16453">First_Product_Purchased</cx:pt>
          <cx:pt idx="16454">First_Product_Purchased</cx:pt>
          <cx:pt idx="16455">First_Product_Purchased</cx:pt>
          <cx:pt idx="16456">First_Product_Purchased</cx:pt>
          <cx:pt idx="16457">First_Product_Purchased</cx:pt>
          <cx:pt idx="16458">First_Product_Purchased</cx:pt>
          <cx:pt idx="16459">First_Product_Purchased</cx:pt>
          <cx:pt idx="16460">First_Product_Purchased</cx:pt>
          <cx:pt idx="16461">First_Product_Purchased</cx:pt>
          <cx:pt idx="16462">First_Product_Purchased</cx:pt>
          <cx:pt idx="16463">First_Product_Purchased</cx:pt>
          <cx:pt idx="16464">First_Product_Purchased</cx:pt>
          <cx:pt idx="16465">First_Product_Purchased</cx:pt>
          <cx:pt idx="16466">First_Product_Purchased</cx:pt>
          <cx:pt idx="16467">First_Product_Purchased</cx:pt>
          <cx:pt idx="16468">First_Product_Purchased</cx:pt>
          <cx:pt idx="16469">First_Product_Purchased</cx:pt>
          <cx:pt idx="16470">First_Product_Purchased</cx:pt>
          <cx:pt idx="16471">First_Product_Purchased</cx:pt>
          <cx:pt idx="16472">First_Product_Purchased</cx:pt>
          <cx:pt idx="16473">First_Product_Purchased</cx:pt>
          <cx:pt idx="16474">First_Product_Purchased</cx:pt>
          <cx:pt idx="16475">First_Product_Purchased</cx:pt>
          <cx:pt idx="16476">First_Product_Purchased</cx:pt>
          <cx:pt idx="16477">First_Product_Purchased</cx:pt>
          <cx:pt idx="16478">First_Product_Purchased</cx:pt>
          <cx:pt idx="16479">First_Product_Purchased</cx:pt>
          <cx:pt idx="16480">First_Product_Purchased</cx:pt>
          <cx:pt idx="16481">First_Product_Purchased</cx:pt>
          <cx:pt idx="16482">First_Product_Purchased</cx:pt>
          <cx:pt idx="16483">First_Product_Purchased</cx:pt>
          <cx:pt idx="16484">First_Product_Purchased</cx:pt>
          <cx:pt idx="16485">First_Product_Purchased</cx:pt>
          <cx:pt idx="16486">First_Product_Purchased</cx:pt>
          <cx:pt idx="16487">First_Product_Purchased</cx:pt>
          <cx:pt idx="16488">Second_Product_Purchased</cx:pt>
          <cx:pt idx="16489">First_Product_Purchased</cx:pt>
          <cx:pt idx="16490">First_Product_Purchased</cx:pt>
          <cx:pt idx="16491">First_Product_Purchased</cx:pt>
          <cx:pt idx="16492">First_Product_Purchased</cx:pt>
          <cx:pt idx="16493">First_Product_Purchased</cx:pt>
          <cx:pt idx="16494">First_Product_Purchased</cx:pt>
          <cx:pt idx="16495">First_Product_Purchased</cx:pt>
          <cx:pt idx="16496">First_Product_Purchased</cx:pt>
          <cx:pt idx="16497">First_Product_Purchased</cx:pt>
          <cx:pt idx="16498">First_Product_Purchased</cx:pt>
          <cx:pt idx="16499">First_Product_Purchased</cx:pt>
          <cx:pt idx="16500">First_Product_Purchased</cx:pt>
          <cx:pt idx="16501">First_Product_Purchased</cx:pt>
          <cx:pt idx="16502">First_Product_Purchased</cx:pt>
          <cx:pt idx="16503">First_Product_Purchased</cx:pt>
          <cx:pt idx="16504">First_Product_Purchased</cx:pt>
          <cx:pt idx="16505">First_Product_Purchased</cx:pt>
          <cx:pt idx="16506">First_Product_Purchased</cx:pt>
          <cx:pt idx="16507">First_Product_Purchased</cx:pt>
          <cx:pt idx="16508">First_Product_Purchased</cx:pt>
          <cx:pt idx="16509">First_Product_Purchased</cx:pt>
          <cx:pt idx="16510">First_Product_Purchased</cx:pt>
          <cx:pt idx="16511">First_Product_Purchased</cx:pt>
          <cx:pt idx="16512">Second_Product_Purchased</cx:pt>
          <cx:pt idx="16513">First_Product_Purchased</cx:pt>
          <cx:pt idx="16514">First_Product_Purchased</cx:pt>
          <cx:pt idx="16515">First_Product_Purchased</cx:pt>
          <cx:pt idx="16516">First_Product_Purchased</cx:pt>
          <cx:pt idx="16517">First_Product_Purchased</cx:pt>
          <cx:pt idx="16518">First_Product_Purchased</cx:pt>
          <cx:pt idx="16519">First_Product_Purchased</cx:pt>
          <cx:pt idx="16520">First_Product_Purchased</cx:pt>
          <cx:pt idx="16521">First_Product_Purchased</cx:pt>
          <cx:pt idx="16522">First_Product_Purchased</cx:pt>
          <cx:pt idx="16523">First_Product_Purchased</cx:pt>
          <cx:pt idx="16524">First_Product_Purchased</cx:pt>
          <cx:pt idx="16525">First_Product_Purchased</cx:pt>
          <cx:pt idx="16526">First_Product_Purchased</cx:pt>
          <cx:pt idx="16527">First_Product_Purchased</cx:pt>
          <cx:pt idx="16528">First_Product_Purchased</cx:pt>
          <cx:pt idx="16529">First_Product_Purchased</cx:pt>
          <cx:pt idx="16530">First_Product_Purchased</cx:pt>
          <cx:pt idx="16531">First_Product_Purchased</cx:pt>
          <cx:pt idx="16532">First_Product_Purchased</cx:pt>
          <cx:pt idx="16533">First_Product_Purchased</cx:pt>
          <cx:pt idx="16534">First_Product_Purchased</cx:pt>
          <cx:pt idx="16535">First_Product_Purchased</cx:pt>
          <cx:pt idx="16536">First_Product_Purchased</cx:pt>
          <cx:pt idx="16537">First_Product_Purchased</cx:pt>
          <cx:pt idx="16538">First_Product_Purchased</cx:pt>
          <cx:pt idx="16539">First_Product_Purchased</cx:pt>
          <cx:pt idx="16540">First_Product_Purchased</cx:pt>
          <cx:pt idx="16541">First_Product_Purchased</cx:pt>
          <cx:pt idx="16542">First_Product_Purchased</cx:pt>
          <cx:pt idx="16543">First_Product_Purchased</cx:pt>
          <cx:pt idx="16544">First_Product_Purchased</cx:pt>
          <cx:pt idx="16545">First_Product_Purchased</cx:pt>
          <cx:pt idx="16546">First_Product_Purchased</cx:pt>
          <cx:pt idx="16547">First_Product_Purchased</cx:pt>
          <cx:pt idx="16548">First_Product_Purchased</cx:pt>
          <cx:pt idx="16549">First_Product_Purchased</cx:pt>
          <cx:pt idx="16550">First_Product_Purchased</cx:pt>
          <cx:pt idx="16551">First_Product_Purchased</cx:pt>
          <cx:pt idx="16552">First_Product_Purchased</cx:pt>
          <cx:pt idx="16553">First_Product_Purchased</cx:pt>
          <cx:pt idx="16554">First_Product_Purchased</cx:pt>
          <cx:pt idx="16555">First_Product_Purchased</cx:pt>
          <cx:pt idx="16556">First_Product_Purchased</cx:pt>
          <cx:pt idx="16557">First_Product_Purchased</cx:pt>
          <cx:pt idx="16558">First_Product_Purchased</cx:pt>
          <cx:pt idx="16559">First_Product_Purchased</cx:pt>
          <cx:pt idx="16560">First_Product_Purchased</cx:pt>
          <cx:pt idx="16561">First_Product_Purchased</cx:pt>
          <cx:pt idx="16562">First_Product_Purchased</cx:pt>
          <cx:pt idx="16563">First_Product_Purchased</cx:pt>
          <cx:pt idx="16564">First_Product_Purchased</cx:pt>
          <cx:pt idx="16565">First_Product_Purchased</cx:pt>
          <cx:pt idx="16566">First_Product_Purchased</cx:pt>
          <cx:pt idx="16567">First_Product_Purchased</cx:pt>
          <cx:pt idx="16568">First_Product_Purchased</cx:pt>
          <cx:pt idx="16569">First_Product_Purchased</cx:pt>
          <cx:pt idx="16570">First_Product_Purchased</cx:pt>
          <cx:pt idx="16571">First_Product_Purchased</cx:pt>
          <cx:pt idx="16572">First_Product_Purchased</cx:pt>
          <cx:pt idx="16573">First_Product_Purchased</cx:pt>
          <cx:pt idx="16574">First_Product_Purchased</cx:pt>
          <cx:pt idx="16575">First_Product_Purchased</cx:pt>
          <cx:pt idx="16576">First_Product_Purchased</cx:pt>
          <cx:pt idx="16577">First_Product_Purchased</cx:pt>
          <cx:pt idx="16578">First_Product_Purchased</cx:pt>
          <cx:pt idx="16579">First_Product_Purchased</cx:pt>
          <cx:pt idx="16580">First_Product_Purchased</cx:pt>
          <cx:pt idx="16581">First_Product_Purchased</cx:pt>
          <cx:pt idx="16582">First_Product_Purchased</cx:pt>
          <cx:pt idx="16583">First_Product_Purchased</cx:pt>
          <cx:pt idx="16584">First_Product_Purchased</cx:pt>
          <cx:pt idx="16585">First_Product_Purchased</cx:pt>
          <cx:pt idx="16586">First_Product_Purchased</cx:pt>
          <cx:pt idx="16587">First_Product_Purchased</cx:pt>
          <cx:pt idx="16588">First_Product_Purchased</cx:pt>
          <cx:pt idx="16589">First_Product_Purchased</cx:pt>
          <cx:pt idx="16590">First_Product_Purchased</cx:pt>
          <cx:pt idx="16591">First_Product_Purchased</cx:pt>
          <cx:pt idx="16592">First_Product_Purchased</cx:pt>
          <cx:pt idx="16593">First_Product_Purchased</cx:pt>
          <cx:pt idx="16594">First_Product_Purchased</cx:pt>
          <cx:pt idx="16595">First_Product_Purchased</cx:pt>
          <cx:pt idx="16596">First_Product_Purchased</cx:pt>
          <cx:pt idx="16597">First_Product_Purchased</cx:pt>
          <cx:pt idx="16598">First_Product_Purchased</cx:pt>
          <cx:pt idx="16599">First_Product_Purchased</cx:pt>
          <cx:pt idx="16600">First_Product_Purchased</cx:pt>
          <cx:pt idx="16601">First_Product_Purchased</cx:pt>
          <cx:pt idx="16602">First_Product_Purchased</cx:pt>
          <cx:pt idx="16603">First_Product_Purchased</cx:pt>
          <cx:pt idx="16604">First_Product_Purchased</cx:pt>
          <cx:pt idx="16605">First_Product_Purchased</cx:pt>
          <cx:pt idx="16606">First_Product_Purchased</cx:pt>
          <cx:pt idx="16607">First_Product_Purchased</cx:pt>
          <cx:pt idx="16608">First_Product_Purchased</cx:pt>
          <cx:pt idx="16609">First_Product_Purchased</cx:pt>
          <cx:pt idx="16610">First_Product_Purchased</cx:pt>
          <cx:pt idx="16611">First_Product_Purchased</cx:pt>
          <cx:pt idx="16612">First_Product_Purchased</cx:pt>
          <cx:pt idx="16613">First_Product_Purchased</cx:pt>
          <cx:pt idx="16614">First_Product_Purchased</cx:pt>
          <cx:pt idx="16615">First_Product_Purchased</cx:pt>
          <cx:pt idx="16616">First_Product_Purchased</cx:pt>
          <cx:pt idx="16617">First_Product_Purchased</cx:pt>
          <cx:pt idx="16618">First_Product_Purchased</cx:pt>
          <cx:pt idx="16619">First_Product_Purchased</cx:pt>
          <cx:pt idx="16620">First_Product_Purchased</cx:pt>
          <cx:pt idx="16621">First_Product_Purchased</cx:pt>
          <cx:pt idx="16622">First_Product_Purchased</cx:pt>
          <cx:pt idx="16623">First_Product_Purchased</cx:pt>
          <cx:pt idx="16624">First_Product_Purchased</cx:pt>
          <cx:pt idx="16625">First_Product_Purchased</cx:pt>
          <cx:pt idx="16626">First_Product_Purchased</cx:pt>
          <cx:pt idx="16627">First_Product_Purchased</cx:pt>
          <cx:pt idx="16628">First_Product_Purchased</cx:pt>
          <cx:pt idx="16629">First_Product_Purchased</cx:pt>
          <cx:pt idx="16630">First_Product_Purchased</cx:pt>
          <cx:pt idx="16631">First_Product_Purchased</cx:pt>
          <cx:pt idx="16632">First_Product_Purchased</cx:pt>
          <cx:pt idx="16633">First_Product_Purchased</cx:pt>
          <cx:pt idx="16634">First_Product_Purchased</cx:pt>
          <cx:pt idx="16635">First_Product_Purchased</cx:pt>
          <cx:pt idx="16636">First_Product_Purchased</cx:pt>
          <cx:pt idx="16637">First_Product_Purchased</cx:pt>
          <cx:pt idx="16638">First_Product_Purchased</cx:pt>
          <cx:pt idx="16639">First_Product_Purchased</cx:pt>
          <cx:pt idx="16640">First_Product_Purchased</cx:pt>
          <cx:pt idx="16641">First_Product_Purchased</cx:pt>
          <cx:pt idx="16642">First_Product_Purchased</cx:pt>
          <cx:pt idx="16643">First_Product_Purchased</cx:pt>
          <cx:pt idx="16644">First_Product_Purchased</cx:pt>
          <cx:pt idx="16645">First_Product_Purchased</cx:pt>
          <cx:pt idx="16646">Second_Product_Purchased</cx:pt>
          <cx:pt idx="16647">First_Product_Purchased</cx:pt>
          <cx:pt idx="16648">First_Product_Purchased</cx:pt>
          <cx:pt idx="16649">First_Product_Purchased</cx:pt>
          <cx:pt idx="16650">First_Product_Purchased</cx:pt>
          <cx:pt idx="16651">First_Product_Purchased</cx:pt>
          <cx:pt idx="16652">First_Product_Purchased</cx:pt>
          <cx:pt idx="16653">First_Product_Purchased</cx:pt>
          <cx:pt idx="16654">First_Product_Purchased</cx:pt>
          <cx:pt idx="16655">First_Product_Purchased</cx:pt>
          <cx:pt idx="16656">First_Product_Purchased</cx:pt>
          <cx:pt idx="16657">First_Product_Purchased</cx:pt>
          <cx:pt idx="16658">First_Product_Purchased</cx:pt>
          <cx:pt idx="16659">First_Product_Purchased</cx:pt>
          <cx:pt idx="16660">First_Product_Purchased</cx:pt>
          <cx:pt idx="16661">First_Product_Purchased</cx:pt>
          <cx:pt idx="16662">First_Product_Purchased</cx:pt>
          <cx:pt idx="16663">First_Product_Purchased</cx:pt>
          <cx:pt idx="16664">First_Product_Purchased</cx:pt>
          <cx:pt idx="16665">First_Product_Purchased</cx:pt>
          <cx:pt idx="16666">First_Product_Purchased</cx:pt>
          <cx:pt idx="16667">First_Product_Purchased</cx:pt>
          <cx:pt idx="16668">First_Product_Purchased</cx:pt>
          <cx:pt idx="16669">First_Product_Purchased</cx:pt>
          <cx:pt idx="16670">First_Product_Purchased</cx:pt>
          <cx:pt idx="16671">First_Product_Purchased</cx:pt>
          <cx:pt idx="16672">First_Product_Purchased</cx:pt>
          <cx:pt idx="16673">First_Product_Purchased</cx:pt>
          <cx:pt idx="16674">First_Product_Purchased</cx:pt>
          <cx:pt idx="16675">First_Product_Purchased</cx:pt>
          <cx:pt idx="16676">First_Product_Purchased</cx:pt>
          <cx:pt idx="16677">First_Product_Purchased</cx:pt>
          <cx:pt idx="16678">First_Product_Purchased</cx:pt>
          <cx:pt idx="16679">First_Product_Purchased</cx:pt>
          <cx:pt idx="16680">First_Product_Purchased</cx:pt>
          <cx:pt idx="16681">First_Product_Purchased</cx:pt>
          <cx:pt idx="16682">First_Product_Purchased</cx:pt>
          <cx:pt idx="16683">First_Product_Purchased</cx:pt>
          <cx:pt idx="16684">First_Product_Purchased</cx:pt>
          <cx:pt idx="16685">First_Product_Purchased</cx:pt>
          <cx:pt idx="16686">First_Product_Purchased</cx:pt>
          <cx:pt idx="16687">First_Product_Purchased</cx:pt>
          <cx:pt idx="16688">First_Product_Purchased</cx:pt>
          <cx:pt idx="16689">First_Product_Purchased</cx:pt>
          <cx:pt idx="16690">First_Product_Purchased</cx:pt>
          <cx:pt idx="16691">First_Product_Purchased</cx:pt>
          <cx:pt idx="16692">First_Product_Purchased</cx:pt>
          <cx:pt idx="16693">First_Product_Purchased</cx:pt>
          <cx:pt idx="16694">First_Product_Purchased</cx:pt>
          <cx:pt idx="16695">First_Product_Purchased</cx:pt>
          <cx:pt idx="16696">First_Product_Purchased</cx:pt>
          <cx:pt idx="16697">First_Product_Purchased</cx:pt>
          <cx:pt idx="16698">First_Product_Purchased</cx:pt>
          <cx:pt idx="16699">First_Product_Purchased</cx:pt>
          <cx:pt idx="16700">First_Product_Purchased</cx:pt>
          <cx:pt idx="16701">Second_Product_Purchased</cx:pt>
          <cx:pt idx="16702">First_Product_Purchased</cx:pt>
          <cx:pt idx="16703">First_Product_Purchased</cx:pt>
          <cx:pt idx="16704">First_Product_Purchased</cx:pt>
          <cx:pt idx="16705">First_Product_Purchased</cx:pt>
          <cx:pt idx="16706">First_Product_Purchased</cx:pt>
          <cx:pt idx="16707">Second_Product_Purchased</cx:pt>
          <cx:pt idx="16708">First_Product_Purchased</cx:pt>
          <cx:pt idx="16709">First_Product_Purchased</cx:pt>
          <cx:pt idx="16710">First_Product_Purchased</cx:pt>
          <cx:pt idx="16711">First_Product_Purchased</cx:pt>
          <cx:pt idx="16712">First_Product_Purchased</cx:pt>
          <cx:pt idx="16713">First_Product_Purchased</cx:pt>
          <cx:pt idx="16714">First_Product_Purchased</cx:pt>
          <cx:pt idx="16715">First_Product_Purchased</cx:pt>
          <cx:pt idx="16716">First_Product_Purchased</cx:pt>
          <cx:pt idx="16717">First_Product_Purchased</cx:pt>
          <cx:pt idx="16718">First_Product_Purchased</cx:pt>
          <cx:pt idx="16719">First_Product_Purchased</cx:pt>
          <cx:pt idx="16720">First_Product_Purchased</cx:pt>
          <cx:pt idx="16721">First_Product_Purchased</cx:pt>
          <cx:pt idx="16722">First_Product_Purchased</cx:pt>
          <cx:pt idx="16723">First_Product_Purchased</cx:pt>
          <cx:pt idx="16724">First_Product_Purchased</cx:pt>
          <cx:pt idx="16725">First_Product_Purchased</cx:pt>
          <cx:pt idx="16726">First_Product_Purchased</cx:pt>
          <cx:pt idx="16727">First_Product_Purchased</cx:pt>
          <cx:pt idx="16728">First_Product_Purchased</cx:pt>
          <cx:pt idx="16729">First_Product_Purchased</cx:pt>
          <cx:pt idx="16730">First_Product_Purchased</cx:pt>
          <cx:pt idx="16731">First_Product_Purchased</cx:pt>
          <cx:pt idx="16732">First_Product_Purchased</cx:pt>
          <cx:pt idx="16733">First_Product_Purchased</cx:pt>
          <cx:pt idx="16734">First_Product_Purchased</cx:pt>
          <cx:pt idx="16735">First_Product_Purchased</cx:pt>
          <cx:pt idx="16736">First_Product_Purchased</cx:pt>
          <cx:pt idx="16737">First_Product_Purchased</cx:pt>
          <cx:pt idx="16738">First_Product_Purchased</cx:pt>
          <cx:pt idx="16739">First_Product_Purchased</cx:pt>
          <cx:pt idx="16740">First_Product_Purchased</cx:pt>
          <cx:pt idx="16741">First_Product_Purchased</cx:pt>
          <cx:pt idx="16742">First_Product_Purchased</cx:pt>
          <cx:pt idx="16743">First_Product_Purchased</cx:pt>
          <cx:pt idx="16744">First_Product_Purchased</cx:pt>
          <cx:pt idx="16745">First_Product_Purchased</cx:pt>
          <cx:pt idx="16746">First_Product_Purchased</cx:pt>
          <cx:pt idx="16747">First_Product_Purchased</cx:pt>
          <cx:pt idx="16748">First_Product_Purchased</cx:pt>
          <cx:pt idx="16749">Second_Product_Purchased</cx:pt>
          <cx:pt idx="16750">First_Product_Purchased</cx:pt>
          <cx:pt idx="16751">First_Product_Purchased</cx:pt>
          <cx:pt idx="16752">First_Product_Purchased</cx:pt>
          <cx:pt idx="16753">First_Product_Purchased</cx:pt>
          <cx:pt idx="16754">First_Product_Purchased</cx:pt>
          <cx:pt idx="16755">First_Product_Purchased</cx:pt>
          <cx:pt idx="16756">First_Product_Purchased</cx:pt>
          <cx:pt idx="16757">First_Product_Purchased</cx:pt>
          <cx:pt idx="16758">First_Product_Purchased</cx:pt>
          <cx:pt idx="16759">First_Product_Purchased</cx:pt>
          <cx:pt idx="16760">First_Product_Purchased</cx:pt>
          <cx:pt idx="16761">First_Product_Purchased</cx:pt>
          <cx:pt idx="16762">First_Product_Purchased</cx:pt>
          <cx:pt idx="16763">First_Product_Purchased</cx:pt>
          <cx:pt idx="16764">First_Product_Purchased</cx:pt>
          <cx:pt idx="16765">First_Product_Purchased</cx:pt>
          <cx:pt idx="16766">First_Product_Purchased</cx:pt>
          <cx:pt idx="16767">First_Product_Purchased</cx:pt>
          <cx:pt idx="16768">First_Product_Purchased</cx:pt>
          <cx:pt idx="16769">First_Product_Purchased</cx:pt>
          <cx:pt idx="16770">First_Product_Purchased</cx:pt>
          <cx:pt idx="16771">First_Product_Purchased</cx:pt>
          <cx:pt idx="16772">First_Product_Purchased</cx:pt>
          <cx:pt idx="16773">First_Product_Purchased</cx:pt>
          <cx:pt idx="16774">First_Product_Purchased</cx:pt>
          <cx:pt idx="16775">First_Product_Purchased</cx:pt>
          <cx:pt idx="16776">First_Product_Purchased</cx:pt>
          <cx:pt idx="16777">First_Product_Purchased</cx:pt>
          <cx:pt idx="16778">First_Product_Purchased</cx:pt>
          <cx:pt idx="16779">First_Product_Purchased</cx:pt>
          <cx:pt idx="16780">First_Product_Purchased</cx:pt>
          <cx:pt idx="16781">First_Product_Purchased</cx:pt>
          <cx:pt idx="16782">First_Product_Purchased</cx:pt>
          <cx:pt idx="16783">First_Product_Purchased</cx:pt>
          <cx:pt idx="16784">First_Product_Purchased</cx:pt>
          <cx:pt idx="16785">First_Product_Purchased</cx:pt>
          <cx:pt idx="16786">First_Product_Purchased</cx:pt>
          <cx:pt idx="16787">First_Product_Purchased</cx:pt>
          <cx:pt idx="16788">First_Product_Purchased</cx:pt>
          <cx:pt idx="16789">First_Product_Purchased</cx:pt>
          <cx:pt idx="16790">First_Product_Purchased</cx:pt>
          <cx:pt idx="16791">First_Product_Purchased</cx:pt>
          <cx:pt idx="16792">First_Product_Purchased</cx:pt>
          <cx:pt idx="16793">First_Product_Purchased</cx:pt>
          <cx:pt idx="16794">First_Product_Purchased</cx:pt>
          <cx:pt idx="16795">First_Product_Purchased</cx:pt>
          <cx:pt idx="16796">First_Product_Purchased</cx:pt>
          <cx:pt idx="16797">First_Product_Purchased</cx:pt>
          <cx:pt idx="16798">First_Product_Purchased</cx:pt>
          <cx:pt idx="16799">First_Product_Purchased</cx:pt>
          <cx:pt idx="16800">First_Product_Purchased</cx:pt>
          <cx:pt idx="16801">First_Product_Purchased</cx:pt>
          <cx:pt idx="16802">First_Product_Purchased</cx:pt>
          <cx:pt idx="16803">First_Product_Purchased</cx:pt>
          <cx:pt idx="16804">First_Product_Purchased</cx:pt>
          <cx:pt idx="16805">First_Product_Purchased</cx:pt>
          <cx:pt idx="16806">First_Product_Purchased</cx:pt>
          <cx:pt idx="16807">First_Product_Purchased</cx:pt>
          <cx:pt idx="16808">First_Product_Purchased</cx:pt>
          <cx:pt idx="16809">First_Product_Purchased</cx:pt>
          <cx:pt idx="16810">First_Product_Purchased</cx:pt>
          <cx:pt idx="16811">First_Product_Purchased</cx:pt>
          <cx:pt idx="16812">Second_Product_Purchased</cx:pt>
          <cx:pt idx="16813">First_Product_Purchased</cx:pt>
          <cx:pt idx="16814">First_Product_Purchased</cx:pt>
          <cx:pt idx="16815">First_Product_Purchased</cx:pt>
          <cx:pt idx="16816">First_Product_Purchased</cx:pt>
          <cx:pt idx="16817">First_Product_Purchased</cx:pt>
          <cx:pt idx="16818">First_Product_Purchased</cx:pt>
          <cx:pt idx="16819">First_Product_Purchased</cx:pt>
          <cx:pt idx="16820">Second_Product_Purchased</cx:pt>
          <cx:pt idx="16821">First_Product_Purchased</cx:pt>
          <cx:pt idx="16822">First_Product_Purchased</cx:pt>
          <cx:pt idx="16823">First_Product_Purchased</cx:pt>
          <cx:pt idx="16824">First_Product_Purchased</cx:pt>
          <cx:pt idx="16825">First_Product_Purchased</cx:pt>
          <cx:pt idx="16826">First_Product_Purchased</cx:pt>
          <cx:pt idx="16827">First_Product_Purchased</cx:pt>
          <cx:pt idx="16828">First_Product_Purchased</cx:pt>
          <cx:pt idx="16829">First_Product_Purchased</cx:pt>
          <cx:pt idx="16830">First_Product_Purchased</cx:pt>
          <cx:pt idx="16831">First_Product_Purchased</cx:pt>
          <cx:pt idx="16832">First_Product_Purchased</cx:pt>
          <cx:pt idx="16833">First_Product_Purchased</cx:pt>
          <cx:pt idx="16834">First_Product_Purchased</cx:pt>
          <cx:pt idx="16835">First_Product_Purchased</cx:pt>
          <cx:pt idx="16836">First_Product_Purchased</cx:pt>
          <cx:pt idx="16837">First_Product_Purchased</cx:pt>
          <cx:pt idx="16838">First_Product_Purchased</cx:pt>
          <cx:pt idx="16839">First_Product_Purchased</cx:pt>
          <cx:pt idx="16840">First_Product_Purchased</cx:pt>
          <cx:pt idx="16841">First_Product_Purchased</cx:pt>
          <cx:pt idx="16842">First_Product_Purchased</cx:pt>
          <cx:pt idx="16843">First_Product_Purchased</cx:pt>
          <cx:pt idx="16844">First_Product_Purchased</cx:pt>
          <cx:pt idx="16845">First_Product_Purchased</cx:pt>
          <cx:pt idx="16846">First_Product_Purchased</cx:pt>
          <cx:pt idx="16847">First_Product_Purchased</cx:pt>
          <cx:pt idx="16848">First_Product_Purchased</cx:pt>
          <cx:pt idx="16849">First_Product_Purchased</cx:pt>
          <cx:pt idx="16850">First_Product_Purchased</cx:pt>
          <cx:pt idx="16851">First_Product_Purchased</cx:pt>
          <cx:pt idx="16852">First_Product_Purchased</cx:pt>
          <cx:pt idx="16853">First_Product_Purchased</cx:pt>
          <cx:pt idx="16854">First_Product_Purchased</cx:pt>
          <cx:pt idx="16855">Second_Product_Purchased</cx:pt>
          <cx:pt idx="16856">First_Product_Purchased</cx:pt>
          <cx:pt idx="16857">First_Product_Purchased</cx:pt>
          <cx:pt idx="16858">First_Product_Purchased</cx:pt>
          <cx:pt idx="16859">First_Product_Purchased</cx:pt>
          <cx:pt idx="16860">First_Product_Purchased</cx:pt>
          <cx:pt idx="16861">First_Product_Purchased</cx:pt>
          <cx:pt idx="16862">First_Product_Purchased</cx:pt>
          <cx:pt idx="16863">First_Product_Purchased</cx:pt>
          <cx:pt idx="16864">First_Product_Purchased</cx:pt>
          <cx:pt idx="16865">First_Product_Purchased</cx:pt>
          <cx:pt idx="16866">First_Product_Purchased</cx:pt>
          <cx:pt idx="16867">First_Product_Purchased</cx:pt>
          <cx:pt idx="16868">First_Product_Purchased</cx:pt>
          <cx:pt idx="16869">First_Product_Purchased</cx:pt>
          <cx:pt idx="16870">First_Product_Purchased</cx:pt>
          <cx:pt idx="16871">First_Product_Purchased</cx:pt>
          <cx:pt idx="16872">First_Product_Purchased</cx:pt>
          <cx:pt idx="16873">First_Product_Purchased</cx:pt>
          <cx:pt idx="16874">First_Product_Purchased</cx:pt>
          <cx:pt idx="16875">First_Product_Purchased</cx:pt>
          <cx:pt idx="16876">First_Product_Purchased</cx:pt>
          <cx:pt idx="16877">First_Product_Purchased</cx:pt>
          <cx:pt idx="16878">First_Product_Purchased</cx:pt>
          <cx:pt idx="16879">First_Product_Purchased</cx:pt>
          <cx:pt idx="16880">First_Product_Purchased</cx:pt>
          <cx:pt idx="16881">First_Product_Purchased</cx:pt>
          <cx:pt idx="16882">First_Product_Purchased</cx:pt>
          <cx:pt idx="16883">First_Product_Purchased</cx:pt>
          <cx:pt idx="16884">First_Product_Purchased</cx:pt>
          <cx:pt idx="16885">First_Product_Purchased</cx:pt>
          <cx:pt idx="16886">First_Product_Purchased</cx:pt>
          <cx:pt idx="16887">First_Product_Purchased</cx:pt>
          <cx:pt idx="16888">First_Product_Purchased</cx:pt>
          <cx:pt idx="16889">First_Product_Purchased</cx:pt>
          <cx:pt idx="16890">First_Product_Purchased</cx:pt>
          <cx:pt idx="16891">First_Product_Purchased</cx:pt>
          <cx:pt idx="16892">First_Product_Purchased</cx:pt>
          <cx:pt idx="16893">First_Product_Purchased</cx:pt>
          <cx:pt idx="16894">First_Product_Purchased</cx:pt>
          <cx:pt idx="16895">First_Product_Purchased</cx:pt>
          <cx:pt idx="16896">First_Product_Purchased</cx:pt>
          <cx:pt idx="16897">First_Product_Purchased</cx:pt>
          <cx:pt idx="16898">First_Product_Purchased</cx:pt>
          <cx:pt idx="16899">First_Product_Purchased</cx:pt>
          <cx:pt idx="16900">First_Product_Purchased</cx:pt>
          <cx:pt idx="16901">First_Product_Purchased</cx:pt>
          <cx:pt idx="16902">First_Product_Purchased</cx:pt>
          <cx:pt idx="16903">First_Product_Purchased</cx:pt>
          <cx:pt idx="16904">First_Product_Purchased</cx:pt>
          <cx:pt idx="16905">First_Product_Purchased</cx:pt>
          <cx:pt idx="16906">Second_Product_Purchased</cx:pt>
          <cx:pt idx="16907">First_Product_Purchased</cx:pt>
          <cx:pt idx="16908">First_Product_Purchased</cx:pt>
          <cx:pt idx="16909">First_Product_Purchased</cx:pt>
          <cx:pt idx="16910">First_Product_Purchased</cx:pt>
          <cx:pt idx="16911">First_Product_Purchased</cx:pt>
          <cx:pt idx="16912">First_Product_Purchased</cx:pt>
          <cx:pt idx="16913">First_Product_Purchased</cx:pt>
          <cx:pt idx="16914">First_Product_Purchased</cx:pt>
          <cx:pt idx="16915">First_Product_Purchased</cx:pt>
          <cx:pt idx="16916">Second_Product_Purchased</cx:pt>
          <cx:pt idx="16917">First_Product_Purchased</cx:pt>
          <cx:pt idx="16918">First_Product_Purchased</cx:pt>
          <cx:pt idx="16919">First_Product_Purchased</cx:pt>
          <cx:pt idx="16920">First_Product_Purchased</cx:pt>
          <cx:pt idx="16921">First_Product_Purchased</cx:pt>
          <cx:pt idx="16922">First_Product_Purchased</cx:pt>
          <cx:pt idx="16923">First_Product_Purchased</cx:pt>
          <cx:pt idx="16924">First_Product_Purchased</cx:pt>
          <cx:pt idx="16925">First_Product_Purchased</cx:pt>
          <cx:pt idx="16926">First_Product_Purchased</cx:pt>
          <cx:pt idx="16927">First_Product_Purchased</cx:pt>
          <cx:pt idx="16928">First_Product_Purchased</cx:pt>
          <cx:pt idx="16929">First_Product_Purchased</cx:pt>
          <cx:pt idx="16930">First_Product_Purchased</cx:pt>
          <cx:pt idx="16931">First_Product_Purchased</cx:pt>
          <cx:pt idx="16932">First_Product_Purchased</cx:pt>
          <cx:pt idx="16933">First_Product_Purchased</cx:pt>
          <cx:pt idx="16934">First_Product_Purchased</cx:pt>
          <cx:pt idx="16935">First_Product_Purchased</cx:pt>
          <cx:pt idx="16936">First_Product_Purchased</cx:pt>
          <cx:pt idx="16937">First_Product_Purchased</cx:pt>
          <cx:pt idx="16938">First_Product_Purchased</cx:pt>
          <cx:pt idx="16939">First_Product_Purchased</cx:pt>
          <cx:pt idx="16940">First_Product_Purchased</cx:pt>
          <cx:pt idx="16941">First_Product_Purchased</cx:pt>
          <cx:pt idx="16942">First_Product_Purchased</cx:pt>
          <cx:pt idx="16943">First_Product_Purchased</cx:pt>
          <cx:pt idx="16944">First_Product_Purchased</cx:pt>
          <cx:pt idx="16945">First_Product_Purchased</cx:pt>
          <cx:pt idx="16946">First_Product_Purchased</cx:pt>
          <cx:pt idx="16947">First_Product_Purchased</cx:pt>
          <cx:pt idx="16948">First_Product_Purchased</cx:pt>
          <cx:pt idx="16949">First_Product_Purchased</cx:pt>
          <cx:pt idx="16950">First_Product_Purchased</cx:pt>
          <cx:pt idx="16951">First_Product_Purchased</cx:pt>
          <cx:pt idx="16952">First_Product_Purchased</cx:pt>
          <cx:pt idx="16953">First_Product_Purchased</cx:pt>
          <cx:pt idx="16954">First_Product_Purchased</cx:pt>
          <cx:pt idx="16955">First_Product_Purchased</cx:pt>
          <cx:pt idx="16956">First_Product_Purchased</cx:pt>
          <cx:pt idx="16957">First_Product_Purchased</cx:pt>
          <cx:pt idx="16958">First_Product_Purchased</cx:pt>
          <cx:pt idx="16959">First_Product_Purchased</cx:pt>
          <cx:pt idx="16960">First_Product_Purchased</cx:pt>
          <cx:pt idx="16961">First_Product_Purchased</cx:pt>
          <cx:pt idx="16962">First_Product_Purchased</cx:pt>
          <cx:pt idx="16963">First_Product_Purchased</cx:pt>
          <cx:pt idx="16964">First_Product_Purchased</cx:pt>
          <cx:pt idx="16965">First_Product_Purchased</cx:pt>
          <cx:pt idx="16966">First_Product_Purchased</cx:pt>
          <cx:pt idx="16967">First_Product_Purchased</cx:pt>
          <cx:pt idx="16968">First_Product_Purchased</cx:pt>
          <cx:pt idx="16969">First_Product_Purchased</cx:pt>
          <cx:pt idx="16970">First_Product_Purchased</cx:pt>
          <cx:pt idx="16971">First_Product_Purchased</cx:pt>
          <cx:pt idx="16972">First_Product_Purchased</cx:pt>
          <cx:pt idx="16973">First_Product_Purchased</cx:pt>
          <cx:pt idx="16974">First_Product_Purchased</cx:pt>
          <cx:pt idx="16975">First_Product_Purchased</cx:pt>
          <cx:pt idx="16976">First_Product_Purchased</cx:pt>
          <cx:pt idx="16977">First_Product_Purchased</cx:pt>
          <cx:pt idx="16978">First_Product_Purchased</cx:pt>
          <cx:pt idx="16979">First_Product_Purchased</cx:pt>
          <cx:pt idx="16980">First_Product_Purchased</cx:pt>
          <cx:pt idx="16981">First_Product_Purchased</cx:pt>
          <cx:pt idx="16982">First_Product_Purchased</cx:pt>
          <cx:pt idx="16983">First_Product_Purchased</cx:pt>
          <cx:pt idx="16984">First_Product_Purchased</cx:pt>
          <cx:pt idx="16985">First_Product_Purchased</cx:pt>
          <cx:pt idx="16986">First_Product_Purchased</cx:pt>
          <cx:pt idx="16987">First_Product_Purchased</cx:pt>
          <cx:pt idx="16988">First_Product_Purchased</cx:pt>
          <cx:pt idx="16989">First_Product_Purchased</cx:pt>
          <cx:pt idx="16990">First_Product_Purchased</cx:pt>
          <cx:pt idx="16991">First_Product_Purchased</cx:pt>
          <cx:pt idx="16992">First_Product_Purchased</cx:pt>
          <cx:pt idx="16993">First_Product_Purchased</cx:pt>
          <cx:pt idx="16994">First_Product_Purchased</cx:pt>
          <cx:pt idx="16995">First_Product_Purchased</cx:pt>
          <cx:pt idx="16996">First_Product_Purchased</cx:pt>
          <cx:pt idx="16997">First_Product_Purchased</cx:pt>
          <cx:pt idx="16998">First_Product_Purchased</cx:pt>
          <cx:pt idx="16999">First_Product_Purchased</cx:pt>
          <cx:pt idx="17000">First_Product_Purchased</cx:pt>
          <cx:pt idx="17001">First_Product_Purchased</cx:pt>
          <cx:pt idx="17002">First_Product_Purchased</cx:pt>
          <cx:pt idx="17003">First_Product_Purchased</cx:pt>
          <cx:pt idx="17004">First_Product_Purchased</cx:pt>
          <cx:pt idx="17005">First_Product_Purchased</cx:pt>
          <cx:pt idx="17006">First_Product_Purchased</cx:pt>
          <cx:pt idx="17007">First_Product_Purchased</cx:pt>
          <cx:pt idx="17008">First_Product_Purchased</cx:pt>
          <cx:pt idx="17009">First_Product_Purchased</cx:pt>
          <cx:pt idx="17010">First_Product_Purchased</cx:pt>
          <cx:pt idx="17011">First_Product_Purchased</cx:pt>
          <cx:pt idx="17012">First_Product_Purchased</cx:pt>
          <cx:pt idx="17013">First_Product_Purchased</cx:pt>
          <cx:pt idx="17014">First_Product_Purchased</cx:pt>
          <cx:pt idx="17015">First_Product_Purchased</cx:pt>
          <cx:pt idx="17016">First_Product_Purchased</cx:pt>
          <cx:pt idx="17017">First_Product_Purchased</cx:pt>
          <cx:pt idx="17018">First_Product_Purchased</cx:pt>
          <cx:pt idx="17019">First_Product_Purchased</cx:pt>
          <cx:pt idx="17020">First_Product_Purchased</cx:pt>
          <cx:pt idx="17021">First_Product_Purchased</cx:pt>
          <cx:pt idx="17022">First_Product_Purchased</cx:pt>
          <cx:pt idx="17023">First_Product_Purchased</cx:pt>
          <cx:pt idx="17024">First_Product_Purchased</cx:pt>
          <cx:pt idx="17025">First_Product_Purchased</cx:pt>
          <cx:pt idx="17026">First_Product_Purchased</cx:pt>
          <cx:pt idx="17027">First_Product_Purchased</cx:pt>
          <cx:pt idx="17028">First_Product_Purchased</cx:pt>
          <cx:pt idx="17029">First_Product_Purchased</cx:pt>
          <cx:pt idx="17030">First_Product_Purchased</cx:pt>
          <cx:pt idx="17031">First_Product_Purchased</cx:pt>
          <cx:pt idx="17032">First_Product_Purchased</cx:pt>
          <cx:pt idx="17033">First_Product_Purchased</cx:pt>
          <cx:pt idx="17034">First_Product_Purchased</cx:pt>
          <cx:pt idx="17035">First_Product_Purchased</cx:pt>
          <cx:pt idx="17036">First_Product_Purchased</cx:pt>
          <cx:pt idx="17037">First_Product_Purchased</cx:pt>
          <cx:pt idx="17038">First_Product_Purchased</cx:pt>
          <cx:pt idx="17039">First_Product_Purchased</cx:pt>
          <cx:pt idx="17040">First_Product_Purchased</cx:pt>
          <cx:pt idx="17041">First_Product_Purchased</cx:pt>
          <cx:pt idx="17042">First_Product_Purchased</cx:pt>
          <cx:pt idx="17043">First_Product_Purchased</cx:pt>
          <cx:pt idx="17044">First_Product_Purchased</cx:pt>
          <cx:pt idx="17045">First_Product_Purchased</cx:pt>
          <cx:pt idx="17046">First_Product_Purchased</cx:pt>
          <cx:pt idx="17047">First_Product_Purchased</cx:pt>
          <cx:pt idx="17048">First_Product_Purchased</cx:pt>
          <cx:pt idx="17049">First_Product_Purchased</cx:pt>
          <cx:pt idx="17050">First_Product_Purchased</cx:pt>
          <cx:pt idx="17051">First_Product_Purchased</cx:pt>
          <cx:pt idx="17052">First_Product_Purchased</cx:pt>
          <cx:pt idx="17053">First_Product_Purchased</cx:pt>
          <cx:pt idx="17054">First_Product_Purchased</cx:pt>
          <cx:pt idx="17055">First_Product_Purchased</cx:pt>
          <cx:pt idx="17056">First_Product_Purchased</cx:pt>
          <cx:pt idx="17057">First_Product_Purchased</cx:pt>
          <cx:pt idx="17058">First_Product_Purchased</cx:pt>
          <cx:pt idx="17059">First_Product_Purchased</cx:pt>
          <cx:pt idx="17060">First_Product_Purchased</cx:pt>
          <cx:pt idx="17061">First_Product_Purchased</cx:pt>
          <cx:pt idx="17062">First_Product_Purchased</cx:pt>
          <cx:pt idx="17063">First_Product_Purchased</cx:pt>
          <cx:pt idx="17064">First_Product_Purchased</cx:pt>
          <cx:pt idx="17065">First_Product_Purchased</cx:pt>
          <cx:pt idx="17066">First_Product_Purchased</cx:pt>
          <cx:pt idx="17067">Second_Product_Purchased</cx:pt>
          <cx:pt idx="17068">First_Product_Purchased</cx:pt>
          <cx:pt idx="17069">First_Product_Purchased</cx:pt>
          <cx:pt idx="17070">First_Product_Purchased</cx:pt>
          <cx:pt idx="17071">First_Product_Purchased</cx:pt>
          <cx:pt idx="17072">First_Product_Purchased</cx:pt>
          <cx:pt idx="17073">First_Product_Purchased</cx:pt>
          <cx:pt idx="17074">First_Product_Purchased</cx:pt>
          <cx:pt idx="17075">First_Product_Purchased</cx:pt>
          <cx:pt idx="17076">First_Product_Purchased</cx:pt>
          <cx:pt idx="17077">First_Product_Purchased</cx:pt>
          <cx:pt idx="17078">First_Product_Purchased</cx:pt>
          <cx:pt idx="17079">First_Product_Purchased</cx:pt>
          <cx:pt idx="17080">First_Product_Purchased</cx:pt>
          <cx:pt idx="17081">First_Product_Purchased</cx:pt>
          <cx:pt idx="17082">First_Product_Purchased</cx:pt>
          <cx:pt idx="17083">First_Product_Purchased</cx:pt>
          <cx:pt idx="17084">Second_Product_Purchased</cx:pt>
          <cx:pt idx="17085">First_Product_Purchased</cx:pt>
          <cx:pt idx="17086">First_Product_Purchased</cx:pt>
          <cx:pt idx="17087">First_Product_Purchased</cx:pt>
          <cx:pt idx="17088">First_Product_Purchased</cx:pt>
          <cx:pt idx="17089">First_Product_Purchased</cx:pt>
          <cx:pt idx="17090">First_Product_Purchased</cx:pt>
          <cx:pt idx="17091">First_Product_Purchased</cx:pt>
          <cx:pt idx="17092">First_Product_Purchased</cx:pt>
          <cx:pt idx="17093">First_Product_Purchased</cx:pt>
          <cx:pt idx="17094">First_Product_Purchased</cx:pt>
          <cx:pt idx="17095">First_Product_Purchased</cx:pt>
          <cx:pt idx="17096">First_Product_Purchased</cx:pt>
          <cx:pt idx="17097">First_Product_Purchased</cx:pt>
          <cx:pt idx="17098">First_Product_Purchased</cx:pt>
          <cx:pt idx="17099">First_Product_Purchased</cx:pt>
          <cx:pt idx="17100">First_Product_Purchased</cx:pt>
          <cx:pt idx="17101">First_Product_Purchased</cx:pt>
          <cx:pt idx="17102">First_Product_Purchased</cx:pt>
          <cx:pt idx="17103">First_Product_Purchased</cx:pt>
          <cx:pt idx="17104">First_Product_Purchased</cx:pt>
          <cx:pt idx="17105">First_Product_Purchased</cx:pt>
          <cx:pt idx="17106">First_Product_Purchased</cx:pt>
          <cx:pt idx="17107">First_Product_Purchased</cx:pt>
          <cx:pt idx="17108">First_Product_Purchased</cx:pt>
          <cx:pt idx="17109">First_Product_Purchased</cx:pt>
          <cx:pt idx="17110">First_Product_Purchased</cx:pt>
          <cx:pt idx="17111">First_Product_Purchased</cx:pt>
          <cx:pt idx="17112">First_Product_Purchased</cx:pt>
          <cx:pt idx="17113">First_Product_Purchased</cx:pt>
          <cx:pt idx="17114">First_Product_Purchased</cx:pt>
          <cx:pt idx="17115">Second_Product_Purchased</cx:pt>
          <cx:pt idx="17116">First_Product_Purchased</cx:pt>
          <cx:pt idx="17117">First_Product_Purchased</cx:pt>
          <cx:pt idx="17118">First_Product_Purchased</cx:pt>
          <cx:pt idx="17119">First_Product_Purchased</cx:pt>
          <cx:pt idx="17120">First_Product_Purchased</cx:pt>
          <cx:pt idx="17121">First_Product_Purchased</cx:pt>
          <cx:pt idx="17122">First_Product_Purchased</cx:pt>
          <cx:pt idx="17123">First_Product_Purchased</cx:pt>
          <cx:pt idx="17124">First_Product_Purchased</cx:pt>
          <cx:pt idx="17125">First_Product_Purchased</cx:pt>
          <cx:pt idx="17126">First_Product_Purchased</cx:pt>
          <cx:pt idx="17127">First_Product_Purchased</cx:pt>
          <cx:pt idx="17128">First_Product_Purchased</cx:pt>
          <cx:pt idx="17129">First_Product_Purchased</cx:pt>
          <cx:pt idx="17130">First_Product_Purchased</cx:pt>
          <cx:pt idx="17131">First_Product_Purchased</cx:pt>
          <cx:pt idx="17132">First_Product_Purchased</cx:pt>
          <cx:pt idx="17133">First_Product_Purchased</cx:pt>
          <cx:pt idx="17134">First_Product_Purchased</cx:pt>
          <cx:pt idx="17135">First_Product_Purchased</cx:pt>
          <cx:pt idx="17136">First_Product_Purchased</cx:pt>
          <cx:pt idx="17137">First_Product_Purchased</cx:pt>
          <cx:pt idx="17138">First_Product_Purchased</cx:pt>
          <cx:pt idx="17139">First_Product_Purchased</cx:pt>
          <cx:pt idx="17140">First_Product_Purchased</cx:pt>
          <cx:pt idx="17141">First_Product_Purchased</cx:pt>
          <cx:pt idx="17142">First_Product_Purchased</cx:pt>
          <cx:pt idx="17143">First_Product_Purchased</cx:pt>
          <cx:pt idx="17144">First_Product_Purchased</cx:pt>
          <cx:pt idx="17145">First_Product_Purchased</cx:pt>
          <cx:pt idx="17146">Second_Product_Purchased</cx:pt>
          <cx:pt idx="17147">First_Product_Purchased</cx:pt>
          <cx:pt idx="17148">First_Product_Purchased</cx:pt>
          <cx:pt idx="17149">First_Product_Purchased</cx:pt>
          <cx:pt idx="17150">First_Product_Purchased</cx:pt>
          <cx:pt idx="17151">First_Product_Purchased</cx:pt>
          <cx:pt idx="17152">First_Product_Purchased</cx:pt>
          <cx:pt idx="17153">First_Product_Purchased</cx:pt>
          <cx:pt idx="17154">First_Product_Purchased</cx:pt>
          <cx:pt idx="17155">First_Product_Purchased</cx:pt>
          <cx:pt idx="17156">First_Product_Purchased</cx:pt>
          <cx:pt idx="17157">First_Product_Purchased</cx:pt>
          <cx:pt idx="17158">First_Product_Purchased</cx:pt>
          <cx:pt idx="17159">First_Product_Purchased</cx:pt>
          <cx:pt idx="17160">First_Product_Purchased</cx:pt>
          <cx:pt idx="17161">First_Product_Purchased</cx:pt>
          <cx:pt idx="17162">First_Product_Purchased</cx:pt>
          <cx:pt idx="17163">First_Product_Purchased</cx:pt>
          <cx:pt idx="17164">First_Product_Purchased</cx:pt>
          <cx:pt idx="17165">First_Product_Purchased</cx:pt>
          <cx:pt idx="17166">First_Product_Purchased</cx:pt>
          <cx:pt idx="17167">First_Product_Purchased</cx:pt>
          <cx:pt idx="17168">First_Product_Purchased</cx:pt>
          <cx:pt idx="17169">First_Product_Purchased</cx:pt>
          <cx:pt idx="17170">First_Product_Purchased</cx:pt>
          <cx:pt idx="17171">First_Product_Purchased</cx:pt>
          <cx:pt idx="17172">First_Product_Purchased</cx:pt>
          <cx:pt idx="17173">First_Product_Purchased</cx:pt>
          <cx:pt idx="17174">First_Product_Purchased</cx:pt>
          <cx:pt idx="17175">First_Product_Purchased</cx:pt>
          <cx:pt idx="17176">First_Product_Purchased</cx:pt>
          <cx:pt idx="17177">Second_Product_Purchased</cx:pt>
          <cx:pt idx="17178">First_Product_Purchased</cx:pt>
          <cx:pt idx="17179">First_Product_Purchased</cx:pt>
          <cx:pt idx="17180">First_Product_Purchased</cx:pt>
          <cx:pt idx="17181">First_Product_Purchased</cx:pt>
          <cx:pt idx="17182">First_Product_Purchased</cx:pt>
          <cx:pt idx="17183">First_Product_Purchased</cx:pt>
          <cx:pt idx="17184">First_Product_Purchased</cx:pt>
          <cx:pt idx="17185">First_Product_Purchased</cx:pt>
          <cx:pt idx="17186">First_Product_Purchased</cx:pt>
          <cx:pt idx="17187">First_Product_Purchased</cx:pt>
          <cx:pt idx="17188">First_Product_Purchased</cx:pt>
          <cx:pt idx="17189">First_Product_Purchased</cx:pt>
          <cx:pt idx="17190">First_Product_Purchased</cx:pt>
          <cx:pt idx="17191">First_Product_Purchased</cx:pt>
          <cx:pt idx="17192">Second_Product_Purchased</cx:pt>
          <cx:pt idx="17193">First_Product_Purchased</cx:pt>
          <cx:pt idx="17194">First_Product_Purchased</cx:pt>
          <cx:pt idx="17195">First_Product_Purchased</cx:pt>
          <cx:pt idx="17196">First_Product_Purchased</cx:pt>
          <cx:pt idx="17197">First_Product_Purchased</cx:pt>
          <cx:pt idx="17198">First_Product_Purchased</cx:pt>
          <cx:pt idx="17199">First_Product_Purchased</cx:pt>
          <cx:pt idx="17200">First_Product_Purchased</cx:pt>
          <cx:pt idx="17201">First_Product_Purchased</cx:pt>
          <cx:pt idx="17202">First_Product_Purchased</cx:pt>
          <cx:pt idx="17203">First_Product_Purchased</cx:pt>
          <cx:pt idx="17204">First_Product_Purchased</cx:pt>
          <cx:pt idx="17205">First_Product_Purchased</cx:pt>
          <cx:pt idx="17206">First_Product_Purchased</cx:pt>
          <cx:pt idx="17207">First_Product_Purchased</cx:pt>
          <cx:pt idx="17208">First_Product_Purchased</cx:pt>
          <cx:pt idx="17209">First_Product_Purchased</cx:pt>
          <cx:pt idx="17210">First_Product_Purchased</cx:pt>
          <cx:pt idx="17211">First_Product_Purchased</cx:pt>
          <cx:pt idx="17212">First_Product_Purchased</cx:pt>
          <cx:pt idx="17213">First_Product_Purchased</cx:pt>
          <cx:pt idx="17214">First_Product_Purchased</cx:pt>
          <cx:pt idx="17215">First_Product_Purchased</cx:pt>
          <cx:pt idx="17216">First_Product_Purchased</cx:pt>
          <cx:pt idx="17217">First_Product_Purchased</cx:pt>
          <cx:pt idx="17218">First_Product_Purchased</cx:pt>
          <cx:pt idx="17219">First_Product_Purchased</cx:pt>
          <cx:pt idx="17220">First_Product_Purchased</cx:pt>
          <cx:pt idx="17221">First_Product_Purchased</cx:pt>
          <cx:pt idx="17222">First_Product_Purchased</cx:pt>
          <cx:pt idx="17223">First_Product_Purchased</cx:pt>
          <cx:pt idx="17224">First_Product_Purchased</cx:pt>
          <cx:pt idx="17225">Second_Product_Purchased</cx:pt>
          <cx:pt idx="17226">First_Product_Purchased</cx:pt>
          <cx:pt idx="17227">First_Product_Purchased</cx:pt>
          <cx:pt idx="17228">First_Product_Purchased</cx:pt>
          <cx:pt idx="17229">First_Product_Purchased</cx:pt>
          <cx:pt idx="17230">First_Product_Purchased</cx:pt>
          <cx:pt idx="17231">First_Product_Purchased</cx:pt>
          <cx:pt idx="17232">First_Product_Purchased</cx:pt>
          <cx:pt idx="17233">First_Product_Purchased</cx:pt>
          <cx:pt idx="17234">First_Product_Purchased</cx:pt>
          <cx:pt idx="17235">First_Product_Purchased</cx:pt>
          <cx:pt idx="17236">First_Product_Purchased</cx:pt>
          <cx:pt idx="17237">First_Product_Purchased</cx:pt>
          <cx:pt idx="17238">First_Product_Purchased</cx:pt>
          <cx:pt idx="17239">First_Product_Purchased</cx:pt>
          <cx:pt idx="17240">First_Product_Purchased</cx:pt>
          <cx:pt idx="17241">First_Product_Purchased</cx:pt>
          <cx:pt idx="17242">First_Product_Purchased</cx:pt>
          <cx:pt idx="17243">First_Product_Purchased</cx:pt>
          <cx:pt idx="17244">First_Product_Purchased</cx:pt>
          <cx:pt idx="17245">First_Product_Purchased</cx:pt>
          <cx:pt idx="17246">First_Product_Purchased</cx:pt>
          <cx:pt idx="17247">First_Product_Purchased</cx:pt>
          <cx:pt idx="17248">First_Product_Purchased</cx:pt>
          <cx:pt idx="17249">First_Product_Purchased</cx:pt>
          <cx:pt idx="17250">First_Product_Purchased</cx:pt>
          <cx:pt idx="17251">First_Product_Purchased</cx:pt>
          <cx:pt idx="17252">First_Product_Purchased</cx:pt>
          <cx:pt idx="17253">First_Product_Purchased</cx:pt>
          <cx:pt idx="17254">First_Product_Purchased</cx:pt>
          <cx:pt idx="17255">First_Product_Purchased</cx:pt>
          <cx:pt idx="17256">First_Product_Purchased</cx:pt>
          <cx:pt idx="17257">First_Product_Purchased</cx:pt>
          <cx:pt idx="17258">First_Product_Purchased</cx:pt>
          <cx:pt idx="17259">First_Product_Purchased</cx:pt>
          <cx:pt idx="17260">First_Product_Purchased</cx:pt>
          <cx:pt idx="17261">First_Product_Purchased</cx:pt>
          <cx:pt idx="17262">First_Product_Purchased</cx:pt>
          <cx:pt idx="17263">First_Product_Purchased</cx:pt>
          <cx:pt idx="17264">First_Product_Purchased</cx:pt>
          <cx:pt idx="17265">First_Product_Purchased</cx:pt>
          <cx:pt idx="17266">First_Product_Purchased</cx:pt>
          <cx:pt idx="17267">First_Product_Purchased</cx:pt>
          <cx:pt idx="17268">First_Product_Purchased</cx:pt>
          <cx:pt idx="17269">First_Product_Purchased</cx:pt>
          <cx:pt idx="17270">First_Product_Purchased</cx:pt>
          <cx:pt idx="17271">First_Product_Purchased</cx:pt>
          <cx:pt idx="17272">First_Product_Purchased</cx:pt>
          <cx:pt idx="17273">First_Product_Purchased</cx:pt>
          <cx:pt idx="17274">First_Product_Purchased</cx:pt>
          <cx:pt idx="17275">First_Product_Purchased</cx:pt>
          <cx:pt idx="17276">First_Product_Purchased</cx:pt>
          <cx:pt idx="17277">First_Product_Purchased</cx:pt>
          <cx:pt idx="17278">First_Product_Purchased</cx:pt>
          <cx:pt idx="17279">First_Product_Purchased</cx:pt>
          <cx:pt idx="17280">First_Product_Purchased</cx:pt>
          <cx:pt idx="17281">First_Product_Purchased</cx:pt>
          <cx:pt idx="17282">First_Product_Purchased</cx:pt>
          <cx:pt idx="17283">First_Product_Purchased</cx:pt>
          <cx:pt idx="17284">First_Product_Purchased</cx:pt>
          <cx:pt idx="17285">First_Product_Purchased</cx:pt>
          <cx:pt idx="17286">First_Product_Purchased</cx:pt>
          <cx:pt idx="17287">First_Product_Purchased</cx:pt>
          <cx:pt idx="17288">First_Product_Purchased</cx:pt>
          <cx:pt idx="17289">First_Product_Purchased</cx:pt>
          <cx:pt idx="17290">First_Product_Purchased</cx:pt>
          <cx:pt idx="17291">First_Product_Purchased</cx:pt>
          <cx:pt idx="17292">First_Product_Purchased</cx:pt>
          <cx:pt idx="17293">First_Product_Purchased</cx:pt>
          <cx:pt idx="17294">First_Product_Purchased</cx:pt>
          <cx:pt idx="17295">First_Product_Purchased</cx:pt>
          <cx:pt idx="17296">First_Product_Purchased</cx:pt>
          <cx:pt idx="17297">First_Product_Purchased</cx:pt>
          <cx:pt idx="17298">First_Product_Purchased</cx:pt>
          <cx:pt idx="17299">First_Product_Purchased</cx:pt>
          <cx:pt idx="17300">First_Product_Purchased</cx:pt>
          <cx:pt idx="17301">First_Product_Purchased</cx:pt>
          <cx:pt idx="17302">First_Product_Purchased</cx:pt>
          <cx:pt idx="17303">First_Product_Purchased</cx:pt>
          <cx:pt idx="17304">First_Product_Purchased</cx:pt>
          <cx:pt idx="17305">First_Product_Purchased</cx:pt>
          <cx:pt idx="17306">First_Product_Purchased</cx:pt>
          <cx:pt idx="17307">First_Product_Purchased</cx:pt>
          <cx:pt idx="17308">Second_Product_Purchased</cx:pt>
          <cx:pt idx="17309">First_Product_Purchased</cx:pt>
          <cx:pt idx="17310">First_Product_Purchased</cx:pt>
          <cx:pt idx="17311">First_Product_Purchased</cx:pt>
          <cx:pt idx="17312">First_Product_Purchased</cx:pt>
          <cx:pt idx="17313">First_Product_Purchased</cx:pt>
          <cx:pt idx="17314">First_Product_Purchased</cx:pt>
          <cx:pt idx="17315">First_Product_Purchased</cx:pt>
          <cx:pt idx="17316">First_Product_Purchased</cx:pt>
          <cx:pt idx="17317">First_Product_Purchased</cx:pt>
          <cx:pt idx="17318">First_Product_Purchased</cx:pt>
          <cx:pt idx="17319">First_Product_Purchased</cx:pt>
          <cx:pt idx="17320">First_Product_Purchased</cx:pt>
          <cx:pt idx="17321">First_Product_Purchased</cx:pt>
          <cx:pt idx="17322">First_Product_Purchased</cx:pt>
          <cx:pt idx="17323">First_Product_Purchased</cx:pt>
          <cx:pt idx="17324">First_Product_Purchased</cx:pt>
          <cx:pt idx="17325">First_Product_Purchased</cx:pt>
          <cx:pt idx="17326">First_Product_Purchased</cx:pt>
          <cx:pt idx="17327">First_Product_Purchased</cx:pt>
          <cx:pt idx="17328">First_Product_Purchased</cx:pt>
          <cx:pt idx="17329">First_Product_Purchased</cx:pt>
          <cx:pt idx="17330">First_Product_Purchased</cx:pt>
          <cx:pt idx="17331">First_Product_Purchased</cx:pt>
          <cx:pt idx="17332">First_Product_Purchased</cx:pt>
          <cx:pt idx="17333">First_Product_Purchased</cx:pt>
          <cx:pt idx="17334">First_Product_Purchased</cx:pt>
          <cx:pt idx="17335">First_Product_Purchased</cx:pt>
          <cx:pt idx="17336">First_Product_Purchased</cx:pt>
          <cx:pt idx="17337">First_Product_Purchased</cx:pt>
          <cx:pt idx="17338">First_Product_Purchased</cx:pt>
          <cx:pt idx="17339">First_Product_Purchased</cx:pt>
          <cx:pt idx="17340">First_Product_Purchased</cx:pt>
          <cx:pt idx="17341">Second_Product_Purchased</cx:pt>
          <cx:pt idx="17342">First_Product_Purchased</cx:pt>
          <cx:pt idx="17343">First_Product_Purchased</cx:pt>
          <cx:pt idx="17344">First_Product_Purchased</cx:pt>
          <cx:pt idx="17345">First_Product_Purchased</cx:pt>
          <cx:pt idx="17346">First_Product_Purchased</cx:pt>
          <cx:pt idx="17347">First_Product_Purchased</cx:pt>
          <cx:pt idx="17348">First_Product_Purchased</cx:pt>
          <cx:pt idx="17349">First_Product_Purchased</cx:pt>
          <cx:pt idx="17350">First_Product_Purchased</cx:pt>
          <cx:pt idx="17351">First_Product_Purchased</cx:pt>
          <cx:pt idx="17352">First_Product_Purchased</cx:pt>
          <cx:pt idx="17353">First_Product_Purchased</cx:pt>
          <cx:pt idx="17354">First_Product_Purchased</cx:pt>
          <cx:pt idx="17355">First_Product_Purchased</cx:pt>
          <cx:pt idx="17356">First_Product_Purchased</cx:pt>
          <cx:pt idx="17357">First_Product_Purchased</cx:pt>
          <cx:pt idx="17358">First_Product_Purchased</cx:pt>
          <cx:pt idx="17359">First_Product_Purchased</cx:pt>
          <cx:pt idx="17360">First_Product_Purchased</cx:pt>
          <cx:pt idx="17361">First_Product_Purchased</cx:pt>
          <cx:pt idx="17362">First_Product_Purchased</cx:pt>
          <cx:pt idx="17363">First_Product_Purchased</cx:pt>
          <cx:pt idx="17364">First_Product_Purchased</cx:pt>
          <cx:pt idx="17365">First_Product_Purchased</cx:pt>
          <cx:pt idx="17366">First_Product_Purchased</cx:pt>
          <cx:pt idx="17367">First_Product_Purchased</cx:pt>
          <cx:pt idx="17368">First_Product_Purchased</cx:pt>
          <cx:pt idx="17369">First_Product_Purchased</cx:pt>
          <cx:pt idx="17370">First_Product_Purchased</cx:pt>
          <cx:pt idx="17371">First_Product_Purchased</cx:pt>
          <cx:pt idx="17372">First_Product_Purchased</cx:pt>
          <cx:pt idx="17373">First_Product_Purchased</cx:pt>
          <cx:pt idx="17374">First_Product_Purchased</cx:pt>
          <cx:pt idx="17375">First_Product_Purchased</cx:pt>
          <cx:pt idx="17376">First_Product_Purchased</cx:pt>
          <cx:pt idx="17377">First_Product_Purchased</cx:pt>
          <cx:pt idx="17378">First_Product_Purchased</cx:pt>
          <cx:pt idx="17379">First_Product_Purchased</cx:pt>
          <cx:pt idx="17380">First_Product_Purchased</cx:pt>
          <cx:pt idx="17381">First_Product_Purchased</cx:pt>
          <cx:pt idx="17382">First_Product_Purchased</cx:pt>
          <cx:pt idx="17383">First_Product_Purchased</cx:pt>
          <cx:pt idx="17384">First_Product_Purchased</cx:pt>
          <cx:pt idx="17385">First_Product_Purchased</cx:pt>
          <cx:pt idx="17386">First_Product_Purchased</cx:pt>
          <cx:pt idx="17387">First_Product_Purchased</cx:pt>
          <cx:pt idx="17388">First_Product_Purchased</cx:pt>
          <cx:pt idx="17389">First_Product_Purchased</cx:pt>
          <cx:pt idx="17390">First_Product_Purchased</cx:pt>
          <cx:pt idx="17391">First_Product_Purchased</cx:pt>
          <cx:pt idx="17392">First_Product_Purchased</cx:pt>
          <cx:pt idx="17393">First_Product_Purchased</cx:pt>
          <cx:pt idx="17394">First_Product_Purchased</cx:pt>
          <cx:pt idx="17395">First_Product_Purchased</cx:pt>
          <cx:pt idx="17396">First_Product_Purchased</cx:pt>
          <cx:pt idx="17397">First_Product_Purchased</cx:pt>
          <cx:pt idx="17398">First_Product_Purchased</cx:pt>
          <cx:pt idx="17399">First_Product_Purchased</cx:pt>
          <cx:pt idx="17400">First_Product_Purchased</cx:pt>
          <cx:pt idx="17401">First_Product_Purchased</cx:pt>
          <cx:pt idx="17402">First_Product_Purchased</cx:pt>
          <cx:pt idx="17403">First_Product_Purchased</cx:pt>
          <cx:pt idx="17404">First_Product_Purchased</cx:pt>
          <cx:pt idx="17405">First_Product_Purchased</cx:pt>
          <cx:pt idx="17406">First_Product_Purchased</cx:pt>
          <cx:pt idx="17407">First_Product_Purchased</cx:pt>
          <cx:pt idx="17408">First_Product_Purchased</cx:pt>
          <cx:pt idx="17409">First_Product_Purchased</cx:pt>
          <cx:pt idx="17410">First_Product_Purchased</cx:pt>
          <cx:pt idx="17411">First_Product_Purchased</cx:pt>
          <cx:pt idx="17412">First_Product_Purchased</cx:pt>
          <cx:pt idx="17413">First_Product_Purchased</cx:pt>
          <cx:pt idx="17414">First_Product_Purchased</cx:pt>
          <cx:pt idx="17415">First_Product_Purchased</cx:pt>
          <cx:pt idx="17416">First_Product_Purchased</cx:pt>
          <cx:pt idx="17417">First_Product_Purchased</cx:pt>
          <cx:pt idx="17418">First_Product_Purchased</cx:pt>
          <cx:pt idx="17419">First_Product_Purchased</cx:pt>
          <cx:pt idx="17420">First_Product_Purchased</cx:pt>
          <cx:pt idx="17421">First_Product_Purchased</cx:pt>
          <cx:pt idx="17422">First_Product_Purchased</cx:pt>
          <cx:pt idx="17423">First_Product_Purchased</cx:pt>
          <cx:pt idx="17424">First_Product_Purchased</cx:pt>
          <cx:pt idx="17425">First_Product_Purchased</cx:pt>
          <cx:pt idx="17426">First_Product_Purchased</cx:pt>
          <cx:pt idx="17427">First_Product_Purchased</cx:pt>
          <cx:pt idx="17428">First_Product_Purchased</cx:pt>
          <cx:pt idx="17429">First_Product_Purchased</cx:pt>
          <cx:pt idx="17430">First_Product_Purchased</cx:pt>
          <cx:pt idx="17431">First_Product_Purchased</cx:pt>
          <cx:pt idx="17432">First_Product_Purchased</cx:pt>
          <cx:pt idx="17433">First_Product_Purchased</cx:pt>
          <cx:pt idx="17434">First_Product_Purchased</cx:pt>
          <cx:pt idx="17435">First_Product_Purchased</cx:pt>
          <cx:pt idx="17436">First_Product_Purchased</cx:pt>
          <cx:pt idx="17437">First_Product_Purchased</cx:pt>
          <cx:pt idx="17438">First_Product_Purchased</cx:pt>
          <cx:pt idx="17439">First_Product_Purchased</cx:pt>
          <cx:pt idx="17440">First_Product_Purchased</cx:pt>
          <cx:pt idx="17441">First_Product_Purchased</cx:pt>
          <cx:pt idx="17442">First_Product_Purchased</cx:pt>
          <cx:pt idx="17443">First_Product_Purchased</cx:pt>
          <cx:pt idx="17444">First_Product_Purchased</cx:pt>
          <cx:pt idx="17445">First_Product_Purchased</cx:pt>
          <cx:pt idx="17446">First_Product_Purchased</cx:pt>
          <cx:pt idx="17447">First_Product_Purchased</cx:pt>
          <cx:pt idx="17448">First_Product_Purchased</cx:pt>
          <cx:pt idx="17449">Second_Product_Purchased</cx:pt>
          <cx:pt idx="17450">First_Product_Purchased</cx:pt>
          <cx:pt idx="17451">First_Product_Purchased</cx:pt>
          <cx:pt idx="17452">First_Product_Purchased</cx:pt>
          <cx:pt idx="17453">Second_Product_Purchased</cx:pt>
          <cx:pt idx="17454">First_Product_Purchased</cx:pt>
          <cx:pt idx="17455">First_Product_Purchased</cx:pt>
          <cx:pt idx="17456">First_Product_Purchased</cx:pt>
          <cx:pt idx="17457">First_Product_Purchased</cx:pt>
          <cx:pt idx="17458">First_Product_Purchased</cx:pt>
          <cx:pt idx="17459">First_Product_Purchased</cx:pt>
          <cx:pt idx="17460">First_Product_Purchased</cx:pt>
          <cx:pt idx="17461">First_Product_Purchased</cx:pt>
          <cx:pt idx="17462">First_Product_Purchased</cx:pt>
          <cx:pt idx="17463">First_Product_Purchased</cx:pt>
          <cx:pt idx="17464">First_Product_Purchased</cx:pt>
          <cx:pt idx="17465">First_Product_Purchased</cx:pt>
          <cx:pt idx="17466">First_Product_Purchased</cx:pt>
          <cx:pt idx="17467">First_Product_Purchased</cx:pt>
          <cx:pt idx="17468">First_Product_Purchased</cx:pt>
          <cx:pt idx="17469">First_Product_Purchased</cx:pt>
          <cx:pt idx="17470">First_Product_Purchased</cx:pt>
          <cx:pt idx="17471">First_Product_Purchased</cx:pt>
          <cx:pt idx="17472">First_Product_Purchased</cx:pt>
          <cx:pt idx="17473">First_Product_Purchased</cx:pt>
          <cx:pt idx="17474">First_Product_Purchased</cx:pt>
          <cx:pt idx="17475">First_Product_Purchased</cx:pt>
          <cx:pt idx="17476">First_Product_Purchased</cx:pt>
          <cx:pt idx="17477">First_Product_Purchased</cx:pt>
          <cx:pt idx="17478">First_Product_Purchased</cx:pt>
          <cx:pt idx="17479">First_Product_Purchased</cx:pt>
          <cx:pt idx="17480">First_Product_Purchased</cx:pt>
          <cx:pt idx="17481">First_Product_Purchased</cx:pt>
          <cx:pt idx="17482">First_Product_Purchased</cx:pt>
          <cx:pt idx="17483">First_Product_Purchased</cx:pt>
          <cx:pt idx="17484">First_Product_Purchased</cx:pt>
          <cx:pt idx="17485">First_Product_Purchased</cx:pt>
          <cx:pt idx="17486">First_Product_Purchased</cx:pt>
          <cx:pt idx="17487">Second_Product_Purchased</cx:pt>
          <cx:pt idx="17488">First_Product_Purchased</cx:pt>
          <cx:pt idx="17489">First_Product_Purchased</cx:pt>
          <cx:pt idx="17490">First_Product_Purchased</cx:pt>
          <cx:pt idx="17491">First_Product_Purchased</cx:pt>
          <cx:pt idx="17492">First_Product_Purchased</cx:pt>
          <cx:pt idx="17493">First_Product_Purchased</cx:pt>
          <cx:pt idx="17494">First_Product_Purchased</cx:pt>
          <cx:pt idx="17495">First_Product_Purchased</cx:pt>
          <cx:pt idx="17496">First_Product_Purchased</cx:pt>
          <cx:pt idx="17497">First_Product_Purchased</cx:pt>
          <cx:pt idx="17498">First_Product_Purchased</cx:pt>
          <cx:pt idx="17499">First_Product_Purchased</cx:pt>
          <cx:pt idx="17500">First_Product_Purchased</cx:pt>
          <cx:pt idx="17501">First_Product_Purchased</cx:pt>
          <cx:pt idx="17502">First_Product_Purchased</cx:pt>
          <cx:pt idx="17503">First_Product_Purchased</cx:pt>
          <cx:pt idx="17504">First_Product_Purchased</cx:pt>
          <cx:pt idx="17505">First_Product_Purchased</cx:pt>
          <cx:pt idx="17506">First_Product_Purchased</cx:pt>
          <cx:pt idx="17507">First_Product_Purchased</cx:pt>
          <cx:pt idx="17508">First_Product_Purchased</cx:pt>
          <cx:pt idx="17509">First_Product_Purchased</cx:pt>
          <cx:pt idx="17510">First_Product_Purchased</cx:pt>
          <cx:pt idx="17511">First_Product_Purchased</cx:pt>
          <cx:pt idx="17512">First_Product_Purchased</cx:pt>
          <cx:pt idx="17513">First_Product_Purchased</cx:pt>
          <cx:pt idx="17514">First_Product_Purchased</cx:pt>
          <cx:pt idx="17515">First_Product_Purchased</cx:pt>
          <cx:pt idx="17516">First_Product_Purchased</cx:pt>
          <cx:pt idx="17517">First_Product_Purchased</cx:pt>
          <cx:pt idx="17518">First_Product_Purchased</cx:pt>
          <cx:pt idx="17519">Second_Product_Purchased</cx:pt>
          <cx:pt idx="17520">First_Product_Purchased</cx:pt>
          <cx:pt idx="17521">First_Product_Purchased</cx:pt>
          <cx:pt idx="17522">First_Product_Purchased</cx:pt>
          <cx:pt idx="17523">First_Product_Purchased</cx:pt>
          <cx:pt idx="17524">First_Product_Purchased</cx:pt>
          <cx:pt idx="17525">Second_Product_Purchased</cx:pt>
          <cx:pt idx="17526">First_Product_Purchased</cx:pt>
          <cx:pt idx="17527">Second_Product_Purchased</cx:pt>
          <cx:pt idx="17528">First_Product_Purchased</cx:pt>
          <cx:pt idx="17529">First_Product_Purchased</cx:pt>
          <cx:pt idx="17530">First_Product_Purchased</cx:pt>
          <cx:pt idx="17531">First_Product_Purchased</cx:pt>
          <cx:pt idx="17532">First_Product_Purchased</cx:pt>
          <cx:pt idx="17533">First_Product_Purchased</cx:pt>
          <cx:pt idx="17534">First_Product_Purchased</cx:pt>
          <cx:pt idx="17535">First_Product_Purchased</cx:pt>
          <cx:pt idx="17536">First_Product_Purchased</cx:pt>
          <cx:pt idx="17537">First_Product_Purchased</cx:pt>
          <cx:pt idx="17538">First_Product_Purchased</cx:pt>
          <cx:pt idx="17539">First_Product_Purchased</cx:pt>
          <cx:pt idx="17540">First_Product_Purchased</cx:pt>
          <cx:pt idx="17541">First_Product_Purchased</cx:pt>
          <cx:pt idx="17542">First_Product_Purchased</cx:pt>
          <cx:pt idx="17543">First_Product_Purchased</cx:pt>
          <cx:pt idx="17544">First_Product_Purchased</cx:pt>
          <cx:pt idx="17545">First_Product_Purchased</cx:pt>
          <cx:pt idx="17546">First_Product_Purchased</cx:pt>
          <cx:pt idx="17547">First_Product_Purchased</cx:pt>
          <cx:pt idx="17548">First_Product_Purchased</cx:pt>
          <cx:pt idx="17549">First_Product_Purchased</cx:pt>
          <cx:pt idx="17550">First_Product_Purchased</cx:pt>
          <cx:pt idx="17551">First_Product_Purchased</cx:pt>
          <cx:pt idx="17552">First_Product_Purchased</cx:pt>
          <cx:pt idx="17553">First_Product_Purchased</cx:pt>
          <cx:pt idx="17554">First_Product_Purchased</cx:pt>
          <cx:pt idx="17555">First_Product_Purchased</cx:pt>
          <cx:pt idx="17556">First_Product_Purchased</cx:pt>
          <cx:pt idx="17557">First_Product_Purchased</cx:pt>
          <cx:pt idx="17558">First_Product_Purchased</cx:pt>
          <cx:pt idx="17559">Second_Product_Purchased</cx:pt>
          <cx:pt idx="17560">First_Product_Purchased</cx:pt>
          <cx:pt idx="17561">First_Product_Purchased</cx:pt>
          <cx:pt idx="17562">First_Product_Purchased</cx:pt>
          <cx:pt idx="17563">First_Product_Purchased</cx:pt>
          <cx:pt idx="17564">First_Product_Purchased</cx:pt>
          <cx:pt idx="17565">First_Product_Purchased</cx:pt>
          <cx:pt idx="17566">First_Product_Purchased</cx:pt>
          <cx:pt idx="17567">First_Product_Purchased</cx:pt>
          <cx:pt idx="17568">First_Product_Purchased</cx:pt>
          <cx:pt idx="17569">First_Product_Purchased</cx:pt>
          <cx:pt idx="17570">First_Product_Purchased</cx:pt>
          <cx:pt idx="17571">First_Product_Purchased</cx:pt>
          <cx:pt idx="17572">First_Product_Purchased</cx:pt>
          <cx:pt idx="17573">First_Product_Purchased</cx:pt>
          <cx:pt idx="17574">First_Product_Purchased</cx:pt>
          <cx:pt idx="17575">First_Product_Purchased</cx:pt>
          <cx:pt idx="17576">First_Product_Purchased</cx:pt>
          <cx:pt idx="17577">First_Product_Purchased</cx:pt>
          <cx:pt idx="17578">First_Product_Purchased</cx:pt>
          <cx:pt idx="17579">First_Product_Purchased</cx:pt>
          <cx:pt idx="17580">First_Product_Purchased</cx:pt>
          <cx:pt idx="17581">First_Product_Purchased</cx:pt>
          <cx:pt idx="17582">First_Product_Purchased</cx:pt>
          <cx:pt idx="17583">First_Product_Purchased</cx:pt>
          <cx:pt idx="17584">First_Product_Purchased</cx:pt>
          <cx:pt idx="17585">First_Product_Purchased</cx:pt>
          <cx:pt idx="17586">First_Product_Purchased</cx:pt>
          <cx:pt idx="17587">First_Product_Purchased</cx:pt>
          <cx:pt idx="17588">First_Product_Purchased</cx:pt>
          <cx:pt idx="17589">First_Product_Purchased</cx:pt>
          <cx:pt idx="17590">First_Product_Purchased</cx:pt>
          <cx:pt idx="17591">First_Product_Purchased</cx:pt>
          <cx:pt idx="17592">First_Product_Purchased</cx:pt>
          <cx:pt idx="17593">First_Product_Purchased</cx:pt>
          <cx:pt idx="17594">First_Product_Purchased</cx:pt>
          <cx:pt idx="17595">First_Product_Purchased</cx:pt>
          <cx:pt idx="17596">First_Product_Purchased</cx:pt>
          <cx:pt idx="17597">First_Product_Purchased</cx:pt>
          <cx:pt idx="17598">First_Product_Purchased</cx:pt>
          <cx:pt idx="17599">First_Product_Purchased</cx:pt>
          <cx:pt idx="17600">First_Product_Purchased</cx:pt>
          <cx:pt idx="17601">First_Product_Purchased</cx:pt>
          <cx:pt idx="17602">First_Product_Purchased</cx:pt>
          <cx:pt idx="17603">First_Product_Purchased</cx:pt>
          <cx:pt idx="17604">First_Product_Purchased</cx:pt>
          <cx:pt idx="17605">First_Product_Purchased</cx:pt>
          <cx:pt idx="17606">First_Product_Purchased</cx:pt>
          <cx:pt idx="17607">First_Product_Purchased</cx:pt>
          <cx:pt idx="17608">First_Product_Purchased</cx:pt>
          <cx:pt idx="17609">First_Product_Purchased</cx:pt>
          <cx:pt idx="17610">First_Product_Purchased</cx:pt>
          <cx:pt idx="17611">First_Product_Purchased</cx:pt>
          <cx:pt idx="17612">First_Product_Purchased</cx:pt>
          <cx:pt idx="17613">First_Product_Purchased</cx:pt>
          <cx:pt idx="17614">First_Product_Purchased</cx:pt>
          <cx:pt idx="17615">First_Product_Purchased</cx:pt>
          <cx:pt idx="17616">First_Product_Purchased</cx:pt>
          <cx:pt idx="17617">First_Product_Purchased</cx:pt>
          <cx:pt idx="17618">First_Product_Purchased</cx:pt>
          <cx:pt idx="17619">First_Product_Purchased</cx:pt>
          <cx:pt idx="17620">First_Product_Purchased</cx:pt>
          <cx:pt idx="17621">First_Product_Purchased</cx:pt>
          <cx:pt idx="17622">First_Product_Purchased</cx:pt>
          <cx:pt idx="17623">First_Product_Purchased</cx:pt>
          <cx:pt idx="17624">First_Product_Purchased</cx:pt>
          <cx:pt idx="17625">First_Product_Purchased</cx:pt>
          <cx:pt idx="17626">First_Product_Purchased</cx:pt>
          <cx:pt idx="17627">First_Product_Purchased</cx:pt>
          <cx:pt idx="17628">First_Product_Purchased</cx:pt>
          <cx:pt idx="17629">First_Product_Purchased</cx:pt>
          <cx:pt idx="17630">First_Product_Purchased</cx:pt>
          <cx:pt idx="17631">First_Product_Purchased</cx:pt>
          <cx:pt idx="17632">First_Product_Purchased</cx:pt>
          <cx:pt idx="17633">First_Product_Purchased</cx:pt>
          <cx:pt idx="17634">First_Product_Purchased</cx:pt>
          <cx:pt idx="17635">First_Product_Purchased</cx:pt>
          <cx:pt idx="17636">Second_Product_Purchased</cx:pt>
          <cx:pt idx="17637">First_Product_Purchased</cx:pt>
          <cx:pt idx="17638">First_Product_Purchased</cx:pt>
          <cx:pt idx="17639">First_Product_Purchased</cx:pt>
          <cx:pt idx="17640">First_Product_Purchased</cx:pt>
          <cx:pt idx="17641">First_Product_Purchased</cx:pt>
          <cx:pt idx="17642">First_Product_Purchased</cx:pt>
          <cx:pt idx="17643">First_Product_Purchased</cx:pt>
          <cx:pt idx="17644">First_Product_Purchased</cx:pt>
          <cx:pt idx="17645">First_Product_Purchased</cx:pt>
          <cx:pt idx="17646">First_Product_Purchased</cx:pt>
          <cx:pt idx="17647">First_Product_Purchased</cx:pt>
          <cx:pt idx="17648">First_Product_Purchased</cx:pt>
          <cx:pt idx="17649">First_Product_Purchased</cx:pt>
          <cx:pt idx="17650">First_Product_Purchased</cx:pt>
          <cx:pt idx="17651">First_Product_Purchased</cx:pt>
          <cx:pt idx="17652">First_Product_Purchased</cx:pt>
          <cx:pt idx="17653">First_Product_Purchased</cx:pt>
          <cx:pt idx="17654">First_Product_Purchased</cx:pt>
          <cx:pt idx="17655">First_Product_Purchased</cx:pt>
          <cx:pt idx="17656">First_Product_Purchased</cx:pt>
          <cx:pt idx="17657">First_Product_Purchased</cx:pt>
          <cx:pt idx="17658">First_Product_Purchased</cx:pt>
          <cx:pt idx="17659">First_Product_Purchased</cx:pt>
          <cx:pt idx="17660">First_Product_Purchased</cx:pt>
          <cx:pt idx="17661">First_Product_Purchased</cx:pt>
          <cx:pt idx="17662">First_Product_Purchased</cx:pt>
          <cx:pt idx="17663">First_Product_Purchased</cx:pt>
          <cx:pt idx="17664">First_Product_Purchased</cx:pt>
          <cx:pt idx="17665">First_Product_Purchased</cx:pt>
          <cx:pt idx="17666">First_Product_Purchased</cx:pt>
          <cx:pt idx="17667">First_Product_Purchased</cx:pt>
          <cx:pt idx="17668">First_Product_Purchased</cx:pt>
          <cx:pt idx="17669">First_Product_Purchased</cx:pt>
          <cx:pt idx="17670">First_Product_Purchased</cx:pt>
          <cx:pt idx="17671">First_Product_Purchased</cx:pt>
          <cx:pt idx="17672">First_Product_Purchased</cx:pt>
          <cx:pt idx="17673">First_Product_Purchased</cx:pt>
          <cx:pt idx="17674">First_Product_Purchased</cx:pt>
          <cx:pt idx="17675">First_Product_Purchased</cx:pt>
          <cx:pt idx="17676">First_Product_Purchased</cx:pt>
          <cx:pt idx="17677">First_Product_Purchased</cx:pt>
          <cx:pt idx="17678">First_Product_Purchased</cx:pt>
          <cx:pt idx="17679">First_Product_Purchased</cx:pt>
          <cx:pt idx="17680">First_Product_Purchased</cx:pt>
          <cx:pt idx="17681">First_Product_Purchased</cx:pt>
          <cx:pt idx="17682">First_Product_Purchased</cx:pt>
          <cx:pt idx="17683">First_Product_Purchased</cx:pt>
          <cx:pt idx="17684">First_Product_Purchased</cx:pt>
          <cx:pt idx="17685">First_Product_Purchased</cx:pt>
          <cx:pt idx="17686">First_Product_Purchased</cx:pt>
          <cx:pt idx="17687">First_Product_Purchased</cx:pt>
          <cx:pt idx="17688">First_Product_Purchased</cx:pt>
          <cx:pt idx="17689">First_Product_Purchased</cx:pt>
          <cx:pt idx="17690">First_Product_Purchased</cx:pt>
          <cx:pt idx="17691">First_Product_Purchased</cx:pt>
          <cx:pt idx="17692">First_Product_Purchased</cx:pt>
          <cx:pt idx="17693">First_Product_Purchased</cx:pt>
          <cx:pt idx="17694">First_Product_Purchased</cx:pt>
          <cx:pt idx="17695">First_Product_Purchased</cx:pt>
          <cx:pt idx="17696">First_Product_Purchased</cx:pt>
          <cx:pt idx="17697">First_Product_Purchased</cx:pt>
          <cx:pt idx="17698">First_Product_Purchased</cx:pt>
          <cx:pt idx="17699">First_Product_Purchased</cx:pt>
          <cx:pt idx="17700">First_Product_Purchased</cx:pt>
          <cx:pt idx="17701">Second_Product_Purchased</cx:pt>
          <cx:pt idx="17702">First_Product_Purchased</cx:pt>
          <cx:pt idx="17703">First_Product_Purchased</cx:pt>
          <cx:pt idx="17704">First_Product_Purchased</cx:pt>
          <cx:pt idx="17705">First_Product_Purchased</cx:pt>
          <cx:pt idx="17706">First_Product_Purchased</cx:pt>
          <cx:pt idx="17707">First_Product_Purchased</cx:pt>
          <cx:pt idx="17708">First_Product_Purchased</cx:pt>
          <cx:pt idx="17709">First_Product_Purchased</cx:pt>
          <cx:pt idx="17710">First_Product_Purchased</cx:pt>
          <cx:pt idx="17711">First_Product_Purchased</cx:pt>
          <cx:pt idx="17712">First_Product_Purchased</cx:pt>
          <cx:pt idx="17713">First_Product_Purchased</cx:pt>
          <cx:pt idx="17714">First_Product_Purchased</cx:pt>
          <cx:pt idx="17715">First_Product_Purchased</cx:pt>
          <cx:pt idx="17716">First_Product_Purchased</cx:pt>
          <cx:pt idx="17717">First_Product_Purchased</cx:pt>
          <cx:pt idx="17718">First_Product_Purchased</cx:pt>
          <cx:pt idx="17719">First_Product_Purchased</cx:pt>
          <cx:pt idx="17720">First_Product_Purchased</cx:pt>
          <cx:pt idx="17721">First_Product_Purchased</cx:pt>
          <cx:pt idx="17722">First_Product_Purchased</cx:pt>
          <cx:pt idx="17723">First_Product_Purchased</cx:pt>
          <cx:pt idx="17724">First_Product_Purchased</cx:pt>
          <cx:pt idx="17725">First_Product_Purchased</cx:pt>
          <cx:pt idx="17726">First_Product_Purchased</cx:pt>
          <cx:pt idx="17727">First_Product_Purchased</cx:pt>
          <cx:pt idx="17728">First_Product_Purchased</cx:pt>
          <cx:pt idx="17729">First_Product_Purchased</cx:pt>
          <cx:pt idx="17730">First_Product_Purchased</cx:pt>
          <cx:pt idx="17731">First_Product_Purchased</cx:pt>
          <cx:pt idx="17732">First_Product_Purchased</cx:pt>
          <cx:pt idx="17733">First_Product_Purchased</cx:pt>
          <cx:pt idx="17734">First_Product_Purchased</cx:pt>
          <cx:pt idx="17735">First_Product_Purchased</cx:pt>
          <cx:pt idx="17736">First_Product_Purchased</cx:pt>
          <cx:pt idx="17737">First_Product_Purchased</cx:pt>
          <cx:pt idx="17738">First_Product_Purchased</cx:pt>
          <cx:pt idx="17739">First_Product_Purchased</cx:pt>
          <cx:pt idx="17740">First_Product_Purchased</cx:pt>
          <cx:pt idx="17741">First_Product_Purchased</cx:pt>
          <cx:pt idx="17742">First_Product_Purchased</cx:pt>
          <cx:pt idx="17743">First_Product_Purchased</cx:pt>
          <cx:pt idx="17744">First_Product_Purchased</cx:pt>
          <cx:pt idx="17745">First_Product_Purchased</cx:pt>
          <cx:pt idx="17746">First_Product_Purchased</cx:pt>
          <cx:pt idx="17747">First_Product_Purchased</cx:pt>
          <cx:pt idx="17748">First_Product_Purchased</cx:pt>
          <cx:pt idx="17749">First_Product_Purchased</cx:pt>
          <cx:pt idx="17750">First_Product_Purchased</cx:pt>
          <cx:pt idx="17751">First_Product_Purchased</cx:pt>
          <cx:pt idx="17752">First_Product_Purchased</cx:pt>
          <cx:pt idx="17753">First_Product_Purchased</cx:pt>
          <cx:pt idx="17754">First_Product_Purchased</cx:pt>
          <cx:pt idx="17755">First_Product_Purchased</cx:pt>
          <cx:pt idx="17756">First_Product_Purchased</cx:pt>
          <cx:pt idx="17757">First_Product_Purchased</cx:pt>
          <cx:pt idx="17758">First_Product_Purchased</cx:pt>
          <cx:pt idx="17759">First_Product_Purchased</cx:pt>
          <cx:pt idx="17760">First_Product_Purchased</cx:pt>
          <cx:pt idx="17761">First_Product_Purchased</cx:pt>
          <cx:pt idx="17762">First_Product_Purchased</cx:pt>
          <cx:pt idx="17763">First_Product_Purchased</cx:pt>
          <cx:pt idx="17764">First_Product_Purchased</cx:pt>
          <cx:pt idx="17765">First_Product_Purchased</cx:pt>
          <cx:pt idx="17766">First_Product_Purchased</cx:pt>
          <cx:pt idx="17767">First_Product_Purchased</cx:pt>
          <cx:pt idx="17768">First_Product_Purchased</cx:pt>
          <cx:pt idx="17769">First_Product_Purchased</cx:pt>
          <cx:pt idx="17770">First_Product_Purchased</cx:pt>
          <cx:pt idx="17771">First_Product_Purchased</cx:pt>
          <cx:pt idx="17772">First_Product_Purchased</cx:pt>
          <cx:pt idx="17773">First_Product_Purchased</cx:pt>
          <cx:pt idx="17774">First_Product_Purchased</cx:pt>
          <cx:pt idx="17775">First_Product_Purchased</cx:pt>
          <cx:pt idx="17776">First_Product_Purchased</cx:pt>
          <cx:pt idx="17777">First_Product_Purchased</cx:pt>
          <cx:pt idx="17778">First_Product_Purchased</cx:pt>
          <cx:pt idx="17779">First_Product_Purchased</cx:pt>
          <cx:pt idx="17780">First_Product_Purchased</cx:pt>
          <cx:pt idx="17781">First_Product_Purchased</cx:pt>
          <cx:pt idx="17782">First_Product_Purchased</cx:pt>
          <cx:pt idx="17783">First_Product_Purchased</cx:pt>
          <cx:pt idx="17784">First_Product_Purchased</cx:pt>
          <cx:pt idx="17785">First_Product_Purchased</cx:pt>
          <cx:pt idx="17786">First_Product_Purchased</cx:pt>
          <cx:pt idx="17787">First_Product_Purchased</cx:pt>
          <cx:pt idx="17788">First_Product_Purchased</cx:pt>
          <cx:pt idx="17789">First_Product_Purchased</cx:pt>
          <cx:pt idx="17790">First_Product_Purchased</cx:pt>
          <cx:pt idx="17791">First_Product_Purchased</cx:pt>
          <cx:pt idx="17792">First_Product_Purchased</cx:pt>
          <cx:pt idx="17793">First_Product_Purchased</cx:pt>
          <cx:pt idx="17794">First_Product_Purchased</cx:pt>
          <cx:pt idx="17795">First_Product_Purchased</cx:pt>
          <cx:pt idx="17796">First_Product_Purchased</cx:pt>
          <cx:pt idx="17797">First_Product_Purchased</cx:pt>
          <cx:pt idx="17798">First_Product_Purchased</cx:pt>
          <cx:pt idx="17799">First_Product_Purchased</cx:pt>
          <cx:pt idx="17800">First_Product_Purchased</cx:pt>
          <cx:pt idx="17801">First_Product_Purchased</cx:pt>
          <cx:pt idx="17802">First_Product_Purchased</cx:pt>
          <cx:pt idx="17803">First_Product_Purchased</cx:pt>
          <cx:pt idx="17804">First_Product_Purchased</cx:pt>
          <cx:pt idx="17805">First_Product_Purchased</cx:pt>
          <cx:pt idx="17806">First_Product_Purchased</cx:pt>
          <cx:pt idx="17807">First_Product_Purchased</cx:pt>
          <cx:pt idx="17808">First_Product_Purchased</cx:pt>
          <cx:pt idx="17809">First_Product_Purchased</cx:pt>
          <cx:pt idx="17810">First_Product_Purchased</cx:pt>
          <cx:pt idx="17811">First_Product_Purchased</cx:pt>
          <cx:pt idx="17812">First_Product_Purchased</cx:pt>
          <cx:pt idx="17813">First_Product_Purchased</cx:pt>
          <cx:pt idx="17814">First_Product_Purchased</cx:pt>
          <cx:pt idx="17815">First_Product_Purchased</cx:pt>
          <cx:pt idx="17816">First_Product_Purchased</cx:pt>
          <cx:pt idx="17817">First_Product_Purchased</cx:pt>
          <cx:pt idx="17818">First_Product_Purchased</cx:pt>
          <cx:pt idx="17819">First_Product_Purchased</cx:pt>
          <cx:pt idx="17820">First_Product_Purchased</cx:pt>
          <cx:pt idx="17821">First_Product_Purchased</cx:pt>
          <cx:pt idx="17822">First_Product_Purchased</cx:pt>
          <cx:pt idx="17823">First_Product_Purchased</cx:pt>
          <cx:pt idx="17824">First_Product_Purchased</cx:pt>
          <cx:pt idx="17825">First_Product_Purchased</cx:pt>
          <cx:pt idx="17826">First_Product_Purchased</cx:pt>
          <cx:pt idx="17827">First_Product_Purchased</cx:pt>
          <cx:pt idx="17828">First_Product_Purchased</cx:pt>
          <cx:pt idx="17829">First_Product_Purchased</cx:pt>
          <cx:pt idx="17830">First_Product_Purchased</cx:pt>
          <cx:pt idx="17831">First_Product_Purchased</cx:pt>
          <cx:pt idx="17832">First_Product_Purchased</cx:pt>
          <cx:pt idx="17833">First_Product_Purchased</cx:pt>
          <cx:pt idx="17834">First_Product_Purchased</cx:pt>
          <cx:pt idx="17835">First_Product_Purchased</cx:pt>
          <cx:pt idx="17836">First_Product_Purchased</cx:pt>
          <cx:pt idx="17837">Second_Product_Purchased</cx:pt>
          <cx:pt idx="17838">First_Product_Purchased</cx:pt>
          <cx:pt idx="17839">First_Product_Purchased</cx:pt>
          <cx:pt idx="17840">First_Product_Purchased</cx:pt>
          <cx:pt idx="17841">First_Product_Purchased</cx:pt>
          <cx:pt idx="17842">First_Product_Purchased</cx:pt>
          <cx:pt idx="17843">First_Product_Purchased</cx:pt>
          <cx:pt idx="17844">First_Product_Purchased</cx:pt>
          <cx:pt idx="17845">First_Product_Purchased</cx:pt>
          <cx:pt idx="17846">First_Product_Purchased</cx:pt>
          <cx:pt idx="17847">First_Product_Purchased</cx:pt>
          <cx:pt idx="17848">First_Product_Purchased</cx:pt>
          <cx:pt idx="17849">First_Product_Purchased</cx:pt>
          <cx:pt idx="17850">First_Product_Purchased</cx:pt>
          <cx:pt idx="17851">First_Product_Purchased</cx:pt>
          <cx:pt idx="17852">First_Product_Purchased</cx:pt>
          <cx:pt idx="17853">First_Product_Purchased</cx:pt>
          <cx:pt idx="17854">First_Product_Purchased</cx:pt>
          <cx:pt idx="17855">First_Product_Purchased</cx:pt>
          <cx:pt idx="17856">First_Product_Purchased</cx:pt>
          <cx:pt idx="17857">First_Product_Purchased</cx:pt>
          <cx:pt idx="17858">First_Product_Purchased</cx:pt>
          <cx:pt idx="17859">First_Product_Purchased</cx:pt>
          <cx:pt idx="17860">First_Product_Purchased</cx:pt>
          <cx:pt idx="17861">First_Product_Purchased</cx:pt>
          <cx:pt idx="17862">First_Product_Purchased</cx:pt>
          <cx:pt idx="17863">First_Product_Purchased</cx:pt>
          <cx:pt idx="17864">First_Product_Purchased</cx:pt>
          <cx:pt idx="17865">First_Product_Purchased</cx:pt>
          <cx:pt idx="17866">First_Product_Purchased</cx:pt>
          <cx:pt idx="17867">First_Product_Purchased</cx:pt>
          <cx:pt idx="17868">First_Product_Purchased</cx:pt>
          <cx:pt idx="17869">First_Product_Purchased</cx:pt>
          <cx:pt idx="17870">First_Product_Purchased</cx:pt>
          <cx:pt idx="17871">First_Product_Purchased</cx:pt>
          <cx:pt idx="17872">First_Product_Purchased</cx:pt>
          <cx:pt idx="17873">First_Product_Purchased</cx:pt>
          <cx:pt idx="17874">First_Product_Purchased</cx:pt>
          <cx:pt idx="17875">First_Product_Purchased</cx:pt>
          <cx:pt idx="17876">First_Product_Purchased</cx:pt>
          <cx:pt idx="17877">First_Product_Purchased</cx:pt>
          <cx:pt idx="17878">First_Product_Purchased</cx:pt>
          <cx:pt idx="17879">First_Product_Purchased</cx:pt>
          <cx:pt idx="17880">First_Product_Purchased</cx:pt>
          <cx:pt idx="17881">First_Product_Purchased</cx:pt>
          <cx:pt idx="17882">First_Product_Purchased</cx:pt>
          <cx:pt idx="17883">First_Product_Purchased</cx:pt>
          <cx:pt idx="17884">First_Product_Purchased</cx:pt>
          <cx:pt idx="17885">First_Product_Purchased</cx:pt>
          <cx:pt idx="17886">First_Product_Purchased</cx:pt>
          <cx:pt idx="17887">First_Product_Purchased</cx:pt>
          <cx:pt idx="17888">First_Product_Purchased</cx:pt>
          <cx:pt idx="17889">First_Product_Purchased</cx:pt>
          <cx:pt idx="17890">First_Product_Purchased</cx:pt>
          <cx:pt idx="17891">First_Product_Purchased</cx:pt>
          <cx:pt idx="17892">First_Product_Purchased</cx:pt>
          <cx:pt idx="17893">First_Product_Purchased</cx:pt>
          <cx:pt idx="17894">First_Product_Purchased</cx:pt>
          <cx:pt idx="17895">First_Product_Purchased</cx:pt>
          <cx:pt idx="17896">First_Product_Purchased</cx:pt>
          <cx:pt idx="17897">First_Product_Purchased</cx:pt>
          <cx:pt idx="17898">First_Product_Purchased</cx:pt>
          <cx:pt idx="17899">First_Product_Purchased</cx:pt>
          <cx:pt idx="17900">First_Product_Purchased</cx:pt>
          <cx:pt idx="17901">First_Product_Purchased</cx:pt>
          <cx:pt idx="17902">First_Product_Purchased</cx:pt>
          <cx:pt idx="17903">First_Product_Purchased</cx:pt>
          <cx:pt idx="17904">First_Product_Purchased</cx:pt>
          <cx:pt idx="17905">First_Product_Purchased</cx:pt>
          <cx:pt idx="17906">First_Product_Purchased</cx:pt>
          <cx:pt idx="17907">First_Product_Purchased</cx:pt>
          <cx:pt idx="17908">First_Product_Purchased</cx:pt>
          <cx:pt idx="17909">First_Product_Purchased</cx:pt>
          <cx:pt idx="17910">First_Product_Purchased</cx:pt>
          <cx:pt idx="17911">First_Product_Purchased</cx:pt>
          <cx:pt idx="17912">First_Product_Purchased</cx:pt>
          <cx:pt idx="17913">First_Product_Purchased</cx:pt>
          <cx:pt idx="17914">First_Product_Purchased</cx:pt>
          <cx:pt idx="17915">First_Product_Purchased</cx:pt>
          <cx:pt idx="17916">First_Product_Purchased</cx:pt>
          <cx:pt idx="17917">First_Product_Purchased</cx:pt>
          <cx:pt idx="17918">First_Product_Purchased</cx:pt>
          <cx:pt idx="17919">First_Product_Purchased</cx:pt>
          <cx:pt idx="17920">First_Product_Purchased</cx:pt>
          <cx:pt idx="17921">Second_Product_Purchased</cx:pt>
          <cx:pt idx="17922">First_Product_Purchased</cx:pt>
          <cx:pt idx="17923">First_Product_Purchased</cx:pt>
          <cx:pt idx="17924">First_Product_Purchased</cx:pt>
          <cx:pt idx="17925">First_Product_Purchased</cx:pt>
          <cx:pt idx="17926">First_Product_Purchased</cx:pt>
          <cx:pt idx="17927">First_Product_Purchased</cx:pt>
          <cx:pt idx="17928">First_Product_Purchased</cx:pt>
          <cx:pt idx="17929">First_Product_Purchased</cx:pt>
          <cx:pt idx="17930">First_Product_Purchased</cx:pt>
          <cx:pt idx="17931">First_Product_Purchased</cx:pt>
          <cx:pt idx="17932">First_Product_Purchased</cx:pt>
          <cx:pt idx="17933">First_Product_Purchased</cx:pt>
          <cx:pt idx="17934">First_Product_Purchased</cx:pt>
          <cx:pt idx="17935">First_Product_Purchased</cx:pt>
          <cx:pt idx="17936">First_Product_Purchased</cx:pt>
          <cx:pt idx="17937">First_Product_Purchased</cx:pt>
          <cx:pt idx="17938">First_Product_Purchased</cx:pt>
          <cx:pt idx="17939">First_Product_Purchased</cx:pt>
          <cx:pt idx="17940">First_Product_Purchased</cx:pt>
          <cx:pt idx="17941">First_Product_Purchased</cx:pt>
          <cx:pt idx="17942">First_Product_Purchased</cx:pt>
          <cx:pt idx="17943">First_Product_Purchased</cx:pt>
          <cx:pt idx="17944">First_Product_Purchased</cx:pt>
          <cx:pt idx="17945">First_Product_Purchased</cx:pt>
          <cx:pt idx="17946">First_Product_Purchased</cx:pt>
          <cx:pt idx="17947">First_Product_Purchased</cx:pt>
          <cx:pt idx="17948">First_Product_Purchased</cx:pt>
          <cx:pt idx="17949">First_Product_Purchased</cx:pt>
          <cx:pt idx="17950">First_Product_Purchased</cx:pt>
          <cx:pt idx="17951">First_Product_Purchased</cx:pt>
          <cx:pt idx="17952">First_Product_Purchased</cx:pt>
          <cx:pt idx="17953">First_Product_Purchased</cx:pt>
          <cx:pt idx="17954">First_Product_Purchased</cx:pt>
          <cx:pt idx="17955">First_Product_Purchased</cx:pt>
          <cx:pt idx="17956">First_Product_Purchased</cx:pt>
          <cx:pt idx="17957">First_Product_Purchased</cx:pt>
          <cx:pt idx="17958">First_Product_Purchased</cx:pt>
          <cx:pt idx="17959">First_Product_Purchased</cx:pt>
          <cx:pt idx="17960">First_Product_Purchased</cx:pt>
          <cx:pt idx="17961">First_Product_Purchased</cx:pt>
          <cx:pt idx="17962">Second_Product_Purchased</cx:pt>
          <cx:pt idx="17963">First_Product_Purchased</cx:pt>
          <cx:pt idx="17964">First_Product_Purchased</cx:pt>
          <cx:pt idx="17965">First_Product_Purchased</cx:pt>
          <cx:pt idx="17966">First_Product_Purchased</cx:pt>
          <cx:pt idx="17967">First_Product_Purchased</cx:pt>
          <cx:pt idx="17968">First_Product_Purchased</cx:pt>
          <cx:pt idx="17969">First_Product_Purchased</cx:pt>
          <cx:pt idx="17970">First_Product_Purchased</cx:pt>
          <cx:pt idx="17971">First_Product_Purchased</cx:pt>
          <cx:pt idx="17972">First_Product_Purchased</cx:pt>
          <cx:pt idx="17973">First_Product_Purchased</cx:pt>
          <cx:pt idx="17974">First_Product_Purchased</cx:pt>
          <cx:pt idx="17975">First_Product_Purchased</cx:pt>
          <cx:pt idx="17976">First_Product_Purchased</cx:pt>
          <cx:pt idx="17977">First_Product_Purchased</cx:pt>
          <cx:pt idx="17978">First_Product_Purchased</cx:pt>
          <cx:pt idx="17979">First_Product_Purchased</cx:pt>
          <cx:pt idx="17980">First_Product_Purchased</cx:pt>
          <cx:pt idx="17981">First_Product_Purchased</cx:pt>
          <cx:pt idx="17982">First_Product_Purchased</cx:pt>
          <cx:pt idx="17983">First_Product_Purchased</cx:pt>
          <cx:pt idx="17984">First_Product_Purchased</cx:pt>
          <cx:pt idx="17985">First_Product_Purchased</cx:pt>
          <cx:pt idx="17986">First_Product_Purchased</cx:pt>
          <cx:pt idx="17987">First_Product_Purchased</cx:pt>
          <cx:pt idx="17988">First_Product_Purchased</cx:pt>
          <cx:pt idx="17989">First_Product_Purchased</cx:pt>
          <cx:pt idx="17990">First_Product_Purchased</cx:pt>
          <cx:pt idx="17991">First_Product_Purchased</cx:pt>
          <cx:pt idx="17992">First_Product_Purchased</cx:pt>
          <cx:pt idx="17993">First_Product_Purchased</cx:pt>
          <cx:pt idx="17994">First_Product_Purchased</cx:pt>
          <cx:pt idx="17995">First_Product_Purchased</cx:pt>
          <cx:pt idx="17996">First_Product_Purchased</cx:pt>
          <cx:pt idx="17997">First_Product_Purchased</cx:pt>
          <cx:pt idx="17998">First_Product_Purchased</cx:pt>
          <cx:pt idx="17999">First_Product_Purchased</cx:pt>
          <cx:pt idx="18000">First_Product_Purchased</cx:pt>
          <cx:pt idx="18001">First_Product_Purchased</cx:pt>
          <cx:pt idx="18002">First_Product_Purchased</cx:pt>
          <cx:pt idx="18003">First_Product_Purchased</cx:pt>
          <cx:pt idx="18004">First_Product_Purchased</cx:pt>
          <cx:pt idx="18005">First_Product_Purchased</cx:pt>
          <cx:pt idx="18006">First_Product_Purchased</cx:pt>
          <cx:pt idx="18007">First_Product_Purchased</cx:pt>
          <cx:pt idx="18008">First_Product_Purchased</cx:pt>
          <cx:pt idx="18009">First_Product_Purchased</cx:pt>
          <cx:pt idx="18010">First_Product_Purchased</cx:pt>
          <cx:pt idx="18011">First_Product_Purchased</cx:pt>
          <cx:pt idx="18012">First_Product_Purchased</cx:pt>
          <cx:pt idx="18013">First_Product_Purchased</cx:pt>
          <cx:pt idx="18014">First_Product_Purchased</cx:pt>
          <cx:pt idx="18015">First_Product_Purchased</cx:pt>
          <cx:pt idx="18016">First_Product_Purchased</cx:pt>
          <cx:pt idx="18017">First_Product_Purchased</cx:pt>
          <cx:pt idx="18018">First_Product_Purchased</cx:pt>
          <cx:pt idx="18019">First_Product_Purchased</cx:pt>
          <cx:pt idx="18020">First_Product_Purchased</cx:pt>
          <cx:pt idx="18021">First_Product_Purchased</cx:pt>
          <cx:pt idx="18022">First_Product_Purchased</cx:pt>
          <cx:pt idx="18023">First_Product_Purchased</cx:pt>
          <cx:pt idx="18024">First_Product_Purchased</cx:pt>
          <cx:pt idx="18025">First_Product_Purchased</cx:pt>
          <cx:pt idx="18026">First_Product_Purchased</cx:pt>
          <cx:pt idx="18027">First_Product_Purchased</cx:pt>
          <cx:pt idx="18028">First_Product_Purchased</cx:pt>
          <cx:pt idx="18029">First_Product_Purchased</cx:pt>
          <cx:pt idx="18030">First_Product_Purchased</cx:pt>
          <cx:pt idx="18031">First_Product_Purchased</cx:pt>
          <cx:pt idx="18032">First_Product_Purchased</cx:pt>
          <cx:pt idx="18033">First_Product_Purchased</cx:pt>
          <cx:pt idx="18034">First_Product_Purchased</cx:pt>
          <cx:pt idx="18035">First_Product_Purchased</cx:pt>
          <cx:pt idx="18036">First_Product_Purchased</cx:pt>
          <cx:pt idx="18037">First_Product_Purchased</cx:pt>
          <cx:pt idx="18038">First_Product_Purchased</cx:pt>
          <cx:pt idx="18039">First_Product_Purchased</cx:pt>
          <cx:pt idx="18040">First_Product_Purchased</cx:pt>
          <cx:pt idx="18041">First_Product_Purchased</cx:pt>
          <cx:pt idx="18042">First_Product_Purchased</cx:pt>
          <cx:pt idx="18043">First_Product_Purchased</cx:pt>
          <cx:pt idx="18044">First_Product_Purchased</cx:pt>
          <cx:pt idx="18045">First_Product_Purchased</cx:pt>
          <cx:pt idx="18046">First_Product_Purchased</cx:pt>
          <cx:pt idx="18047">First_Product_Purchased</cx:pt>
          <cx:pt idx="18048">First_Product_Purchased</cx:pt>
          <cx:pt idx="18049">First_Product_Purchased</cx:pt>
          <cx:pt idx="18050">First_Product_Purchased</cx:pt>
          <cx:pt idx="18051">First_Product_Purchased</cx:pt>
          <cx:pt idx="18052">First_Product_Purchased</cx:pt>
          <cx:pt idx="18053">First_Product_Purchased</cx:pt>
          <cx:pt idx="18054">First_Product_Purchased</cx:pt>
          <cx:pt idx="18055">First_Product_Purchased</cx:pt>
          <cx:pt idx="18056">First_Product_Purchased</cx:pt>
          <cx:pt idx="18057">First_Product_Purchased</cx:pt>
          <cx:pt idx="18058">First_Product_Purchased</cx:pt>
          <cx:pt idx="18059">First_Product_Purchased</cx:pt>
          <cx:pt idx="18060">First_Product_Purchased</cx:pt>
          <cx:pt idx="18061">First_Product_Purchased</cx:pt>
          <cx:pt idx="18062">First_Product_Purchased</cx:pt>
          <cx:pt idx="18063">First_Product_Purchased</cx:pt>
          <cx:pt idx="18064">First_Product_Purchased</cx:pt>
          <cx:pt idx="18065">First_Product_Purchased</cx:pt>
          <cx:pt idx="18066">First_Product_Purchased</cx:pt>
          <cx:pt idx="18067">First_Product_Purchased</cx:pt>
          <cx:pt idx="18068">First_Product_Purchased</cx:pt>
          <cx:pt idx="18069">First_Product_Purchased</cx:pt>
          <cx:pt idx="18070">First_Product_Purchased</cx:pt>
          <cx:pt idx="18071">First_Product_Purchased</cx:pt>
          <cx:pt idx="18072">First_Product_Purchased</cx:pt>
          <cx:pt idx="18073">First_Product_Purchased</cx:pt>
          <cx:pt idx="18074">First_Product_Purchased</cx:pt>
          <cx:pt idx="18075">First_Product_Purchased</cx:pt>
          <cx:pt idx="18076">First_Product_Purchased</cx:pt>
          <cx:pt idx="18077">First_Product_Purchased</cx:pt>
          <cx:pt idx="18078">First_Product_Purchased</cx:pt>
          <cx:pt idx="18079">First_Product_Purchased</cx:pt>
          <cx:pt idx="18080">First_Product_Purchased</cx:pt>
          <cx:pt idx="18081">First_Product_Purchased</cx:pt>
          <cx:pt idx="18082">First_Product_Purchased</cx:pt>
          <cx:pt idx="18083">First_Product_Purchased</cx:pt>
          <cx:pt idx="18084">First_Product_Purchased</cx:pt>
          <cx:pt idx="18085">First_Product_Purchased</cx:pt>
          <cx:pt idx="18086">First_Product_Purchased</cx:pt>
          <cx:pt idx="18087">First_Product_Purchased</cx:pt>
          <cx:pt idx="18088">First_Product_Purchased</cx:pt>
          <cx:pt idx="18089">First_Product_Purchased</cx:pt>
          <cx:pt idx="18090">First_Product_Purchased</cx:pt>
          <cx:pt idx="18091">First_Product_Purchased</cx:pt>
          <cx:pt idx="18092">First_Product_Purchased</cx:pt>
          <cx:pt idx="18093">First_Product_Purchased</cx:pt>
          <cx:pt idx="18094">First_Product_Purchased</cx:pt>
          <cx:pt idx="18095">First_Product_Purchased</cx:pt>
          <cx:pt idx="18096">First_Product_Purchased</cx:pt>
          <cx:pt idx="18097">First_Product_Purchased</cx:pt>
          <cx:pt idx="18098">First_Product_Purchased</cx:pt>
          <cx:pt idx="18099">First_Product_Purchased</cx:pt>
          <cx:pt idx="18100">First_Product_Purchased</cx:pt>
          <cx:pt idx="18101">First_Product_Purchased</cx:pt>
          <cx:pt idx="18102">First_Product_Purchased</cx:pt>
          <cx:pt idx="18103">First_Product_Purchased</cx:pt>
          <cx:pt idx="18104">First_Product_Purchased</cx:pt>
          <cx:pt idx="18105">First_Product_Purchased</cx:pt>
          <cx:pt idx="18106">First_Product_Purchased</cx:pt>
          <cx:pt idx="18107">First_Product_Purchased</cx:pt>
          <cx:pt idx="18108">First_Product_Purchased</cx:pt>
          <cx:pt idx="18109">First_Product_Purchased</cx:pt>
          <cx:pt idx="18110">First_Product_Purchased</cx:pt>
          <cx:pt idx="18111">First_Product_Purchased</cx:pt>
          <cx:pt idx="18112">First_Product_Purchased</cx:pt>
          <cx:pt idx="18113">First_Product_Purchased</cx:pt>
          <cx:pt idx="18114">First_Product_Purchased</cx:pt>
          <cx:pt idx="18115">First_Product_Purchased</cx:pt>
          <cx:pt idx="18116">First_Product_Purchased</cx:pt>
          <cx:pt idx="18117">First_Product_Purchased</cx:pt>
          <cx:pt idx="18118">First_Product_Purchased</cx:pt>
          <cx:pt idx="18119">First_Product_Purchased</cx:pt>
          <cx:pt idx="18120">First_Product_Purchased</cx:pt>
          <cx:pt idx="18121">First_Product_Purchased</cx:pt>
          <cx:pt idx="18122">Second_Product_Purchased</cx:pt>
          <cx:pt idx="18123">First_Product_Purchased</cx:pt>
          <cx:pt idx="18124">First_Product_Purchased</cx:pt>
          <cx:pt idx="18125">First_Product_Purchased</cx:pt>
          <cx:pt idx="18126">First_Product_Purchased</cx:pt>
          <cx:pt idx="18127">First_Product_Purchased</cx:pt>
          <cx:pt idx="18128">First_Product_Purchased</cx:pt>
          <cx:pt idx="18129">First_Product_Purchased</cx:pt>
          <cx:pt idx="18130">First_Product_Purchased</cx:pt>
          <cx:pt idx="18131">First_Product_Purchased</cx:pt>
          <cx:pt idx="18132">First_Product_Purchased</cx:pt>
          <cx:pt idx="18133">First_Product_Purchased</cx:pt>
          <cx:pt idx="18134">First_Product_Purchased</cx:pt>
          <cx:pt idx="18135">First_Product_Purchased</cx:pt>
          <cx:pt idx="18136">Second_Product_Purchased</cx:pt>
          <cx:pt idx="18137">First_Product_Purchased</cx:pt>
          <cx:pt idx="18138">First_Product_Purchased</cx:pt>
          <cx:pt idx="18139">First_Product_Purchased</cx:pt>
          <cx:pt idx="18140">First_Product_Purchased</cx:pt>
          <cx:pt idx="18141">First_Product_Purchased</cx:pt>
          <cx:pt idx="18142">First_Product_Purchased</cx:pt>
          <cx:pt idx="18143">First_Product_Purchased</cx:pt>
          <cx:pt idx="18144">First_Product_Purchased</cx:pt>
          <cx:pt idx="18145">First_Product_Purchased</cx:pt>
          <cx:pt idx="18146">First_Product_Purchased</cx:pt>
          <cx:pt idx="18147">First_Product_Purchased</cx:pt>
          <cx:pt idx="18148">First_Product_Purchased</cx:pt>
          <cx:pt idx="18149">First_Product_Purchased</cx:pt>
          <cx:pt idx="18150">First_Product_Purchased</cx:pt>
          <cx:pt idx="18151">First_Product_Purchased</cx:pt>
          <cx:pt idx="18152">First_Product_Purchased</cx:pt>
          <cx:pt idx="18153">First_Product_Purchased</cx:pt>
          <cx:pt idx="18154">First_Product_Purchased</cx:pt>
          <cx:pt idx="18155">First_Product_Purchased</cx:pt>
          <cx:pt idx="18156">First_Product_Purchased</cx:pt>
          <cx:pt idx="18157">First_Product_Purchased</cx:pt>
          <cx:pt idx="18158">First_Product_Purchased</cx:pt>
          <cx:pt idx="18159">First_Product_Purchased</cx:pt>
          <cx:pt idx="18160">First_Product_Purchased</cx:pt>
          <cx:pt idx="18161">First_Product_Purchased</cx:pt>
          <cx:pt idx="18162">First_Product_Purchased</cx:pt>
          <cx:pt idx="18163">First_Product_Purchased</cx:pt>
          <cx:pt idx="18164">First_Product_Purchased</cx:pt>
          <cx:pt idx="18165">First_Product_Purchased</cx:pt>
          <cx:pt idx="18166">First_Product_Purchased</cx:pt>
          <cx:pt idx="18167">First_Product_Purchased</cx:pt>
          <cx:pt idx="18168">First_Product_Purchased</cx:pt>
          <cx:pt idx="18169">First_Product_Purchased</cx:pt>
          <cx:pt idx="18170">First_Product_Purchased</cx:pt>
          <cx:pt idx="18171">First_Product_Purchased</cx:pt>
          <cx:pt idx="18172">First_Product_Purchased</cx:pt>
          <cx:pt idx="18173">First_Product_Purchased</cx:pt>
          <cx:pt idx="18174">First_Product_Purchased</cx:pt>
          <cx:pt idx="18175">First_Product_Purchased</cx:pt>
          <cx:pt idx="18176">First_Product_Purchased</cx:pt>
          <cx:pt idx="18177">First_Product_Purchased</cx:pt>
          <cx:pt idx="18178">First_Product_Purchased</cx:pt>
          <cx:pt idx="18179">First_Product_Purchased</cx:pt>
          <cx:pt idx="18180">First_Product_Purchased</cx:pt>
          <cx:pt idx="18181">First_Product_Purchased</cx:pt>
          <cx:pt idx="18182">First_Product_Purchased</cx:pt>
          <cx:pt idx="18183">First_Product_Purchased</cx:pt>
          <cx:pt idx="18184">First_Product_Purchased</cx:pt>
          <cx:pt idx="18185">First_Product_Purchased</cx:pt>
          <cx:pt idx="18186">First_Product_Purchased</cx:pt>
          <cx:pt idx="18187">First_Product_Purchased</cx:pt>
          <cx:pt idx="18188">First_Product_Purchased</cx:pt>
          <cx:pt idx="18189">First_Product_Purchased</cx:pt>
          <cx:pt idx="18190">Second_Product_Purchased</cx:pt>
          <cx:pt idx="18191">First_Product_Purchased</cx:pt>
          <cx:pt idx="18192">First_Product_Purchased</cx:pt>
          <cx:pt idx="18193">First_Product_Purchased</cx:pt>
          <cx:pt idx="18194">First_Product_Purchased</cx:pt>
          <cx:pt idx="18195">First_Product_Purchased</cx:pt>
          <cx:pt idx="18196">First_Product_Purchased</cx:pt>
          <cx:pt idx="18197">First_Product_Purchased</cx:pt>
          <cx:pt idx="18198">Second_Product_Purchased</cx:pt>
          <cx:pt idx="18199">First_Product_Purchased</cx:pt>
          <cx:pt idx="18200">First_Product_Purchased</cx:pt>
          <cx:pt idx="18201">First_Product_Purchased</cx:pt>
          <cx:pt idx="18202">First_Product_Purchased</cx:pt>
          <cx:pt idx="18203">First_Product_Purchased</cx:pt>
          <cx:pt idx="18204">First_Product_Purchased</cx:pt>
          <cx:pt idx="18205">First_Product_Purchased</cx:pt>
          <cx:pt idx="18206">Second_Product_Purchased</cx:pt>
          <cx:pt idx="18207">First_Product_Purchased</cx:pt>
          <cx:pt idx="18208">First_Product_Purchased</cx:pt>
          <cx:pt idx="18209">First_Product_Purchased</cx:pt>
          <cx:pt idx="18210">First_Product_Purchased</cx:pt>
          <cx:pt idx="18211">First_Product_Purchased</cx:pt>
          <cx:pt idx="18212">First_Product_Purchased</cx:pt>
          <cx:pt idx="18213">First_Product_Purchased</cx:pt>
          <cx:pt idx="18214">First_Product_Purchased</cx:pt>
          <cx:pt idx="18215">First_Product_Purchased</cx:pt>
          <cx:pt idx="18216">First_Product_Purchased</cx:pt>
          <cx:pt idx="18217">First_Product_Purchased</cx:pt>
          <cx:pt idx="18218">First_Product_Purchased</cx:pt>
          <cx:pt idx="18219">First_Product_Purchased</cx:pt>
          <cx:pt idx="18220">First_Product_Purchased</cx:pt>
          <cx:pt idx="18221">First_Product_Purchased</cx:pt>
          <cx:pt idx="18222">First_Product_Purchased</cx:pt>
          <cx:pt idx="18223">First_Product_Purchased</cx:pt>
          <cx:pt idx="18224">First_Product_Purchased</cx:pt>
          <cx:pt idx="18225">First_Product_Purchased</cx:pt>
          <cx:pt idx="18226">First_Product_Purchased</cx:pt>
          <cx:pt idx="18227">First_Product_Purchased</cx:pt>
          <cx:pt idx="18228">First_Product_Purchased</cx:pt>
          <cx:pt idx="18229">First_Product_Purchased</cx:pt>
          <cx:pt idx="18230">First_Product_Purchased</cx:pt>
          <cx:pt idx="18231">First_Product_Purchased</cx:pt>
          <cx:pt idx="18232">First_Product_Purchased</cx:pt>
          <cx:pt idx="18233">First_Product_Purchased</cx:pt>
          <cx:pt idx="18234">First_Product_Purchased</cx:pt>
          <cx:pt idx="18235">First_Product_Purchased</cx:pt>
          <cx:pt idx="18236">First_Product_Purchased</cx:pt>
          <cx:pt idx="18237">First_Product_Purchased</cx:pt>
          <cx:pt idx="18238">First_Product_Purchased</cx:pt>
          <cx:pt idx="18239">First_Product_Purchased</cx:pt>
          <cx:pt idx="18240">First_Product_Purchased</cx:pt>
          <cx:pt idx="18241">First_Product_Purchased</cx:pt>
          <cx:pt idx="18242">First_Product_Purchased</cx:pt>
          <cx:pt idx="18243">First_Product_Purchased</cx:pt>
          <cx:pt idx="18244">First_Product_Purchased</cx:pt>
          <cx:pt idx="18245">First_Product_Purchased</cx:pt>
          <cx:pt idx="18246">First_Product_Purchased</cx:pt>
          <cx:pt idx="18247">First_Product_Purchased</cx:pt>
          <cx:pt idx="18248">First_Product_Purchased</cx:pt>
          <cx:pt idx="18249">First_Product_Purchased</cx:pt>
          <cx:pt idx="18250">First_Product_Purchased</cx:pt>
          <cx:pt idx="18251">First_Product_Purchased</cx:pt>
          <cx:pt idx="18252">First_Product_Purchased</cx:pt>
          <cx:pt idx="18253">First_Product_Purchased</cx:pt>
          <cx:pt idx="18254">First_Product_Purchased</cx:pt>
          <cx:pt idx="18255">First_Product_Purchased</cx:pt>
          <cx:pt idx="18256">First_Product_Purchased</cx:pt>
          <cx:pt idx="18257">First_Product_Purchased</cx:pt>
          <cx:pt idx="18258">First_Product_Purchased</cx:pt>
          <cx:pt idx="18259">First_Product_Purchased</cx:pt>
          <cx:pt idx="18260">Second_Product_Purchased</cx:pt>
          <cx:pt idx="18261">First_Product_Purchased</cx:pt>
          <cx:pt idx="18262">First_Product_Purchased</cx:pt>
          <cx:pt idx="18263">First_Product_Purchased</cx:pt>
          <cx:pt idx="18264">First_Product_Purchased</cx:pt>
          <cx:pt idx="18265">First_Product_Purchased</cx:pt>
          <cx:pt idx="18266">First_Product_Purchased</cx:pt>
          <cx:pt idx="18267">First_Product_Purchased</cx:pt>
          <cx:pt idx="18268">First_Product_Purchased</cx:pt>
          <cx:pt idx="18269">First_Product_Purchased</cx:pt>
          <cx:pt idx="18270">First_Product_Purchased</cx:pt>
          <cx:pt idx="18271">First_Product_Purchased</cx:pt>
          <cx:pt idx="18272">First_Product_Purchased</cx:pt>
          <cx:pt idx="18273">First_Product_Purchased</cx:pt>
          <cx:pt idx="18274">First_Product_Purchased</cx:pt>
          <cx:pt idx="18275">First_Product_Purchased</cx:pt>
          <cx:pt idx="18276">First_Product_Purchased</cx:pt>
          <cx:pt idx="18277">First_Product_Purchased</cx:pt>
          <cx:pt idx="18278">First_Product_Purchased</cx:pt>
          <cx:pt idx="18279">First_Product_Purchased</cx:pt>
          <cx:pt idx="18280">First_Product_Purchased</cx:pt>
          <cx:pt idx="18281">First_Product_Purchased</cx:pt>
          <cx:pt idx="18282">First_Product_Purchased</cx:pt>
          <cx:pt idx="18283">First_Product_Purchased</cx:pt>
          <cx:pt idx="18284">First_Product_Purchased</cx:pt>
          <cx:pt idx="18285">First_Product_Purchased</cx:pt>
          <cx:pt idx="18286">First_Product_Purchased</cx:pt>
          <cx:pt idx="18287">First_Product_Purchased</cx:pt>
          <cx:pt idx="18288">First_Product_Purchased</cx:pt>
          <cx:pt idx="18289">First_Product_Purchased</cx:pt>
          <cx:pt idx="18290">First_Product_Purchased</cx:pt>
          <cx:pt idx="18291">First_Product_Purchased</cx:pt>
          <cx:pt idx="18292">First_Product_Purchased</cx:pt>
          <cx:pt idx="18293">First_Product_Purchased</cx:pt>
          <cx:pt idx="18294">First_Product_Purchased</cx:pt>
          <cx:pt idx="18295">First_Product_Purchased</cx:pt>
          <cx:pt idx="18296">First_Product_Purchased</cx:pt>
          <cx:pt idx="18297">First_Product_Purchased</cx:pt>
          <cx:pt idx="18298">First_Product_Purchased</cx:pt>
          <cx:pt idx="18299">First_Product_Purchased</cx:pt>
          <cx:pt idx="18300">First_Product_Purchased</cx:pt>
          <cx:pt idx="18301">First_Product_Purchased</cx:pt>
          <cx:pt idx="18302">First_Product_Purchased</cx:pt>
          <cx:pt idx="18303">First_Product_Purchased</cx:pt>
          <cx:pt idx="18304">First_Product_Purchased</cx:pt>
          <cx:pt idx="18305">First_Product_Purchased</cx:pt>
          <cx:pt idx="18306">First_Product_Purchased</cx:pt>
          <cx:pt idx="18307">First_Product_Purchased</cx:pt>
          <cx:pt idx="18308">First_Product_Purchased</cx:pt>
          <cx:pt idx="18309">First_Product_Purchased</cx:pt>
          <cx:pt idx="18310">First_Product_Purchased</cx:pt>
          <cx:pt idx="18311">First_Product_Purchased</cx:pt>
          <cx:pt idx="18312">First_Product_Purchased</cx:pt>
          <cx:pt idx="18313">First_Product_Purchased</cx:pt>
          <cx:pt idx="18314">First_Product_Purchased</cx:pt>
          <cx:pt idx="18315">First_Product_Purchased</cx:pt>
          <cx:pt idx="18316">First_Product_Purchased</cx:pt>
          <cx:pt idx="18317">First_Product_Purchased</cx:pt>
          <cx:pt idx="18318">First_Product_Purchased</cx:pt>
          <cx:pt idx="18319">First_Product_Purchased</cx:pt>
          <cx:pt idx="18320">First_Product_Purchased</cx:pt>
          <cx:pt idx="18321">First_Product_Purchased</cx:pt>
          <cx:pt idx="18322">First_Product_Purchased</cx:pt>
          <cx:pt idx="18323">First_Product_Purchased</cx:pt>
          <cx:pt idx="18324">Second_Product_Purchased</cx:pt>
          <cx:pt idx="18325">Second_Product_Purchased</cx:pt>
          <cx:pt idx="18326">First_Product_Purchased</cx:pt>
          <cx:pt idx="18327">First_Product_Purchased</cx:pt>
          <cx:pt idx="18328">First_Product_Purchased</cx:pt>
          <cx:pt idx="18329">First_Product_Purchased</cx:pt>
          <cx:pt idx="18330">First_Product_Purchased</cx:pt>
          <cx:pt idx="18331">First_Product_Purchased</cx:pt>
          <cx:pt idx="18332">First_Product_Purchased</cx:pt>
          <cx:pt idx="18333">First_Product_Purchased</cx:pt>
          <cx:pt idx="18334">First_Product_Purchased</cx:pt>
          <cx:pt idx="18335">First_Product_Purchased</cx:pt>
          <cx:pt idx="18336">First_Product_Purchased</cx:pt>
          <cx:pt idx="18337">First_Product_Purchased</cx:pt>
          <cx:pt idx="18338">First_Product_Purchased</cx:pt>
          <cx:pt idx="18339">First_Product_Purchased</cx:pt>
          <cx:pt idx="18340">First_Product_Purchased</cx:pt>
          <cx:pt idx="18341">First_Product_Purchased</cx:pt>
          <cx:pt idx="18342">First_Product_Purchased</cx:pt>
          <cx:pt idx="18343">First_Product_Purchased</cx:pt>
          <cx:pt idx="18344">First_Product_Purchased</cx:pt>
          <cx:pt idx="18345">First_Product_Purchased</cx:pt>
          <cx:pt idx="18346">First_Product_Purchased</cx:pt>
          <cx:pt idx="18347">First_Product_Purchased</cx:pt>
          <cx:pt idx="18348">First_Product_Purchased</cx:pt>
          <cx:pt idx="18349">First_Product_Purchased</cx:pt>
          <cx:pt idx="18350">First_Product_Purchased</cx:pt>
          <cx:pt idx="18351">First_Product_Purchased</cx:pt>
          <cx:pt idx="18352">First_Product_Purchased</cx:pt>
          <cx:pt idx="18353">First_Product_Purchased</cx:pt>
          <cx:pt idx="18354">First_Product_Purchased</cx:pt>
          <cx:pt idx="18355">First_Product_Purchased</cx:pt>
          <cx:pt idx="18356">First_Product_Purchased</cx:pt>
          <cx:pt idx="18357">First_Product_Purchased</cx:pt>
          <cx:pt idx="18358">First_Product_Purchased</cx:pt>
          <cx:pt idx="18359">First_Product_Purchased</cx:pt>
          <cx:pt idx="18360">First_Product_Purchased</cx:pt>
          <cx:pt idx="18361">First_Product_Purchased</cx:pt>
          <cx:pt idx="18362">First_Product_Purchased</cx:pt>
          <cx:pt idx="18363">First_Product_Purchased</cx:pt>
          <cx:pt idx="18364">First_Product_Purchased</cx:pt>
          <cx:pt idx="18365">First_Product_Purchased</cx:pt>
          <cx:pt idx="18366">First_Product_Purchased</cx:pt>
          <cx:pt idx="18367">First_Product_Purchased</cx:pt>
          <cx:pt idx="18368">First_Product_Purchased</cx:pt>
          <cx:pt idx="18369">First_Product_Purchased</cx:pt>
          <cx:pt idx="18370">First_Product_Purchased</cx:pt>
          <cx:pt idx="18371">First_Product_Purchased</cx:pt>
          <cx:pt idx="18372">First_Product_Purchased</cx:pt>
          <cx:pt idx="18373">First_Product_Purchased</cx:pt>
          <cx:pt idx="18374">First_Product_Purchased</cx:pt>
          <cx:pt idx="18375">First_Product_Purchased</cx:pt>
          <cx:pt idx="18376">First_Product_Purchased</cx:pt>
          <cx:pt idx="18377">First_Product_Purchased</cx:pt>
          <cx:pt idx="18378">First_Product_Purchased</cx:pt>
          <cx:pt idx="18379">First_Product_Purchased</cx:pt>
          <cx:pt idx="18380">First_Product_Purchased</cx:pt>
          <cx:pt idx="18381">First_Product_Purchased</cx:pt>
          <cx:pt idx="18382">First_Product_Purchased</cx:pt>
          <cx:pt idx="18383">First_Product_Purchased</cx:pt>
          <cx:pt idx="18384">First_Product_Purchased</cx:pt>
          <cx:pt idx="18385">First_Product_Purchased</cx:pt>
          <cx:pt idx="18386">First_Product_Purchased</cx:pt>
          <cx:pt idx="18387">First_Product_Purchased</cx:pt>
          <cx:pt idx="18388">First_Product_Purchased</cx:pt>
          <cx:pt idx="18389">First_Product_Purchased</cx:pt>
          <cx:pt idx="18390">First_Product_Purchased</cx:pt>
          <cx:pt idx="18391">First_Product_Purchased</cx:pt>
          <cx:pt idx="18392">First_Product_Purchased</cx:pt>
          <cx:pt idx="18393">First_Product_Purchased</cx:pt>
          <cx:pt idx="18394">First_Product_Purchased</cx:pt>
          <cx:pt idx="18395">First_Product_Purchased</cx:pt>
          <cx:pt idx="18396">First_Product_Purchased</cx:pt>
          <cx:pt idx="18397">First_Product_Purchased</cx:pt>
          <cx:pt idx="18398">First_Product_Purchased</cx:pt>
          <cx:pt idx="18399">First_Product_Purchased</cx:pt>
          <cx:pt idx="18400">First_Product_Purchased</cx:pt>
          <cx:pt idx="18401">First_Product_Purchased</cx:pt>
          <cx:pt idx="18402">First_Product_Purchased</cx:pt>
          <cx:pt idx="18403">Second_Product_Purchased</cx:pt>
          <cx:pt idx="18404">First_Product_Purchased</cx:pt>
          <cx:pt idx="18405">First_Product_Purchased</cx:pt>
          <cx:pt idx="18406">First_Product_Purchased</cx:pt>
          <cx:pt idx="18407">First_Product_Purchased</cx:pt>
          <cx:pt idx="18408">First_Product_Purchased</cx:pt>
          <cx:pt idx="18409">First_Product_Purchased</cx:pt>
          <cx:pt idx="18410">First_Product_Purchased</cx:pt>
          <cx:pt idx="18411">First_Product_Purchased</cx:pt>
          <cx:pt idx="18412">First_Product_Purchased</cx:pt>
          <cx:pt idx="18413">First_Product_Purchased</cx:pt>
          <cx:pt idx="18414">First_Product_Purchased</cx:pt>
          <cx:pt idx="18415">First_Product_Purchased</cx:pt>
          <cx:pt idx="18416">First_Product_Purchased</cx:pt>
          <cx:pt idx="18417">First_Product_Purchased</cx:pt>
          <cx:pt idx="18418">First_Product_Purchased</cx:pt>
          <cx:pt idx="18419">First_Product_Purchased</cx:pt>
          <cx:pt idx="18420">First_Product_Purchased</cx:pt>
          <cx:pt idx="18421">First_Product_Purchased</cx:pt>
          <cx:pt idx="18422">First_Product_Purchased</cx:pt>
          <cx:pt idx="18423">First_Product_Purchased</cx:pt>
          <cx:pt idx="18424">First_Product_Purchased</cx:pt>
          <cx:pt idx="18425">First_Product_Purchased</cx:pt>
          <cx:pt idx="18426">First_Product_Purchased</cx:pt>
          <cx:pt idx="18427">First_Product_Purchased</cx:pt>
          <cx:pt idx="18428">First_Product_Purchased</cx:pt>
          <cx:pt idx="18429">First_Product_Purchased</cx:pt>
          <cx:pt idx="18430">First_Product_Purchased</cx:pt>
          <cx:pt idx="18431">First_Product_Purchased</cx:pt>
          <cx:pt idx="18432">First_Product_Purchased</cx:pt>
          <cx:pt idx="18433">First_Product_Purchased</cx:pt>
          <cx:pt idx="18434">First_Product_Purchased</cx:pt>
          <cx:pt idx="18435">First_Product_Purchased</cx:pt>
          <cx:pt idx="18436">First_Product_Purchased</cx:pt>
          <cx:pt idx="18437">First_Product_Purchased</cx:pt>
          <cx:pt idx="18438">First_Product_Purchased</cx:pt>
          <cx:pt idx="18439">First_Product_Purchased</cx:pt>
          <cx:pt idx="18440">Second_Product_Purchased</cx:pt>
          <cx:pt idx="18441">First_Product_Purchased</cx:pt>
          <cx:pt idx="18442">First_Product_Purchased</cx:pt>
          <cx:pt idx="18443">First_Product_Purchased</cx:pt>
          <cx:pt idx="18444">First_Product_Purchased</cx:pt>
          <cx:pt idx="18445">First_Product_Purchased</cx:pt>
          <cx:pt idx="18446">First_Product_Purchased</cx:pt>
          <cx:pt idx="18447">First_Product_Purchased</cx:pt>
          <cx:pt idx="18448">First_Product_Purchased</cx:pt>
          <cx:pt idx="18449">First_Product_Purchased</cx:pt>
          <cx:pt idx="18450">First_Product_Purchased</cx:pt>
          <cx:pt idx="18451">First_Product_Purchased</cx:pt>
          <cx:pt idx="18452">First_Product_Purchased</cx:pt>
          <cx:pt idx="18453">First_Product_Purchased</cx:pt>
          <cx:pt idx="18454">First_Product_Purchased</cx:pt>
          <cx:pt idx="18455">First_Product_Purchased</cx:pt>
          <cx:pt idx="18456">First_Product_Purchased</cx:pt>
          <cx:pt idx="18457">First_Product_Purchased</cx:pt>
          <cx:pt idx="18458">First_Product_Purchased</cx:pt>
          <cx:pt idx="18459">First_Product_Purchased</cx:pt>
          <cx:pt idx="18460">First_Product_Purchased</cx:pt>
          <cx:pt idx="18461">First_Product_Purchased</cx:pt>
          <cx:pt idx="18462">First_Product_Purchased</cx:pt>
          <cx:pt idx="18463">First_Product_Purchased</cx:pt>
          <cx:pt idx="18464">First_Product_Purchased</cx:pt>
          <cx:pt idx="18465">First_Product_Purchased</cx:pt>
          <cx:pt idx="18466">First_Product_Purchased</cx:pt>
          <cx:pt idx="18467">First_Product_Purchased</cx:pt>
          <cx:pt idx="18468">First_Product_Purchased</cx:pt>
          <cx:pt idx="18469">First_Product_Purchased</cx:pt>
          <cx:pt idx="18470">First_Product_Purchased</cx:pt>
          <cx:pt idx="18471">First_Product_Purchased</cx:pt>
          <cx:pt idx="18472">First_Product_Purchased</cx:pt>
          <cx:pt idx="18473">First_Product_Purchased</cx:pt>
          <cx:pt idx="18474">First_Product_Purchased</cx:pt>
          <cx:pt idx="18475">First_Product_Purchased</cx:pt>
          <cx:pt idx="18476">First_Product_Purchased</cx:pt>
          <cx:pt idx="18477">First_Product_Purchased</cx:pt>
          <cx:pt idx="18478">First_Product_Purchased</cx:pt>
          <cx:pt idx="18479">First_Product_Purchased</cx:pt>
          <cx:pt idx="18480">First_Product_Purchased</cx:pt>
          <cx:pt idx="18481">First_Product_Purchased</cx:pt>
          <cx:pt idx="18482">First_Product_Purchased</cx:pt>
          <cx:pt idx="18483">First_Product_Purchased</cx:pt>
          <cx:pt idx="18484">First_Product_Purchased</cx:pt>
          <cx:pt idx="18485">First_Product_Purchased</cx:pt>
          <cx:pt idx="18486">First_Product_Purchased</cx:pt>
          <cx:pt idx="18487">First_Product_Purchased</cx:pt>
          <cx:pt idx="18488">First_Product_Purchased</cx:pt>
          <cx:pt idx="18489">First_Product_Purchased</cx:pt>
          <cx:pt idx="18490">First_Product_Purchased</cx:pt>
          <cx:pt idx="18491">First_Product_Purchased</cx:pt>
          <cx:pt idx="18492">First_Product_Purchased</cx:pt>
          <cx:pt idx="18493">First_Product_Purchased</cx:pt>
          <cx:pt idx="18494">First_Product_Purchased</cx:pt>
          <cx:pt idx="18495">First_Product_Purchased</cx:pt>
          <cx:pt idx="18496">First_Product_Purchased</cx:pt>
          <cx:pt idx="18497">First_Product_Purchased</cx:pt>
          <cx:pt idx="18498">First_Product_Purchased</cx:pt>
          <cx:pt idx="18499">First_Product_Purchased</cx:pt>
          <cx:pt idx="18500">First_Product_Purchased</cx:pt>
          <cx:pt idx="18501">First_Product_Purchased</cx:pt>
          <cx:pt idx="18502">First_Product_Purchased</cx:pt>
          <cx:pt idx="18503">First_Product_Purchased</cx:pt>
          <cx:pt idx="18504">First_Product_Purchased</cx:pt>
          <cx:pt idx="18505">First_Product_Purchased</cx:pt>
          <cx:pt idx="18506">First_Product_Purchased</cx:pt>
          <cx:pt idx="18507">First_Product_Purchased</cx:pt>
          <cx:pt idx="18508">First_Product_Purchased</cx:pt>
          <cx:pt idx="18509">First_Product_Purchased</cx:pt>
          <cx:pt idx="18510">First_Product_Purchased</cx:pt>
          <cx:pt idx="18511">First_Product_Purchased</cx:pt>
          <cx:pt idx="18512">First_Product_Purchased</cx:pt>
          <cx:pt idx="18513">First_Product_Purchased</cx:pt>
          <cx:pt idx="18514">First_Product_Purchased</cx:pt>
          <cx:pt idx="18515">First_Product_Purchased</cx:pt>
          <cx:pt idx="18516">First_Product_Purchased</cx:pt>
          <cx:pt idx="18517">First_Product_Purchased</cx:pt>
          <cx:pt idx="18518">First_Product_Purchased</cx:pt>
          <cx:pt idx="18519">First_Product_Purchased</cx:pt>
          <cx:pt idx="18520">First_Product_Purchased</cx:pt>
          <cx:pt idx="18521">First_Product_Purchased</cx:pt>
          <cx:pt idx="18522">First_Product_Purchased</cx:pt>
          <cx:pt idx="18523">First_Product_Purchased</cx:pt>
          <cx:pt idx="18524">First_Product_Purchased</cx:pt>
          <cx:pt idx="18525">First_Product_Purchased</cx:pt>
          <cx:pt idx="18526">First_Product_Purchased</cx:pt>
          <cx:pt idx="18527">First_Product_Purchased</cx:pt>
          <cx:pt idx="18528">First_Product_Purchased</cx:pt>
          <cx:pt idx="18529">First_Product_Purchased</cx:pt>
          <cx:pt idx="18530">First_Product_Purchased</cx:pt>
          <cx:pt idx="18531">First_Product_Purchased</cx:pt>
          <cx:pt idx="18532">First_Product_Purchased</cx:pt>
          <cx:pt idx="18533">First_Product_Purchased</cx:pt>
          <cx:pt idx="18534">First_Product_Purchased</cx:pt>
          <cx:pt idx="18535">First_Product_Purchased</cx:pt>
          <cx:pt idx="18536">First_Product_Purchased</cx:pt>
          <cx:pt idx="18537">First_Product_Purchased</cx:pt>
          <cx:pt idx="18538">First_Product_Purchased</cx:pt>
          <cx:pt idx="18539">First_Product_Purchased</cx:pt>
          <cx:pt idx="18540">First_Product_Purchased</cx:pt>
          <cx:pt idx="18541">First_Product_Purchased</cx:pt>
          <cx:pt idx="18542">First_Product_Purchased</cx:pt>
          <cx:pt idx="18543">First_Product_Purchased</cx:pt>
          <cx:pt idx="18544">First_Product_Purchased</cx:pt>
          <cx:pt idx="18545">First_Product_Purchased</cx:pt>
          <cx:pt idx="18546">First_Product_Purchased</cx:pt>
          <cx:pt idx="18547">First_Product_Purchased</cx:pt>
          <cx:pt idx="18548">First_Product_Purchased</cx:pt>
          <cx:pt idx="18549">Second_Product_Purchased</cx:pt>
          <cx:pt idx="18550">First_Product_Purchased</cx:pt>
          <cx:pt idx="18551">First_Product_Purchased</cx:pt>
          <cx:pt idx="18552">First_Product_Purchased</cx:pt>
          <cx:pt idx="18553">First_Product_Purchased</cx:pt>
          <cx:pt idx="18554">First_Product_Purchased</cx:pt>
          <cx:pt idx="18555">First_Product_Purchased</cx:pt>
          <cx:pt idx="18556">First_Product_Purchased</cx:pt>
          <cx:pt idx="18557">First_Product_Purchased</cx:pt>
          <cx:pt idx="18558">First_Product_Purchased</cx:pt>
          <cx:pt idx="18559">First_Product_Purchased</cx:pt>
          <cx:pt idx="18560">First_Product_Purchased</cx:pt>
          <cx:pt idx="18561">First_Product_Purchased</cx:pt>
          <cx:pt idx="18562">First_Product_Purchased</cx:pt>
          <cx:pt idx="18563">First_Product_Purchased</cx:pt>
          <cx:pt idx="18564">First_Product_Purchased</cx:pt>
          <cx:pt idx="18565">First_Product_Purchased</cx:pt>
          <cx:pt idx="18566">First_Product_Purchased</cx:pt>
          <cx:pt idx="18567">First_Product_Purchased</cx:pt>
          <cx:pt idx="18568">First_Product_Purchased</cx:pt>
          <cx:pt idx="18569">First_Product_Purchased</cx:pt>
          <cx:pt idx="18570">First_Product_Purchased</cx:pt>
          <cx:pt idx="18571">First_Product_Purchased</cx:pt>
          <cx:pt idx="18572">First_Product_Purchased</cx:pt>
          <cx:pt idx="18573">First_Product_Purchased</cx:pt>
          <cx:pt idx="18574">First_Product_Purchased</cx:pt>
          <cx:pt idx="18575">First_Product_Purchased</cx:pt>
          <cx:pt idx="18576">First_Product_Purchased</cx:pt>
          <cx:pt idx="18577">First_Product_Purchased</cx:pt>
          <cx:pt idx="18578">First_Product_Purchased</cx:pt>
          <cx:pt idx="18579">First_Product_Purchased</cx:pt>
          <cx:pt idx="18580">First_Product_Purchased</cx:pt>
          <cx:pt idx="18581">First_Product_Purchased</cx:pt>
          <cx:pt idx="18582">First_Product_Purchased</cx:pt>
          <cx:pt idx="18583">First_Product_Purchased</cx:pt>
          <cx:pt idx="18584">First_Product_Purchased</cx:pt>
          <cx:pt idx="18585">First_Product_Purchased</cx:pt>
          <cx:pt idx="18586">First_Product_Purchased</cx:pt>
          <cx:pt idx="18587">First_Product_Purchased</cx:pt>
          <cx:pt idx="18588">First_Product_Purchased</cx:pt>
          <cx:pt idx="18589">First_Product_Purchased</cx:pt>
          <cx:pt idx="18590">First_Product_Purchased</cx:pt>
          <cx:pt idx="18591">First_Product_Purchased</cx:pt>
          <cx:pt idx="18592">First_Product_Purchased</cx:pt>
          <cx:pt idx="18593">First_Product_Purchased</cx:pt>
          <cx:pt idx="18594">First_Product_Purchased</cx:pt>
          <cx:pt idx="18595">First_Product_Purchased</cx:pt>
          <cx:pt idx="18596">First_Product_Purchased</cx:pt>
          <cx:pt idx="18597">First_Product_Purchased</cx:pt>
          <cx:pt idx="18598">Second_Product_Purchased</cx:pt>
          <cx:pt idx="18599">First_Product_Purchased</cx:pt>
          <cx:pt idx="18600">First_Product_Purchased</cx:pt>
          <cx:pt idx="18601">First_Product_Purchased</cx:pt>
          <cx:pt idx="18602">First_Product_Purchased</cx:pt>
          <cx:pt idx="18603">First_Product_Purchased</cx:pt>
          <cx:pt idx="18604">First_Product_Purchased</cx:pt>
          <cx:pt idx="18605">First_Product_Purchased</cx:pt>
          <cx:pt idx="18606">First_Product_Purchased</cx:pt>
          <cx:pt idx="18607">First_Product_Purchased</cx:pt>
          <cx:pt idx="18608">First_Product_Purchased</cx:pt>
          <cx:pt idx="18609">First_Product_Purchased</cx:pt>
          <cx:pt idx="18610">First_Product_Purchased</cx:pt>
          <cx:pt idx="18611">Second_Product_Purchased</cx:pt>
          <cx:pt idx="18612">First_Product_Purchased</cx:pt>
          <cx:pt idx="18613">First_Product_Purchased</cx:pt>
          <cx:pt idx="18614">First_Product_Purchased</cx:pt>
          <cx:pt idx="18615">First_Product_Purchased</cx:pt>
          <cx:pt idx="18616">First_Product_Purchased</cx:pt>
          <cx:pt idx="18617">First_Product_Purchased</cx:pt>
          <cx:pt idx="18618">First_Product_Purchased</cx:pt>
          <cx:pt idx="18619">First_Product_Purchased</cx:pt>
          <cx:pt idx="18620">First_Product_Purchased</cx:pt>
          <cx:pt idx="18621">First_Product_Purchased</cx:pt>
          <cx:pt idx="18622">First_Product_Purchased</cx:pt>
          <cx:pt idx="18623">First_Product_Purchased</cx:pt>
          <cx:pt idx="18624">First_Product_Purchased</cx:pt>
          <cx:pt idx="18625">First_Product_Purchased</cx:pt>
          <cx:pt idx="18626">First_Product_Purchased</cx:pt>
          <cx:pt idx="18627">First_Product_Purchased</cx:pt>
          <cx:pt idx="18628">First_Product_Purchased</cx:pt>
          <cx:pt idx="18629">First_Product_Purchased</cx:pt>
          <cx:pt idx="18630">First_Product_Purchased</cx:pt>
          <cx:pt idx="18631">First_Product_Purchased</cx:pt>
          <cx:pt idx="18632">First_Product_Purchased</cx:pt>
          <cx:pt idx="18633">First_Product_Purchased</cx:pt>
          <cx:pt idx="18634">First_Product_Purchased</cx:pt>
          <cx:pt idx="18635">First_Product_Purchased</cx:pt>
          <cx:pt idx="18636">First_Product_Purchased</cx:pt>
          <cx:pt idx="18637">First_Product_Purchased</cx:pt>
          <cx:pt idx="18638">First_Product_Purchased</cx:pt>
          <cx:pt idx="18639">First_Product_Purchased</cx:pt>
          <cx:pt idx="18640">First_Product_Purchased</cx:pt>
          <cx:pt idx="18641">Second_Product_Purchased</cx:pt>
          <cx:pt idx="18642">First_Product_Purchased</cx:pt>
          <cx:pt idx="18643">First_Product_Purchased</cx:pt>
          <cx:pt idx="18644">First_Product_Purchased</cx:pt>
          <cx:pt idx="18645">First_Product_Purchased</cx:pt>
          <cx:pt idx="18646">First_Product_Purchased</cx:pt>
          <cx:pt idx="18647">First_Product_Purchased</cx:pt>
          <cx:pt idx="18648">First_Product_Purchased</cx:pt>
          <cx:pt idx="18649">First_Product_Purchased</cx:pt>
          <cx:pt idx="18650">First_Product_Purchased</cx:pt>
          <cx:pt idx="18651">First_Product_Purchased</cx:pt>
          <cx:pt idx="18652">First_Product_Purchased</cx:pt>
          <cx:pt idx="18653">First_Product_Purchased</cx:pt>
          <cx:pt idx="18654">First_Product_Purchased</cx:pt>
          <cx:pt idx="18655">First_Product_Purchased</cx:pt>
          <cx:pt idx="18656">First_Product_Purchased</cx:pt>
          <cx:pt idx="18657">First_Product_Purchased</cx:pt>
          <cx:pt idx="18658">First_Product_Purchased</cx:pt>
          <cx:pt idx="18659">First_Product_Purchased</cx:pt>
          <cx:pt idx="18660">First_Product_Purchased</cx:pt>
          <cx:pt idx="18661">First_Product_Purchased</cx:pt>
          <cx:pt idx="18662">First_Product_Purchased</cx:pt>
          <cx:pt idx="18663">First_Product_Purchased</cx:pt>
          <cx:pt idx="18664">First_Product_Purchased</cx:pt>
          <cx:pt idx="18665">First_Product_Purchased</cx:pt>
          <cx:pt idx="18666">First_Product_Purchased</cx:pt>
          <cx:pt idx="18667">First_Product_Purchased</cx:pt>
          <cx:pt idx="18668">First_Product_Purchased</cx:pt>
          <cx:pt idx="18669">First_Product_Purchased</cx:pt>
          <cx:pt idx="18670">First_Product_Purchased</cx:pt>
          <cx:pt idx="18671">First_Product_Purchased</cx:pt>
          <cx:pt idx="18672">First_Product_Purchased</cx:pt>
          <cx:pt idx="18673">First_Product_Purchased</cx:pt>
          <cx:pt idx="18674">First_Product_Purchased</cx:pt>
          <cx:pt idx="18675">First_Product_Purchased</cx:pt>
          <cx:pt idx="18676">First_Product_Purchased</cx:pt>
          <cx:pt idx="18677">First_Product_Purchased</cx:pt>
          <cx:pt idx="18678">First_Product_Purchased</cx:pt>
          <cx:pt idx="18679">First_Product_Purchased</cx:pt>
          <cx:pt idx="18680">First_Product_Purchased</cx:pt>
          <cx:pt idx="18681">First_Product_Purchased</cx:pt>
          <cx:pt idx="18682">First_Product_Purchased</cx:pt>
          <cx:pt idx="18683">Second_Product_Purchased</cx:pt>
          <cx:pt idx="18684">First_Product_Purchased</cx:pt>
          <cx:pt idx="18685">First_Product_Purchased</cx:pt>
          <cx:pt idx="18686">First_Product_Purchased</cx:pt>
          <cx:pt idx="18687">First_Product_Purchased</cx:pt>
          <cx:pt idx="18688">First_Product_Purchased</cx:pt>
          <cx:pt idx="18689">First_Product_Purchased</cx:pt>
          <cx:pt idx="18690">First_Product_Purchased</cx:pt>
          <cx:pt idx="18691">First_Product_Purchased</cx:pt>
          <cx:pt idx="18692">First_Product_Purchased</cx:pt>
          <cx:pt idx="18693">First_Product_Purchased</cx:pt>
          <cx:pt idx="18694">First_Product_Purchased</cx:pt>
          <cx:pt idx="18695">First_Product_Purchased</cx:pt>
          <cx:pt idx="18696">First_Product_Purchased</cx:pt>
          <cx:pt idx="18697">First_Product_Purchased</cx:pt>
          <cx:pt idx="18698">First_Product_Purchased</cx:pt>
          <cx:pt idx="18699">First_Product_Purchased</cx:pt>
          <cx:pt idx="18700">First_Product_Purchased</cx:pt>
          <cx:pt idx="18701">First_Product_Purchased</cx:pt>
          <cx:pt idx="18702">First_Product_Purchased</cx:pt>
          <cx:pt idx="18703">First_Product_Purchased</cx:pt>
          <cx:pt idx="18704">First_Product_Purchased</cx:pt>
          <cx:pt idx="18705">First_Product_Purchased</cx:pt>
          <cx:pt idx="18706">First_Product_Purchased</cx:pt>
          <cx:pt idx="18707">First_Product_Purchased</cx:pt>
          <cx:pt idx="18708">First_Product_Purchased</cx:pt>
          <cx:pt idx="18709">First_Product_Purchased</cx:pt>
          <cx:pt idx="18710">First_Product_Purchased</cx:pt>
          <cx:pt idx="18711">First_Product_Purchased</cx:pt>
          <cx:pt idx="18712">First_Product_Purchased</cx:pt>
          <cx:pt idx="18713">First_Product_Purchased</cx:pt>
          <cx:pt idx="18714">First_Product_Purchased</cx:pt>
          <cx:pt idx="18715">First_Product_Purchased</cx:pt>
          <cx:pt idx="18716">First_Product_Purchased</cx:pt>
          <cx:pt idx="18717">First_Product_Purchased</cx:pt>
          <cx:pt idx="18718">First_Product_Purchased</cx:pt>
          <cx:pt idx="18719">First_Product_Purchased</cx:pt>
          <cx:pt idx="18720">First_Product_Purchased</cx:pt>
          <cx:pt idx="18721">First_Product_Purchased</cx:pt>
          <cx:pt idx="18722">First_Product_Purchased</cx:pt>
          <cx:pt idx="18723">First_Product_Purchased</cx:pt>
          <cx:pt idx="18724">First_Product_Purchased</cx:pt>
          <cx:pt idx="18725">First_Product_Purchased</cx:pt>
          <cx:pt idx="18726">First_Product_Purchased</cx:pt>
          <cx:pt idx="18727">First_Product_Purchased</cx:pt>
          <cx:pt idx="18728">First_Product_Purchased</cx:pt>
          <cx:pt idx="18729">First_Product_Purchased</cx:pt>
          <cx:pt idx="18730">First_Product_Purchased</cx:pt>
          <cx:pt idx="18731">First_Product_Purchased</cx:pt>
          <cx:pt idx="18732">First_Product_Purchased</cx:pt>
          <cx:pt idx="18733">First_Product_Purchased</cx:pt>
          <cx:pt idx="18734">First_Product_Purchased</cx:pt>
          <cx:pt idx="18735">First_Product_Purchased</cx:pt>
          <cx:pt idx="18736">First_Product_Purchased</cx:pt>
          <cx:pt idx="18737">First_Product_Purchased</cx:pt>
          <cx:pt idx="18738">First_Product_Purchased</cx:pt>
          <cx:pt idx="18739">First_Product_Purchased</cx:pt>
          <cx:pt idx="18740">First_Product_Purchased</cx:pt>
          <cx:pt idx="18741">First_Product_Purchased</cx:pt>
          <cx:pt idx="18742">First_Product_Purchased</cx:pt>
          <cx:pt idx="18743">First_Product_Purchased</cx:pt>
          <cx:pt idx="18744">First_Product_Purchased</cx:pt>
          <cx:pt idx="18745">First_Product_Purchased</cx:pt>
          <cx:pt idx="18746">First_Product_Purchased</cx:pt>
          <cx:pt idx="18747">First_Product_Purchased</cx:pt>
          <cx:pt idx="18748">First_Product_Purchased</cx:pt>
          <cx:pt idx="18749">First_Product_Purchased</cx:pt>
          <cx:pt idx="18750">First_Product_Purchased</cx:pt>
          <cx:pt idx="18751">First_Product_Purchased</cx:pt>
          <cx:pt idx="18752">First_Product_Purchased</cx:pt>
          <cx:pt idx="18753">First_Product_Purchased</cx:pt>
          <cx:pt idx="18754">First_Product_Purchased</cx:pt>
          <cx:pt idx="18755">First_Product_Purchased</cx:pt>
          <cx:pt idx="18756">First_Product_Purchased</cx:pt>
          <cx:pt idx="18757">First_Product_Purchased</cx:pt>
          <cx:pt idx="18758">Second_Product_Purchased</cx:pt>
          <cx:pt idx="18759">Second_Product_Purchased</cx:pt>
          <cx:pt idx="18760">First_Product_Purchased</cx:pt>
          <cx:pt idx="18761">First_Product_Purchased</cx:pt>
          <cx:pt idx="18762">First_Product_Purchased</cx:pt>
          <cx:pt idx="18763">First_Product_Purchased</cx:pt>
          <cx:pt idx="18764">First_Product_Purchased</cx:pt>
          <cx:pt idx="18765">First_Product_Purchased</cx:pt>
          <cx:pt idx="18766">First_Product_Purchased</cx:pt>
          <cx:pt idx="18767">First_Product_Purchased</cx:pt>
          <cx:pt idx="18768">First_Product_Purchased</cx:pt>
          <cx:pt idx="18769">First_Product_Purchased</cx:pt>
          <cx:pt idx="18770">First_Product_Purchased</cx:pt>
          <cx:pt idx="18771">First_Product_Purchased</cx:pt>
          <cx:pt idx="18772">First_Product_Purchased</cx:pt>
          <cx:pt idx="18773">First_Product_Purchased</cx:pt>
          <cx:pt idx="18774">First_Product_Purchased</cx:pt>
          <cx:pt idx="18775">First_Product_Purchased</cx:pt>
          <cx:pt idx="18776">First_Product_Purchased</cx:pt>
          <cx:pt idx="18777">First_Product_Purchased</cx:pt>
          <cx:pt idx="18778">First_Product_Purchased</cx:pt>
          <cx:pt idx="18779">First_Product_Purchased</cx:pt>
          <cx:pt idx="18780">First_Product_Purchased</cx:pt>
          <cx:pt idx="18781">First_Product_Purchased</cx:pt>
          <cx:pt idx="18782">First_Product_Purchased</cx:pt>
          <cx:pt idx="18783">First_Product_Purchased</cx:pt>
          <cx:pt idx="18784">First_Product_Purchased</cx:pt>
          <cx:pt idx="18785">First_Product_Purchased</cx:pt>
          <cx:pt idx="18786">First_Product_Purchased</cx:pt>
          <cx:pt idx="18787">First_Product_Purchased</cx:pt>
          <cx:pt idx="18788">First_Product_Purchased</cx:pt>
          <cx:pt idx="18789">First_Product_Purchased</cx:pt>
          <cx:pt idx="18790">First_Product_Purchased</cx:pt>
          <cx:pt idx="18791">First_Product_Purchased</cx:pt>
          <cx:pt idx="18792">First_Product_Purchased</cx:pt>
          <cx:pt idx="18793">First_Product_Purchased</cx:pt>
          <cx:pt idx="18794">First_Product_Purchased</cx:pt>
          <cx:pt idx="18795">First_Product_Purchased</cx:pt>
          <cx:pt idx="18796">First_Product_Purchased</cx:pt>
          <cx:pt idx="18797">First_Product_Purchased</cx:pt>
          <cx:pt idx="18798">First_Product_Purchased</cx:pt>
          <cx:pt idx="18799">First_Product_Purchased</cx:pt>
          <cx:pt idx="18800">First_Product_Purchased</cx:pt>
          <cx:pt idx="18801">First_Product_Purchased</cx:pt>
          <cx:pt idx="18802">First_Product_Purchased</cx:pt>
          <cx:pt idx="18803">Second_Product_Purchased</cx:pt>
          <cx:pt idx="18804">First_Product_Purchased</cx:pt>
          <cx:pt idx="18805">First_Product_Purchased</cx:pt>
          <cx:pt idx="18806">First_Product_Purchased</cx:pt>
          <cx:pt idx="18807">First_Product_Purchased</cx:pt>
          <cx:pt idx="18808">First_Product_Purchased</cx:pt>
          <cx:pt idx="18809">First_Product_Purchased</cx:pt>
          <cx:pt idx="18810">First_Product_Purchased</cx:pt>
          <cx:pt idx="18811">First_Product_Purchased</cx:pt>
          <cx:pt idx="18812">First_Product_Purchased</cx:pt>
          <cx:pt idx="18813">First_Product_Purchased</cx:pt>
          <cx:pt idx="18814">First_Product_Purchased</cx:pt>
          <cx:pt idx="18815">First_Product_Purchased</cx:pt>
          <cx:pt idx="18816">First_Product_Purchased</cx:pt>
          <cx:pt idx="18817">First_Product_Purchased</cx:pt>
          <cx:pt idx="18818">First_Product_Purchased</cx:pt>
          <cx:pt idx="18819">First_Product_Purchased</cx:pt>
          <cx:pt idx="18820">First_Product_Purchased</cx:pt>
          <cx:pt idx="18821">First_Product_Purchased</cx:pt>
          <cx:pt idx="18822">First_Product_Purchased</cx:pt>
          <cx:pt idx="18823">First_Product_Purchased</cx:pt>
          <cx:pt idx="18824">First_Product_Purchased</cx:pt>
          <cx:pt idx="18825">First_Product_Purchased</cx:pt>
          <cx:pt idx="18826">First_Product_Purchased</cx:pt>
          <cx:pt idx="18827">Second_Product_Purchased</cx:pt>
          <cx:pt idx="18828">First_Product_Purchased</cx:pt>
          <cx:pt idx="18829">First_Product_Purchased</cx:pt>
          <cx:pt idx="18830">First_Product_Purchased</cx:pt>
          <cx:pt idx="18831">First_Product_Purchased</cx:pt>
          <cx:pt idx="18832">First_Product_Purchased</cx:pt>
          <cx:pt idx="18833">First_Product_Purchased</cx:pt>
          <cx:pt idx="18834">First_Product_Purchased</cx:pt>
          <cx:pt idx="18835">First_Product_Purchased</cx:pt>
          <cx:pt idx="18836">First_Product_Purchased</cx:pt>
          <cx:pt idx="18837">First_Product_Purchased</cx:pt>
          <cx:pt idx="18838">First_Product_Purchased</cx:pt>
          <cx:pt idx="18839">First_Product_Purchased</cx:pt>
          <cx:pt idx="18840">First_Product_Purchased</cx:pt>
          <cx:pt idx="18841">First_Product_Purchased</cx:pt>
          <cx:pt idx="18842">First_Product_Purchased</cx:pt>
          <cx:pt idx="18843">Second_Product_Purchased</cx:pt>
          <cx:pt idx="18844">First_Product_Purchased</cx:pt>
          <cx:pt idx="18845">First_Product_Purchased</cx:pt>
          <cx:pt idx="18846">First_Product_Purchased</cx:pt>
          <cx:pt idx="18847">First_Product_Purchased</cx:pt>
          <cx:pt idx="18848">First_Product_Purchased</cx:pt>
          <cx:pt idx="18849">First_Product_Purchased</cx:pt>
          <cx:pt idx="18850">First_Product_Purchased</cx:pt>
          <cx:pt idx="18851">First_Product_Purchased</cx:pt>
          <cx:pt idx="18852">First_Product_Purchased</cx:pt>
          <cx:pt idx="18853">First_Product_Purchased</cx:pt>
          <cx:pt idx="18854">First_Product_Purchased</cx:pt>
          <cx:pt idx="18855">First_Product_Purchased</cx:pt>
          <cx:pt idx="18856">First_Product_Purchased</cx:pt>
          <cx:pt idx="18857">First_Product_Purchased</cx:pt>
          <cx:pt idx="18858">First_Product_Purchased</cx:pt>
          <cx:pt idx="18859">First_Product_Purchased</cx:pt>
          <cx:pt idx="18860">First_Product_Purchased</cx:pt>
          <cx:pt idx="18861">First_Product_Purchased</cx:pt>
          <cx:pt idx="18862">First_Product_Purchased</cx:pt>
          <cx:pt idx="18863">First_Product_Purchased</cx:pt>
          <cx:pt idx="18864">First_Product_Purchased</cx:pt>
          <cx:pt idx="18865">First_Product_Purchased</cx:pt>
          <cx:pt idx="18866">First_Product_Purchased</cx:pt>
          <cx:pt idx="18867">First_Product_Purchased</cx:pt>
          <cx:pt idx="18868">First_Product_Purchased</cx:pt>
          <cx:pt idx="18869">First_Product_Purchased</cx:pt>
          <cx:pt idx="18870">First_Product_Purchased</cx:pt>
          <cx:pt idx="18871">First_Product_Purchased</cx:pt>
          <cx:pt idx="18872">First_Product_Purchased</cx:pt>
          <cx:pt idx="18873">First_Product_Purchased</cx:pt>
          <cx:pt idx="18874">First_Product_Purchased</cx:pt>
          <cx:pt idx="18875">First_Product_Purchased</cx:pt>
          <cx:pt idx="18876">First_Product_Purchased</cx:pt>
          <cx:pt idx="18877">First_Product_Purchased</cx:pt>
          <cx:pt idx="18878">First_Product_Purchased</cx:pt>
          <cx:pt idx="18879">First_Product_Purchased</cx:pt>
          <cx:pt idx="18880">First_Product_Purchased</cx:pt>
          <cx:pt idx="18881">First_Product_Purchased</cx:pt>
          <cx:pt idx="18882">First_Product_Purchased</cx:pt>
          <cx:pt idx="18883">First_Product_Purchased</cx:pt>
          <cx:pt idx="18884">First_Product_Purchased</cx:pt>
          <cx:pt idx="18885">First_Product_Purchased</cx:pt>
          <cx:pt idx="18886">First_Product_Purchased</cx:pt>
          <cx:pt idx="18887">First_Product_Purchased</cx:pt>
          <cx:pt idx="18888">First_Product_Purchased</cx:pt>
          <cx:pt idx="18889">First_Product_Purchased</cx:pt>
          <cx:pt idx="18890">First_Product_Purchased</cx:pt>
          <cx:pt idx="18891">First_Product_Purchased</cx:pt>
          <cx:pt idx="18892">First_Product_Purchased</cx:pt>
          <cx:pt idx="18893">First_Product_Purchased</cx:pt>
          <cx:pt idx="18894">First_Product_Purchased</cx:pt>
          <cx:pt idx="18895">First_Product_Purchased</cx:pt>
          <cx:pt idx="18896">First_Product_Purchased</cx:pt>
          <cx:pt idx="18897">First_Product_Purchased</cx:pt>
          <cx:pt idx="18898">First_Product_Purchased</cx:pt>
          <cx:pt idx="18899">First_Product_Purchased</cx:pt>
          <cx:pt idx="18900">First_Product_Purchased</cx:pt>
          <cx:pt idx="18901">First_Product_Purchased</cx:pt>
          <cx:pt idx="18902">First_Product_Purchased</cx:pt>
          <cx:pt idx="18903">First_Product_Purchased</cx:pt>
          <cx:pt idx="18904">First_Product_Purchased</cx:pt>
          <cx:pt idx="18905">First_Product_Purchased</cx:pt>
          <cx:pt idx="18906">First_Product_Purchased</cx:pt>
          <cx:pt idx="18907">First_Product_Purchased</cx:pt>
          <cx:pt idx="18908">First_Product_Purchased</cx:pt>
          <cx:pt idx="18909">First_Product_Purchased</cx:pt>
          <cx:pt idx="18910">First_Product_Purchased</cx:pt>
          <cx:pt idx="18911">First_Product_Purchased</cx:pt>
          <cx:pt idx="18912">First_Product_Purchased</cx:pt>
          <cx:pt idx="18913">First_Product_Purchased</cx:pt>
          <cx:pt idx="18914">First_Product_Purchased</cx:pt>
          <cx:pt idx="18915">First_Product_Purchased</cx:pt>
          <cx:pt idx="18916">First_Product_Purchased</cx:pt>
          <cx:pt idx="18917">First_Product_Purchased</cx:pt>
          <cx:pt idx="18918">First_Product_Purchased</cx:pt>
          <cx:pt idx="18919">First_Product_Purchased</cx:pt>
          <cx:pt idx="18920">First_Product_Purchased</cx:pt>
          <cx:pt idx="18921">First_Product_Purchased</cx:pt>
          <cx:pt idx="18922">First_Product_Purchased</cx:pt>
          <cx:pt idx="18923">First_Product_Purchased</cx:pt>
          <cx:pt idx="18924">First_Product_Purchased</cx:pt>
          <cx:pt idx="18925">First_Product_Purchased</cx:pt>
          <cx:pt idx="18926">First_Product_Purchased</cx:pt>
          <cx:pt idx="18927">First_Product_Purchased</cx:pt>
          <cx:pt idx="18928">First_Product_Purchased</cx:pt>
          <cx:pt idx="18929">First_Product_Purchased</cx:pt>
          <cx:pt idx="18930">First_Product_Purchased</cx:pt>
          <cx:pt idx="18931">First_Product_Purchased</cx:pt>
          <cx:pt idx="18932">First_Product_Purchased</cx:pt>
          <cx:pt idx="18933">First_Product_Purchased</cx:pt>
          <cx:pt idx="18934">First_Product_Purchased</cx:pt>
          <cx:pt idx="18935">First_Product_Purchased</cx:pt>
          <cx:pt idx="18936">First_Product_Purchased</cx:pt>
          <cx:pt idx="18937">First_Product_Purchased</cx:pt>
          <cx:pt idx="18938">First_Product_Purchased</cx:pt>
          <cx:pt idx="18939">First_Product_Purchased</cx:pt>
          <cx:pt idx="18940">First_Product_Purchased</cx:pt>
          <cx:pt idx="18941">First_Product_Purchased</cx:pt>
          <cx:pt idx="18942">First_Product_Purchased</cx:pt>
          <cx:pt idx="18943">First_Product_Purchased</cx:pt>
          <cx:pt idx="18944">First_Product_Purchased</cx:pt>
          <cx:pt idx="18945">First_Product_Purchased</cx:pt>
          <cx:pt idx="18946">First_Product_Purchased</cx:pt>
          <cx:pt idx="18947">First_Product_Purchased</cx:pt>
          <cx:pt idx="18948">First_Product_Purchased</cx:pt>
          <cx:pt idx="18949">First_Product_Purchased</cx:pt>
          <cx:pt idx="18950">First_Product_Purchased</cx:pt>
          <cx:pt idx="18951">First_Product_Purchased</cx:pt>
          <cx:pt idx="18952">First_Product_Purchased</cx:pt>
          <cx:pt idx="18953">First_Product_Purchased</cx:pt>
          <cx:pt idx="18954">First_Product_Purchased</cx:pt>
          <cx:pt idx="18955">First_Product_Purchased</cx:pt>
          <cx:pt idx="18956">First_Product_Purchased</cx:pt>
          <cx:pt idx="18957">First_Product_Purchased</cx:pt>
          <cx:pt idx="18958">First_Product_Purchased</cx:pt>
          <cx:pt idx="18959">First_Product_Purchased</cx:pt>
          <cx:pt idx="18960">First_Product_Purchased</cx:pt>
          <cx:pt idx="18961">First_Product_Purchased</cx:pt>
          <cx:pt idx="18962">First_Product_Purchased</cx:pt>
          <cx:pt idx="18963">First_Product_Purchased</cx:pt>
          <cx:pt idx="18964">First_Product_Purchased</cx:pt>
          <cx:pt idx="18965">First_Product_Purchased</cx:pt>
          <cx:pt idx="18966">First_Product_Purchased</cx:pt>
          <cx:pt idx="18967">First_Product_Purchased</cx:pt>
          <cx:pt idx="18968">First_Product_Purchased</cx:pt>
          <cx:pt idx="18969">First_Product_Purchased</cx:pt>
          <cx:pt idx="18970">First_Product_Purchased</cx:pt>
          <cx:pt idx="18971">First_Product_Purchased</cx:pt>
          <cx:pt idx="18972">First_Product_Purchased</cx:pt>
          <cx:pt idx="18973">First_Product_Purchased</cx:pt>
          <cx:pt idx="18974">First_Product_Purchased</cx:pt>
          <cx:pt idx="18975">First_Product_Purchased</cx:pt>
          <cx:pt idx="18976">First_Product_Purchased</cx:pt>
          <cx:pt idx="18977">First_Product_Purchased</cx:pt>
          <cx:pt idx="18978">First_Product_Purchased</cx:pt>
          <cx:pt idx="18979">First_Product_Purchased</cx:pt>
          <cx:pt idx="18980">First_Product_Purchased</cx:pt>
          <cx:pt idx="18981">First_Product_Purchased</cx:pt>
          <cx:pt idx="18982">First_Product_Purchased</cx:pt>
          <cx:pt idx="18983">First_Product_Purchased</cx:pt>
          <cx:pt idx="18984">First_Product_Purchased</cx:pt>
          <cx:pt idx="18985">First_Product_Purchased</cx:pt>
          <cx:pt idx="18986">First_Product_Purchased</cx:pt>
          <cx:pt idx="18987">First_Product_Purchased</cx:pt>
          <cx:pt idx="18988">First_Product_Purchased</cx:pt>
          <cx:pt idx="18989">First_Product_Purchased</cx:pt>
          <cx:pt idx="18990">First_Product_Purchased</cx:pt>
          <cx:pt idx="18991">First_Product_Purchased</cx:pt>
          <cx:pt idx="18992">First_Product_Purchased</cx:pt>
          <cx:pt idx="18993">First_Product_Purchased</cx:pt>
          <cx:pt idx="18994">First_Product_Purchased</cx:pt>
          <cx:pt idx="18995">First_Product_Purchased</cx:pt>
          <cx:pt idx="18996">First_Product_Purchased</cx:pt>
          <cx:pt idx="18997">First_Product_Purchased</cx:pt>
          <cx:pt idx="18998">First_Product_Purchased</cx:pt>
          <cx:pt idx="18999">First_Product_Purchased</cx:pt>
          <cx:pt idx="19000">First_Product_Purchased</cx:pt>
          <cx:pt idx="19001">First_Product_Purchased</cx:pt>
          <cx:pt idx="19002">First_Product_Purchased</cx:pt>
          <cx:pt idx="19003">First_Product_Purchased</cx:pt>
          <cx:pt idx="19004">First_Product_Purchased</cx:pt>
          <cx:pt idx="19005">First_Product_Purchased</cx:pt>
          <cx:pt idx="19006">First_Product_Purchased</cx:pt>
          <cx:pt idx="19007">First_Product_Purchased</cx:pt>
          <cx:pt idx="19008">First_Product_Purchased</cx:pt>
          <cx:pt idx="19009">First_Product_Purchased</cx:pt>
          <cx:pt idx="19010">First_Product_Purchased</cx:pt>
          <cx:pt idx="19011">First_Product_Purchased</cx:pt>
          <cx:pt idx="19012">First_Product_Purchased</cx:pt>
          <cx:pt idx="19013">First_Product_Purchased</cx:pt>
          <cx:pt idx="19014">First_Product_Purchased</cx:pt>
          <cx:pt idx="19015">First_Product_Purchased</cx:pt>
          <cx:pt idx="19016">First_Product_Purchased</cx:pt>
          <cx:pt idx="19017">First_Product_Purchased</cx:pt>
          <cx:pt idx="19018">First_Product_Purchased</cx:pt>
          <cx:pt idx="19019">First_Product_Purchased</cx:pt>
          <cx:pt idx="19020">First_Product_Purchased</cx:pt>
          <cx:pt idx="19021">Second_Product_Purchased</cx:pt>
          <cx:pt idx="19022">First_Product_Purchased</cx:pt>
          <cx:pt idx="19023">First_Product_Purchased</cx:pt>
          <cx:pt idx="19024">First_Product_Purchased</cx:pt>
          <cx:pt idx="19025">Second_Product_Purchased</cx:pt>
          <cx:pt idx="19026">First_Product_Purchased</cx:pt>
          <cx:pt idx="19027">First_Product_Purchased</cx:pt>
          <cx:pt idx="19028">First_Product_Purchased</cx:pt>
          <cx:pt idx="19029">First_Product_Purchased</cx:pt>
          <cx:pt idx="19030">Second_Product_Purchased</cx:pt>
          <cx:pt idx="19031">First_Product_Purchased</cx:pt>
          <cx:pt idx="19032">First_Product_Purchased</cx:pt>
          <cx:pt idx="19033">First_Product_Purchased</cx:pt>
          <cx:pt idx="19034">First_Product_Purchased</cx:pt>
          <cx:pt idx="19035">First_Product_Purchased</cx:pt>
          <cx:pt idx="19036">First_Product_Purchased</cx:pt>
          <cx:pt idx="19037">First_Product_Purchased</cx:pt>
          <cx:pt idx="19038">Second_Product_Purchased</cx:pt>
          <cx:pt idx="19039">First_Product_Purchased</cx:pt>
          <cx:pt idx="19040">First_Product_Purchased</cx:pt>
          <cx:pt idx="19041">First_Product_Purchased</cx:pt>
          <cx:pt idx="19042">First_Product_Purchased</cx:pt>
          <cx:pt idx="19043">First_Product_Purchased</cx:pt>
          <cx:pt idx="19044">First_Product_Purchased</cx:pt>
          <cx:pt idx="19045">First_Product_Purchased</cx:pt>
          <cx:pt idx="19046">First_Product_Purchased</cx:pt>
          <cx:pt idx="19047">First_Product_Purchased</cx:pt>
          <cx:pt idx="19048">First_Product_Purchased</cx:pt>
          <cx:pt idx="19049">First_Product_Purchased</cx:pt>
          <cx:pt idx="19050">First_Product_Purchased</cx:pt>
          <cx:pt idx="19051">First_Product_Purchased</cx:pt>
          <cx:pt idx="19052">First_Product_Purchased</cx:pt>
          <cx:pt idx="19053">First_Product_Purchased</cx:pt>
          <cx:pt idx="19054">First_Product_Purchased</cx:pt>
          <cx:pt idx="19055">First_Product_Purchased</cx:pt>
          <cx:pt idx="19056">First_Product_Purchased</cx:pt>
          <cx:pt idx="19057">First_Product_Purchased</cx:pt>
          <cx:pt idx="19058">First_Product_Purchased</cx:pt>
          <cx:pt idx="19059">First_Product_Purchased</cx:pt>
          <cx:pt idx="19060">First_Product_Purchased</cx:pt>
          <cx:pt idx="19061">First_Product_Purchased</cx:pt>
          <cx:pt idx="19062">First_Product_Purchased</cx:pt>
          <cx:pt idx="19063">First_Product_Purchased</cx:pt>
          <cx:pt idx="19064">First_Product_Purchased</cx:pt>
          <cx:pt idx="19065">First_Product_Purchased</cx:pt>
          <cx:pt idx="19066">First_Product_Purchased</cx:pt>
          <cx:pt idx="19067">First_Product_Purchased</cx:pt>
          <cx:pt idx="19068">First_Product_Purchased</cx:pt>
          <cx:pt idx="19069">First_Product_Purchased</cx:pt>
          <cx:pt idx="19070">First_Product_Purchased</cx:pt>
          <cx:pt idx="19071">First_Product_Purchased</cx:pt>
          <cx:pt idx="19072">First_Product_Purchased</cx:pt>
          <cx:pt idx="19073">First_Product_Purchased</cx:pt>
          <cx:pt idx="19074">First_Product_Purchased</cx:pt>
          <cx:pt idx="19075">First_Product_Purchased</cx:pt>
          <cx:pt idx="19076">First_Product_Purchased</cx:pt>
          <cx:pt idx="19077">First_Product_Purchased</cx:pt>
          <cx:pt idx="19078">First_Product_Purchased</cx:pt>
          <cx:pt idx="19079">First_Product_Purchased</cx:pt>
          <cx:pt idx="19080">First_Product_Purchased</cx:pt>
          <cx:pt idx="19081">First_Product_Purchased</cx:pt>
          <cx:pt idx="19082">First_Product_Purchased</cx:pt>
          <cx:pt idx="19083">First_Product_Purchased</cx:pt>
          <cx:pt idx="19084">First_Product_Purchased</cx:pt>
          <cx:pt idx="19085">First_Product_Purchased</cx:pt>
          <cx:pt idx="19086">First_Product_Purchased</cx:pt>
          <cx:pt idx="19087">First_Product_Purchased</cx:pt>
          <cx:pt idx="19088">First_Product_Purchased</cx:pt>
          <cx:pt idx="19089">First_Product_Purchased</cx:pt>
          <cx:pt idx="19090">First_Product_Purchased</cx:pt>
          <cx:pt idx="19091">First_Product_Purchased</cx:pt>
          <cx:pt idx="19092">First_Product_Purchased</cx:pt>
          <cx:pt idx="19093">First_Product_Purchased</cx:pt>
          <cx:pt idx="19094">First_Product_Purchased</cx:pt>
          <cx:pt idx="19095">First_Product_Purchased</cx:pt>
          <cx:pt idx="19096">First_Product_Purchased</cx:pt>
          <cx:pt idx="19097">First_Product_Purchased</cx:pt>
          <cx:pt idx="19098">First_Product_Purchased</cx:pt>
          <cx:pt idx="19099">First_Product_Purchased</cx:pt>
          <cx:pt idx="19100">First_Product_Purchased</cx:pt>
          <cx:pt idx="19101">First_Product_Purchased</cx:pt>
          <cx:pt idx="19102">First_Product_Purchased</cx:pt>
          <cx:pt idx="19103">First_Product_Purchased</cx:pt>
          <cx:pt idx="19104">First_Product_Purchased</cx:pt>
          <cx:pt idx="19105">First_Product_Purchased</cx:pt>
          <cx:pt idx="19106">First_Product_Purchased</cx:pt>
          <cx:pt idx="19107">First_Product_Purchased</cx:pt>
          <cx:pt idx="19108">First_Product_Purchased</cx:pt>
          <cx:pt idx="19109">First_Product_Purchased</cx:pt>
          <cx:pt idx="19110">First_Product_Purchased</cx:pt>
          <cx:pt idx="19111">First_Product_Purchased</cx:pt>
          <cx:pt idx="19112">First_Product_Purchased</cx:pt>
          <cx:pt idx="19113">First_Product_Purchased</cx:pt>
          <cx:pt idx="19114">First_Product_Purchased</cx:pt>
          <cx:pt idx="19115">First_Product_Purchased</cx:pt>
          <cx:pt idx="19116">First_Product_Purchased</cx:pt>
          <cx:pt idx="19117">First_Product_Purchased</cx:pt>
          <cx:pt idx="19118">First_Product_Purchased</cx:pt>
          <cx:pt idx="19119">First_Product_Purchased</cx:pt>
          <cx:pt idx="19120">First_Product_Purchased</cx:pt>
          <cx:pt idx="19121">First_Product_Purchased</cx:pt>
          <cx:pt idx="19122">First_Product_Purchased</cx:pt>
          <cx:pt idx="19123">First_Product_Purchased</cx:pt>
          <cx:pt idx="19124">First_Product_Purchased</cx:pt>
          <cx:pt idx="19125">First_Product_Purchased</cx:pt>
          <cx:pt idx="19126">First_Product_Purchased</cx:pt>
          <cx:pt idx="19127">First_Product_Purchased</cx:pt>
          <cx:pt idx="19128">First_Product_Purchased</cx:pt>
          <cx:pt idx="19129">First_Product_Purchased</cx:pt>
          <cx:pt idx="19130">First_Product_Purchased</cx:pt>
          <cx:pt idx="19131">First_Product_Purchased</cx:pt>
          <cx:pt idx="19132">First_Product_Purchased</cx:pt>
          <cx:pt idx="19133">First_Product_Purchased</cx:pt>
          <cx:pt idx="19134">First_Product_Purchased</cx:pt>
          <cx:pt idx="19135">First_Product_Purchased</cx:pt>
          <cx:pt idx="19136">First_Product_Purchased</cx:pt>
          <cx:pt idx="19137">First_Product_Purchased</cx:pt>
          <cx:pt idx="19138">First_Product_Purchased</cx:pt>
          <cx:pt idx="19139">First_Product_Purchased</cx:pt>
          <cx:pt idx="19140">First_Product_Purchased</cx:pt>
          <cx:pt idx="19141">First_Product_Purchased</cx:pt>
          <cx:pt idx="19142">First_Product_Purchased</cx:pt>
          <cx:pt idx="19143">First_Product_Purchased</cx:pt>
          <cx:pt idx="19144">First_Product_Purchased</cx:pt>
          <cx:pt idx="19145">First_Product_Purchased</cx:pt>
          <cx:pt idx="19146">First_Product_Purchased</cx:pt>
          <cx:pt idx="19147">First_Product_Purchased</cx:pt>
          <cx:pt idx="19148">First_Product_Purchased</cx:pt>
          <cx:pt idx="19149">First_Product_Purchased</cx:pt>
          <cx:pt idx="19150">First_Product_Purchased</cx:pt>
          <cx:pt idx="19151">First_Product_Purchased</cx:pt>
          <cx:pt idx="19152">First_Product_Purchased</cx:pt>
          <cx:pt idx="19153">First_Product_Purchased</cx:pt>
          <cx:pt idx="19154">First_Product_Purchased</cx:pt>
          <cx:pt idx="19155">First_Product_Purchased</cx:pt>
          <cx:pt idx="19156">First_Product_Purchased</cx:pt>
          <cx:pt idx="19157">First_Product_Purchased</cx:pt>
          <cx:pt idx="19158">First_Product_Purchased</cx:pt>
          <cx:pt idx="19159">First_Product_Purchased</cx:pt>
          <cx:pt idx="19160">First_Product_Purchased</cx:pt>
          <cx:pt idx="19161">First_Product_Purchased</cx:pt>
          <cx:pt idx="19162">First_Product_Purchased</cx:pt>
          <cx:pt idx="19163">First_Product_Purchased</cx:pt>
          <cx:pt idx="19164">First_Product_Purchased</cx:pt>
          <cx:pt idx="19165">First_Product_Purchased</cx:pt>
          <cx:pt idx="19166">First_Product_Purchased</cx:pt>
          <cx:pt idx="19167">First_Product_Purchased</cx:pt>
          <cx:pt idx="19168">Second_Product_Purchased</cx:pt>
          <cx:pt idx="19169">First_Product_Purchased</cx:pt>
          <cx:pt idx="19170">First_Product_Purchased</cx:pt>
          <cx:pt idx="19171">First_Product_Purchased</cx:pt>
          <cx:pt idx="19172">First_Product_Purchased</cx:pt>
          <cx:pt idx="19173">First_Product_Purchased</cx:pt>
          <cx:pt idx="19174">First_Product_Purchased</cx:pt>
          <cx:pt idx="19175">Second_Product_Purchased</cx:pt>
          <cx:pt idx="19176">First_Product_Purchased</cx:pt>
          <cx:pt idx="19177">First_Product_Purchased</cx:pt>
          <cx:pt idx="19178">First_Product_Purchased</cx:pt>
          <cx:pt idx="19179">First_Product_Purchased</cx:pt>
          <cx:pt idx="19180">First_Product_Purchased</cx:pt>
          <cx:pt idx="19181">First_Product_Purchased</cx:pt>
          <cx:pt idx="19182">First_Product_Purchased</cx:pt>
          <cx:pt idx="19183">First_Product_Purchased</cx:pt>
          <cx:pt idx="19184">First_Product_Purchased</cx:pt>
          <cx:pt idx="19185">First_Product_Purchased</cx:pt>
          <cx:pt idx="19186">First_Product_Purchased</cx:pt>
          <cx:pt idx="19187">First_Product_Purchased</cx:pt>
          <cx:pt idx="19188">First_Product_Purchased</cx:pt>
          <cx:pt idx="19189">First_Product_Purchased</cx:pt>
          <cx:pt idx="19190">First_Product_Purchased</cx:pt>
          <cx:pt idx="19191">First_Product_Purchased</cx:pt>
          <cx:pt idx="19192">First_Product_Purchased</cx:pt>
          <cx:pt idx="19193">First_Product_Purchased</cx:pt>
          <cx:pt idx="19194">First_Product_Purchased</cx:pt>
          <cx:pt idx="19195">First_Product_Purchased</cx:pt>
          <cx:pt idx="19196">First_Product_Purchased</cx:pt>
          <cx:pt idx="19197">First_Product_Purchased</cx:pt>
          <cx:pt idx="19198">First_Product_Purchased</cx:pt>
          <cx:pt idx="19199">First_Product_Purchased</cx:pt>
          <cx:pt idx="19200">First_Product_Purchased</cx:pt>
          <cx:pt idx="19201">First_Product_Purchased</cx:pt>
          <cx:pt idx="19202">First_Product_Purchased</cx:pt>
          <cx:pt idx="19203">First_Product_Purchased</cx:pt>
          <cx:pt idx="19204">First_Product_Purchased</cx:pt>
          <cx:pt idx="19205">First_Product_Purchased</cx:pt>
          <cx:pt idx="19206">First_Product_Purchased</cx:pt>
          <cx:pt idx="19207">First_Product_Purchased</cx:pt>
          <cx:pt idx="19208">First_Product_Purchased</cx:pt>
          <cx:pt idx="19209">First_Product_Purchased</cx:pt>
          <cx:pt idx="19210">First_Product_Purchased</cx:pt>
          <cx:pt idx="19211">First_Product_Purchased</cx:pt>
          <cx:pt idx="19212">First_Product_Purchased</cx:pt>
          <cx:pt idx="19213">First_Product_Purchased</cx:pt>
          <cx:pt idx="19214">First_Product_Purchased</cx:pt>
          <cx:pt idx="19215">First_Product_Purchased</cx:pt>
          <cx:pt idx="19216">First_Product_Purchased</cx:pt>
          <cx:pt idx="19217">Second_Product_Purchased</cx:pt>
          <cx:pt idx="19218">First_Product_Purchased</cx:pt>
          <cx:pt idx="19219">First_Product_Purchased</cx:pt>
          <cx:pt idx="19220">First_Product_Purchased</cx:pt>
          <cx:pt idx="19221">First_Product_Purchased</cx:pt>
          <cx:pt idx="19222">Second_Product_Purchased</cx:pt>
          <cx:pt idx="19223">First_Product_Purchased</cx:pt>
          <cx:pt idx="19224">First_Product_Purchased</cx:pt>
          <cx:pt idx="19225">First_Product_Purchased</cx:pt>
          <cx:pt idx="19226">First_Product_Purchased</cx:pt>
          <cx:pt idx="19227">First_Product_Purchased</cx:pt>
          <cx:pt idx="19228">First_Product_Purchased</cx:pt>
          <cx:pt idx="19229">First_Product_Purchased</cx:pt>
          <cx:pt idx="19230">Second_Product_Purchased</cx:pt>
          <cx:pt idx="19231">First_Product_Purchased</cx:pt>
          <cx:pt idx="19232">First_Product_Purchased</cx:pt>
          <cx:pt idx="19233">First_Product_Purchased</cx:pt>
          <cx:pt idx="19234">First_Product_Purchased</cx:pt>
          <cx:pt idx="19235">First_Product_Purchased</cx:pt>
          <cx:pt idx="19236">First_Product_Purchased</cx:pt>
          <cx:pt idx="19237">First_Product_Purchased</cx:pt>
          <cx:pt idx="19238">First_Product_Purchased</cx:pt>
          <cx:pt idx="19239">First_Product_Purchased</cx:pt>
          <cx:pt idx="19240">First_Product_Purchased</cx:pt>
          <cx:pt idx="19241">First_Product_Purchased</cx:pt>
          <cx:pt idx="19242">First_Product_Purchased</cx:pt>
          <cx:pt idx="19243">First_Product_Purchased</cx:pt>
          <cx:pt idx="19244">First_Product_Purchased</cx:pt>
          <cx:pt idx="19245">First_Product_Purchased</cx:pt>
          <cx:pt idx="19246">First_Product_Purchased</cx:pt>
          <cx:pt idx="19247">First_Product_Purchased</cx:pt>
          <cx:pt idx="19248">First_Product_Purchased</cx:pt>
          <cx:pt idx="19249">First_Product_Purchased</cx:pt>
          <cx:pt idx="19250">First_Product_Purchased</cx:pt>
          <cx:pt idx="19251">First_Product_Purchased</cx:pt>
          <cx:pt idx="19252">First_Product_Purchased</cx:pt>
          <cx:pt idx="19253">First_Product_Purchased</cx:pt>
          <cx:pt idx="19254">First_Product_Purchased</cx:pt>
          <cx:pt idx="19255">First_Product_Purchased</cx:pt>
          <cx:pt idx="19256">First_Product_Purchased</cx:pt>
          <cx:pt idx="19257">Second_Product_Purchased</cx:pt>
          <cx:pt idx="19258">First_Product_Purchased</cx:pt>
          <cx:pt idx="19259">First_Product_Purchased</cx:pt>
          <cx:pt idx="19260">First_Product_Purchased</cx:pt>
          <cx:pt idx="19261">First_Product_Purchased</cx:pt>
          <cx:pt idx="19262">First_Product_Purchased</cx:pt>
          <cx:pt idx="19263">First_Product_Purchased</cx:pt>
          <cx:pt idx="19264">First_Product_Purchased</cx:pt>
          <cx:pt idx="19265">First_Product_Purchased</cx:pt>
          <cx:pt idx="19266">First_Product_Purchased</cx:pt>
          <cx:pt idx="19267">First_Product_Purchased</cx:pt>
          <cx:pt idx="19268">First_Product_Purchased</cx:pt>
          <cx:pt idx="19269">First_Product_Purchased</cx:pt>
          <cx:pt idx="19270">First_Product_Purchased</cx:pt>
          <cx:pt idx="19271">First_Product_Purchased</cx:pt>
          <cx:pt idx="19272">First_Product_Purchased</cx:pt>
          <cx:pt idx="19273">First_Product_Purchased</cx:pt>
          <cx:pt idx="19274">First_Product_Purchased</cx:pt>
          <cx:pt idx="19275">First_Product_Purchased</cx:pt>
          <cx:pt idx="19276">First_Product_Purchased</cx:pt>
          <cx:pt idx="19277">First_Product_Purchased</cx:pt>
          <cx:pt idx="19278">First_Product_Purchased</cx:pt>
          <cx:pt idx="19279">First_Product_Purchased</cx:pt>
          <cx:pt idx="19280">First_Product_Purchased</cx:pt>
          <cx:pt idx="19281">First_Product_Purchased</cx:pt>
          <cx:pt idx="19282">First_Product_Purchased</cx:pt>
          <cx:pt idx="19283">First_Product_Purchased</cx:pt>
          <cx:pt idx="19284">First_Product_Purchased</cx:pt>
          <cx:pt idx="19285">First_Product_Purchased</cx:pt>
          <cx:pt idx="19286">First_Product_Purchased</cx:pt>
          <cx:pt idx="19287">First_Product_Purchased</cx:pt>
          <cx:pt idx="19288">First_Product_Purchased</cx:pt>
          <cx:pt idx="19289">First_Product_Purchased</cx:pt>
          <cx:pt idx="19290">First_Product_Purchased</cx:pt>
          <cx:pt idx="19291">First_Product_Purchased</cx:pt>
          <cx:pt idx="19292">First_Product_Purchased</cx:pt>
          <cx:pt idx="19293">First_Product_Purchased</cx:pt>
          <cx:pt idx="19294">First_Product_Purchased</cx:pt>
          <cx:pt idx="19295">First_Product_Purchased</cx:pt>
          <cx:pt idx="19296">First_Product_Purchased</cx:pt>
          <cx:pt idx="19297">First_Product_Purchased</cx:pt>
          <cx:pt idx="19298">First_Product_Purchased</cx:pt>
          <cx:pt idx="19299">First_Product_Purchased</cx:pt>
          <cx:pt idx="19300">First_Product_Purchased</cx:pt>
          <cx:pt idx="19301">First_Product_Purchased</cx:pt>
          <cx:pt idx="19302">Second_Product_Purchased</cx:pt>
          <cx:pt idx="19303">First_Product_Purchased</cx:pt>
          <cx:pt idx="19304">First_Product_Purchased</cx:pt>
          <cx:pt idx="19305">First_Product_Purchased</cx:pt>
          <cx:pt idx="19306">First_Product_Purchased</cx:pt>
          <cx:pt idx="19307">First_Product_Purchased</cx:pt>
          <cx:pt idx="19308">First_Product_Purchased</cx:pt>
          <cx:pt idx="19309">First_Product_Purchased</cx:pt>
          <cx:pt idx="19310">First_Product_Purchased</cx:pt>
          <cx:pt idx="19311">First_Product_Purchased</cx:pt>
          <cx:pt idx="19312">First_Product_Purchased</cx:pt>
          <cx:pt idx="19313">First_Product_Purchased</cx:pt>
          <cx:pt idx="19314">First_Product_Purchased</cx:pt>
          <cx:pt idx="19315">First_Product_Purchased</cx:pt>
          <cx:pt idx="19316">First_Product_Purchased</cx:pt>
          <cx:pt idx="19317">First_Product_Purchased</cx:pt>
          <cx:pt idx="19318">First_Product_Purchased</cx:pt>
          <cx:pt idx="19319">First_Product_Purchased</cx:pt>
          <cx:pt idx="19320">First_Product_Purchased</cx:pt>
          <cx:pt idx="19321">First_Product_Purchased</cx:pt>
          <cx:pt idx="19322">First_Product_Purchased</cx:pt>
          <cx:pt idx="19323">First_Product_Purchased</cx:pt>
          <cx:pt idx="19324">First_Product_Purchased</cx:pt>
          <cx:pt idx="19325">First_Product_Purchased</cx:pt>
          <cx:pt idx="19326">First_Product_Purchased</cx:pt>
          <cx:pt idx="19327">First_Product_Purchased</cx:pt>
          <cx:pt idx="19328">First_Product_Purchased</cx:pt>
          <cx:pt idx="19329">First_Product_Purchased</cx:pt>
          <cx:pt idx="19330">First_Product_Purchased</cx:pt>
          <cx:pt idx="19331">First_Product_Purchased</cx:pt>
          <cx:pt idx="19332">First_Product_Purchased</cx:pt>
          <cx:pt idx="19333">First_Product_Purchased</cx:pt>
          <cx:pt idx="19334">First_Product_Purchased</cx:pt>
          <cx:pt idx="19335">First_Product_Purchased</cx:pt>
          <cx:pt idx="19336">First_Product_Purchased</cx:pt>
          <cx:pt idx="19337">First_Product_Purchased</cx:pt>
          <cx:pt idx="19338">First_Product_Purchased</cx:pt>
          <cx:pt idx="19339">First_Product_Purchased</cx:pt>
          <cx:pt idx="19340">First_Product_Purchased</cx:pt>
          <cx:pt idx="19341">First_Product_Purchased</cx:pt>
          <cx:pt idx="19342">First_Product_Purchased</cx:pt>
          <cx:pt idx="19343">First_Product_Purchased</cx:pt>
          <cx:pt idx="19344">First_Product_Purchased</cx:pt>
          <cx:pt idx="19345">First_Product_Purchased</cx:pt>
          <cx:pt idx="19346">First_Product_Purchased</cx:pt>
          <cx:pt idx="19347">First_Product_Purchased</cx:pt>
          <cx:pt idx="19348">First_Product_Purchased</cx:pt>
          <cx:pt idx="19349">First_Product_Purchased</cx:pt>
          <cx:pt idx="19350">First_Product_Purchased</cx:pt>
          <cx:pt idx="19351">First_Product_Purchased</cx:pt>
          <cx:pt idx="19352">First_Product_Purchased</cx:pt>
          <cx:pt idx="19353">First_Product_Purchased</cx:pt>
          <cx:pt idx="19354">First_Product_Purchased</cx:pt>
          <cx:pt idx="19355">First_Product_Purchased</cx:pt>
          <cx:pt idx="19356">First_Product_Purchased</cx:pt>
          <cx:pt idx="19357">First_Product_Purchased</cx:pt>
          <cx:pt idx="19358">First_Product_Purchased</cx:pt>
          <cx:pt idx="19359">First_Product_Purchased</cx:pt>
          <cx:pt idx="19360">First_Product_Purchased</cx:pt>
          <cx:pt idx="19361">First_Product_Purchased</cx:pt>
          <cx:pt idx="19362">First_Product_Purchased</cx:pt>
          <cx:pt idx="19363">First_Product_Purchased</cx:pt>
          <cx:pt idx="19364">First_Product_Purchased</cx:pt>
          <cx:pt idx="19365">First_Product_Purchased</cx:pt>
          <cx:pt idx="19366">First_Product_Purchased</cx:pt>
          <cx:pt idx="19367">First_Product_Purchased</cx:pt>
          <cx:pt idx="19368">Second_Product_Purchased</cx:pt>
          <cx:pt idx="19369">First_Product_Purchased</cx:pt>
          <cx:pt idx="19370">First_Product_Purchased</cx:pt>
          <cx:pt idx="19371">First_Product_Purchased</cx:pt>
          <cx:pt idx="19372">First_Product_Purchased</cx:pt>
          <cx:pt idx="19373">First_Product_Purchased</cx:pt>
          <cx:pt idx="19374">First_Product_Purchased</cx:pt>
          <cx:pt idx="19375">First_Product_Purchased</cx:pt>
          <cx:pt idx="19376">First_Product_Purchased</cx:pt>
          <cx:pt idx="19377">First_Product_Purchased</cx:pt>
          <cx:pt idx="19378">First_Product_Purchased</cx:pt>
          <cx:pt idx="19379">First_Product_Purchased</cx:pt>
          <cx:pt idx="19380">First_Product_Purchased</cx:pt>
          <cx:pt idx="19381">First_Product_Purchased</cx:pt>
          <cx:pt idx="19382">First_Product_Purchased</cx:pt>
          <cx:pt idx="19383">First_Product_Purchased</cx:pt>
          <cx:pt idx="19384">First_Product_Purchased</cx:pt>
          <cx:pt idx="19385">First_Product_Purchased</cx:pt>
          <cx:pt idx="19386">First_Product_Purchased</cx:pt>
          <cx:pt idx="19387">First_Product_Purchased</cx:pt>
          <cx:pt idx="19388">First_Product_Purchased</cx:pt>
          <cx:pt idx="19389">First_Product_Purchased</cx:pt>
          <cx:pt idx="19390">First_Product_Purchased</cx:pt>
          <cx:pt idx="19391">First_Product_Purchased</cx:pt>
          <cx:pt idx="19392">First_Product_Purchased</cx:pt>
          <cx:pt idx="19393">First_Product_Purchased</cx:pt>
          <cx:pt idx="19394">First_Product_Purchased</cx:pt>
          <cx:pt idx="19395">First_Product_Purchased</cx:pt>
          <cx:pt idx="19396">First_Product_Purchased</cx:pt>
          <cx:pt idx="19397">First_Product_Purchased</cx:pt>
          <cx:pt idx="19398">First_Product_Purchased</cx:pt>
          <cx:pt idx="19399">First_Product_Purchased</cx:pt>
          <cx:pt idx="19400">First_Product_Purchased</cx:pt>
          <cx:pt idx="19401">First_Product_Purchased</cx:pt>
          <cx:pt idx="19402">First_Product_Purchased</cx:pt>
          <cx:pt idx="19403">First_Product_Purchased</cx:pt>
          <cx:pt idx="19404">First_Product_Purchased</cx:pt>
          <cx:pt idx="19405">First_Product_Purchased</cx:pt>
          <cx:pt idx="19406">First_Product_Purchased</cx:pt>
          <cx:pt idx="19407">First_Product_Purchased</cx:pt>
          <cx:pt idx="19408">First_Product_Purchased</cx:pt>
          <cx:pt idx="19409">First_Product_Purchased</cx:pt>
          <cx:pt idx="19410">First_Product_Purchased</cx:pt>
          <cx:pt idx="19411">First_Product_Purchased</cx:pt>
          <cx:pt idx="19412">First_Product_Purchased</cx:pt>
          <cx:pt idx="19413">First_Product_Purchased</cx:pt>
          <cx:pt idx="19414">First_Product_Purchased</cx:pt>
          <cx:pt idx="19415">First_Product_Purchased</cx:pt>
          <cx:pt idx="19416">First_Product_Purchased</cx:pt>
          <cx:pt idx="19417">First_Product_Purchased</cx:pt>
          <cx:pt idx="19418">First_Product_Purchased</cx:pt>
          <cx:pt idx="19419">First_Product_Purchased</cx:pt>
          <cx:pt idx="19420">First_Product_Purchased</cx:pt>
          <cx:pt idx="19421">First_Product_Purchased</cx:pt>
          <cx:pt idx="19422">First_Product_Purchased</cx:pt>
          <cx:pt idx="19423">First_Product_Purchased</cx:pt>
          <cx:pt idx="19424">First_Product_Purchased</cx:pt>
          <cx:pt idx="19425">First_Product_Purchased</cx:pt>
          <cx:pt idx="19426">First_Product_Purchased</cx:pt>
          <cx:pt idx="19427">First_Product_Purchased</cx:pt>
          <cx:pt idx="19428">First_Product_Purchased</cx:pt>
          <cx:pt idx="19429">First_Product_Purchased</cx:pt>
          <cx:pt idx="19430">First_Product_Purchased</cx:pt>
          <cx:pt idx="19431">First_Product_Purchased</cx:pt>
          <cx:pt idx="19432">First_Product_Purchased</cx:pt>
          <cx:pt idx="19433">First_Product_Purchased</cx:pt>
          <cx:pt idx="19434">First_Product_Purchased</cx:pt>
          <cx:pt idx="19435">First_Product_Purchased</cx:pt>
          <cx:pt idx="19436">First_Product_Purchased</cx:pt>
          <cx:pt idx="19437">First_Product_Purchased</cx:pt>
          <cx:pt idx="19438">First_Product_Purchased</cx:pt>
          <cx:pt idx="19439">First_Product_Purchased</cx:pt>
          <cx:pt idx="19440">First_Product_Purchased</cx:pt>
          <cx:pt idx="19441">First_Product_Purchased</cx:pt>
          <cx:pt idx="19442">First_Product_Purchased</cx:pt>
          <cx:pt idx="19443">First_Product_Purchased</cx:pt>
          <cx:pt idx="19444">First_Product_Purchased</cx:pt>
          <cx:pt idx="19445">First_Product_Purchased</cx:pt>
          <cx:pt idx="19446">First_Product_Purchased</cx:pt>
          <cx:pt idx="19447">First_Product_Purchased</cx:pt>
          <cx:pt idx="19448">First_Product_Purchased</cx:pt>
          <cx:pt idx="19449">First_Product_Purchased</cx:pt>
          <cx:pt idx="19450">First_Product_Purchased</cx:pt>
          <cx:pt idx="19451">First_Product_Purchased</cx:pt>
          <cx:pt idx="19452">First_Product_Purchased</cx:pt>
          <cx:pt idx="19453">First_Product_Purchased</cx:pt>
          <cx:pt idx="19454">First_Product_Purchased</cx:pt>
          <cx:pt idx="19455">First_Product_Purchased</cx:pt>
          <cx:pt idx="19456">First_Product_Purchased</cx:pt>
          <cx:pt idx="19457">First_Product_Purchased</cx:pt>
          <cx:pt idx="19458">First_Product_Purchased</cx:pt>
          <cx:pt idx="19459">First_Product_Purchased</cx:pt>
          <cx:pt idx="19460">First_Product_Purchased</cx:pt>
          <cx:pt idx="19461">First_Product_Purchased</cx:pt>
          <cx:pt idx="19462">First_Product_Purchased</cx:pt>
          <cx:pt idx="19463">First_Product_Purchased</cx:pt>
          <cx:pt idx="19464">First_Product_Purchased</cx:pt>
          <cx:pt idx="19465">First_Product_Purchased</cx:pt>
          <cx:pt idx="19466">First_Product_Purchased</cx:pt>
          <cx:pt idx="19467">First_Product_Purchased</cx:pt>
          <cx:pt idx="19468">First_Product_Purchased</cx:pt>
          <cx:pt idx="19469">First_Product_Purchased</cx:pt>
          <cx:pt idx="19470">First_Product_Purchased</cx:pt>
          <cx:pt idx="19471">First_Product_Purchased</cx:pt>
          <cx:pt idx="19472">First_Product_Purchased</cx:pt>
          <cx:pt idx="19473">Second_Product_Purchased</cx:pt>
          <cx:pt idx="19474">First_Product_Purchased</cx:pt>
          <cx:pt idx="19475">First_Product_Purchased</cx:pt>
          <cx:pt idx="19476">First_Product_Purchased</cx:pt>
          <cx:pt idx="19477">First_Product_Purchased</cx:pt>
          <cx:pt idx="19478">First_Product_Purchased</cx:pt>
          <cx:pt idx="19479">First_Product_Purchased</cx:pt>
          <cx:pt idx="19480">First_Product_Purchased</cx:pt>
          <cx:pt idx="19481">First_Product_Purchased</cx:pt>
          <cx:pt idx="19482">First_Product_Purchased</cx:pt>
          <cx:pt idx="19483">First_Product_Purchased</cx:pt>
          <cx:pt idx="19484">First_Product_Purchased</cx:pt>
          <cx:pt idx="19485">First_Product_Purchased</cx:pt>
          <cx:pt idx="19486">First_Product_Purchased</cx:pt>
          <cx:pt idx="19487">First_Product_Purchased</cx:pt>
          <cx:pt idx="19488">First_Product_Purchased</cx:pt>
          <cx:pt idx="19489">First_Product_Purchased</cx:pt>
          <cx:pt idx="19490">First_Product_Purchased</cx:pt>
          <cx:pt idx="19491">First_Product_Purchased</cx:pt>
          <cx:pt idx="19492">First_Product_Purchased</cx:pt>
          <cx:pt idx="19493">First_Product_Purchased</cx:pt>
          <cx:pt idx="19494">First_Product_Purchased</cx:pt>
          <cx:pt idx="19495">First_Product_Purchased</cx:pt>
          <cx:pt idx="19496">First_Product_Purchased</cx:pt>
          <cx:pt idx="19497">First_Product_Purchased</cx:pt>
          <cx:pt idx="19498">Second_Product_Purchased</cx:pt>
          <cx:pt idx="19499">First_Product_Purchased</cx:pt>
          <cx:pt idx="19500">First_Product_Purchased</cx:pt>
          <cx:pt idx="19501">First_Product_Purchased</cx:pt>
          <cx:pt idx="19502">First_Product_Purchased</cx:pt>
          <cx:pt idx="19503">First_Product_Purchased</cx:pt>
          <cx:pt idx="19504">First_Product_Purchased</cx:pt>
          <cx:pt idx="19505">First_Product_Purchased</cx:pt>
          <cx:pt idx="19506">First_Product_Purchased</cx:pt>
          <cx:pt idx="19507">First_Product_Purchased</cx:pt>
          <cx:pt idx="19508">First_Product_Purchased</cx:pt>
          <cx:pt idx="19509">First_Product_Purchased</cx:pt>
          <cx:pt idx="19510">First_Product_Purchased</cx:pt>
          <cx:pt idx="19511">First_Product_Purchased</cx:pt>
          <cx:pt idx="19512">First_Product_Purchased</cx:pt>
          <cx:pt idx="19513">First_Product_Purchased</cx:pt>
          <cx:pt idx="19514">First_Product_Purchased</cx:pt>
          <cx:pt idx="19515">First_Product_Purchased</cx:pt>
          <cx:pt idx="19516">First_Product_Purchased</cx:pt>
          <cx:pt idx="19517">First_Product_Purchased</cx:pt>
          <cx:pt idx="19518">First_Product_Purchased</cx:pt>
          <cx:pt idx="19519">First_Product_Purchased</cx:pt>
          <cx:pt idx="19520">First_Product_Purchased</cx:pt>
          <cx:pt idx="19521">First_Product_Purchased</cx:pt>
          <cx:pt idx="19522">First_Product_Purchased</cx:pt>
          <cx:pt idx="19523">First_Product_Purchased</cx:pt>
          <cx:pt idx="19524">First_Product_Purchased</cx:pt>
          <cx:pt idx="19525">First_Product_Purchased</cx:pt>
          <cx:pt idx="19526">First_Product_Purchased</cx:pt>
          <cx:pt idx="19527">First_Product_Purchased</cx:pt>
          <cx:pt idx="19528">First_Product_Purchased</cx:pt>
          <cx:pt idx="19529">First_Product_Purchased</cx:pt>
          <cx:pt idx="19530">First_Product_Purchased</cx:pt>
          <cx:pt idx="19531">First_Product_Purchased</cx:pt>
          <cx:pt idx="19532">First_Product_Purchased</cx:pt>
          <cx:pt idx="19533">First_Product_Purchased</cx:pt>
          <cx:pt idx="19534">First_Product_Purchased</cx:pt>
          <cx:pt idx="19535">First_Product_Purchased</cx:pt>
          <cx:pt idx="19536">First_Product_Purchased</cx:pt>
          <cx:pt idx="19537">First_Product_Purchased</cx:pt>
          <cx:pt idx="19538">First_Product_Purchased</cx:pt>
          <cx:pt idx="19539">First_Product_Purchased</cx:pt>
          <cx:pt idx="19540">First_Product_Purchased</cx:pt>
          <cx:pt idx="19541">First_Product_Purchased</cx:pt>
          <cx:pt idx="19542">First_Product_Purchased</cx:pt>
          <cx:pt idx="19543">First_Product_Purchased</cx:pt>
          <cx:pt idx="19544">First_Product_Purchased</cx:pt>
          <cx:pt idx="19545">First_Product_Purchased</cx:pt>
          <cx:pt idx="19546">First_Product_Purchased</cx:pt>
          <cx:pt idx="19547">First_Product_Purchased</cx:pt>
          <cx:pt idx="19548">First_Product_Purchased</cx:pt>
          <cx:pt idx="19549">First_Product_Purchased</cx:pt>
          <cx:pt idx="19550">First_Product_Purchased</cx:pt>
          <cx:pt idx="19551">First_Product_Purchased</cx:pt>
          <cx:pt idx="19552">First_Product_Purchased</cx:pt>
          <cx:pt idx="19553">First_Product_Purchased</cx:pt>
          <cx:pt idx="19554">First_Product_Purchased</cx:pt>
          <cx:pt idx="19555">First_Product_Purchased</cx:pt>
          <cx:pt idx="19556">First_Product_Purchased</cx:pt>
          <cx:pt idx="19557">First_Product_Purchased</cx:pt>
          <cx:pt idx="19558">First_Product_Purchased</cx:pt>
          <cx:pt idx="19559">First_Product_Purchased</cx:pt>
          <cx:pt idx="19560">First_Product_Purchased</cx:pt>
          <cx:pt idx="19561">First_Product_Purchased</cx:pt>
          <cx:pt idx="19562">First_Product_Purchased</cx:pt>
          <cx:pt idx="19563">First_Product_Purchased</cx:pt>
          <cx:pt idx="19564">First_Product_Purchased</cx:pt>
          <cx:pt idx="19565">First_Product_Purchased</cx:pt>
          <cx:pt idx="19566">First_Product_Purchased</cx:pt>
          <cx:pt idx="19567">First_Product_Purchased</cx:pt>
          <cx:pt idx="19568">First_Product_Purchased</cx:pt>
          <cx:pt idx="19569">First_Product_Purchased</cx:pt>
          <cx:pt idx="19570">First_Product_Purchased</cx:pt>
          <cx:pt idx="19571">First_Product_Purchased</cx:pt>
          <cx:pt idx="19572">Second_Product_Purchased</cx:pt>
          <cx:pt idx="19573">First_Product_Purchased</cx:pt>
          <cx:pt idx="19574">First_Product_Purchased</cx:pt>
          <cx:pt idx="19575">First_Product_Purchased</cx:pt>
          <cx:pt idx="19576">First_Product_Purchased</cx:pt>
          <cx:pt idx="19577">First_Product_Purchased</cx:pt>
          <cx:pt idx="19578">First_Product_Purchased</cx:pt>
          <cx:pt idx="19579">First_Product_Purchased</cx:pt>
          <cx:pt idx="19580">First_Product_Purchased</cx:pt>
          <cx:pt idx="19581">First_Product_Purchased</cx:pt>
          <cx:pt idx="19582">First_Product_Purchased</cx:pt>
          <cx:pt idx="19583">First_Product_Purchased</cx:pt>
          <cx:pt idx="19584">First_Product_Purchased</cx:pt>
          <cx:pt idx="19585">First_Product_Purchased</cx:pt>
          <cx:pt idx="19586">First_Product_Purchased</cx:pt>
          <cx:pt idx="19587">First_Product_Purchased</cx:pt>
          <cx:pt idx="19588">Second_Product_Purchased</cx:pt>
          <cx:pt idx="19589">First_Product_Purchased</cx:pt>
          <cx:pt idx="19590">First_Product_Purchased</cx:pt>
          <cx:pt idx="19591">First_Product_Purchased</cx:pt>
          <cx:pt idx="19592">First_Product_Purchased</cx:pt>
          <cx:pt idx="19593">First_Product_Purchased</cx:pt>
          <cx:pt idx="19594">First_Product_Purchased</cx:pt>
          <cx:pt idx="19595">First_Product_Purchased</cx:pt>
          <cx:pt idx="19596">First_Product_Purchased</cx:pt>
          <cx:pt idx="19597">First_Product_Purchased</cx:pt>
          <cx:pt idx="19598">Second_Product_Purchased</cx:pt>
          <cx:pt idx="19599">First_Product_Purchased</cx:pt>
          <cx:pt idx="19600">First_Product_Purchased</cx:pt>
          <cx:pt idx="19601">First_Product_Purchased</cx:pt>
          <cx:pt idx="19602">First_Product_Purchased</cx:pt>
          <cx:pt idx="19603">First_Product_Purchased</cx:pt>
          <cx:pt idx="19604">First_Product_Purchased</cx:pt>
          <cx:pt idx="19605">First_Product_Purchased</cx:pt>
          <cx:pt idx="19606">First_Product_Purchased</cx:pt>
          <cx:pt idx="19607">First_Product_Purchased</cx:pt>
          <cx:pt idx="19608">First_Product_Purchased</cx:pt>
          <cx:pt idx="19609">First_Product_Purchased</cx:pt>
          <cx:pt idx="19610">First_Product_Purchased</cx:pt>
          <cx:pt idx="19611">Second_Product_Purchased</cx:pt>
          <cx:pt idx="19612">First_Product_Purchased</cx:pt>
          <cx:pt idx="19613">First_Product_Purchased</cx:pt>
          <cx:pt idx="19614">First_Product_Purchased</cx:pt>
          <cx:pt idx="19615">First_Product_Purchased</cx:pt>
          <cx:pt idx="19616">First_Product_Purchased</cx:pt>
          <cx:pt idx="19617">First_Product_Purchased</cx:pt>
          <cx:pt idx="19618">First_Product_Purchased</cx:pt>
          <cx:pt idx="19619">First_Product_Purchased</cx:pt>
          <cx:pt idx="19620">First_Product_Purchased</cx:pt>
          <cx:pt idx="19621">First_Product_Purchased</cx:pt>
          <cx:pt idx="19622">First_Product_Purchased</cx:pt>
          <cx:pt idx="19623">First_Product_Purchased</cx:pt>
          <cx:pt idx="19624">First_Product_Purchased</cx:pt>
          <cx:pt idx="19625">First_Product_Purchased</cx:pt>
          <cx:pt idx="19626">First_Product_Purchased</cx:pt>
          <cx:pt idx="19627">First_Product_Purchased</cx:pt>
          <cx:pt idx="19628">First_Product_Purchased</cx:pt>
          <cx:pt idx="19629">First_Product_Purchased</cx:pt>
          <cx:pt idx="19630">First_Product_Purchased</cx:pt>
          <cx:pt idx="19631">First_Product_Purchased</cx:pt>
          <cx:pt idx="19632">First_Product_Purchased</cx:pt>
          <cx:pt idx="19633">First_Product_Purchased</cx:pt>
          <cx:pt idx="19634">First_Product_Purchased</cx:pt>
          <cx:pt idx="19635">First_Product_Purchased</cx:pt>
          <cx:pt idx="19636">First_Product_Purchased</cx:pt>
          <cx:pt idx="19637">First_Product_Purchased</cx:pt>
          <cx:pt idx="19638">First_Product_Purchased</cx:pt>
          <cx:pt idx="19639">First_Product_Purchased</cx:pt>
          <cx:pt idx="19640">First_Product_Purchased</cx:pt>
          <cx:pt idx="19641">First_Product_Purchased</cx:pt>
          <cx:pt idx="19642">First_Product_Purchased</cx:pt>
          <cx:pt idx="19643">First_Product_Purchased</cx:pt>
          <cx:pt idx="19644">First_Product_Purchased</cx:pt>
          <cx:pt idx="19645">First_Product_Purchased</cx:pt>
          <cx:pt idx="19646">First_Product_Purchased</cx:pt>
          <cx:pt idx="19647">First_Product_Purchased</cx:pt>
          <cx:pt idx="19648">First_Product_Purchased</cx:pt>
          <cx:pt idx="19649">First_Product_Purchased</cx:pt>
          <cx:pt idx="19650">First_Product_Purchased</cx:pt>
          <cx:pt idx="19651">First_Product_Purchased</cx:pt>
          <cx:pt idx="19652">First_Product_Purchased</cx:pt>
          <cx:pt idx="19653">First_Product_Purchased</cx:pt>
          <cx:pt idx="19654">First_Product_Purchased</cx:pt>
          <cx:pt idx="19655">First_Product_Purchased</cx:pt>
          <cx:pt idx="19656">First_Product_Purchased</cx:pt>
          <cx:pt idx="19657">First_Product_Purchased</cx:pt>
          <cx:pt idx="19658">First_Product_Purchased</cx:pt>
          <cx:pt idx="19659">First_Product_Purchased</cx:pt>
          <cx:pt idx="19660">First_Product_Purchased</cx:pt>
          <cx:pt idx="19661">First_Product_Purchased</cx:pt>
          <cx:pt idx="19662">First_Product_Purchased</cx:pt>
          <cx:pt idx="19663">First_Product_Purchased</cx:pt>
          <cx:pt idx="19664">First_Product_Purchased</cx:pt>
          <cx:pt idx="19665">First_Product_Purchased</cx:pt>
          <cx:pt idx="19666">First_Product_Purchased</cx:pt>
          <cx:pt idx="19667">First_Product_Purchased</cx:pt>
          <cx:pt idx="19668">First_Product_Purchased</cx:pt>
          <cx:pt idx="19669">First_Product_Purchased</cx:pt>
          <cx:pt idx="19670">First_Product_Purchased</cx:pt>
          <cx:pt idx="19671">First_Product_Purchased</cx:pt>
          <cx:pt idx="19672">First_Product_Purchased</cx:pt>
          <cx:pt idx="19673">First_Product_Purchased</cx:pt>
          <cx:pt idx="19674">First_Product_Purchased</cx:pt>
          <cx:pt idx="19675">First_Product_Purchased</cx:pt>
          <cx:pt idx="19676">First_Product_Purchased</cx:pt>
          <cx:pt idx="19677">First_Product_Purchased</cx:pt>
          <cx:pt idx="19678">First_Product_Purchased</cx:pt>
          <cx:pt idx="19679">First_Product_Purchased</cx:pt>
          <cx:pt idx="19680">First_Product_Purchased</cx:pt>
          <cx:pt idx="19681">First_Product_Purchased</cx:pt>
          <cx:pt idx="19682">First_Product_Purchased</cx:pt>
          <cx:pt idx="19683">First_Product_Purchased</cx:pt>
          <cx:pt idx="19684">First_Product_Purchased</cx:pt>
          <cx:pt idx="19685">First_Product_Purchased</cx:pt>
          <cx:pt idx="19686">First_Product_Purchased</cx:pt>
          <cx:pt idx="19687">Second_Product_Purchased</cx:pt>
          <cx:pt idx="19688">First_Product_Purchased</cx:pt>
          <cx:pt idx="19689">First_Product_Purchased</cx:pt>
          <cx:pt idx="19690">First_Product_Purchased</cx:pt>
          <cx:pt idx="19691">First_Product_Purchased</cx:pt>
          <cx:pt idx="19692">First_Product_Purchased</cx:pt>
          <cx:pt idx="19693">First_Product_Purchased</cx:pt>
          <cx:pt idx="19694">First_Product_Purchased</cx:pt>
          <cx:pt idx="19695">First_Product_Purchased</cx:pt>
          <cx:pt idx="19696">First_Product_Purchased</cx:pt>
          <cx:pt idx="19697">First_Product_Purchased</cx:pt>
          <cx:pt idx="19698">First_Product_Purchased</cx:pt>
          <cx:pt idx="19699">First_Product_Purchased</cx:pt>
          <cx:pt idx="19700">First_Product_Purchased</cx:pt>
          <cx:pt idx="19701">First_Product_Purchased</cx:pt>
          <cx:pt idx="19702">First_Product_Purchased</cx:pt>
          <cx:pt idx="19703">First_Product_Purchased</cx:pt>
          <cx:pt idx="19704">First_Product_Purchased</cx:pt>
          <cx:pt idx="19705">First_Product_Purchased</cx:pt>
          <cx:pt idx="19706">First_Product_Purchased</cx:pt>
          <cx:pt idx="19707">First_Product_Purchased</cx:pt>
          <cx:pt idx="19708">First_Product_Purchased</cx:pt>
          <cx:pt idx="19709">First_Product_Purchased</cx:pt>
          <cx:pt idx="19710">First_Product_Purchased</cx:pt>
          <cx:pt idx="19711">First_Product_Purchased</cx:pt>
          <cx:pt idx="19712">First_Product_Purchased</cx:pt>
          <cx:pt idx="19713">First_Product_Purchased</cx:pt>
          <cx:pt idx="19714">First_Product_Purchased</cx:pt>
          <cx:pt idx="19715">First_Product_Purchased</cx:pt>
          <cx:pt idx="19716">First_Product_Purchased</cx:pt>
          <cx:pt idx="19717">First_Product_Purchased</cx:pt>
          <cx:pt idx="19718">First_Product_Purchased</cx:pt>
          <cx:pt idx="19719">First_Product_Purchased</cx:pt>
          <cx:pt idx="19720">First_Product_Purchased</cx:pt>
          <cx:pt idx="19721">First_Product_Purchased</cx:pt>
          <cx:pt idx="19722">First_Product_Purchased</cx:pt>
          <cx:pt idx="19723">First_Product_Purchased</cx:pt>
          <cx:pt idx="19724">First_Product_Purchased</cx:pt>
          <cx:pt idx="19725">First_Product_Purchased</cx:pt>
          <cx:pt idx="19726">First_Product_Purchased</cx:pt>
          <cx:pt idx="19727">First_Product_Purchased</cx:pt>
          <cx:pt idx="19728">First_Product_Purchased</cx:pt>
          <cx:pt idx="19729">First_Product_Purchased</cx:pt>
          <cx:pt idx="19730">First_Product_Purchased</cx:pt>
          <cx:pt idx="19731">First_Product_Purchased</cx:pt>
          <cx:pt idx="19732">First_Product_Purchased</cx:pt>
          <cx:pt idx="19733">First_Product_Purchased</cx:pt>
          <cx:pt idx="19734">First_Product_Purchased</cx:pt>
          <cx:pt idx="19735">First_Product_Purchased</cx:pt>
          <cx:pt idx="19736">First_Product_Purchased</cx:pt>
          <cx:pt idx="19737">First_Product_Purchased</cx:pt>
          <cx:pt idx="19738">First_Product_Purchased</cx:pt>
          <cx:pt idx="19739">First_Product_Purchased</cx:pt>
          <cx:pt idx="19740">First_Product_Purchased</cx:pt>
          <cx:pt idx="19741">First_Product_Purchased</cx:pt>
          <cx:pt idx="19742">First_Product_Purchased</cx:pt>
          <cx:pt idx="19743">First_Product_Purchased</cx:pt>
          <cx:pt idx="19744">First_Product_Purchased</cx:pt>
          <cx:pt idx="19745">First_Product_Purchased</cx:pt>
          <cx:pt idx="19746">First_Product_Purchased</cx:pt>
          <cx:pt idx="19747">First_Product_Purchased</cx:pt>
          <cx:pt idx="19748">First_Product_Purchased</cx:pt>
          <cx:pt idx="19749">First_Product_Purchased</cx:pt>
          <cx:pt idx="19750">First_Product_Purchased</cx:pt>
          <cx:pt idx="19751">First_Product_Purchased</cx:pt>
          <cx:pt idx="19752">First_Product_Purchased</cx:pt>
          <cx:pt idx="19753">First_Product_Purchased</cx:pt>
          <cx:pt idx="19754">First_Product_Purchased</cx:pt>
          <cx:pt idx="19755">First_Product_Purchased</cx:pt>
          <cx:pt idx="19756">First_Product_Purchased</cx:pt>
          <cx:pt idx="19757">First_Product_Purchased</cx:pt>
          <cx:pt idx="19758">First_Product_Purchased</cx:pt>
          <cx:pt idx="19759">First_Product_Purchased</cx:pt>
          <cx:pt idx="19760">First_Product_Purchased</cx:pt>
          <cx:pt idx="19761">First_Product_Purchased</cx:pt>
          <cx:pt idx="19762">First_Product_Purchased</cx:pt>
          <cx:pt idx="19763">First_Product_Purchased</cx:pt>
          <cx:pt idx="19764">First_Product_Purchased</cx:pt>
          <cx:pt idx="19765">First_Product_Purchased</cx:pt>
          <cx:pt idx="19766">First_Product_Purchased</cx:pt>
          <cx:pt idx="19767">First_Product_Purchased</cx:pt>
          <cx:pt idx="19768">First_Product_Purchased</cx:pt>
          <cx:pt idx="19769">First_Product_Purchased</cx:pt>
          <cx:pt idx="19770">First_Product_Purchased</cx:pt>
          <cx:pt idx="19771">First_Product_Purchased</cx:pt>
          <cx:pt idx="19772">First_Product_Purchased</cx:pt>
          <cx:pt idx="19773">First_Product_Purchased</cx:pt>
          <cx:pt idx="19774">First_Product_Purchased</cx:pt>
          <cx:pt idx="19775">First_Product_Purchased</cx:pt>
          <cx:pt idx="19776">First_Product_Purchased</cx:pt>
          <cx:pt idx="19777">First_Product_Purchased</cx:pt>
          <cx:pt idx="19778">First_Product_Purchased</cx:pt>
          <cx:pt idx="19779">First_Product_Purchased</cx:pt>
          <cx:pt idx="19780">First_Product_Purchased</cx:pt>
          <cx:pt idx="19781">First_Product_Purchased</cx:pt>
          <cx:pt idx="19782">First_Product_Purchased</cx:pt>
          <cx:pt idx="19783">First_Product_Purchased</cx:pt>
          <cx:pt idx="19784">First_Product_Purchased</cx:pt>
          <cx:pt idx="19785">First_Product_Purchased</cx:pt>
          <cx:pt idx="19786">First_Product_Purchased</cx:pt>
          <cx:pt idx="19787">First_Product_Purchased</cx:pt>
          <cx:pt idx="19788">First_Product_Purchased</cx:pt>
          <cx:pt idx="19789">First_Product_Purchased</cx:pt>
          <cx:pt idx="19790">First_Product_Purchased</cx:pt>
          <cx:pt idx="19791">First_Product_Purchased</cx:pt>
          <cx:pt idx="19792">First_Product_Purchased</cx:pt>
          <cx:pt idx="19793">First_Product_Purchased</cx:pt>
          <cx:pt idx="19794">First_Product_Purchased</cx:pt>
          <cx:pt idx="19795">First_Product_Purchased</cx:pt>
          <cx:pt idx="19796">First_Product_Purchased</cx:pt>
          <cx:pt idx="19797">First_Product_Purchased</cx:pt>
          <cx:pt idx="19798">First_Product_Purchased</cx:pt>
          <cx:pt idx="19799">First_Product_Purchased</cx:pt>
          <cx:pt idx="19800">First_Product_Purchased</cx:pt>
          <cx:pt idx="19801">First_Product_Purchased</cx:pt>
          <cx:pt idx="19802">First_Product_Purchased</cx:pt>
          <cx:pt idx="19803">First_Product_Purchased</cx:pt>
          <cx:pt idx="19804">First_Product_Purchased</cx:pt>
          <cx:pt idx="19805">First_Product_Purchased</cx:pt>
          <cx:pt idx="19806">First_Product_Purchased</cx:pt>
          <cx:pt idx="19807">First_Product_Purchased</cx:pt>
          <cx:pt idx="19808">First_Product_Purchased</cx:pt>
          <cx:pt idx="19809">First_Product_Purchased</cx:pt>
          <cx:pt idx="19810">First_Product_Purchased</cx:pt>
          <cx:pt idx="19811">First_Product_Purchased</cx:pt>
          <cx:pt idx="19812">First_Product_Purchased</cx:pt>
          <cx:pt idx="19813">First_Product_Purchased</cx:pt>
          <cx:pt idx="19814">First_Product_Purchased</cx:pt>
          <cx:pt idx="19815">First_Product_Purchased</cx:pt>
          <cx:pt idx="19816">First_Product_Purchased</cx:pt>
          <cx:pt idx="19817">First_Product_Purchased</cx:pt>
          <cx:pt idx="19818">First_Product_Purchased</cx:pt>
          <cx:pt idx="19819">First_Product_Purchased</cx:pt>
          <cx:pt idx="19820">First_Product_Purchased</cx:pt>
          <cx:pt idx="19821">First_Product_Purchased</cx:pt>
          <cx:pt idx="19822">First_Product_Purchased</cx:pt>
          <cx:pt idx="19823">First_Product_Purchased</cx:pt>
          <cx:pt idx="19824">First_Product_Purchased</cx:pt>
          <cx:pt idx="19825">First_Product_Purchased</cx:pt>
          <cx:pt idx="19826">First_Product_Purchased</cx:pt>
          <cx:pt idx="19827">First_Product_Purchased</cx:pt>
          <cx:pt idx="19828">First_Product_Purchased</cx:pt>
          <cx:pt idx="19829">First_Product_Purchased</cx:pt>
          <cx:pt idx="19830">First_Product_Purchased</cx:pt>
          <cx:pt idx="19831">First_Product_Purchased</cx:pt>
          <cx:pt idx="19832">First_Product_Purchased</cx:pt>
          <cx:pt idx="19833">First_Product_Purchased</cx:pt>
          <cx:pt idx="19834">First_Product_Purchased</cx:pt>
          <cx:pt idx="19835">First_Product_Purchased</cx:pt>
          <cx:pt idx="19836">First_Product_Purchased</cx:pt>
          <cx:pt idx="19837">First_Product_Purchased</cx:pt>
          <cx:pt idx="19838">First_Product_Purchased</cx:pt>
          <cx:pt idx="19839">First_Product_Purchased</cx:pt>
          <cx:pt idx="19840">First_Product_Purchased</cx:pt>
          <cx:pt idx="19841">First_Product_Purchased</cx:pt>
          <cx:pt idx="19842">First_Product_Purchased</cx:pt>
          <cx:pt idx="19843">First_Product_Purchased</cx:pt>
          <cx:pt idx="19844">First_Product_Purchased</cx:pt>
          <cx:pt idx="19845">First_Product_Purchased</cx:pt>
          <cx:pt idx="19846">First_Product_Purchased</cx:pt>
          <cx:pt idx="19847">First_Product_Purchased</cx:pt>
          <cx:pt idx="19848">First_Product_Purchased</cx:pt>
          <cx:pt idx="19849">First_Product_Purchased</cx:pt>
          <cx:pt idx="19850">First_Product_Purchased</cx:pt>
          <cx:pt idx="19851">First_Product_Purchased</cx:pt>
          <cx:pt idx="19852">First_Product_Purchased</cx:pt>
          <cx:pt idx="19853">First_Product_Purchased</cx:pt>
          <cx:pt idx="19854">First_Product_Purchased</cx:pt>
          <cx:pt idx="19855">First_Product_Purchased</cx:pt>
          <cx:pt idx="19856">First_Product_Purchased</cx:pt>
          <cx:pt idx="19857">First_Product_Purchased</cx:pt>
          <cx:pt idx="19858">First_Product_Purchased</cx:pt>
          <cx:pt idx="19859">First_Product_Purchased</cx:pt>
          <cx:pt idx="19860">Second_Product_Purchased</cx:pt>
          <cx:pt idx="19861">First_Product_Purchased</cx:pt>
          <cx:pt idx="19862">First_Product_Purchased</cx:pt>
          <cx:pt idx="19863">First_Product_Purchased</cx:pt>
          <cx:pt idx="19864">First_Product_Purchased</cx:pt>
          <cx:pt idx="19865">First_Product_Purchased</cx:pt>
          <cx:pt idx="19866">First_Product_Purchased</cx:pt>
          <cx:pt idx="19867">First_Product_Purchased</cx:pt>
          <cx:pt idx="19868">First_Product_Purchased</cx:pt>
          <cx:pt idx="19869">First_Product_Purchased</cx:pt>
          <cx:pt idx="19870">First_Product_Purchased</cx:pt>
          <cx:pt idx="19871">First_Product_Purchased</cx:pt>
          <cx:pt idx="19872">First_Product_Purchased</cx:pt>
          <cx:pt idx="19873">First_Product_Purchased</cx:pt>
          <cx:pt idx="19874">First_Product_Purchased</cx:pt>
          <cx:pt idx="19875">First_Product_Purchased</cx:pt>
          <cx:pt idx="19876">First_Product_Purchased</cx:pt>
          <cx:pt idx="19877">Second_Product_Purchased</cx:pt>
          <cx:pt idx="19878">First_Product_Purchased</cx:pt>
          <cx:pt idx="19879">First_Product_Purchased</cx:pt>
          <cx:pt idx="19880">First_Product_Purchased</cx:pt>
          <cx:pt idx="19881">First_Product_Purchased</cx:pt>
          <cx:pt idx="19882">First_Product_Purchased</cx:pt>
          <cx:pt idx="19883">First_Product_Purchased</cx:pt>
          <cx:pt idx="19884">First_Product_Purchased</cx:pt>
          <cx:pt idx="19885">First_Product_Purchased</cx:pt>
          <cx:pt idx="19886">First_Product_Purchased</cx:pt>
          <cx:pt idx="19887">First_Product_Purchased</cx:pt>
          <cx:pt idx="19888">First_Product_Purchased</cx:pt>
          <cx:pt idx="19889">First_Product_Purchased</cx:pt>
          <cx:pt idx="19890">First_Product_Purchased</cx:pt>
          <cx:pt idx="19891">First_Product_Purchased</cx:pt>
          <cx:pt idx="19892">First_Product_Purchased</cx:pt>
          <cx:pt idx="19893">First_Product_Purchased</cx:pt>
          <cx:pt idx="19894">First_Product_Purchased</cx:pt>
          <cx:pt idx="19895">First_Product_Purchased</cx:pt>
          <cx:pt idx="19896">First_Product_Purchased</cx:pt>
          <cx:pt idx="19897">First_Product_Purchased</cx:pt>
          <cx:pt idx="19898">First_Product_Purchased</cx:pt>
          <cx:pt idx="19899">First_Product_Purchased</cx:pt>
          <cx:pt idx="19900">First_Product_Purchased</cx:pt>
          <cx:pt idx="19901">First_Product_Purchased</cx:pt>
          <cx:pt idx="19902">First_Product_Purchased</cx:pt>
          <cx:pt idx="19903">First_Product_Purchased</cx:pt>
          <cx:pt idx="19904">First_Product_Purchased</cx:pt>
          <cx:pt idx="19905">First_Product_Purchased</cx:pt>
          <cx:pt idx="19906">First_Product_Purchased</cx:pt>
          <cx:pt idx="19907">First_Product_Purchased</cx:pt>
          <cx:pt idx="19908">First_Product_Purchased</cx:pt>
          <cx:pt idx="19909">First_Product_Purchased</cx:pt>
          <cx:pt idx="19910">First_Product_Purchased</cx:pt>
          <cx:pt idx="19911">First_Product_Purchased</cx:pt>
          <cx:pt idx="19912">First_Product_Purchased</cx:pt>
          <cx:pt idx="19913">First_Product_Purchased</cx:pt>
          <cx:pt idx="19914">First_Product_Purchased</cx:pt>
          <cx:pt idx="19915">First_Product_Purchased</cx:pt>
          <cx:pt idx="19916">First_Product_Purchased</cx:pt>
          <cx:pt idx="19917">First_Product_Purchased</cx:pt>
          <cx:pt idx="19918">First_Product_Purchased</cx:pt>
          <cx:pt idx="19919">First_Product_Purchased</cx:pt>
          <cx:pt idx="19920">First_Product_Purchased</cx:pt>
          <cx:pt idx="19921">First_Product_Purchased</cx:pt>
          <cx:pt idx="19922">First_Product_Purchased</cx:pt>
          <cx:pt idx="19923">First_Product_Purchased</cx:pt>
          <cx:pt idx="19924">First_Product_Purchased</cx:pt>
          <cx:pt idx="19925">First_Product_Purchased</cx:pt>
          <cx:pt idx="19926">First_Product_Purchased</cx:pt>
          <cx:pt idx="19927">First_Product_Purchased</cx:pt>
          <cx:pt idx="19928">First_Product_Purchased</cx:pt>
          <cx:pt idx="19929">First_Product_Purchased</cx:pt>
          <cx:pt idx="19930">First_Product_Purchased</cx:pt>
          <cx:pt idx="19931">First_Product_Purchased</cx:pt>
          <cx:pt idx="19932">First_Product_Purchased</cx:pt>
          <cx:pt idx="19933">First_Product_Purchased</cx:pt>
          <cx:pt idx="19934">First_Product_Purchased</cx:pt>
          <cx:pt idx="19935">First_Product_Purchased</cx:pt>
          <cx:pt idx="19936">First_Product_Purchased</cx:pt>
          <cx:pt idx="19937">First_Product_Purchased</cx:pt>
          <cx:pt idx="19938">First_Product_Purchased</cx:pt>
          <cx:pt idx="19939">First_Product_Purchased</cx:pt>
          <cx:pt idx="19940">First_Product_Purchased</cx:pt>
          <cx:pt idx="19941">First_Product_Purchased</cx:pt>
          <cx:pt idx="19942">First_Product_Purchased</cx:pt>
          <cx:pt idx="19943">First_Product_Purchased</cx:pt>
          <cx:pt idx="19944">First_Product_Purchased</cx:pt>
          <cx:pt idx="19945">First_Product_Purchased</cx:pt>
          <cx:pt idx="19946">First_Product_Purchased</cx:pt>
          <cx:pt idx="19947">First_Product_Purchased</cx:pt>
          <cx:pt idx="19948">First_Product_Purchased</cx:pt>
          <cx:pt idx="19949">First_Product_Purchased</cx:pt>
          <cx:pt idx="19950">First_Product_Purchased</cx:pt>
          <cx:pt idx="19951">First_Product_Purchased</cx:pt>
          <cx:pt idx="19952">First_Product_Purchased</cx:pt>
          <cx:pt idx="19953">First_Product_Purchased</cx:pt>
          <cx:pt idx="19954">First_Product_Purchased</cx:pt>
          <cx:pt idx="19955">First_Product_Purchased</cx:pt>
          <cx:pt idx="19956">First_Product_Purchased</cx:pt>
          <cx:pt idx="19957">First_Product_Purchased</cx:pt>
          <cx:pt idx="19958">First_Product_Purchased</cx:pt>
          <cx:pt idx="19959">First_Product_Purchased</cx:pt>
          <cx:pt idx="19960">First_Product_Purchased</cx:pt>
          <cx:pt idx="19961">First_Product_Purchased</cx:pt>
          <cx:pt idx="19962">First_Product_Purchased</cx:pt>
          <cx:pt idx="19963">First_Product_Purchased</cx:pt>
          <cx:pt idx="19964">First_Product_Purchased</cx:pt>
          <cx:pt idx="19965">First_Product_Purchased</cx:pt>
          <cx:pt idx="19966">First_Product_Purchased</cx:pt>
          <cx:pt idx="19967">First_Product_Purchased</cx:pt>
          <cx:pt idx="19968">First_Product_Purchased</cx:pt>
          <cx:pt idx="19969">First_Product_Purchased</cx:pt>
          <cx:pt idx="19970">First_Product_Purchased</cx:pt>
          <cx:pt idx="19971">First_Product_Purchased</cx:pt>
          <cx:pt idx="19972">First_Product_Purchased</cx:pt>
          <cx:pt idx="19973">First_Product_Purchased</cx:pt>
          <cx:pt idx="19974">First_Product_Purchased</cx:pt>
          <cx:pt idx="19975">First_Product_Purchased</cx:pt>
          <cx:pt idx="19976">First_Product_Purchased</cx:pt>
          <cx:pt idx="19977">First_Product_Purchased</cx:pt>
          <cx:pt idx="19978">First_Product_Purchased</cx:pt>
          <cx:pt idx="19979">First_Product_Purchased</cx:pt>
          <cx:pt idx="19980">First_Product_Purchased</cx:pt>
          <cx:pt idx="19981">Second_Product_Purchased</cx:pt>
          <cx:pt idx="19982">First_Product_Purchased</cx:pt>
          <cx:pt idx="19983">First_Product_Purchased</cx:pt>
          <cx:pt idx="19984">First_Product_Purchased</cx:pt>
          <cx:pt idx="19985">First_Product_Purchased</cx:pt>
          <cx:pt idx="19986">First_Product_Purchased</cx:pt>
          <cx:pt idx="19987">First_Product_Purchased</cx:pt>
          <cx:pt idx="19988">First_Product_Purchased</cx:pt>
          <cx:pt idx="19989">First_Product_Purchased</cx:pt>
          <cx:pt idx="19990">First_Product_Purchased</cx:pt>
          <cx:pt idx="19991">First_Product_Purchased</cx:pt>
          <cx:pt idx="19992">First_Product_Purchased</cx:pt>
          <cx:pt idx="19993">First_Product_Purchased</cx:pt>
          <cx:pt idx="19994">First_Product_Purchased</cx:pt>
          <cx:pt idx="19995">First_Product_Purchased</cx:pt>
          <cx:pt idx="19996">First_Product_Purchased</cx:pt>
          <cx:pt idx="19997">First_Product_Purchased</cx:pt>
          <cx:pt idx="19998">First_Product_Purchased</cx:pt>
          <cx:pt idx="19999">First_Product_Purchased</cx:pt>
          <cx:pt idx="20000">First_Product_Purchased</cx:pt>
          <cx:pt idx="20001">First_Product_Purchased</cx:pt>
          <cx:pt idx="20002">First_Product_Purchased</cx:pt>
          <cx:pt idx="20003">First_Product_Purchased</cx:pt>
          <cx:pt idx="20004">First_Product_Purchased</cx:pt>
          <cx:pt idx="20005">First_Product_Purchased</cx:pt>
          <cx:pt idx="20006">First_Product_Purchased</cx:pt>
          <cx:pt idx="20007">First_Product_Purchased</cx:pt>
          <cx:pt idx="20008">Second_Product_Purchased</cx:pt>
          <cx:pt idx="20009">First_Product_Purchased</cx:pt>
          <cx:pt idx="20010">First_Product_Purchased</cx:pt>
          <cx:pt idx="20011">First_Product_Purchased</cx:pt>
          <cx:pt idx="20012">First_Product_Purchased</cx:pt>
          <cx:pt idx="20013">First_Product_Purchased</cx:pt>
          <cx:pt idx="20014">First_Product_Purchased</cx:pt>
          <cx:pt idx="20015">First_Product_Purchased</cx:pt>
          <cx:pt idx="20016">First_Product_Purchased</cx:pt>
          <cx:pt idx="20017">First_Product_Purchased</cx:pt>
          <cx:pt idx="20018">First_Product_Purchased</cx:pt>
          <cx:pt idx="20019">First_Product_Purchased</cx:pt>
          <cx:pt idx="20020">Second_Product_Purchased</cx:pt>
          <cx:pt idx="20021">First_Product_Purchased</cx:pt>
          <cx:pt idx="20022">First_Product_Purchased</cx:pt>
          <cx:pt idx="20023">First_Product_Purchased</cx:pt>
          <cx:pt idx="20024">Second_Product_Purchased</cx:pt>
          <cx:pt idx="20025">First_Product_Purchased</cx:pt>
          <cx:pt idx="20026">First_Product_Purchased</cx:pt>
          <cx:pt idx="20027">First_Product_Purchased</cx:pt>
          <cx:pt idx="20028">First_Product_Purchased</cx:pt>
          <cx:pt idx="20029">First_Product_Purchased</cx:pt>
          <cx:pt idx="20030">First_Product_Purchased</cx:pt>
          <cx:pt idx="20031">First_Product_Purchased</cx:pt>
          <cx:pt idx="20032">First_Product_Purchased</cx:pt>
          <cx:pt idx="20033">First_Product_Purchased</cx:pt>
          <cx:pt idx="20034">First_Product_Purchased</cx:pt>
          <cx:pt idx="20035">First_Product_Purchased</cx:pt>
          <cx:pt idx="20036">First_Product_Purchased</cx:pt>
          <cx:pt idx="20037">First_Product_Purchased</cx:pt>
          <cx:pt idx="20038">First_Product_Purchased</cx:pt>
          <cx:pt idx="20039">First_Product_Purchased</cx:pt>
          <cx:pt idx="20040">First_Product_Purchased</cx:pt>
          <cx:pt idx="20041">First_Product_Purchased</cx:pt>
          <cx:pt idx="20042">First_Product_Purchased</cx:pt>
          <cx:pt idx="20043">First_Product_Purchased</cx:pt>
          <cx:pt idx="20044">First_Product_Purchased</cx:pt>
          <cx:pt idx="20045">First_Product_Purchased</cx:pt>
          <cx:pt idx="20046">First_Product_Purchased</cx:pt>
          <cx:pt idx="20047">First_Product_Purchased</cx:pt>
          <cx:pt idx="20048">First_Product_Purchased</cx:pt>
          <cx:pt idx="20049">First_Product_Purchased</cx:pt>
          <cx:pt idx="20050">First_Product_Purchased</cx:pt>
          <cx:pt idx="20051">First_Product_Purchased</cx:pt>
          <cx:pt idx="20052">First_Product_Purchased</cx:pt>
          <cx:pt idx="20053">First_Product_Purchased</cx:pt>
          <cx:pt idx="20054">First_Product_Purchased</cx:pt>
          <cx:pt idx="20055">First_Product_Purchased</cx:pt>
          <cx:pt idx="20056">First_Product_Purchased</cx:pt>
          <cx:pt idx="20057">First_Product_Purchased</cx:pt>
          <cx:pt idx="20058">First_Product_Purchased</cx:pt>
          <cx:pt idx="20059">First_Product_Purchased</cx:pt>
          <cx:pt idx="20060">First_Product_Purchased</cx:pt>
          <cx:pt idx="20061">First_Product_Purchased</cx:pt>
          <cx:pt idx="20062">First_Product_Purchased</cx:pt>
          <cx:pt idx="20063">First_Product_Purchased</cx:pt>
          <cx:pt idx="20064">First_Product_Purchased</cx:pt>
          <cx:pt idx="20065">First_Product_Purchased</cx:pt>
          <cx:pt idx="20066">First_Product_Purchased</cx:pt>
          <cx:pt idx="20067">First_Product_Purchased</cx:pt>
          <cx:pt idx="20068">First_Product_Purchased</cx:pt>
          <cx:pt idx="20069">First_Product_Purchased</cx:pt>
          <cx:pt idx="20070">First_Product_Purchased</cx:pt>
          <cx:pt idx="20071">First_Product_Purchased</cx:pt>
          <cx:pt idx="20072">First_Product_Purchased</cx:pt>
          <cx:pt idx="20073">First_Product_Purchased</cx:pt>
          <cx:pt idx="20074">First_Product_Purchased</cx:pt>
          <cx:pt idx="20075">First_Product_Purchased</cx:pt>
          <cx:pt idx="20076">First_Product_Purchased</cx:pt>
          <cx:pt idx="20077">First_Product_Purchased</cx:pt>
          <cx:pt idx="20078">First_Product_Purchased</cx:pt>
          <cx:pt idx="20079">First_Product_Purchased</cx:pt>
          <cx:pt idx="20080">First_Product_Purchased</cx:pt>
          <cx:pt idx="20081">First_Product_Purchased</cx:pt>
          <cx:pt idx="20082">First_Product_Purchased</cx:pt>
          <cx:pt idx="20083">First_Product_Purchased</cx:pt>
          <cx:pt idx="20084">First_Product_Purchased</cx:pt>
          <cx:pt idx="20085">First_Product_Purchased</cx:pt>
          <cx:pt idx="20086">First_Product_Purchased</cx:pt>
          <cx:pt idx="20087">First_Product_Purchased</cx:pt>
          <cx:pt idx="20088">First_Product_Purchased</cx:pt>
          <cx:pt idx="20089">First_Product_Purchased</cx:pt>
          <cx:pt idx="20090">First_Product_Purchased</cx:pt>
          <cx:pt idx="20091">First_Product_Purchased</cx:pt>
          <cx:pt idx="20092">First_Product_Purchased</cx:pt>
          <cx:pt idx="20093">First_Product_Purchased</cx:pt>
          <cx:pt idx="20094">First_Product_Purchased</cx:pt>
          <cx:pt idx="20095">First_Product_Purchased</cx:pt>
          <cx:pt idx="20096">First_Product_Purchased</cx:pt>
          <cx:pt idx="20097">First_Product_Purchased</cx:pt>
          <cx:pt idx="20098">First_Product_Purchased</cx:pt>
          <cx:pt idx="20099">First_Product_Purchased</cx:pt>
          <cx:pt idx="20100">First_Product_Purchased</cx:pt>
          <cx:pt idx="20101">First_Product_Purchased</cx:pt>
          <cx:pt idx="20102">First_Product_Purchased</cx:pt>
          <cx:pt idx="20103">Second_Product_Purchased</cx:pt>
          <cx:pt idx="20104">First_Product_Purchased</cx:pt>
          <cx:pt idx="20105">First_Product_Purchased</cx:pt>
          <cx:pt idx="20106">First_Product_Purchased</cx:pt>
          <cx:pt idx="20107">First_Product_Purchased</cx:pt>
          <cx:pt idx="20108">First_Product_Purchased</cx:pt>
          <cx:pt idx="20109">First_Product_Purchased</cx:pt>
          <cx:pt idx="20110">First_Product_Purchased</cx:pt>
          <cx:pt idx="20111">First_Product_Purchased</cx:pt>
          <cx:pt idx="20112">First_Product_Purchased</cx:pt>
          <cx:pt idx="20113">First_Product_Purchased</cx:pt>
          <cx:pt idx="20114">First_Product_Purchased</cx:pt>
          <cx:pt idx="20115">First_Product_Purchased</cx:pt>
          <cx:pt idx="20116">First_Product_Purchased</cx:pt>
          <cx:pt idx="20117">First_Product_Purchased</cx:pt>
          <cx:pt idx="20118">First_Product_Purchased</cx:pt>
          <cx:pt idx="20119">First_Product_Purchased</cx:pt>
          <cx:pt idx="20120">First_Product_Purchased</cx:pt>
          <cx:pt idx="20121">First_Product_Purchased</cx:pt>
          <cx:pt idx="20122">First_Product_Purchased</cx:pt>
          <cx:pt idx="20123">First_Product_Purchased</cx:pt>
          <cx:pt idx="20124">First_Product_Purchased</cx:pt>
          <cx:pt idx="20125">First_Product_Purchased</cx:pt>
          <cx:pt idx="20126">First_Product_Purchased</cx:pt>
          <cx:pt idx="20127">First_Product_Purchased</cx:pt>
          <cx:pt idx="20128">First_Product_Purchased</cx:pt>
          <cx:pt idx="20129">First_Product_Purchased</cx:pt>
          <cx:pt idx="20130">First_Product_Purchased</cx:pt>
          <cx:pt idx="20131">First_Product_Purchased</cx:pt>
          <cx:pt idx="20132">First_Product_Purchased</cx:pt>
          <cx:pt idx="20133">First_Product_Purchased</cx:pt>
          <cx:pt idx="20134">First_Product_Purchased</cx:pt>
          <cx:pt idx="20135">First_Product_Purchased</cx:pt>
          <cx:pt idx="20136">First_Product_Purchased</cx:pt>
          <cx:pt idx="20137">First_Product_Purchased</cx:pt>
          <cx:pt idx="20138">First_Product_Purchased</cx:pt>
          <cx:pt idx="20139">First_Product_Purchased</cx:pt>
          <cx:pt idx="20140">First_Product_Purchased</cx:pt>
          <cx:pt idx="20141">First_Product_Purchased</cx:pt>
          <cx:pt idx="20142">First_Product_Purchased</cx:pt>
          <cx:pt idx="20143">First_Product_Purchased</cx:pt>
          <cx:pt idx="20144">First_Product_Purchased</cx:pt>
          <cx:pt idx="20145">First_Product_Purchased</cx:pt>
          <cx:pt idx="20146">First_Product_Purchased</cx:pt>
          <cx:pt idx="20147">First_Product_Purchased</cx:pt>
          <cx:pt idx="20148">First_Product_Purchased</cx:pt>
          <cx:pt idx="20149">First_Product_Purchased</cx:pt>
          <cx:pt idx="20150">First_Product_Purchased</cx:pt>
          <cx:pt idx="20151">First_Product_Purchased</cx:pt>
          <cx:pt idx="20152">First_Product_Purchased</cx:pt>
          <cx:pt idx="20153">First_Product_Purchased</cx:pt>
          <cx:pt idx="20154">First_Product_Purchased</cx:pt>
          <cx:pt idx="20155">First_Product_Purchased</cx:pt>
          <cx:pt idx="20156">First_Product_Purchased</cx:pt>
          <cx:pt idx="20157">First_Product_Purchased</cx:pt>
          <cx:pt idx="20158">First_Product_Purchased</cx:pt>
          <cx:pt idx="20159">First_Product_Purchased</cx:pt>
          <cx:pt idx="20160">First_Product_Purchased</cx:pt>
          <cx:pt idx="20161">First_Product_Purchased</cx:pt>
          <cx:pt idx="20162">First_Product_Purchased</cx:pt>
          <cx:pt idx="20163">First_Product_Purchased</cx:pt>
          <cx:pt idx="20164">First_Product_Purchased</cx:pt>
          <cx:pt idx="20165">First_Product_Purchased</cx:pt>
          <cx:pt idx="20166">First_Product_Purchased</cx:pt>
          <cx:pt idx="20167">First_Product_Purchased</cx:pt>
          <cx:pt idx="20168">First_Product_Purchased</cx:pt>
          <cx:pt idx="20169">First_Product_Purchased</cx:pt>
          <cx:pt idx="20170">First_Product_Purchased</cx:pt>
          <cx:pt idx="20171">First_Product_Purchased</cx:pt>
          <cx:pt idx="20172">First_Product_Purchased</cx:pt>
          <cx:pt idx="20173">First_Product_Purchased</cx:pt>
          <cx:pt idx="20174">First_Product_Purchased</cx:pt>
          <cx:pt idx="20175">First_Product_Purchased</cx:pt>
          <cx:pt idx="20176">First_Product_Purchased</cx:pt>
          <cx:pt idx="20177">First_Product_Purchased</cx:pt>
          <cx:pt idx="20178">First_Product_Purchased</cx:pt>
          <cx:pt idx="20179">First_Product_Purchased</cx:pt>
          <cx:pt idx="20180">First_Product_Purchased</cx:pt>
          <cx:pt idx="20181">First_Product_Purchased</cx:pt>
          <cx:pt idx="20182">First_Product_Purchased</cx:pt>
          <cx:pt idx="20183">First_Product_Purchased</cx:pt>
          <cx:pt idx="20184">First_Product_Purchased</cx:pt>
          <cx:pt idx="20185">First_Product_Purchased</cx:pt>
          <cx:pt idx="20186">First_Product_Purchased</cx:pt>
          <cx:pt idx="20187">First_Product_Purchased</cx:pt>
          <cx:pt idx="20188">First_Product_Purchased</cx:pt>
          <cx:pt idx="20189">First_Product_Purchased</cx:pt>
          <cx:pt idx="20190">First_Product_Purchased</cx:pt>
          <cx:pt idx="20191">First_Product_Purchased</cx:pt>
          <cx:pt idx="20192">First_Product_Purchased</cx:pt>
          <cx:pt idx="20193">First_Product_Purchased</cx:pt>
          <cx:pt idx="20194">First_Product_Purchased</cx:pt>
          <cx:pt idx="20195">First_Product_Purchased</cx:pt>
          <cx:pt idx="20196">First_Product_Purchased</cx:pt>
          <cx:pt idx="20197">First_Product_Purchased</cx:pt>
          <cx:pt idx="20198">First_Product_Purchased</cx:pt>
          <cx:pt idx="20199">First_Product_Purchased</cx:pt>
          <cx:pt idx="20200">First_Product_Purchased</cx:pt>
          <cx:pt idx="20201">First_Product_Purchased</cx:pt>
          <cx:pt idx="20202">First_Product_Purchased</cx:pt>
          <cx:pt idx="20203">First_Product_Purchased</cx:pt>
          <cx:pt idx="20204">First_Product_Purchased</cx:pt>
          <cx:pt idx="20205">First_Product_Purchased</cx:pt>
          <cx:pt idx="20206">First_Product_Purchased</cx:pt>
          <cx:pt idx="20207">First_Product_Purchased</cx:pt>
          <cx:pt idx="20208">First_Product_Purchased</cx:pt>
          <cx:pt idx="20209">First_Product_Purchased</cx:pt>
          <cx:pt idx="20210">First_Product_Purchased</cx:pt>
          <cx:pt idx="20211">First_Product_Purchased</cx:pt>
          <cx:pt idx="20212">First_Product_Purchased</cx:pt>
          <cx:pt idx="20213">First_Product_Purchased</cx:pt>
          <cx:pt idx="20214">First_Product_Purchased</cx:pt>
          <cx:pt idx="20215">First_Product_Purchased</cx:pt>
          <cx:pt idx="20216">First_Product_Purchased</cx:pt>
          <cx:pt idx="20217">First_Product_Purchased</cx:pt>
          <cx:pt idx="20218">First_Product_Purchased</cx:pt>
          <cx:pt idx="20219">First_Product_Purchased</cx:pt>
          <cx:pt idx="20220">First_Product_Purchased</cx:pt>
          <cx:pt idx="20221">First_Product_Purchased</cx:pt>
          <cx:pt idx="20222">First_Product_Purchased</cx:pt>
          <cx:pt idx="20223">First_Product_Purchased</cx:pt>
          <cx:pt idx="20224">First_Product_Purchased</cx:pt>
          <cx:pt idx="20225">First_Product_Purchased</cx:pt>
          <cx:pt idx="20226">First_Product_Purchased</cx:pt>
          <cx:pt idx="20227">First_Product_Purchased</cx:pt>
          <cx:pt idx="20228">First_Product_Purchased</cx:pt>
          <cx:pt idx="20229">First_Product_Purchased</cx:pt>
          <cx:pt idx="20230">First_Product_Purchased</cx:pt>
          <cx:pt idx="20231">First_Product_Purchased</cx:pt>
          <cx:pt idx="20232">First_Product_Purchased</cx:pt>
          <cx:pt idx="20233">First_Product_Purchased</cx:pt>
          <cx:pt idx="20234">First_Product_Purchased</cx:pt>
          <cx:pt idx="20235">First_Product_Purchased</cx:pt>
          <cx:pt idx="20236">First_Product_Purchased</cx:pt>
          <cx:pt idx="20237">First_Product_Purchased</cx:pt>
          <cx:pt idx="20238">First_Product_Purchased</cx:pt>
          <cx:pt idx="20239">Second_Product_Purchased</cx:pt>
          <cx:pt idx="20240">First_Product_Purchased</cx:pt>
          <cx:pt idx="20241">First_Product_Purchased</cx:pt>
          <cx:pt idx="20242">First_Product_Purchased</cx:pt>
          <cx:pt idx="20243">First_Product_Purchased</cx:pt>
          <cx:pt idx="20244">First_Product_Purchased</cx:pt>
          <cx:pt idx="20245">First_Product_Purchased</cx:pt>
          <cx:pt idx="20246">First_Product_Purchased</cx:pt>
          <cx:pt idx="20247">First_Product_Purchased</cx:pt>
          <cx:pt idx="20248">First_Product_Purchased</cx:pt>
          <cx:pt idx="20249">First_Product_Purchased</cx:pt>
          <cx:pt idx="20250">First_Product_Purchased</cx:pt>
          <cx:pt idx="20251">First_Product_Purchased</cx:pt>
          <cx:pt idx="20252">First_Product_Purchased</cx:pt>
          <cx:pt idx="20253">First_Product_Purchased</cx:pt>
          <cx:pt idx="20254">First_Product_Purchased</cx:pt>
          <cx:pt idx="20255">First_Product_Purchased</cx:pt>
          <cx:pt idx="20256">First_Product_Purchased</cx:pt>
          <cx:pt idx="20257">First_Product_Purchased</cx:pt>
          <cx:pt idx="20258">First_Product_Purchased</cx:pt>
          <cx:pt idx="20259">First_Product_Purchased</cx:pt>
          <cx:pt idx="20260">First_Product_Purchased</cx:pt>
          <cx:pt idx="20261">First_Product_Purchased</cx:pt>
          <cx:pt idx="20262">First_Product_Purchased</cx:pt>
          <cx:pt idx="20263">First_Product_Purchased</cx:pt>
          <cx:pt idx="20264">First_Product_Purchased</cx:pt>
          <cx:pt idx="20265">First_Product_Purchased</cx:pt>
          <cx:pt idx="20266">First_Product_Purchased</cx:pt>
          <cx:pt idx="20267">First_Product_Purchased</cx:pt>
          <cx:pt idx="20268">First_Product_Purchased</cx:pt>
          <cx:pt idx="20269">First_Product_Purchased</cx:pt>
          <cx:pt idx="20270">First_Product_Purchased</cx:pt>
          <cx:pt idx="20271">First_Product_Purchased</cx:pt>
          <cx:pt idx="20272">First_Product_Purchased</cx:pt>
          <cx:pt idx="20273">First_Product_Purchased</cx:pt>
          <cx:pt idx="20274">First_Product_Purchased</cx:pt>
          <cx:pt idx="20275">First_Product_Purchased</cx:pt>
          <cx:pt idx="20276">First_Product_Purchased</cx:pt>
          <cx:pt idx="20277">First_Product_Purchased</cx:pt>
          <cx:pt idx="20278">First_Product_Purchased</cx:pt>
          <cx:pt idx="20279">First_Product_Purchased</cx:pt>
          <cx:pt idx="20280">First_Product_Purchased</cx:pt>
          <cx:pt idx="20281">First_Product_Purchased</cx:pt>
          <cx:pt idx="20282">First_Product_Purchased</cx:pt>
          <cx:pt idx="20283">First_Product_Purchased</cx:pt>
          <cx:pt idx="20284">First_Product_Purchased</cx:pt>
          <cx:pt idx="20285">First_Product_Purchased</cx:pt>
          <cx:pt idx="20286">Second_Product_Purchased</cx:pt>
          <cx:pt idx="20287">First_Product_Purchased</cx:pt>
          <cx:pt idx="20288">First_Product_Purchased</cx:pt>
          <cx:pt idx="20289">First_Product_Purchased</cx:pt>
          <cx:pt idx="20290">First_Product_Purchased</cx:pt>
          <cx:pt idx="20291">First_Product_Purchased</cx:pt>
          <cx:pt idx="20292">First_Product_Purchased</cx:pt>
          <cx:pt idx="20293">First_Product_Purchased</cx:pt>
          <cx:pt idx="20294">First_Product_Purchased</cx:pt>
          <cx:pt idx="20295">First_Product_Purchased</cx:pt>
          <cx:pt idx="20296">First_Product_Purchased</cx:pt>
          <cx:pt idx="20297">First_Product_Purchased</cx:pt>
          <cx:pt idx="20298">First_Product_Purchased</cx:pt>
          <cx:pt idx="20299">First_Product_Purchased</cx:pt>
          <cx:pt idx="20300">First_Product_Purchased</cx:pt>
          <cx:pt idx="20301">First_Product_Purchased</cx:pt>
          <cx:pt idx="20302">First_Product_Purchased</cx:pt>
          <cx:pt idx="20303">First_Product_Purchased</cx:pt>
          <cx:pt idx="20304">First_Product_Purchased</cx:pt>
          <cx:pt idx="20305">First_Product_Purchased</cx:pt>
          <cx:pt idx="20306">First_Product_Purchased</cx:pt>
          <cx:pt idx="20307">First_Product_Purchased</cx:pt>
          <cx:pt idx="20308">First_Product_Purchased</cx:pt>
          <cx:pt idx="20309">First_Product_Purchased</cx:pt>
          <cx:pt idx="20310">First_Product_Purchased</cx:pt>
          <cx:pt idx="20311">First_Product_Purchased</cx:pt>
          <cx:pt idx="20312">First_Product_Purchased</cx:pt>
          <cx:pt idx="20313">First_Product_Purchased</cx:pt>
          <cx:pt idx="20314">First_Product_Purchased</cx:pt>
          <cx:pt idx="20315">First_Product_Purchased</cx:pt>
          <cx:pt idx="20316">First_Product_Purchased</cx:pt>
          <cx:pt idx="20317">First_Product_Purchased</cx:pt>
          <cx:pt idx="20318">First_Product_Purchased</cx:pt>
          <cx:pt idx="20319">First_Product_Purchased</cx:pt>
          <cx:pt idx="20320">First_Product_Purchased</cx:pt>
          <cx:pt idx="20321">First_Product_Purchased</cx:pt>
          <cx:pt idx="20322">First_Product_Purchased</cx:pt>
          <cx:pt idx="20323">First_Product_Purchased</cx:pt>
          <cx:pt idx="20324">First_Product_Purchased</cx:pt>
          <cx:pt idx="20325">First_Product_Purchased</cx:pt>
          <cx:pt idx="20326">First_Product_Purchased</cx:pt>
          <cx:pt idx="20327">First_Product_Purchased</cx:pt>
          <cx:pt idx="20328">First_Product_Purchased</cx:pt>
          <cx:pt idx="20329">First_Product_Purchased</cx:pt>
          <cx:pt idx="20330">First_Product_Purchased</cx:pt>
          <cx:pt idx="20331">First_Product_Purchased</cx:pt>
          <cx:pt idx="20332">First_Product_Purchased</cx:pt>
          <cx:pt idx="20333">Second_Product_Purchased</cx:pt>
          <cx:pt idx="20334">First_Product_Purchased</cx:pt>
          <cx:pt idx="20335">First_Product_Purchased</cx:pt>
          <cx:pt idx="20336">First_Product_Purchased</cx:pt>
          <cx:pt idx="20337">First_Product_Purchased</cx:pt>
          <cx:pt idx="20338">First_Product_Purchased</cx:pt>
          <cx:pt idx="20339">First_Product_Purchased</cx:pt>
          <cx:pt idx="20340">First_Product_Purchased</cx:pt>
          <cx:pt idx="20341">First_Product_Purchased</cx:pt>
          <cx:pt idx="20342">First_Product_Purchased</cx:pt>
          <cx:pt idx="20343">First_Product_Purchased</cx:pt>
          <cx:pt idx="20344">First_Product_Purchased</cx:pt>
          <cx:pt idx="20345">First_Product_Purchased</cx:pt>
          <cx:pt idx="20346">First_Product_Purchased</cx:pt>
          <cx:pt idx="20347">First_Product_Purchased</cx:pt>
          <cx:pt idx="20348">First_Product_Purchased</cx:pt>
          <cx:pt idx="20349">First_Product_Purchased</cx:pt>
          <cx:pt idx="20350">First_Product_Purchased</cx:pt>
          <cx:pt idx="20351">First_Product_Purchased</cx:pt>
          <cx:pt idx="20352">First_Product_Purchased</cx:pt>
          <cx:pt idx="20353">First_Product_Purchased</cx:pt>
          <cx:pt idx="20354">First_Product_Purchased</cx:pt>
          <cx:pt idx="20355">First_Product_Purchased</cx:pt>
          <cx:pt idx="20356">First_Product_Purchased</cx:pt>
          <cx:pt idx="20357">First_Product_Purchased</cx:pt>
          <cx:pt idx="20358">First_Product_Purchased</cx:pt>
          <cx:pt idx="20359">First_Product_Purchased</cx:pt>
          <cx:pt idx="20360">First_Product_Purchased</cx:pt>
          <cx:pt idx="20361">First_Product_Purchased</cx:pt>
          <cx:pt idx="20362">First_Product_Purchased</cx:pt>
          <cx:pt idx="20363">First_Product_Purchased</cx:pt>
          <cx:pt idx="20364">First_Product_Purchased</cx:pt>
          <cx:pt idx="20365">First_Product_Purchased</cx:pt>
          <cx:pt idx="20366">First_Product_Purchased</cx:pt>
          <cx:pt idx="20367">First_Product_Purchased</cx:pt>
          <cx:pt idx="20368">First_Product_Purchased</cx:pt>
          <cx:pt idx="20369">First_Product_Purchased</cx:pt>
          <cx:pt idx="20370">First_Product_Purchased</cx:pt>
          <cx:pt idx="20371">First_Product_Purchased</cx:pt>
          <cx:pt idx="20372">First_Product_Purchased</cx:pt>
          <cx:pt idx="20373">First_Product_Purchased</cx:pt>
          <cx:pt idx="20374">First_Product_Purchased</cx:pt>
          <cx:pt idx="20375">First_Product_Purchased</cx:pt>
          <cx:pt idx="20376">First_Product_Purchased</cx:pt>
          <cx:pt idx="20377">First_Product_Purchased</cx:pt>
          <cx:pt idx="20378">First_Product_Purchased</cx:pt>
          <cx:pt idx="20379">First_Product_Purchased</cx:pt>
          <cx:pt idx="20380">First_Product_Purchased</cx:pt>
          <cx:pt idx="20381">Second_Product_Purchased</cx:pt>
          <cx:pt idx="20382">First_Product_Purchased</cx:pt>
          <cx:pt idx="20383">First_Product_Purchased</cx:pt>
          <cx:pt idx="20384">First_Product_Purchased</cx:pt>
          <cx:pt idx="20385">First_Product_Purchased</cx:pt>
          <cx:pt idx="20386">First_Product_Purchased</cx:pt>
          <cx:pt idx="20387">First_Product_Purchased</cx:pt>
          <cx:pt idx="20388">First_Product_Purchased</cx:pt>
          <cx:pt idx="20389">First_Product_Purchased</cx:pt>
          <cx:pt idx="20390">First_Product_Purchased</cx:pt>
          <cx:pt idx="20391">First_Product_Purchased</cx:pt>
          <cx:pt idx="20392">First_Product_Purchased</cx:pt>
          <cx:pt idx="20393">First_Product_Purchased</cx:pt>
          <cx:pt idx="20394">First_Product_Purchased</cx:pt>
          <cx:pt idx="20395">First_Product_Purchased</cx:pt>
          <cx:pt idx="20396">First_Product_Purchased</cx:pt>
          <cx:pt idx="20397">First_Product_Purchased</cx:pt>
          <cx:pt idx="20398">First_Product_Purchased</cx:pt>
          <cx:pt idx="20399">First_Product_Purchased</cx:pt>
          <cx:pt idx="20400">First_Product_Purchased</cx:pt>
          <cx:pt idx="20401">First_Product_Purchased</cx:pt>
          <cx:pt idx="20402">First_Product_Purchased</cx:pt>
          <cx:pt idx="20403">First_Product_Purchased</cx:pt>
          <cx:pt idx="20404">First_Product_Purchased</cx:pt>
          <cx:pt idx="20405">First_Product_Purchased</cx:pt>
          <cx:pt idx="20406">First_Product_Purchased</cx:pt>
          <cx:pt idx="20407">First_Product_Purchased</cx:pt>
          <cx:pt idx="20408">Second_Product_Purchased</cx:pt>
          <cx:pt idx="20409">First_Product_Purchased</cx:pt>
          <cx:pt idx="20410">First_Product_Purchased</cx:pt>
          <cx:pt idx="20411">First_Product_Purchased</cx:pt>
          <cx:pt idx="20412">First_Product_Purchased</cx:pt>
          <cx:pt idx="20413">First_Product_Purchased</cx:pt>
          <cx:pt idx="20414">First_Product_Purchased</cx:pt>
          <cx:pt idx="20415">First_Product_Purchased</cx:pt>
          <cx:pt idx="20416">First_Product_Purchased</cx:pt>
          <cx:pt idx="20417">First_Product_Purchased</cx:pt>
          <cx:pt idx="20418">First_Product_Purchased</cx:pt>
          <cx:pt idx="20419">First_Product_Purchased</cx:pt>
          <cx:pt idx="20420">First_Product_Purchased</cx:pt>
          <cx:pt idx="20421">First_Product_Purchased</cx:pt>
          <cx:pt idx="20422">First_Product_Purchased</cx:pt>
          <cx:pt idx="20423">First_Product_Purchased</cx:pt>
          <cx:pt idx="20424">First_Product_Purchased</cx:pt>
          <cx:pt idx="20425">First_Product_Purchased</cx:pt>
          <cx:pt idx="20426">First_Product_Purchased</cx:pt>
          <cx:pt idx="20427">First_Product_Purchased</cx:pt>
          <cx:pt idx="20428">First_Product_Purchased</cx:pt>
          <cx:pt idx="20429">First_Product_Purchased</cx:pt>
          <cx:pt idx="20430">First_Product_Purchased</cx:pt>
          <cx:pt idx="20431">First_Product_Purchased</cx:pt>
          <cx:pt idx="20432">First_Product_Purchased</cx:pt>
          <cx:pt idx="20433">First_Product_Purchased</cx:pt>
          <cx:pt idx="20434">First_Product_Purchased</cx:pt>
          <cx:pt idx="20435">First_Product_Purchased</cx:pt>
          <cx:pt idx="20436">First_Product_Purchased</cx:pt>
          <cx:pt idx="20437">First_Product_Purchased</cx:pt>
          <cx:pt idx="20438">First_Product_Purchased</cx:pt>
          <cx:pt idx="20439">First_Product_Purchased</cx:pt>
          <cx:pt idx="20440">First_Product_Purchased</cx:pt>
          <cx:pt idx="20441">First_Product_Purchased</cx:pt>
          <cx:pt idx="20442">First_Product_Purchased</cx:pt>
          <cx:pt idx="20443">First_Product_Purchased</cx:pt>
          <cx:pt idx="20444">First_Product_Purchased</cx:pt>
          <cx:pt idx="20445">First_Product_Purchased</cx:pt>
          <cx:pt idx="20446">First_Product_Purchased</cx:pt>
          <cx:pt idx="20447">First_Product_Purchased</cx:pt>
          <cx:pt idx="20448">First_Product_Purchased</cx:pt>
          <cx:pt idx="20449">First_Product_Purchased</cx:pt>
          <cx:pt idx="20450">First_Product_Purchased</cx:pt>
          <cx:pt idx="20451">First_Product_Purchased</cx:pt>
          <cx:pt idx="20452">First_Product_Purchased</cx:pt>
          <cx:pt idx="20453">First_Product_Purchased</cx:pt>
          <cx:pt idx="20454">First_Product_Purchased</cx:pt>
          <cx:pt idx="20455">First_Product_Purchased</cx:pt>
          <cx:pt idx="20456">First_Product_Purchased</cx:pt>
          <cx:pt idx="20457">First_Product_Purchased</cx:pt>
          <cx:pt idx="20458">First_Product_Purchased</cx:pt>
          <cx:pt idx="20459">First_Product_Purchased</cx:pt>
          <cx:pt idx="20460">First_Product_Purchased</cx:pt>
          <cx:pt idx="20461">First_Product_Purchased</cx:pt>
          <cx:pt idx="20462">First_Product_Purchased</cx:pt>
          <cx:pt idx="20463">First_Product_Purchased</cx:pt>
          <cx:pt idx="20464">First_Product_Purchased</cx:pt>
          <cx:pt idx="20465">First_Product_Purchased</cx:pt>
          <cx:pt idx="20466">First_Product_Purchased</cx:pt>
          <cx:pt idx="20467">First_Product_Purchased</cx:pt>
          <cx:pt idx="20468">First_Product_Purchased</cx:pt>
          <cx:pt idx="20469">First_Product_Purchased</cx:pt>
          <cx:pt idx="20470">First_Product_Purchased</cx:pt>
          <cx:pt idx="20471">First_Product_Purchased</cx:pt>
          <cx:pt idx="20472">First_Product_Purchased</cx:pt>
          <cx:pt idx="20473">First_Product_Purchased</cx:pt>
          <cx:pt idx="20474">First_Product_Purchased</cx:pt>
          <cx:pt idx="20475">First_Product_Purchased</cx:pt>
          <cx:pt idx="20476">First_Product_Purchased</cx:pt>
          <cx:pt idx="20477">First_Product_Purchased</cx:pt>
          <cx:pt idx="20478">First_Product_Purchased</cx:pt>
          <cx:pt idx="20479">First_Product_Purchased</cx:pt>
          <cx:pt idx="20480">First_Product_Purchased</cx:pt>
          <cx:pt idx="20481">First_Product_Purchased</cx:pt>
          <cx:pt idx="20482">First_Product_Purchased</cx:pt>
          <cx:pt idx="20483">First_Product_Purchased</cx:pt>
          <cx:pt idx="20484">First_Product_Purchased</cx:pt>
          <cx:pt idx="20485">First_Product_Purchased</cx:pt>
          <cx:pt idx="20486">First_Product_Purchased</cx:pt>
          <cx:pt idx="20487">First_Product_Purchased</cx:pt>
          <cx:pt idx="20488">First_Product_Purchased</cx:pt>
          <cx:pt idx="20489">First_Product_Purchased</cx:pt>
          <cx:pt idx="20490">First_Product_Purchased</cx:pt>
          <cx:pt idx="20491">First_Product_Purchased</cx:pt>
          <cx:pt idx="20492">First_Product_Purchased</cx:pt>
          <cx:pt idx="20493">First_Product_Purchased</cx:pt>
          <cx:pt idx="20494">First_Product_Purchased</cx:pt>
          <cx:pt idx="20495">First_Product_Purchased</cx:pt>
          <cx:pt idx="20496">First_Product_Purchased</cx:pt>
          <cx:pt idx="20497">First_Product_Purchased</cx:pt>
          <cx:pt idx="20498">First_Product_Purchased</cx:pt>
          <cx:pt idx="20499">First_Product_Purchased</cx:pt>
          <cx:pt idx="20500">First_Product_Purchased</cx:pt>
          <cx:pt idx="20501">First_Product_Purchased</cx:pt>
          <cx:pt idx="20502">First_Product_Purchased</cx:pt>
          <cx:pt idx="20503">First_Product_Purchased</cx:pt>
          <cx:pt idx="20504">First_Product_Purchased</cx:pt>
          <cx:pt idx="20505">First_Product_Purchased</cx:pt>
          <cx:pt idx="20506">First_Product_Purchased</cx:pt>
          <cx:pt idx="20507">First_Product_Purchased</cx:pt>
          <cx:pt idx="20508">First_Product_Purchased</cx:pt>
          <cx:pt idx="20509">First_Product_Purchased</cx:pt>
          <cx:pt idx="20510">First_Product_Purchased</cx:pt>
          <cx:pt idx="20511">First_Product_Purchased</cx:pt>
          <cx:pt idx="20512">Second_Product_Purchased</cx:pt>
          <cx:pt idx="20513">First_Product_Purchased</cx:pt>
          <cx:pt idx="20514">First_Product_Purchased</cx:pt>
          <cx:pt idx="20515">First_Product_Purchased</cx:pt>
          <cx:pt idx="20516">First_Product_Purchased</cx:pt>
          <cx:pt idx="20517">First_Product_Purchased</cx:pt>
          <cx:pt idx="20518">First_Product_Purchased</cx:pt>
          <cx:pt idx="20519">First_Product_Purchased</cx:pt>
          <cx:pt idx="20520">First_Product_Purchased</cx:pt>
          <cx:pt idx="20521">First_Product_Purchased</cx:pt>
          <cx:pt idx="20522">First_Product_Purchased</cx:pt>
          <cx:pt idx="20523">First_Product_Purchased</cx:pt>
          <cx:pt idx="20524">First_Product_Purchased</cx:pt>
          <cx:pt idx="20525">First_Product_Purchased</cx:pt>
          <cx:pt idx="20526">First_Product_Purchased</cx:pt>
          <cx:pt idx="20527">First_Product_Purchased</cx:pt>
          <cx:pt idx="20528">First_Product_Purchased</cx:pt>
          <cx:pt idx="20529">First_Product_Purchased</cx:pt>
          <cx:pt idx="20530">First_Product_Purchased</cx:pt>
          <cx:pt idx="20531">Second_Product_Purchased</cx:pt>
          <cx:pt idx="20532">First_Product_Purchased</cx:pt>
          <cx:pt idx="20533">First_Product_Purchased</cx:pt>
          <cx:pt idx="20534">First_Product_Purchased</cx:pt>
          <cx:pt idx="20535">First_Product_Purchased</cx:pt>
          <cx:pt idx="20536">First_Product_Purchased</cx:pt>
          <cx:pt idx="20537">First_Product_Purchased</cx:pt>
          <cx:pt idx="20538">First_Product_Purchased</cx:pt>
          <cx:pt idx="20539">First_Product_Purchased</cx:pt>
          <cx:pt idx="20540">First_Product_Purchased</cx:pt>
          <cx:pt idx="20541">First_Product_Purchased</cx:pt>
          <cx:pt idx="20542">First_Product_Purchased</cx:pt>
          <cx:pt idx="20543">First_Product_Purchased</cx:pt>
          <cx:pt idx="20544">Second_Product_Purchased</cx:pt>
          <cx:pt idx="20545">First_Product_Purchased</cx:pt>
          <cx:pt idx="20546">First_Product_Purchased</cx:pt>
          <cx:pt idx="20547">First_Product_Purchased</cx:pt>
          <cx:pt idx="20548">First_Product_Purchased</cx:pt>
          <cx:pt idx="20549">First_Product_Purchased</cx:pt>
          <cx:pt idx="20550">First_Product_Purchased</cx:pt>
          <cx:pt idx="20551">First_Product_Purchased</cx:pt>
          <cx:pt idx="20552">First_Product_Purchased</cx:pt>
          <cx:pt idx="20553">First_Product_Purchased</cx:pt>
          <cx:pt idx="20554">First_Product_Purchased</cx:pt>
          <cx:pt idx="20555">First_Product_Purchased</cx:pt>
          <cx:pt idx="20556">First_Product_Purchased</cx:pt>
          <cx:pt idx="20557">First_Product_Purchased</cx:pt>
          <cx:pt idx="20558">First_Product_Purchased</cx:pt>
          <cx:pt idx="20559">First_Product_Purchased</cx:pt>
          <cx:pt idx="20560">First_Product_Purchased</cx:pt>
          <cx:pt idx="20561">First_Product_Purchased</cx:pt>
          <cx:pt idx="20562">First_Product_Purchased</cx:pt>
          <cx:pt idx="20563">First_Product_Purchased</cx:pt>
          <cx:pt idx="20564">First_Product_Purchased</cx:pt>
          <cx:pt idx="20565">First_Product_Purchased</cx:pt>
          <cx:pt idx="20566">First_Product_Purchased</cx:pt>
          <cx:pt idx="20567">First_Product_Purchased</cx:pt>
          <cx:pt idx="20568">First_Product_Purchased</cx:pt>
          <cx:pt idx="20569">First_Product_Purchased</cx:pt>
          <cx:pt idx="20570">First_Product_Purchased</cx:pt>
          <cx:pt idx="20571">First_Product_Purchased</cx:pt>
          <cx:pt idx="20572">First_Product_Purchased</cx:pt>
          <cx:pt idx="20573">First_Product_Purchased</cx:pt>
          <cx:pt idx="20574">First_Product_Purchased</cx:pt>
          <cx:pt idx="20575">First_Product_Purchased</cx:pt>
          <cx:pt idx="20576">First_Product_Purchased</cx:pt>
          <cx:pt idx="20577">First_Product_Purchased</cx:pt>
          <cx:pt idx="20578">First_Product_Purchased</cx:pt>
          <cx:pt idx="20579">First_Product_Purchased</cx:pt>
          <cx:pt idx="20580">First_Product_Purchased</cx:pt>
          <cx:pt idx="20581">First_Product_Purchased</cx:pt>
          <cx:pt idx="20582">First_Product_Purchased</cx:pt>
          <cx:pt idx="20583">First_Product_Purchased</cx:pt>
          <cx:pt idx="20584">First_Product_Purchased</cx:pt>
          <cx:pt idx="20585">First_Product_Purchased</cx:pt>
          <cx:pt idx="20586">First_Product_Purchased</cx:pt>
          <cx:pt idx="20587">First_Product_Purchased</cx:pt>
          <cx:pt idx="20588">First_Product_Purchased</cx:pt>
          <cx:pt idx="20589">First_Product_Purchased</cx:pt>
          <cx:pt idx="20590">First_Product_Purchased</cx:pt>
          <cx:pt idx="20591">First_Product_Purchased</cx:pt>
          <cx:pt idx="20592">First_Product_Purchased</cx:pt>
          <cx:pt idx="20593">First_Product_Purchased</cx:pt>
          <cx:pt idx="20594">First_Product_Purchased</cx:pt>
          <cx:pt idx="20595">First_Product_Purchased</cx:pt>
          <cx:pt idx="20596">First_Product_Purchased</cx:pt>
          <cx:pt idx="20597">First_Product_Purchased</cx:pt>
          <cx:pt idx="20598">First_Product_Purchased</cx:pt>
          <cx:pt idx="20599">First_Product_Purchased</cx:pt>
          <cx:pt idx="20600">First_Product_Purchased</cx:pt>
          <cx:pt idx="20601">First_Product_Purchased</cx:pt>
          <cx:pt idx="20602">First_Product_Purchased</cx:pt>
          <cx:pt idx="20603">First_Product_Purchased</cx:pt>
          <cx:pt idx="20604">First_Product_Purchased</cx:pt>
          <cx:pt idx="20605">First_Product_Purchased</cx:pt>
          <cx:pt idx="20606">First_Product_Purchased</cx:pt>
          <cx:pt idx="20607">First_Product_Purchased</cx:pt>
          <cx:pt idx="20608">First_Product_Purchased</cx:pt>
          <cx:pt idx="20609">First_Product_Purchased</cx:pt>
          <cx:pt idx="20610">First_Product_Purchased</cx:pt>
          <cx:pt idx="20611">First_Product_Purchased</cx:pt>
          <cx:pt idx="20612">First_Product_Purchased</cx:pt>
          <cx:pt idx="20613">First_Product_Purchased</cx:pt>
          <cx:pt idx="20614">First_Product_Purchased</cx:pt>
          <cx:pt idx="20615">First_Product_Purchased</cx:pt>
          <cx:pt idx="20616">First_Product_Purchased</cx:pt>
          <cx:pt idx="20617">First_Product_Purchased</cx:pt>
          <cx:pt idx="20618">First_Product_Purchased</cx:pt>
          <cx:pt idx="20619">First_Product_Purchased</cx:pt>
          <cx:pt idx="20620">First_Product_Purchased</cx:pt>
          <cx:pt idx="20621">First_Product_Purchased</cx:pt>
          <cx:pt idx="20622">First_Product_Purchased</cx:pt>
          <cx:pt idx="20623">First_Product_Purchased</cx:pt>
          <cx:pt idx="20624">First_Product_Purchased</cx:pt>
          <cx:pt idx="20625">First_Product_Purchased</cx:pt>
          <cx:pt idx="20626">First_Product_Purchased</cx:pt>
          <cx:pt idx="20627">First_Product_Purchased</cx:pt>
          <cx:pt idx="20628">First_Product_Purchased</cx:pt>
          <cx:pt idx="20629">First_Product_Purchased</cx:pt>
          <cx:pt idx="20630">First_Product_Purchased</cx:pt>
          <cx:pt idx="20631">First_Product_Purchased</cx:pt>
          <cx:pt idx="20632">First_Product_Purchased</cx:pt>
          <cx:pt idx="20633">First_Product_Purchased</cx:pt>
          <cx:pt idx="20634">First_Product_Purchased</cx:pt>
          <cx:pt idx="20635">First_Product_Purchased</cx:pt>
          <cx:pt idx="20636">First_Product_Purchased</cx:pt>
          <cx:pt idx="20637">First_Product_Purchased</cx:pt>
          <cx:pt idx="20638">First_Product_Purchased</cx:pt>
          <cx:pt idx="20639">First_Product_Purchased</cx:pt>
          <cx:pt idx="20640">First_Product_Purchased</cx:pt>
          <cx:pt idx="20641">First_Product_Purchased</cx:pt>
          <cx:pt idx="20642">First_Product_Purchased</cx:pt>
          <cx:pt idx="20643">First_Product_Purchased</cx:pt>
          <cx:pt idx="20644">First_Product_Purchased</cx:pt>
          <cx:pt idx="20645">First_Product_Purchased</cx:pt>
          <cx:pt idx="20646">First_Product_Purchased</cx:pt>
          <cx:pt idx="20647">First_Product_Purchased</cx:pt>
          <cx:pt idx="20648">First_Product_Purchased</cx:pt>
          <cx:pt idx="20649">First_Product_Purchased</cx:pt>
          <cx:pt idx="20650">First_Product_Purchased</cx:pt>
          <cx:pt idx="20651">First_Product_Purchased</cx:pt>
          <cx:pt idx="20652">First_Product_Purchased</cx:pt>
          <cx:pt idx="20653">First_Product_Purchased</cx:pt>
          <cx:pt idx="20654">First_Product_Purchased</cx:pt>
          <cx:pt idx="20655">First_Product_Purchased</cx:pt>
          <cx:pt idx="20656">First_Product_Purchased</cx:pt>
          <cx:pt idx="20657">First_Product_Purchased</cx:pt>
          <cx:pt idx="20658">First_Product_Purchased</cx:pt>
          <cx:pt idx="20659">First_Product_Purchased</cx:pt>
          <cx:pt idx="20660">First_Product_Purchased</cx:pt>
          <cx:pt idx="20661">First_Product_Purchased</cx:pt>
          <cx:pt idx="20662">First_Product_Purchased</cx:pt>
          <cx:pt idx="20663">First_Product_Purchased</cx:pt>
          <cx:pt idx="20664">First_Product_Purchased</cx:pt>
          <cx:pt idx="20665">First_Product_Purchased</cx:pt>
          <cx:pt idx="20666">First_Product_Purchased</cx:pt>
          <cx:pt idx="20667">First_Product_Purchased</cx:pt>
          <cx:pt idx="20668">First_Product_Purchased</cx:pt>
          <cx:pt idx="20669">First_Product_Purchased</cx:pt>
          <cx:pt idx="20670">First_Product_Purchased</cx:pt>
          <cx:pt idx="20671">First_Product_Purchased</cx:pt>
          <cx:pt idx="20672">First_Product_Purchased</cx:pt>
          <cx:pt idx="20673">First_Product_Purchased</cx:pt>
          <cx:pt idx="20674">First_Product_Purchased</cx:pt>
          <cx:pt idx="20675">First_Product_Purchased</cx:pt>
          <cx:pt idx="20676">First_Product_Purchased</cx:pt>
          <cx:pt idx="20677">First_Product_Purchased</cx:pt>
          <cx:pt idx="20678">First_Product_Purchased</cx:pt>
          <cx:pt idx="20679">First_Product_Purchased</cx:pt>
          <cx:pt idx="20680">First_Product_Purchased</cx:pt>
          <cx:pt idx="20681">First_Product_Purchased</cx:pt>
          <cx:pt idx="20682">First_Product_Purchased</cx:pt>
          <cx:pt idx="20683">First_Product_Purchased</cx:pt>
          <cx:pt idx="20684">First_Product_Purchased</cx:pt>
          <cx:pt idx="20685">First_Product_Purchased</cx:pt>
          <cx:pt idx="20686">First_Product_Purchased</cx:pt>
          <cx:pt idx="20687">First_Product_Purchased</cx:pt>
          <cx:pt idx="20688">First_Product_Purchased</cx:pt>
          <cx:pt idx="20689">First_Product_Purchased</cx:pt>
          <cx:pt idx="20690">First_Product_Purchased</cx:pt>
          <cx:pt idx="20691">First_Product_Purchased</cx:pt>
          <cx:pt idx="20692">First_Product_Purchased</cx:pt>
          <cx:pt idx="20693">First_Product_Purchased</cx:pt>
          <cx:pt idx="20694">First_Product_Purchased</cx:pt>
          <cx:pt idx="20695">First_Product_Purchased</cx:pt>
          <cx:pt idx="20696">First_Product_Purchased</cx:pt>
          <cx:pt idx="20697">First_Product_Purchased</cx:pt>
          <cx:pt idx="20698">First_Product_Purchased</cx:pt>
          <cx:pt idx="20699">First_Product_Purchased</cx:pt>
          <cx:pt idx="20700">First_Product_Purchased</cx:pt>
          <cx:pt idx="20701">First_Product_Purchased</cx:pt>
          <cx:pt idx="20702">First_Product_Purchased</cx:pt>
          <cx:pt idx="20703">First_Product_Purchased</cx:pt>
          <cx:pt idx="20704">First_Product_Purchased</cx:pt>
          <cx:pt idx="20705">First_Product_Purchased</cx:pt>
          <cx:pt idx="20706">First_Product_Purchased</cx:pt>
          <cx:pt idx="20707">First_Product_Purchased</cx:pt>
          <cx:pt idx="20708">First_Product_Purchased</cx:pt>
          <cx:pt idx="20709">First_Product_Purchased</cx:pt>
          <cx:pt idx="20710">First_Product_Purchased</cx:pt>
          <cx:pt idx="20711">First_Product_Purchased</cx:pt>
          <cx:pt idx="20712">First_Product_Purchased</cx:pt>
          <cx:pt idx="20713">First_Product_Purchased</cx:pt>
          <cx:pt idx="20714">First_Product_Purchased</cx:pt>
          <cx:pt idx="20715">First_Product_Purchased</cx:pt>
          <cx:pt idx="20716">First_Product_Purchased</cx:pt>
          <cx:pt idx="20717">First_Product_Purchased</cx:pt>
          <cx:pt idx="20718">First_Product_Purchased</cx:pt>
          <cx:pt idx="20719">First_Product_Purchased</cx:pt>
          <cx:pt idx="20720">First_Product_Purchased</cx:pt>
          <cx:pt idx="20721">First_Product_Purchased</cx:pt>
          <cx:pt idx="20722">First_Product_Purchased</cx:pt>
          <cx:pt idx="20723">First_Product_Purchased</cx:pt>
          <cx:pt idx="20724">First_Product_Purchased</cx:pt>
          <cx:pt idx="20725">First_Product_Purchased</cx:pt>
          <cx:pt idx="20726">First_Product_Purchased</cx:pt>
          <cx:pt idx="20727">First_Product_Purchased</cx:pt>
          <cx:pt idx="20728">First_Product_Purchased</cx:pt>
          <cx:pt idx="20729">First_Product_Purchased</cx:pt>
          <cx:pt idx="20730">First_Product_Purchased</cx:pt>
          <cx:pt idx="20731">First_Product_Purchased</cx:pt>
          <cx:pt idx="20732">First_Product_Purchased</cx:pt>
          <cx:pt idx="20733">First_Product_Purchased</cx:pt>
          <cx:pt idx="20734">First_Product_Purchased</cx:pt>
          <cx:pt idx="20735">First_Product_Purchased</cx:pt>
          <cx:pt idx="20736">First_Product_Purchased</cx:pt>
          <cx:pt idx="20737">First_Product_Purchased</cx:pt>
          <cx:pt idx="20738">First_Product_Purchased</cx:pt>
          <cx:pt idx="20739">First_Product_Purchased</cx:pt>
          <cx:pt idx="20740">First_Product_Purchased</cx:pt>
          <cx:pt idx="20741">First_Product_Purchased</cx:pt>
          <cx:pt idx="20742">First_Product_Purchased</cx:pt>
          <cx:pt idx="20743">First_Product_Purchased</cx:pt>
          <cx:pt idx="20744">First_Product_Purchased</cx:pt>
          <cx:pt idx="20745">First_Product_Purchased</cx:pt>
          <cx:pt idx="20746">First_Product_Purchased</cx:pt>
          <cx:pt idx="20747">First_Product_Purchased</cx:pt>
          <cx:pt idx="20748">First_Product_Purchased</cx:pt>
          <cx:pt idx="20749">First_Product_Purchased</cx:pt>
          <cx:pt idx="20750">First_Product_Purchased</cx:pt>
          <cx:pt idx="20751">First_Product_Purchased</cx:pt>
          <cx:pt idx="20752">First_Product_Purchased</cx:pt>
          <cx:pt idx="20753">First_Product_Purchased</cx:pt>
          <cx:pt idx="20754">First_Product_Purchased</cx:pt>
          <cx:pt idx="20755">First_Product_Purchased</cx:pt>
          <cx:pt idx="20756">First_Product_Purchased</cx:pt>
          <cx:pt idx="20757">First_Product_Purchased</cx:pt>
          <cx:pt idx="20758">First_Product_Purchased</cx:pt>
          <cx:pt idx="20759">First_Product_Purchased</cx:pt>
          <cx:pt idx="20760">First_Product_Purchased</cx:pt>
          <cx:pt idx="20761">First_Product_Purchased</cx:pt>
          <cx:pt idx="20762">First_Product_Purchased</cx:pt>
          <cx:pt idx="20763">First_Product_Purchased</cx:pt>
          <cx:pt idx="20764">First_Product_Purchased</cx:pt>
          <cx:pt idx="20765">First_Product_Purchased</cx:pt>
          <cx:pt idx="20766">First_Product_Purchased</cx:pt>
          <cx:pt idx="20767">First_Product_Purchased</cx:pt>
          <cx:pt idx="20768">First_Product_Purchased</cx:pt>
          <cx:pt idx="20769">First_Product_Purchased</cx:pt>
          <cx:pt idx="20770">First_Product_Purchased</cx:pt>
          <cx:pt idx="20771">First_Product_Purchased</cx:pt>
          <cx:pt idx="20772">First_Product_Purchased</cx:pt>
          <cx:pt idx="20773">First_Product_Purchased</cx:pt>
          <cx:pt idx="20774">First_Product_Purchased</cx:pt>
          <cx:pt idx="20775">Second_Product_Purchased</cx:pt>
          <cx:pt idx="20776">First_Product_Purchased</cx:pt>
          <cx:pt idx="20777">First_Product_Purchased</cx:pt>
          <cx:pt idx="20778">First_Product_Purchased</cx:pt>
          <cx:pt idx="20779">First_Product_Purchased</cx:pt>
          <cx:pt idx="20780">First_Product_Purchased</cx:pt>
          <cx:pt idx="20781">First_Product_Purchased</cx:pt>
          <cx:pt idx="20782">First_Product_Purchased</cx:pt>
          <cx:pt idx="20783">First_Product_Purchased</cx:pt>
          <cx:pt idx="20784">First_Product_Purchased</cx:pt>
          <cx:pt idx="20785">First_Product_Purchased</cx:pt>
          <cx:pt idx="20786">First_Product_Purchased</cx:pt>
          <cx:pt idx="20787">First_Product_Purchased</cx:pt>
          <cx:pt idx="20788">First_Product_Purchased</cx:pt>
          <cx:pt idx="20789">First_Product_Purchased</cx:pt>
          <cx:pt idx="20790">First_Product_Purchased</cx:pt>
          <cx:pt idx="20791">First_Product_Purchased</cx:pt>
          <cx:pt idx="20792">Second_Product_Purchased</cx:pt>
          <cx:pt idx="20793">First_Product_Purchased</cx:pt>
          <cx:pt idx="20794">First_Product_Purchased</cx:pt>
          <cx:pt idx="20795">First_Product_Purchased</cx:pt>
          <cx:pt idx="20796">First_Product_Purchased</cx:pt>
          <cx:pt idx="20797">First_Product_Purchased</cx:pt>
          <cx:pt idx="20798">First_Product_Purchased</cx:pt>
          <cx:pt idx="20799">First_Product_Purchased</cx:pt>
          <cx:pt idx="20800">First_Product_Purchased</cx:pt>
          <cx:pt idx="20801">First_Product_Purchased</cx:pt>
          <cx:pt idx="20802">First_Product_Purchased</cx:pt>
          <cx:pt idx="20803">First_Product_Purchased</cx:pt>
          <cx:pt idx="20804">First_Product_Purchased</cx:pt>
          <cx:pt idx="20805">First_Product_Purchased</cx:pt>
          <cx:pt idx="20806">First_Product_Purchased</cx:pt>
          <cx:pt idx="20807">First_Product_Purchased</cx:pt>
          <cx:pt idx="20808">First_Product_Purchased</cx:pt>
          <cx:pt idx="20809">First_Product_Purchased</cx:pt>
          <cx:pt idx="20810">First_Product_Purchased</cx:pt>
          <cx:pt idx="20811">First_Product_Purchased</cx:pt>
          <cx:pt idx="20812">First_Product_Purchased</cx:pt>
          <cx:pt idx="20813">First_Product_Purchased</cx:pt>
          <cx:pt idx="20814">First_Product_Purchased</cx:pt>
          <cx:pt idx="20815">First_Product_Purchased</cx:pt>
          <cx:pt idx="20816">First_Product_Purchased</cx:pt>
          <cx:pt idx="20817">First_Product_Purchased</cx:pt>
          <cx:pt idx="20818">First_Product_Purchased</cx:pt>
          <cx:pt idx="20819">First_Product_Purchased</cx:pt>
          <cx:pt idx="20820">First_Product_Purchased</cx:pt>
          <cx:pt idx="20821">First_Product_Purchased</cx:pt>
          <cx:pt idx="20822">First_Product_Purchased</cx:pt>
          <cx:pt idx="20823">First_Product_Purchased</cx:pt>
          <cx:pt idx="20824">First_Product_Purchased</cx:pt>
          <cx:pt idx="20825">First_Product_Purchased</cx:pt>
          <cx:pt idx="20826">First_Product_Purchased</cx:pt>
          <cx:pt idx="20827">First_Product_Purchased</cx:pt>
          <cx:pt idx="20828">First_Product_Purchased</cx:pt>
          <cx:pt idx="20829">First_Product_Purchased</cx:pt>
          <cx:pt idx="20830">First_Product_Purchased</cx:pt>
          <cx:pt idx="20831">First_Product_Purchased</cx:pt>
          <cx:pt idx="20832">First_Product_Purchased</cx:pt>
          <cx:pt idx="20833">First_Product_Purchased</cx:pt>
          <cx:pt idx="20834">First_Product_Purchased</cx:pt>
          <cx:pt idx="20835">First_Product_Purchased</cx:pt>
          <cx:pt idx="20836">First_Product_Purchased</cx:pt>
          <cx:pt idx="20837">First_Product_Purchased</cx:pt>
          <cx:pt idx="20838">First_Product_Purchased</cx:pt>
          <cx:pt idx="20839">First_Product_Purchased</cx:pt>
          <cx:pt idx="20840">First_Product_Purchased</cx:pt>
          <cx:pt idx="20841">First_Product_Purchased</cx:pt>
          <cx:pt idx="20842">First_Product_Purchased</cx:pt>
          <cx:pt idx="20843">First_Product_Purchased</cx:pt>
          <cx:pt idx="20844">First_Product_Purchased</cx:pt>
          <cx:pt idx="20845">First_Product_Purchased</cx:pt>
          <cx:pt idx="20846">First_Product_Purchased</cx:pt>
          <cx:pt idx="20847">First_Product_Purchased</cx:pt>
          <cx:pt idx="20848">First_Product_Purchased</cx:pt>
          <cx:pt idx="20849">First_Product_Purchased</cx:pt>
          <cx:pt idx="20850">First_Product_Purchased</cx:pt>
          <cx:pt idx="20851">Second_Product_Purchased</cx:pt>
          <cx:pt idx="20852">First_Product_Purchased</cx:pt>
          <cx:pt idx="20853">First_Product_Purchased</cx:pt>
          <cx:pt idx="20854">First_Product_Purchased</cx:pt>
          <cx:pt idx="20855">First_Product_Purchased</cx:pt>
          <cx:pt idx="20856">First_Product_Purchased</cx:pt>
          <cx:pt idx="20857">First_Product_Purchased</cx:pt>
          <cx:pt idx="20858">First_Product_Purchased</cx:pt>
          <cx:pt idx="20859">First_Product_Purchased</cx:pt>
          <cx:pt idx="20860">First_Product_Purchased</cx:pt>
          <cx:pt idx="20861">First_Product_Purchased</cx:pt>
          <cx:pt idx="20862">First_Product_Purchased</cx:pt>
          <cx:pt idx="20863">First_Product_Purchased</cx:pt>
          <cx:pt idx="20864">First_Product_Purchased</cx:pt>
          <cx:pt idx="20865">First_Product_Purchased</cx:pt>
          <cx:pt idx="20866">First_Product_Purchased</cx:pt>
          <cx:pt idx="20867">First_Product_Purchased</cx:pt>
          <cx:pt idx="20868">First_Product_Purchased</cx:pt>
          <cx:pt idx="20869">First_Product_Purchased</cx:pt>
          <cx:pt idx="20870">First_Product_Purchased</cx:pt>
          <cx:pt idx="20871">First_Product_Purchased</cx:pt>
          <cx:pt idx="20872">First_Product_Purchased</cx:pt>
          <cx:pt idx="20873">First_Product_Purchased</cx:pt>
          <cx:pt idx="20874">First_Product_Purchased</cx:pt>
          <cx:pt idx="20875">First_Product_Purchased</cx:pt>
          <cx:pt idx="20876">First_Product_Purchased</cx:pt>
          <cx:pt idx="20877">First_Product_Purchased</cx:pt>
          <cx:pt idx="20878">First_Product_Purchased</cx:pt>
          <cx:pt idx="20879">First_Product_Purchased</cx:pt>
          <cx:pt idx="20880">First_Product_Purchased</cx:pt>
          <cx:pt idx="20881">First_Product_Purchased</cx:pt>
          <cx:pt idx="20882">First_Product_Purchased</cx:pt>
          <cx:pt idx="20883">First_Product_Purchased</cx:pt>
          <cx:pt idx="20884">First_Product_Purchased</cx:pt>
          <cx:pt idx="20885">First_Product_Purchased</cx:pt>
          <cx:pt idx="20886">First_Product_Purchased</cx:pt>
          <cx:pt idx="20887">First_Product_Purchased</cx:pt>
          <cx:pt idx="20888">First_Product_Purchased</cx:pt>
          <cx:pt idx="20889">First_Product_Purchased</cx:pt>
          <cx:pt idx="20890">First_Product_Purchased</cx:pt>
          <cx:pt idx="20891">First_Product_Purchased</cx:pt>
          <cx:pt idx="20892">First_Product_Purchased</cx:pt>
          <cx:pt idx="20893">First_Product_Purchased</cx:pt>
          <cx:pt idx="20894">First_Product_Purchased</cx:pt>
          <cx:pt idx="20895">First_Product_Purchased</cx:pt>
          <cx:pt idx="20896">First_Product_Purchased</cx:pt>
          <cx:pt idx="20897">First_Product_Purchased</cx:pt>
          <cx:pt idx="20898">First_Product_Purchased</cx:pt>
          <cx:pt idx="20899">First_Product_Purchased</cx:pt>
          <cx:pt idx="20900">First_Product_Purchased</cx:pt>
          <cx:pt idx="20901">First_Product_Purchased</cx:pt>
          <cx:pt idx="20902">First_Product_Purchased</cx:pt>
          <cx:pt idx="20903">First_Product_Purchased</cx:pt>
          <cx:pt idx="20904">First_Product_Purchased</cx:pt>
          <cx:pt idx="20905">First_Product_Purchased</cx:pt>
          <cx:pt idx="20906">First_Product_Purchased</cx:pt>
          <cx:pt idx="20907">First_Product_Purchased</cx:pt>
          <cx:pt idx="20908">First_Product_Purchased</cx:pt>
          <cx:pt idx="20909">First_Product_Purchased</cx:pt>
          <cx:pt idx="20910">First_Product_Purchased</cx:pt>
          <cx:pt idx="20911">First_Product_Purchased</cx:pt>
          <cx:pt idx="20912">First_Product_Purchased</cx:pt>
          <cx:pt idx="20913">First_Product_Purchased</cx:pt>
          <cx:pt idx="20914">First_Product_Purchased</cx:pt>
          <cx:pt idx="20915">First_Product_Purchased</cx:pt>
          <cx:pt idx="20916">First_Product_Purchased</cx:pt>
          <cx:pt idx="20917">First_Product_Purchased</cx:pt>
          <cx:pt idx="20918">First_Product_Purchased</cx:pt>
          <cx:pt idx="20919">First_Product_Purchased</cx:pt>
          <cx:pt idx="20920">First_Product_Purchased</cx:pt>
          <cx:pt idx="20921">First_Product_Purchased</cx:pt>
          <cx:pt idx="20922">First_Product_Purchased</cx:pt>
          <cx:pt idx="20923">First_Product_Purchased</cx:pt>
          <cx:pt idx="20924">First_Product_Purchased</cx:pt>
          <cx:pt idx="20925">First_Product_Purchased</cx:pt>
          <cx:pt idx="20926">First_Product_Purchased</cx:pt>
          <cx:pt idx="20927">First_Product_Purchased</cx:pt>
          <cx:pt idx="20928">First_Product_Purchased</cx:pt>
          <cx:pt idx="20929">First_Product_Purchased</cx:pt>
          <cx:pt idx="20930">First_Product_Purchased</cx:pt>
          <cx:pt idx="20931">First_Product_Purchased</cx:pt>
          <cx:pt idx="20932">First_Product_Purchased</cx:pt>
          <cx:pt idx="20933">First_Product_Purchased</cx:pt>
          <cx:pt idx="20934">First_Product_Purchased</cx:pt>
          <cx:pt idx="20935">First_Product_Purchased</cx:pt>
          <cx:pt idx="20936">First_Product_Purchased</cx:pt>
          <cx:pt idx="20937">First_Product_Purchased</cx:pt>
          <cx:pt idx="20938">First_Product_Purchased</cx:pt>
          <cx:pt idx="20939">First_Product_Purchased</cx:pt>
          <cx:pt idx="20940">First_Product_Purchased</cx:pt>
          <cx:pt idx="20941">First_Product_Purchased</cx:pt>
          <cx:pt idx="20942">First_Product_Purchased</cx:pt>
          <cx:pt idx="20943">First_Product_Purchased</cx:pt>
          <cx:pt idx="20944">First_Product_Purchased</cx:pt>
          <cx:pt idx="20945">First_Product_Purchased</cx:pt>
          <cx:pt idx="20946">First_Product_Purchased</cx:pt>
          <cx:pt idx="20947">First_Product_Purchased</cx:pt>
          <cx:pt idx="20948">First_Product_Purchased</cx:pt>
          <cx:pt idx="20949">First_Product_Purchased</cx:pt>
          <cx:pt idx="20950">First_Product_Purchased</cx:pt>
          <cx:pt idx="20951">First_Product_Purchased</cx:pt>
          <cx:pt idx="20952">First_Product_Purchased</cx:pt>
          <cx:pt idx="20953">First_Product_Purchased</cx:pt>
          <cx:pt idx="20954">First_Product_Purchased</cx:pt>
          <cx:pt idx="20955">First_Product_Purchased</cx:pt>
          <cx:pt idx="20956">First_Product_Purchased</cx:pt>
          <cx:pt idx="20957">First_Product_Purchased</cx:pt>
          <cx:pt idx="20958">First_Product_Purchased</cx:pt>
          <cx:pt idx="20959">First_Product_Purchased</cx:pt>
          <cx:pt idx="20960">Second_Product_Purchased</cx:pt>
          <cx:pt idx="20961">Second_Product_Purchased</cx:pt>
          <cx:pt idx="20962">First_Product_Purchased</cx:pt>
          <cx:pt idx="20963">First_Product_Purchased</cx:pt>
          <cx:pt idx="20964">First_Product_Purchased</cx:pt>
          <cx:pt idx="20965">First_Product_Purchased</cx:pt>
          <cx:pt idx="20966">First_Product_Purchased</cx:pt>
          <cx:pt idx="20967">First_Product_Purchased</cx:pt>
          <cx:pt idx="20968">First_Product_Purchased</cx:pt>
          <cx:pt idx="20969">First_Product_Purchased</cx:pt>
          <cx:pt idx="20970">First_Product_Purchased</cx:pt>
          <cx:pt idx="20971">First_Product_Purchased</cx:pt>
          <cx:pt idx="20972">Second_Product_Purchased</cx:pt>
          <cx:pt idx="20973">First_Product_Purchased</cx:pt>
          <cx:pt idx="20974">First_Product_Purchased</cx:pt>
          <cx:pt idx="20975">First_Product_Purchased</cx:pt>
          <cx:pt idx="20976">First_Product_Purchased</cx:pt>
          <cx:pt idx="20977">First_Product_Purchased</cx:pt>
          <cx:pt idx="20978">First_Product_Purchased</cx:pt>
          <cx:pt idx="20979">First_Product_Purchased</cx:pt>
          <cx:pt idx="20980">First_Product_Purchased</cx:pt>
          <cx:pt idx="20981">First_Product_Purchased</cx:pt>
          <cx:pt idx="20982">First_Product_Purchased</cx:pt>
          <cx:pt idx="20983">First_Product_Purchased</cx:pt>
          <cx:pt idx="20984">First_Product_Purchased</cx:pt>
          <cx:pt idx="20985">First_Product_Purchased</cx:pt>
          <cx:pt idx="20986">First_Product_Purchased</cx:pt>
          <cx:pt idx="20987">First_Product_Purchased</cx:pt>
          <cx:pt idx="20988">First_Product_Purchased</cx:pt>
          <cx:pt idx="20989">First_Product_Purchased</cx:pt>
          <cx:pt idx="20990">First_Product_Purchased</cx:pt>
          <cx:pt idx="20991">First_Product_Purchased</cx:pt>
          <cx:pt idx="20992">First_Product_Purchased</cx:pt>
          <cx:pt idx="20993">First_Product_Purchased</cx:pt>
          <cx:pt idx="20994">First_Product_Purchased</cx:pt>
          <cx:pt idx="20995">First_Product_Purchased</cx:pt>
          <cx:pt idx="20996">First_Product_Purchased</cx:pt>
          <cx:pt idx="20997">First_Product_Purchased</cx:pt>
          <cx:pt idx="20998">First_Product_Purchased</cx:pt>
          <cx:pt idx="20999">First_Product_Purchased</cx:pt>
          <cx:pt idx="21000">First_Product_Purchased</cx:pt>
          <cx:pt idx="21001">First_Product_Purchased</cx:pt>
          <cx:pt idx="21002">Second_Product_Purchased</cx:pt>
          <cx:pt idx="21003">First_Product_Purchased</cx:pt>
          <cx:pt idx="21004">First_Product_Purchased</cx:pt>
          <cx:pt idx="21005">First_Product_Purchased</cx:pt>
          <cx:pt idx="21006">First_Product_Purchased</cx:pt>
          <cx:pt idx="21007">First_Product_Purchased</cx:pt>
          <cx:pt idx="21008">First_Product_Purchased</cx:pt>
          <cx:pt idx="21009">First_Product_Purchased</cx:pt>
          <cx:pt idx="21010">First_Product_Purchased</cx:pt>
          <cx:pt idx="21011">First_Product_Purchased</cx:pt>
          <cx:pt idx="21012">First_Product_Purchased</cx:pt>
          <cx:pt idx="21013">First_Product_Purchased</cx:pt>
          <cx:pt idx="21014">First_Product_Purchased</cx:pt>
          <cx:pt idx="21015">First_Product_Purchased</cx:pt>
          <cx:pt idx="21016">First_Product_Purchased</cx:pt>
          <cx:pt idx="21017">First_Product_Purchased</cx:pt>
          <cx:pt idx="21018">First_Product_Purchased</cx:pt>
          <cx:pt idx="21019">First_Product_Purchased</cx:pt>
          <cx:pt idx="21020">First_Product_Purchased</cx:pt>
          <cx:pt idx="21021">First_Product_Purchased</cx:pt>
          <cx:pt idx="21022">First_Product_Purchased</cx:pt>
          <cx:pt idx="21023">First_Product_Purchased</cx:pt>
          <cx:pt idx="21024">First_Product_Purchased</cx:pt>
          <cx:pt idx="21025">First_Product_Purchased</cx:pt>
          <cx:pt idx="21026">First_Product_Purchased</cx:pt>
          <cx:pt idx="21027">First_Product_Purchased</cx:pt>
          <cx:pt idx="21028">First_Product_Purchased</cx:pt>
          <cx:pt idx="21029">First_Product_Purchased</cx:pt>
          <cx:pt idx="21030">First_Product_Purchased</cx:pt>
          <cx:pt idx="21031">First_Product_Purchased</cx:pt>
          <cx:pt idx="21032">First_Product_Purchased</cx:pt>
          <cx:pt idx="21033">First_Product_Purchased</cx:pt>
          <cx:pt idx="21034">First_Product_Purchased</cx:pt>
          <cx:pt idx="21035">First_Product_Purchased</cx:pt>
          <cx:pt idx="21036">First_Product_Purchased</cx:pt>
          <cx:pt idx="21037">First_Product_Purchased</cx:pt>
          <cx:pt idx="21038">First_Product_Purchased</cx:pt>
          <cx:pt idx="21039">First_Product_Purchased</cx:pt>
          <cx:pt idx="21040">First_Product_Purchased</cx:pt>
          <cx:pt idx="21041">First_Product_Purchased</cx:pt>
          <cx:pt idx="21042">First_Product_Purchased</cx:pt>
          <cx:pt idx="21043">First_Product_Purchased</cx:pt>
          <cx:pt idx="21044">First_Product_Purchased</cx:pt>
          <cx:pt idx="21045">First_Product_Purchased</cx:pt>
          <cx:pt idx="21046">First_Product_Purchased</cx:pt>
          <cx:pt idx="21047">First_Product_Purchased</cx:pt>
          <cx:pt idx="21048">First_Product_Purchased</cx:pt>
          <cx:pt idx="21049">First_Product_Purchased</cx:pt>
          <cx:pt idx="21050">First_Product_Purchased</cx:pt>
          <cx:pt idx="21051">First_Product_Purchased</cx:pt>
          <cx:pt idx="21052">First_Product_Purchased</cx:pt>
          <cx:pt idx="21053">First_Product_Purchased</cx:pt>
          <cx:pt idx="21054">First_Product_Purchased</cx:pt>
          <cx:pt idx="21055">Second_Product_Purchased</cx:pt>
          <cx:pt idx="21056">First_Product_Purchased</cx:pt>
          <cx:pt idx="21057">First_Product_Purchased</cx:pt>
          <cx:pt idx="21058">First_Product_Purchased</cx:pt>
          <cx:pt idx="21059">First_Product_Purchased</cx:pt>
          <cx:pt idx="21060">First_Product_Purchased</cx:pt>
          <cx:pt idx="21061">First_Product_Purchased</cx:pt>
          <cx:pt idx="21062">Second_Product_Purchased</cx:pt>
          <cx:pt idx="21063">Second_Product_Purchased</cx:pt>
          <cx:pt idx="21064">First_Product_Purchased</cx:pt>
          <cx:pt idx="21065">First_Product_Purchased</cx:pt>
          <cx:pt idx="21066">First_Product_Purchased</cx:pt>
          <cx:pt idx="21067">First_Product_Purchased</cx:pt>
          <cx:pt idx="21068">First_Product_Purchased</cx:pt>
          <cx:pt idx="21069">First_Product_Purchased</cx:pt>
          <cx:pt idx="21070">First_Product_Purchased</cx:pt>
          <cx:pt idx="21071">First_Product_Purchased</cx:pt>
          <cx:pt idx="21072">First_Product_Purchased</cx:pt>
          <cx:pt idx="21073">First_Product_Purchased</cx:pt>
          <cx:pt idx="21074">First_Product_Purchased</cx:pt>
          <cx:pt idx="21075">First_Product_Purchased</cx:pt>
          <cx:pt idx="21076">First_Product_Purchased</cx:pt>
          <cx:pt idx="21077">First_Product_Purchased</cx:pt>
          <cx:pt idx="21078">First_Product_Purchased</cx:pt>
          <cx:pt idx="21079">First_Product_Purchased</cx:pt>
          <cx:pt idx="21080">First_Product_Purchased</cx:pt>
          <cx:pt idx="21081">First_Product_Purchased</cx:pt>
          <cx:pt idx="21082">First_Product_Purchased</cx:pt>
          <cx:pt idx="21083">First_Product_Purchased</cx:pt>
          <cx:pt idx="21084">First_Product_Purchased</cx:pt>
          <cx:pt idx="21085">First_Product_Purchased</cx:pt>
          <cx:pt idx="21086">First_Product_Purchased</cx:pt>
          <cx:pt idx="21087">First_Product_Purchased</cx:pt>
          <cx:pt idx="21088">First_Product_Purchased</cx:pt>
          <cx:pt idx="21089">First_Product_Purchased</cx:pt>
          <cx:pt idx="21090">First_Product_Purchased</cx:pt>
          <cx:pt idx="21091">Second_Product_Purchased</cx:pt>
          <cx:pt idx="21092">Second_Product_Purchased</cx:pt>
          <cx:pt idx="21093">First_Product_Purchased</cx:pt>
          <cx:pt idx="21094">First_Product_Purchased</cx:pt>
          <cx:pt idx="21095">First_Product_Purchased</cx:pt>
          <cx:pt idx="21096">Second_Product_Purchased</cx:pt>
          <cx:pt idx="21097">First_Product_Purchased</cx:pt>
          <cx:pt idx="21098">First_Product_Purchased</cx:pt>
          <cx:pt idx="21099">First_Product_Purchased</cx:pt>
          <cx:pt idx="21100">First_Product_Purchased</cx:pt>
          <cx:pt idx="21101">Second_Product_Purchased</cx:pt>
          <cx:pt idx="21102">First_Product_Purchased</cx:pt>
          <cx:pt idx="21103">First_Product_Purchased</cx:pt>
          <cx:pt idx="21104">First_Product_Purchased</cx:pt>
          <cx:pt idx="21105">First_Product_Purchased</cx:pt>
          <cx:pt idx="21106">First_Product_Purchased</cx:pt>
          <cx:pt idx="21107">First_Product_Purchased</cx:pt>
          <cx:pt idx="21108">First_Product_Purchased</cx:pt>
          <cx:pt idx="21109">First_Product_Purchased</cx:pt>
          <cx:pt idx="21110">First_Product_Purchased</cx:pt>
          <cx:pt idx="21111">First_Product_Purchased</cx:pt>
          <cx:pt idx="21112">First_Product_Purchased</cx:pt>
          <cx:pt idx="21113">First_Product_Purchased</cx:pt>
          <cx:pt idx="21114">First_Product_Purchased</cx:pt>
          <cx:pt idx="21115">First_Product_Purchased</cx:pt>
          <cx:pt idx="21116">First_Product_Purchased</cx:pt>
          <cx:pt idx="21117">First_Product_Purchased</cx:pt>
          <cx:pt idx="21118">First_Product_Purchased</cx:pt>
          <cx:pt idx="21119">First_Product_Purchased</cx:pt>
          <cx:pt idx="21120">First_Product_Purchased</cx:pt>
          <cx:pt idx="21121">First_Product_Purchased</cx:pt>
          <cx:pt idx="21122">First_Product_Purchased</cx:pt>
          <cx:pt idx="21123">First_Product_Purchased</cx:pt>
          <cx:pt idx="21124">First_Product_Purchased</cx:pt>
          <cx:pt idx="21125">First_Product_Purchased</cx:pt>
          <cx:pt idx="21126">First_Product_Purchased</cx:pt>
          <cx:pt idx="21127">First_Product_Purchased</cx:pt>
          <cx:pt idx="21128">First_Product_Purchased</cx:pt>
          <cx:pt idx="21129">First_Product_Purchased</cx:pt>
          <cx:pt idx="21130">First_Product_Purchased</cx:pt>
          <cx:pt idx="21131">First_Product_Purchased</cx:pt>
          <cx:pt idx="21132">First_Product_Purchased</cx:pt>
          <cx:pt idx="21133">First_Product_Purchased</cx:pt>
          <cx:pt idx="21134">First_Product_Purchased</cx:pt>
          <cx:pt idx="21135">First_Product_Purchased</cx:pt>
          <cx:pt idx="21136">First_Product_Purchased</cx:pt>
          <cx:pt idx="21137">First_Product_Purchased</cx:pt>
          <cx:pt idx="21138">First_Product_Purchased</cx:pt>
          <cx:pt idx="21139">First_Product_Purchased</cx:pt>
          <cx:pt idx="21140">First_Product_Purchased</cx:pt>
          <cx:pt idx="21141">First_Product_Purchased</cx:pt>
          <cx:pt idx="21142">First_Product_Purchased</cx:pt>
          <cx:pt idx="21143">First_Product_Purchased</cx:pt>
          <cx:pt idx="21144">First_Product_Purchased</cx:pt>
          <cx:pt idx="21145">First_Product_Purchased</cx:pt>
          <cx:pt idx="21146">First_Product_Purchased</cx:pt>
          <cx:pt idx="21147">First_Product_Purchased</cx:pt>
          <cx:pt idx="21148">Second_Product_Purchased</cx:pt>
          <cx:pt idx="21149">First_Product_Purchased</cx:pt>
          <cx:pt idx="21150">First_Product_Purchased</cx:pt>
          <cx:pt idx="21151">First_Product_Purchased</cx:pt>
          <cx:pt idx="21152">First_Product_Purchased</cx:pt>
          <cx:pt idx="21153">First_Product_Purchased</cx:pt>
          <cx:pt idx="21154">First_Product_Purchased</cx:pt>
          <cx:pt idx="21155">First_Product_Purchased</cx:pt>
          <cx:pt idx="21156">First_Product_Purchased</cx:pt>
          <cx:pt idx="21157">First_Product_Purchased</cx:pt>
          <cx:pt idx="21158">First_Product_Purchased</cx:pt>
          <cx:pt idx="21159">First_Product_Purchased</cx:pt>
          <cx:pt idx="21160">First_Product_Purchased</cx:pt>
          <cx:pt idx="21161">First_Product_Purchased</cx:pt>
          <cx:pt idx="21162">First_Product_Purchased</cx:pt>
          <cx:pt idx="21163">First_Product_Purchased</cx:pt>
          <cx:pt idx="21164">First_Product_Purchased</cx:pt>
          <cx:pt idx="21165">First_Product_Purchased</cx:pt>
          <cx:pt idx="21166">First_Product_Purchased</cx:pt>
          <cx:pt idx="21167">First_Product_Purchased</cx:pt>
          <cx:pt idx="21168">First_Product_Purchased</cx:pt>
          <cx:pt idx="21169">First_Product_Purchased</cx:pt>
          <cx:pt idx="21170">First_Product_Purchased</cx:pt>
          <cx:pt idx="21171">First_Product_Purchased</cx:pt>
          <cx:pt idx="21172">First_Product_Purchased</cx:pt>
          <cx:pt idx="21173">First_Product_Purchased</cx:pt>
          <cx:pt idx="21174">First_Product_Purchased</cx:pt>
          <cx:pt idx="21175">First_Product_Purchased</cx:pt>
          <cx:pt idx="21176">First_Product_Purchased</cx:pt>
          <cx:pt idx="21177">First_Product_Purchased</cx:pt>
          <cx:pt idx="21178">First_Product_Purchased</cx:pt>
          <cx:pt idx="21179">First_Product_Purchased</cx:pt>
          <cx:pt idx="21180">Second_Product_Purchased</cx:pt>
          <cx:pt idx="21181">First_Product_Purchased</cx:pt>
          <cx:pt idx="21182">First_Product_Purchased</cx:pt>
          <cx:pt idx="21183">First_Product_Purchased</cx:pt>
          <cx:pt idx="21184">First_Product_Purchased</cx:pt>
          <cx:pt idx="21185">First_Product_Purchased</cx:pt>
          <cx:pt idx="21186">First_Product_Purchased</cx:pt>
          <cx:pt idx="21187">First_Product_Purchased</cx:pt>
          <cx:pt idx="21188">First_Product_Purchased</cx:pt>
          <cx:pt idx="21189">First_Product_Purchased</cx:pt>
          <cx:pt idx="21190">First_Product_Purchased</cx:pt>
          <cx:pt idx="21191">First_Product_Purchased</cx:pt>
          <cx:pt idx="21192">First_Product_Purchased</cx:pt>
          <cx:pt idx="21193">First_Product_Purchased</cx:pt>
          <cx:pt idx="21194">First_Product_Purchased</cx:pt>
          <cx:pt idx="21195">First_Product_Purchased</cx:pt>
          <cx:pt idx="21196">First_Product_Purchased</cx:pt>
          <cx:pt idx="21197">First_Product_Purchased</cx:pt>
          <cx:pt idx="21198">First_Product_Purchased</cx:pt>
          <cx:pt idx="21199">First_Product_Purchased</cx:pt>
          <cx:pt idx="21200">First_Product_Purchased</cx:pt>
          <cx:pt idx="21201">First_Product_Purchased</cx:pt>
          <cx:pt idx="21202">First_Product_Purchased</cx:pt>
          <cx:pt idx="21203">First_Product_Purchased</cx:pt>
          <cx:pt idx="21204">First_Product_Purchased</cx:pt>
          <cx:pt idx="21205">First_Product_Purchased</cx:pt>
          <cx:pt idx="21206">First_Product_Purchased</cx:pt>
          <cx:pt idx="21207">First_Product_Purchased</cx:pt>
          <cx:pt idx="21208">First_Product_Purchased</cx:pt>
          <cx:pt idx="21209">Second_Product_Purchased</cx:pt>
          <cx:pt idx="21210">First_Product_Purchased</cx:pt>
          <cx:pt idx="21211">First_Product_Purchased</cx:pt>
          <cx:pt idx="21212">First_Product_Purchased</cx:pt>
          <cx:pt idx="21213">First_Product_Purchased</cx:pt>
          <cx:pt idx="21214">Second_Product_Purchased</cx:pt>
          <cx:pt idx="21215">First_Product_Purchased</cx:pt>
          <cx:pt idx="21216">First_Product_Purchased</cx:pt>
          <cx:pt idx="21217">First_Product_Purchased</cx:pt>
          <cx:pt idx="21218">First_Product_Purchased</cx:pt>
          <cx:pt idx="21219">First_Product_Purchased</cx:pt>
          <cx:pt idx="21220">First_Product_Purchased</cx:pt>
          <cx:pt idx="21221">First_Product_Purchased</cx:pt>
          <cx:pt idx="21222">First_Product_Purchased</cx:pt>
          <cx:pt idx="21223">First_Product_Purchased</cx:pt>
          <cx:pt idx="21224">First_Product_Purchased</cx:pt>
          <cx:pt idx="21225">First_Product_Purchased</cx:pt>
          <cx:pt idx="21226">First_Product_Purchased</cx:pt>
          <cx:pt idx="21227">First_Product_Purchased</cx:pt>
          <cx:pt idx="21228">First_Product_Purchased</cx:pt>
          <cx:pt idx="21229">First_Product_Purchased</cx:pt>
          <cx:pt idx="21230">First_Product_Purchased</cx:pt>
          <cx:pt idx="21231">First_Product_Purchased</cx:pt>
          <cx:pt idx="21232">First_Product_Purchased</cx:pt>
          <cx:pt idx="21233">First_Product_Purchased</cx:pt>
          <cx:pt idx="21234">First_Product_Purchased</cx:pt>
          <cx:pt idx="21235">First_Product_Purchased</cx:pt>
          <cx:pt idx="21236">First_Product_Purchased</cx:pt>
          <cx:pt idx="21237">First_Product_Purchased</cx:pt>
          <cx:pt idx="21238">First_Product_Purchased</cx:pt>
          <cx:pt idx="21239">First_Product_Purchased</cx:pt>
          <cx:pt idx="21240">First_Product_Purchased</cx:pt>
          <cx:pt idx="21241">First_Product_Purchased</cx:pt>
          <cx:pt idx="21242">First_Product_Purchased</cx:pt>
          <cx:pt idx="21243">First_Product_Purchased</cx:pt>
          <cx:pt idx="21244">First_Product_Purchased</cx:pt>
          <cx:pt idx="21245">First_Product_Purchased</cx:pt>
          <cx:pt idx="21246">First_Product_Purchased</cx:pt>
          <cx:pt idx="21247">First_Product_Purchased</cx:pt>
          <cx:pt idx="21248">First_Product_Purchased</cx:pt>
          <cx:pt idx="21249">First_Product_Purchased</cx:pt>
          <cx:pt idx="21250">First_Product_Purchased</cx:pt>
          <cx:pt idx="21251">First_Product_Purchased</cx:pt>
          <cx:pt idx="21252">First_Product_Purchased</cx:pt>
          <cx:pt idx="21253">First_Product_Purchased</cx:pt>
          <cx:pt idx="21254">First_Product_Purchased</cx:pt>
          <cx:pt idx="21255">First_Product_Purchased</cx:pt>
          <cx:pt idx="21256">First_Product_Purchased</cx:pt>
          <cx:pt idx="21257">First_Product_Purchased</cx:pt>
          <cx:pt idx="21258">First_Product_Purchased</cx:pt>
          <cx:pt idx="21259">First_Product_Purchased</cx:pt>
          <cx:pt idx="21260">First_Product_Purchased</cx:pt>
          <cx:pt idx="21261">First_Product_Purchased</cx:pt>
          <cx:pt idx="21262">First_Product_Purchased</cx:pt>
          <cx:pt idx="21263">First_Product_Purchased</cx:pt>
          <cx:pt idx="21264">First_Product_Purchased</cx:pt>
          <cx:pt idx="21265">First_Product_Purchased</cx:pt>
          <cx:pt idx="21266">First_Product_Purchased</cx:pt>
          <cx:pt idx="21267">First_Product_Purchased</cx:pt>
          <cx:pt idx="21268">First_Product_Purchased</cx:pt>
          <cx:pt idx="21269">First_Product_Purchased</cx:pt>
          <cx:pt idx="21270">First_Product_Purchased</cx:pt>
          <cx:pt idx="21271">First_Product_Purchased</cx:pt>
          <cx:pt idx="21272">First_Product_Purchased</cx:pt>
          <cx:pt idx="21273">First_Product_Purchased</cx:pt>
          <cx:pt idx="21274">First_Product_Purchased</cx:pt>
          <cx:pt idx="21275">First_Product_Purchased</cx:pt>
          <cx:pt idx="21276">First_Product_Purchased</cx:pt>
          <cx:pt idx="21277">First_Product_Purchased</cx:pt>
          <cx:pt idx="21278">First_Product_Purchased</cx:pt>
          <cx:pt idx="21279">First_Product_Purchased</cx:pt>
          <cx:pt idx="21280">First_Product_Purchased</cx:pt>
          <cx:pt idx="21281">First_Product_Purchased</cx:pt>
          <cx:pt idx="21282">First_Product_Purchased</cx:pt>
          <cx:pt idx="21283">First_Product_Purchased</cx:pt>
          <cx:pt idx="21284">First_Product_Purchased</cx:pt>
          <cx:pt idx="21285">First_Product_Purchased</cx:pt>
          <cx:pt idx="21286">First_Product_Purchased</cx:pt>
          <cx:pt idx="21287">First_Product_Purchased</cx:pt>
          <cx:pt idx="21288">First_Product_Purchased</cx:pt>
          <cx:pt idx="21289">First_Product_Purchased</cx:pt>
          <cx:pt idx="21290">First_Product_Purchased</cx:pt>
          <cx:pt idx="21291">First_Product_Purchased</cx:pt>
          <cx:pt idx="21292">First_Product_Purchased</cx:pt>
          <cx:pt idx="21293">First_Product_Purchased</cx:pt>
          <cx:pt idx="21294">First_Product_Purchased</cx:pt>
          <cx:pt idx="21295">First_Product_Purchased</cx:pt>
          <cx:pt idx="21296">First_Product_Purchased</cx:pt>
          <cx:pt idx="21297">First_Product_Purchased</cx:pt>
          <cx:pt idx="21298">First_Product_Purchased</cx:pt>
          <cx:pt idx="21299">First_Product_Purchased</cx:pt>
          <cx:pt idx="21300">First_Product_Purchased</cx:pt>
          <cx:pt idx="21301">First_Product_Purchased</cx:pt>
          <cx:pt idx="21302">First_Product_Purchased</cx:pt>
          <cx:pt idx="21303">First_Product_Purchased</cx:pt>
          <cx:pt idx="21304">First_Product_Purchased</cx:pt>
          <cx:pt idx="21305">First_Product_Purchased</cx:pt>
          <cx:pt idx="21306">First_Product_Purchased</cx:pt>
          <cx:pt idx="21307">First_Product_Purchased</cx:pt>
          <cx:pt idx="21308">First_Product_Purchased</cx:pt>
          <cx:pt idx="21309">First_Product_Purchased</cx:pt>
          <cx:pt idx="21310">First_Product_Purchased</cx:pt>
          <cx:pt idx="21311">First_Product_Purchased</cx:pt>
          <cx:pt idx="21312">First_Product_Purchased</cx:pt>
          <cx:pt idx="21313">First_Product_Purchased</cx:pt>
          <cx:pt idx="21314">First_Product_Purchased</cx:pt>
          <cx:pt idx="21315">First_Product_Purchased</cx:pt>
          <cx:pt idx="21316">First_Product_Purchased</cx:pt>
          <cx:pt idx="21317">First_Product_Purchased</cx:pt>
          <cx:pt idx="21318">First_Product_Purchased</cx:pt>
          <cx:pt idx="21319">First_Product_Purchased</cx:pt>
          <cx:pt idx="21320">First_Product_Purchased</cx:pt>
          <cx:pt idx="21321">Second_Product_Purchased</cx:pt>
          <cx:pt idx="21322">First_Product_Purchased</cx:pt>
          <cx:pt idx="21323">First_Product_Purchased</cx:pt>
          <cx:pt idx="21324">First_Product_Purchased</cx:pt>
          <cx:pt idx="21325">First_Product_Purchased</cx:pt>
          <cx:pt idx="21326">First_Product_Purchased</cx:pt>
          <cx:pt idx="21327">First_Product_Purchased</cx:pt>
          <cx:pt idx="21328">First_Product_Purchased</cx:pt>
          <cx:pt idx="21329">First_Product_Purchased</cx:pt>
          <cx:pt idx="21330">First_Product_Purchased</cx:pt>
          <cx:pt idx="21331">First_Product_Purchased</cx:pt>
          <cx:pt idx="21332">Second_Product_Purchased</cx:pt>
          <cx:pt idx="21333">First_Product_Purchased</cx:pt>
          <cx:pt idx="21334">First_Product_Purchased</cx:pt>
          <cx:pt idx="21335">First_Product_Purchased</cx:pt>
          <cx:pt idx="21336">First_Product_Purchased</cx:pt>
          <cx:pt idx="21337">First_Product_Purchased</cx:pt>
          <cx:pt idx="21338">First_Product_Purchased</cx:pt>
          <cx:pt idx="21339">First_Product_Purchased</cx:pt>
          <cx:pt idx="21340">First_Product_Purchased</cx:pt>
          <cx:pt idx="21341">First_Product_Purchased</cx:pt>
          <cx:pt idx="21342">First_Product_Purchased</cx:pt>
          <cx:pt idx="21343">First_Product_Purchased</cx:pt>
          <cx:pt idx="21344">First_Product_Purchased</cx:pt>
          <cx:pt idx="21345">First_Product_Purchased</cx:pt>
          <cx:pt idx="21346">First_Product_Purchased</cx:pt>
          <cx:pt idx="21347">First_Product_Purchased</cx:pt>
          <cx:pt idx="21348">First_Product_Purchased</cx:pt>
          <cx:pt idx="21349">First_Product_Purchased</cx:pt>
          <cx:pt idx="21350">First_Product_Purchased</cx:pt>
          <cx:pt idx="21351">First_Product_Purchased</cx:pt>
          <cx:pt idx="21352">First_Product_Purchased</cx:pt>
          <cx:pt idx="21353">First_Product_Purchased</cx:pt>
          <cx:pt idx="21354">First_Product_Purchased</cx:pt>
          <cx:pt idx="21355">First_Product_Purchased</cx:pt>
          <cx:pt idx="21356">First_Product_Purchased</cx:pt>
          <cx:pt idx="21357">First_Product_Purchased</cx:pt>
          <cx:pt idx="21358">First_Product_Purchased</cx:pt>
          <cx:pt idx="21359">First_Product_Purchased</cx:pt>
          <cx:pt idx="21360">First_Product_Purchased</cx:pt>
          <cx:pt idx="21361">First_Product_Purchased</cx:pt>
          <cx:pt idx="21362">First_Product_Purchased</cx:pt>
          <cx:pt idx="21363">First_Product_Purchased</cx:pt>
          <cx:pt idx="21364">First_Product_Purchased</cx:pt>
          <cx:pt idx="21365">First_Product_Purchased</cx:pt>
          <cx:pt idx="21366">First_Product_Purchased</cx:pt>
          <cx:pt idx="21367">First_Product_Purchased</cx:pt>
          <cx:pt idx="21368">First_Product_Purchased</cx:pt>
          <cx:pt idx="21369">First_Product_Purchased</cx:pt>
          <cx:pt idx="21370">First_Product_Purchased</cx:pt>
          <cx:pt idx="21371">First_Product_Purchased</cx:pt>
          <cx:pt idx="21372">First_Product_Purchased</cx:pt>
          <cx:pt idx="21373">First_Product_Purchased</cx:pt>
          <cx:pt idx="21374">First_Product_Purchased</cx:pt>
          <cx:pt idx="21375">First_Product_Purchased</cx:pt>
          <cx:pt idx="21376">First_Product_Purchased</cx:pt>
          <cx:pt idx="21377">First_Product_Purchased</cx:pt>
          <cx:pt idx="21378">First_Product_Purchased</cx:pt>
          <cx:pt idx="21379">First_Product_Purchased</cx:pt>
          <cx:pt idx="21380">First_Product_Purchased</cx:pt>
          <cx:pt idx="21381">First_Product_Purchased</cx:pt>
          <cx:pt idx="21382">First_Product_Purchased</cx:pt>
          <cx:pt idx="21383">First_Product_Purchased</cx:pt>
          <cx:pt idx="21384">First_Product_Purchased</cx:pt>
          <cx:pt idx="21385">First_Product_Purchased</cx:pt>
          <cx:pt idx="21386">First_Product_Purchased</cx:pt>
          <cx:pt idx="21387">First_Product_Purchased</cx:pt>
          <cx:pt idx="21388">First_Product_Purchased</cx:pt>
          <cx:pt idx="21389">First_Product_Purchased</cx:pt>
          <cx:pt idx="21390">First_Product_Purchased</cx:pt>
          <cx:pt idx="21391">First_Product_Purchased</cx:pt>
          <cx:pt idx="21392">First_Product_Purchased</cx:pt>
          <cx:pt idx="21393">First_Product_Purchased</cx:pt>
          <cx:pt idx="21394">First_Product_Purchased</cx:pt>
          <cx:pt idx="21395">First_Product_Purchased</cx:pt>
          <cx:pt idx="21396">First_Product_Purchased</cx:pt>
          <cx:pt idx="21397">First_Product_Purchased</cx:pt>
          <cx:pt idx="21398">First_Product_Purchased</cx:pt>
          <cx:pt idx="21399">First_Product_Purchased</cx:pt>
          <cx:pt idx="21400">First_Product_Purchased</cx:pt>
          <cx:pt idx="21401">First_Product_Purchased</cx:pt>
          <cx:pt idx="21402">First_Product_Purchased</cx:pt>
          <cx:pt idx="21403">First_Product_Purchased</cx:pt>
          <cx:pt idx="21404">First_Product_Purchased</cx:pt>
          <cx:pt idx="21405">First_Product_Purchased</cx:pt>
          <cx:pt idx="21406">First_Product_Purchased</cx:pt>
          <cx:pt idx="21407">Second_Product_Purchased</cx:pt>
          <cx:pt idx="21408">First_Product_Purchased</cx:pt>
          <cx:pt idx="21409">First_Product_Purchased</cx:pt>
          <cx:pt idx="21410">First_Product_Purchased</cx:pt>
          <cx:pt idx="21411">First_Product_Purchased</cx:pt>
          <cx:pt idx="21412">First_Product_Purchased</cx:pt>
          <cx:pt idx="21413">First_Product_Purchased</cx:pt>
          <cx:pt idx="21414">First_Product_Purchased</cx:pt>
          <cx:pt idx="21415">First_Product_Purchased</cx:pt>
          <cx:pt idx="21416">First_Product_Purchased</cx:pt>
          <cx:pt idx="21417">First_Product_Purchased</cx:pt>
          <cx:pt idx="21418">First_Product_Purchased</cx:pt>
          <cx:pt idx="21419">First_Product_Purchased</cx:pt>
          <cx:pt idx="21420">First_Product_Purchased</cx:pt>
          <cx:pt idx="21421">First_Product_Purchased</cx:pt>
          <cx:pt idx="21422">First_Product_Purchased</cx:pt>
          <cx:pt idx="21423">First_Product_Purchased</cx:pt>
          <cx:pt idx="21424">First_Product_Purchased</cx:pt>
          <cx:pt idx="21425">First_Product_Purchased</cx:pt>
          <cx:pt idx="21426">First_Product_Purchased</cx:pt>
          <cx:pt idx="21427">First_Product_Purchased</cx:pt>
          <cx:pt idx="21428">First_Product_Purchased</cx:pt>
          <cx:pt idx="21429">First_Product_Purchased</cx:pt>
          <cx:pt idx="21430">First_Product_Purchased</cx:pt>
          <cx:pt idx="21431">First_Product_Purchased</cx:pt>
          <cx:pt idx="21432">First_Product_Purchased</cx:pt>
          <cx:pt idx="21433">First_Product_Purchased</cx:pt>
          <cx:pt idx="21434">First_Product_Purchased</cx:pt>
          <cx:pt idx="21435">First_Product_Purchased</cx:pt>
          <cx:pt idx="21436">First_Product_Purchased</cx:pt>
          <cx:pt idx="21437">First_Product_Purchased</cx:pt>
          <cx:pt idx="21438">First_Product_Purchased</cx:pt>
          <cx:pt idx="21439">First_Product_Purchased</cx:pt>
          <cx:pt idx="21440">First_Product_Purchased</cx:pt>
          <cx:pt idx="21441">First_Product_Purchased</cx:pt>
          <cx:pt idx="21442">First_Product_Purchased</cx:pt>
          <cx:pt idx="21443">First_Product_Purchased</cx:pt>
          <cx:pt idx="21444">First_Product_Purchased</cx:pt>
          <cx:pt idx="21445">First_Product_Purchased</cx:pt>
          <cx:pt idx="21446">First_Product_Purchased</cx:pt>
          <cx:pt idx="21447">First_Product_Purchased</cx:pt>
          <cx:pt idx="21448">First_Product_Purchased</cx:pt>
          <cx:pt idx="21449">First_Product_Purchased</cx:pt>
          <cx:pt idx="21450">First_Product_Purchased</cx:pt>
          <cx:pt idx="21451">First_Product_Purchased</cx:pt>
          <cx:pt idx="21452">First_Product_Purchased</cx:pt>
          <cx:pt idx="21453">First_Product_Purchased</cx:pt>
          <cx:pt idx="21454">First_Product_Purchased</cx:pt>
          <cx:pt idx="21455">First_Product_Purchased</cx:pt>
          <cx:pt idx="21456">First_Product_Purchased</cx:pt>
          <cx:pt idx="21457">First_Product_Purchased</cx:pt>
          <cx:pt idx="21458">First_Product_Purchased</cx:pt>
          <cx:pt idx="21459">First_Product_Purchased</cx:pt>
          <cx:pt idx="21460">First_Product_Purchased</cx:pt>
          <cx:pt idx="21461">First_Product_Purchased</cx:pt>
          <cx:pt idx="21462">First_Product_Purchased</cx:pt>
          <cx:pt idx="21463">First_Product_Purchased</cx:pt>
          <cx:pt idx="21464">First_Product_Purchased</cx:pt>
          <cx:pt idx="21465">First_Product_Purchased</cx:pt>
          <cx:pt idx="21466">First_Product_Purchased</cx:pt>
          <cx:pt idx="21467">First_Product_Purchased</cx:pt>
          <cx:pt idx="21468">First_Product_Purchased</cx:pt>
          <cx:pt idx="21469">Second_Product_Purchased</cx:pt>
          <cx:pt idx="21470">First_Product_Purchased</cx:pt>
          <cx:pt idx="21471">First_Product_Purchased</cx:pt>
          <cx:pt idx="21472">First_Product_Purchased</cx:pt>
          <cx:pt idx="21473">First_Product_Purchased</cx:pt>
          <cx:pt idx="21474">First_Product_Purchased</cx:pt>
          <cx:pt idx="21475">First_Product_Purchased</cx:pt>
          <cx:pt idx="21476">First_Product_Purchased</cx:pt>
          <cx:pt idx="21477">First_Product_Purchased</cx:pt>
          <cx:pt idx="21478">First_Product_Purchased</cx:pt>
          <cx:pt idx="21479">First_Product_Purchased</cx:pt>
          <cx:pt idx="21480">First_Product_Purchased</cx:pt>
          <cx:pt idx="21481">First_Product_Purchased</cx:pt>
          <cx:pt idx="21482">First_Product_Purchased</cx:pt>
          <cx:pt idx="21483">First_Product_Purchased</cx:pt>
          <cx:pt idx="21484">First_Product_Purchased</cx:pt>
          <cx:pt idx="21485">First_Product_Purchased</cx:pt>
          <cx:pt idx="21486">First_Product_Purchased</cx:pt>
          <cx:pt idx="21487">First_Product_Purchased</cx:pt>
          <cx:pt idx="21488">First_Product_Purchased</cx:pt>
          <cx:pt idx="21489">First_Product_Purchased</cx:pt>
          <cx:pt idx="21490">First_Product_Purchased</cx:pt>
          <cx:pt idx="21491">First_Product_Purchased</cx:pt>
          <cx:pt idx="21492">First_Product_Purchased</cx:pt>
          <cx:pt idx="21493">First_Product_Purchased</cx:pt>
          <cx:pt idx="21494">First_Product_Purchased</cx:pt>
          <cx:pt idx="21495">First_Product_Purchased</cx:pt>
          <cx:pt idx="21496">First_Product_Purchased</cx:pt>
          <cx:pt idx="21497">First_Product_Purchased</cx:pt>
          <cx:pt idx="21498">First_Product_Purchased</cx:pt>
          <cx:pt idx="21499">First_Product_Purchased</cx:pt>
          <cx:pt idx="21500">First_Product_Purchased</cx:pt>
          <cx:pt idx="21501">First_Product_Purchased</cx:pt>
          <cx:pt idx="21502">First_Product_Purchased</cx:pt>
          <cx:pt idx="21503">First_Product_Purchased</cx:pt>
          <cx:pt idx="21504">First_Product_Purchased</cx:pt>
          <cx:pt idx="21505">First_Product_Purchased</cx:pt>
          <cx:pt idx="21506">First_Product_Purchased</cx:pt>
          <cx:pt idx="21507">First_Product_Purchased</cx:pt>
          <cx:pt idx="21508">First_Product_Purchased</cx:pt>
          <cx:pt idx="21509">First_Product_Purchased</cx:pt>
          <cx:pt idx="21510">First_Product_Purchased</cx:pt>
          <cx:pt idx="21511">First_Product_Purchased</cx:pt>
          <cx:pt idx="21512">First_Product_Purchased</cx:pt>
          <cx:pt idx="21513">First_Product_Purchased</cx:pt>
          <cx:pt idx="21514">First_Product_Purchased</cx:pt>
          <cx:pt idx="21515">First_Product_Purchased</cx:pt>
          <cx:pt idx="21516">First_Product_Purchased</cx:pt>
          <cx:pt idx="21517">First_Product_Purchased</cx:pt>
          <cx:pt idx="21518">First_Product_Purchased</cx:pt>
          <cx:pt idx="21519">First_Product_Purchased</cx:pt>
          <cx:pt idx="21520">First_Product_Purchased</cx:pt>
          <cx:pt idx="21521">First_Product_Purchased</cx:pt>
          <cx:pt idx="21522">First_Product_Purchased</cx:pt>
          <cx:pt idx="21523">First_Product_Purchased</cx:pt>
          <cx:pt idx="21524">First_Product_Purchased</cx:pt>
          <cx:pt idx="21525">First_Product_Purchased</cx:pt>
          <cx:pt idx="21526">First_Product_Purchased</cx:pt>
          <cx:pt idx="21527">First_Product_Purchased</cx:pt>
          <cx:pt idx="21528">First_Product_Purchased</cx:pt>
          <cx:pt idx="21529">First_Product_Purchased</cx:pt>
          <cx:pt idx="21530">First_Product_Purchased</cx:pt>
          <cx:pt idx="21531">First_Product_Purchased</cx:pt>
          <cx:pt idx="21532">First_Product_Purchased</cx:pt>
          <cx:pt idx="21533">First_Product_Purchased</cx:pt>
          <cx:pt idx="21534">First_Product_Purchased</cx:pt>
          <cx:pt idx="21535">First_Product_Purchased</cx:pt>
          <cx:pt idx="21536">First_Product_Purchased</cx:pt>
          <cx:pt idx="21537">First_Product_Purchased</cx:pt>
          <cx:pt idx="21538">First_Product_Purchased</cx:pt>
          <cx:pt idx="21539">Second_Product_Purchased</cx:pt>
          <cx:pt idx="21540">First_Product_Purchased</cx:pt>
          <cx:pt idx="21541">First_Product_Purchased</cx:pt>
          <cx:pt idx="21542">First_Product_Purchased</cx:pt>
          <cx:pt idx="21543">First_Product_Purchased</cx:pt>
          <cx:pt idx="21544">First_Product_Purchased</cx:pt>
          <cx:pt idx="21545">First_Product_Purchased</cx:pt>
          <cx:pt idx="21546">First_Product_Purchased</cx:pt>
          <cx:pt idx="21547">First_Product_Purchased</cx:pt>
          <cx:pt idx="21548">First_Product_Purchased</cx:pt>
          <cx:pt idx="21549">First_Product_Purchased</cx:pt>
          <cx:pt idx="21550">First_Product_Purchased</cx:pt>
          <cx:pt idx="21551">First_Product_Purchased</cx:pt>
          <cx:pt idx="21552">First_Product_Purchased</cx:pt>
          <cx:pt idx="21553">First_Product_Purchased</cx:pt>
          <cx:pt idx="21554">First_Product_Purchased</cx:pt>
          <cx:pt idx="21555">First_Product_Purchased</cx:pt>
          <cx:pt idx="21556">First_Product_Purchased</cx:pt>
          <cx:pt idx="21557">First_Product_Purchased</cx:pt>
          <cx:pt idx="21558">Second_Product_Purchased</cx:pt>
          <cx:pt idx="21559">First_Product_Purchased</cx:pt>
          <cx:pt idx="21560">First_Product_Purchased</cx:pt>
          <cx:pt idx="21561">First_Product_Purchased</cx:pt>
          <cx:pt idx="21562">First_Product_Purchased</cx:pt>
          <cx:pt idx="21563">First_Product_Purchased</cx:pt>
          <cx:pt idx="21564">Second_Product_Purchased</cx:pt>
          <cx:pt idx="21565">Second_Product_Purchased</cx:pt>
          <cx:pt idx="21566">Second_Product_Purchased</cx:pt>
          <cx:pt idx="21567">First_Product_Purchased</cx:pt>
          <cx:pt idx="21568">First_Product_Purchased</cx:pt>
          <cx:pt idx="21569">First_Product_Purchased</cx:pt>
          <cx:pt idx="21570">First_Product_Purchased</cx:pt>
          <cx:pt idx="21571">First_Product_Purchased</cx:pt>
          <cx:pt idx="21572">First_Product_Purchased</cx:pt>
          <cx:pt idx="21573">First_Product_Purchased</cx:pt>
          <cx:pt idx="21574">First_Product_Purchased</cx:pt>
          <cx:pt idx="21575">First_Product_Purchased</cx:pt>
          <cx:pt idx="21576">First_Product_Purchased</cx:pt>
          <cx:pt idx="21577">Second_Product_Purchased</cx:pt>
          <cx:pt idx="21578">First_Product_Purchased</cx:pt>
          <cx:pt idx="21579">First_Product_Purchased</cx:pt>
          <cx:pt idx="21580">First_Product_Purchased</cx:pt>
          <cx:pt idx="21581">First_Product_Purchased</cx:pt>
          <cx:pt idx="21582">First_Product_Purchased</cx:pt>
          <cx:pt idx="21583">First_Product_Purchased</cx:pt>
          <cx:pt idx="21584">First_Product_Purchased</cx:pt>
          <cx:pt idx="21585">First_Product_Purchased</cx:pt>
          <cx:pt idx="21586">Second_Product_Purchased</cx:pt>
          <cx:pt idx="21587">First_Product_Purchased</cx:pt>
          <cx:pt idx="21588">First_Product_Purchased</cx:pt>
          <cx:pt idx="21589">First_Product_Purchased</cx:pt>
          <cx:pt idx="21590">First_Product_Purchased</cx:pt>
          <cx:pt idx="21591">First_Product_Purchased</cx:pt>
          <cx:pt idx="21592">First_Product_Purchased</cx:pt>
          <cx:pt idx="21593">First_Product_Purchased</cx:pt>
          <cx:pt idx="21594">First_Product_Purchased</cx:pt>
          <cx:pt idx="21595">First_Product_Purchased</cx:pt>
          <cx:pt idx="21596">First_Product_Purchased</cx:pt>
          <cx:pt idx="21597">First_Product_Purchased</cx:pt>
          <cx:pt idx="21598">First_Product_Purchased</cx:pt>
          <cx:pt idx="21599">First_Product_Purchased</cx:pt>
          <cx:pt idx="21600">First_Product_Purchased</cx:pt>
          <cx:pt idx="21601">First_Product_Purchased</cx:pt>
          <cx:pt idx="21602">First_Product_Purchased</cx:pt>
          <cx:pt idx="21603">First_Product_Purchased</cx:pt>
          <cx:pt idx="21604">First_Product_Purchased</cx:pt>
          <cx:pt idx="21605">First_Product_Purchased</cx:pt>
          <cx:pt idx="21606">First_Product_Purchased</cx:pt>
          <cx:pt idx="21607">First_Product_Purchased</cx:pt>
          <cx:pt idx="21608">First_Product_Purchased</cx:pt>
          <cx:pt idx="21609">First_Product_Purchased</cx:pt>
          <cx:pt idx="21610">First_Product_Purchased</cx:pt>
          <cx:pt idx="21611">First_Product_Purchased</cx:pt>
          <cx:pt idx="21612">First_Product_Purchased</cx:pt>
          <cx:pt idx="21613">First_Product_Purchased</cx:pt>
          <cx:pt idx="21614">First_Product_Purchased</cx:pt>
          <cx:pt idx="21615">First_Product_Purchased</cx:pt>
          <cx:pt idx="21616">First_Product_Purchased</cx:pt>
          <cx:pt idx="21617">First_Product_Purchased</cx:pt>
          <cx:pt idx="21618">First_Product_Purchased</cx:pt>
          <cx:pt idx="21619">First_Product_Purchased</cx:pt>
          <cx:pt idx="21620">First_Product_Purchased</cx:pt>
          <cx:pt idx="21621">First_Product_Purchased</cx:pt>
          <cx:pt idx="21622">First_Product_Purchased</cx:pt>
          <cx:pt idx="21623">First_Product_Purchased</cx:pt>
          <cx:pt idx="21624">First_Product_Purchased</cx:pt>
          <cx:pt idx="21625">Second_Product_Purchased</cx:pt>
          <cx:pt idx="21626">First_Product_Purchased</cx:pt>
          <cx:pt idx="21627">First_Product_Purchased</cx:pt>
          <cx:pt idx="21628">First_Product_Purchased</cx:pt>
          <cx:pt idx="21629">First_Product_Purchased</cx:pt>
          <cx:pt idx="21630">First_Product_Purchased</cx:pt>
          <cx:pt idx="21631">First_Product_Purchased</cx:pt>
          <cx:pt idx="21632">First_Product_Purchased</cx:pt>
          <cx:pt idx="21633">First_Product_Purchased</cx:pt>
          <cx:pt idx="21634">First_Product_Purchased</cx:pt>
          <cx:pt idx="21635">First_Product_Purchased</cx:pt>
          <cx:pt idx="21636">First_Product_Purchased</cx:pt>
          <cx:pt idx="21637">First_Product_Purchased</cx:pt>
          <cx:pt idx="21638">First_Product_Purchased</cx:pt>
          <cx:pt idx="21639">First_Product_Purchased</cx:pt>
          <cx:pt idx="21640">First_Product_Purchased</cx:pt>
          <cx:pt idx="21641">First_Product_Purchased</cx:pt>
          <cx:pt idx="21642">First_Product_Purchased</cx:pt>
          <cx:pt idx="21643">First_Product_Purchased</cx:pt>
          <cx:pt idx="21644">First_Product_Purchased</cx:pt>
          <cx:pt idx="21645">First_Product_Purchased</cx:pt>
          <cx:pt idx="21646">First_Product_Purchased</cx:pt>
          <cx:pt idx="21647">First_Product_Purchased</cx:pt>
          <cx:pt idx="21648">First_Product_Purchased</cx:pt>
          <cx:pt idx="21649">First_Product_Purchased</cx:pt>
          <cx:pt idx="21650">First_Product_Purchased</cx:pt>
          <cx:pt idx="21651">First_Product_Purchased</cx:pt>
          <cx:pt idx="21652">First_Product_Purchased</cx:pt>
          <cx:pt idx="21653">First_Product_Purchased</cx:pt>
          <cx:pt idx="21654">First_Product_Purchased</cx:pt>
          <cx:pt idx="21655">First_Product_Purchased</cx:pt>
          <cx:pt idx="21656">First_Product_Purchased</cx:pt>
          <cx:pt idx="21657">First_Product_Purchased</cx:pt>
          <cx:pt idx="21658">First_Product_Purchased</cx:pt>
          <cx:pt idx="21659">First_Product_Purchased</cx:pt>
          <cx:pt idx="21660">First_Product_Purchased</cx:pt>
          <cx:pt idx="21661">First_Product_Purchased</cx:pt>
          <cx:pt idx="21662">First_Product_Purchased</cx:pt>
          <cx:pt idx="21663">First_Product_Purchased</cx:pt>
          <cx:pt idx="21664">First_Product_Purchased</cx:pt>
          <cx:pt idx="21665">First_Product_Purchased</cx:pt>
          <cx:pt idx="21666">First_Product_Purchased</cx:pt>
          <cx:pt idx="21667">First_Product_Purchased</cx:pt>
          <cx:pt idx="21668">First_Product_Purchased</cx:pt>
          <cx:pt idx="21669">First_Product_Purchased</cx:pt>
          <cx:pt idx="21670">First_Product_Purchased</cx:pt>
          <cx:pt idx="21671">First_Product_Purchased</cx:pt>
          <cx:pt idx="21672">First_Product_Purchased</cx:pt>
          <cx:pt idx="21673">First_Product_Purchased</cx:pt>
          <cx:pt idx="21674">First_Product_Purchased</cx:pt>
          <cx:pt idx="21675">First_Product_Purchased</cx:pt>
          <cx:pt idx="21676">First_Product_Purchased</cx:pt>
          <cx:pt idx="21677">First_Product_Purchased</cx:pt>
          <cx:pt idx="21678">First_Product_Purchased</cx:pt>
          <cx:pt idx="21679">First_Product_Purchased</cx:pt>
          <cx:pt idx="21680">First_Product_Purchased</cx:pt>
          <cx:pt idx="21681">First_Product_Purchased</cx:pt>
          <cx:pt idx="21682">First_Product_Purchased</cx:pt>
          <cx:pt idx="21683">First_Product_Purchased</cx:pt>
          <cx:pt idx="21684">First_Product_Purchased</cx:pt>
          <cx:pt idx="21685">Second_Product_Purchased</cx:pt>
          <cx:pt idx="21686">First_Product_Purchased</cx:pt>
          <cx:pt idx="21687">First_Product_Purchased</cx:pt>
          <cx:pt idx="21688">First_Product_Purchased</cx:pt>
          <cx:pt idx="21689">First_Product_Purchased</cx:pt>
          <cx:pt idx="21690">First_Product_Purchased</cx:pt>
          <cx:pt idx="21691">First_Product_Purchased</cx:pt>
          <cx:pt idx="21692">First_Product_Purchased</cx:pt>
          <cx:pt idx="21693">First_Product_Purchased</cx:pt>
          <cx:pt idx="21694">First_Product_Purchased</cx:pt>
          <cx:pt idx="21695">First_Product_Purchased</cx:pt>
          <cx:pt idx="21696">First_Product_Purchased</cx:pt>
          <cx:pt idx="21697">First_Product_Purchased</cx:pt>
          <cx:pt idx="21698">First_Product_Purchased</cx:pt>
          <cx:pt idx="21699">First_Product_Purchased</cx:pt>
          <cx:pt idx="21700">First_Product_Purchased</cx:pt>
          <cx:pt idx="21701">First_Product_Purchased</cx:pt>
          <cx:pt idx="21702">First_Product_Purchased</cx:pt>
          <cx:pt idx="21703">First_Product_Purchased</cx:pt>
          <cx:pt idx="21704">First_Product_Purchased</cx:pt>
          <cx:pt idx="21705">First_Product_Purchased</cx:pt>
          <cx:pt idx="21706">First_Product_Purchased</cx:pt>
          <cx:pt idx="21707">First_Product_Purchased</cx:pt>
          <cx:pt idx="21708">First_Product_Purchased</cx:pt>
          <cx:pt idx="21709">First_Product_Purchased</cx:pt>
          <cx:pt idx="21710">First_Product_Purchased</cx:pt>
          <cx:pt idx="21711">First_Product_Purchased</cx:pt>
          <cx:pt idx="21712">First_Product_Purchased</cx:pt>
          <cx:pt idx="21713">First_Product_Purchased</cx:pt>
          <cx:pt idx="21714">First_Product_Purchased</cx:pt>
          <cx:pt idx="21715">First_Product_Purchased</cx:pt>
          <cx:pt idx="21716">First_Product_Purchased</cx:pt>
          <cx:pt idx="21717">First_Product_Purchased</cx:pt>
          <cx:pt idx="21718">First_Product_Purchased</cx:pt>
          <cx:pt idx="21719">First_Product_Purchased</cx:pt>
          <cx:pt idx="21720">First_Product_Purchased</cx:pt>
          <cx:pt idx="21721">First_Product_Purchased</cx:pt>
          <cx:pt idx="21722">First_Product_Purchased</cx:pt>
          <cx:pt idx="21723">First_Product_Purchased</cx:pt>
          <cx:pt idx="21724">Second_Product_Purchased</cx:pt>
          <cx:pt idx="21725">First_Product_Purchased</cx:pt>
          <cx:pt idx="21726">First_Product_Purchased</cx:pt>
          <cx:pt idx="21727">First_Product_Purchased</cx:pt>
          <cx:pt idx="21728">First_Product_Purchased</cx:pt>
          <cx:pt idx="21729">First_Product_Purchased</cx:pt>
          <cx:pt idx="21730">First_Product_Purchased</cx:pt>
          <cx:pt idx="21731">First_Product_Purchased</cx:pt>
          <cx:pt idx="21732">First_Product_Purchased</cx:pt>
          <cx:pt idx="21733">First_Product_Purchased</cx:pt>
          <cx:pt idx="21734">First_Product_Purchased</cx:pt>
          <cx:pt idx="21735">First_Product_Purchased</cx:pt>
          <cx:pt idx="21736">First_Product_Purchased</cx:pt>
          <cx:pt idx="21737">First_Product_Purchased</cx:pt>
          <cx:pt idx="21738">First_Product_Purchased</cx:pt>
          <cx:pt idx="21739">First_Product_Purchased</cx:pt>
          <cx:pt idx="21740">First_Product_Purchased</cx:pt>
          <cx:pt idx="21741">First_Product_Purchased</cx:pt>
          <cx:pt idx="21742">Second_Product_Purchased</cx:pt>
          <cx:pt idx="21743">First_Product_Purchased</cx:pt>
          <cx:pt idx="21744">First_Product_Purchased</cx:pt>
          <cx:pt idx="21745">First_Product_Purchased</cx:pt>
          <cx:pt idx="21746">First_Product_Purchased</cx:pt>
          <cx:pt idx="21747">First_Product_Purchased</cx:pt>
          <cx:pt idx="21748">First_Product_Purchased</cx:pt>
          <cx:pt idx="21749">First_Product_Purchased</cx:pt>
          <cx:pt idx="21750">First_Product_Purchased</cx:pt>
          <cx:pt idx="21751">First_Product_Purchased</cx:pt>
          <cx:pt idx="21752">First_Product_Purchased</cx:pt>
          <cx:pt idx="21753">First_Product_Purchased</cx:pt>
          <cx:pt idx="21754">First_Product_Purchased</cx:pt>
          <cx:pt idx="21755">Second_Product_Purchased</cx:pt>
          <cx:pt idx="21756">First_Product_Purchased</cx:pt>
          <cx:pt idx="21757">First_Product_Purchased</cx:pt>
          <cx:pt idx="21758">First_Product_Purchased</cx:pt>
          <cx:pt idx="21759">First_Product_Purchased</cx:pt>
          <cx:pt idx="21760">First_Product_Purchased</cx:pt>
          <cx:pt idx="21761">First_Product_Purchased</cx:pt>
          <cx:pt idx="21762">First_Product_Purchased</cx:pt>
          <cx:pt idx="21763">First_Product_Purchased</cx:pt>
          <cx:pt idx="21764">First_Product_Purchased</cx:pt>
          <cx:pt idx="21765">First_Product_Purchased</cx:pt>
          <cx:pt idx="21766">First_Product_Purchased</cx:pt>
          <cx:pt idx="21767">First_Product_Purchased</cx:pt>
          <cx:pt idx="21768">First_Product_Purchased</cx:pt>
          <cx:pt idx="21769">First_Product_Purchased</cx:pt>
          <cx:pt idx="21770">First_Product_Purchased</cx:pt>
          <cx:pt idx="21771">First_Product_Purchased</cx:pt>
          <cx:pt idx="21772">First_Product_Purchased</cx:pt>
          <cx:pt idx="21773">First_Product_Purchased</cx:pt>
          <cx:pt idx="21774">First_Product_Purchased</cx:pt>
          <cx:pt idx="21775">First_Product_Purchased</cx:pt>
          <cx:pt idx="21776">First_Product_Purchased</cx:pt>
          <cx:pt idx="21777">First_Product_Purchased</cx:pt>
          <cx:pt idx="21778">Second_Product_Purchased</cx:pt>
          <cx:pt idx="21779">First_Product_Purchased</cx:pt>
          <cx:pt idx="21780">First_Product_Purchased</cx:pt>
          <cx:pt idx="21781">First_Product_Purchased</cx:pt>
          <cx:pt idx="21782">First_Product_Purchased</cx:pt>
          <cx:pt idx="21783">First_Product_Purchased</cx:pt>
          <cx:pt idx="21784">First_Product_Purchased</cx:pt>
          <cx:pt idx="21785">First_Product_Purchased</cx:pt>
          <cx:pt idx="21786">First_Product_Purchased</cx:pt>
          <cx:pt idx="21787">First_Product_Purchased</cx:pt>
          <cx:pt idx="21788">First_Product_Purchased</cx:pt>
          <cx:pt idx="21789">First_Product_Purchased</cx:pt>
          <cx:pt idx="21790">First_Product_Purchased</cx:pt>
          <cx:pt idx="21791">First_Product_Purchased</cx:pt>
          <cx:pt idx="21792">First_Product_Purchased</cx:pt>
          <cx:pt idx="21793">First_Product_Purchased</cx:pt>
          <cx:pt idx="21794">First_Product_Purchased</cx:pt>
          <cx:pt idx="21795">First_Product_Purchased</cx:pt>
          <cx:pt idx="21796">First_Product_Purchased</cx:pt>
          <cx:pt idx="21797">First_Product_Purchased</cx:pt>
          <cx:pt idx="21798">First_Product_Purchased</cx:pt>
          <cx:pt idx="21799">Second_Product_Purchased</cx:pt>
          <cx:pt idx="21800">First_Product_Purchased</cx:pt>
          <cx:pt idx="21801">First_Product_Purchased</cx:pt>
          <cx:pt idx="21802">First_Product_Purchased</cx:pt>
          <cx:pt idx="21803">First_Product_Purchased</cx:pt>
          <cx:pt idx="21804">First_Product_Purchased</cx:pt>
          <cx:pt idx="21805">First_Product_Purchased</cx:pt>
          <cx:pt idx="21806">First_Product_Purchased</cx:pt>
          <cx:pt idx="21807">First_Product_Purchased</cx:pt>
          <cx:pt idx="21808">First_Product_Purchased</cx:pt>
          <cx:pt idx="21809">First_Product_Purchased</cx:pt>
          <cx:pt idx="21810">First_Product_Purchased</cx:pt>
          <cx:pt idx="21811">First_Product_Purchased</cx:pt>
          <cx:pt idx="21812">First_Product_Purchased</cx:pt>
          <cx:pt idx="21813">First_Product_Purchased</cx:pt>
          <cx:pt idx="21814">First_Product_Purchased</cx:pt>
          <cx:pt idx="21815">First_Product_Purchased</cx:pt>
          <cx:pt idx="21816">First_Product_Purchased</cx:pt>
          <cx:pt idx="21817">First_Product_Purchased</cx:pt>
          <cx:pt idx="21818">First_Product_Purchased</cx:pt>
          <cx:pt idx="21819">First_Product_Purchased</cx:pt>
          <cx:pt idx="21820">First_Product_Purchased</cx:pt>
          <cx:pt idx="21821">First_Product_Purchased</cx:pt>
          <cx:pt idx="21822">First_Product_Purchased</cx:pt>
          <cx:pt idx="21823">First_Product_Purchased</cx:pt>
          <cx:pt idx="21824">First_Product_Purchased</cx:pt>
          <cx:pt idx="21825">First_Product_Purchased</cx:pt>
          <cx:pt idx="21826">First_Product_Purchased</cx:pt>
          <cx:pt idx="21827">First_Product_Purchased</cx:pt>
          <cx:pt idx="21828">First_Product_Purchased</cx:pt>
          <cx:pt idx="21829">First_Product_Purchased</cx:pt>
          <cx:pt idx="21830">First_Product_Purchased</cx:pt>
          <cx:pt idx="21831">First_Product_Purchased</cx:pt>
          <cx:pt idx="21832">First_Product_Purchased</cx:pt>
          <cx:pt idx="21833">First_Product_Purchased</cx:pt>
          <cx:pt idx="21834">First_Product_Purchased</cx:pt>
          <cx:pt idx="21835">First_Product_Purchased</cx:pt>
          <cx:pt idx="21836">First_Product_Purchased</cx:pt>
          <cx:pt idx="21837">First_Product_Purchased</cx:pt>
          <cx:pt idx="21838">First_Product_Purchased</cx:pt>
          <cx:pt idx="21839">First_Product_Purchased</cx:pt>
          <cx:pt idx="21840">First_Product_Purchased</cx:pt>
          <cx:pt idx="21841">First_Product_Purchased</cx:pt>
          <cx:pt idx="21842">First_Product_Purchased</cx:pt>
          <cx:pt idx="21843">First_Product_Purchased</cx:pt>
          <cx:pt idx="21844">First_Product_Purchased</cx:pt>
          <cx:pt idx="21845">First_Product_Purchased</cx:pt>
          <cx:pt idx="21846">First_Product_Purchased</cx:pt>
          <cx:pt idx="21847">First_Product_Purchased</cx:pt>
          <cx:pt idx="21848">First_Product_Purchased</cx:pt>
          <cx:pt idx="21849">First_Product_Purchased</cx:pt>
          <cx:pt idx="21850">First_Product_Purchased</cx:pt>
          <cx:pt idx="21851">First_Product_Purchased</cx:pt>
          <cx:pt idx="21852">First_Product_Purchased</cx:pt>
          <cx:pt idx="21853">First_Product_Purchased</cx:pt>
          <cx:pt idx="21854">First_Product_Purchased</cx:pt>
          <cx:pt idx="21855">First_Product_Purchased</cx:pt>
          <cx:pt idx="21856">Second_Product_Purchased</cx:pt>
          <cx:pt idx="21857">First_Product_Purchased</cx:pt>
          <cx:pt idx="21858">First_Product_Purchased</cx:pt>
          <cx:pt idx="21859">First_Product_Purchased</cx:pt>
          <cx:pt idx="21860">First_Product_Purchased</cx:pt>
          <cx:pt idx="21861">First_Product_Purchased</cx:pt>
          <cx:pt idx="21862">First_Product_Purchased</cx:pt>
          <cx:pt idx="21863">First_Product_Purchased</cx:pt>
          <cx:pt idx="21864">First_Product_Purchased</cx:pt>
          <cx:pt idx="21865">First_Product_Purchased</cx:pt>
          <cx:pt idx="21866">First_Product_Purchased</cx:pt>
          <cx:pt idx="21867">First_Product_Purchased</cx:pt>
          <cx:pt idx="21868">First_Product_Purchased</cx:pt>
          <cx:pt idx="21869">First_Product_Purchased</cx:pt>
          <cx:pt idx="21870">Second_Product_Purchased</cx:pt>
          <cx:pt idx="21871">First_Product_Purchased</cx:pt>
          <cx:pt idx="21872">First_Product_Purchased</cx:pt>
          <cx:pt idx="21873">First_Product_Purchased</cx:pt>
          <cx:pt idx="21874">First_Product_Purchased</cx:pt>
          <cx:pt idx="21875">First_Product_Purchased</cx:pt>
          <cx:pt idx="21876">First_Product_Purchased</cx:pt>
          <cx:pt idx="21877">First_Product_Purchased</cx:pt>
          <cx:pt idx="21878">First_Product_Purchased</cx:pt>
          <cx:pt idx="21879">First_Product_Purchased</cx:pt>
          <cx:pt idx="21880">First_Product_Purchased</cx:pt>
          <cx:pt idx="21881">First_Product_Purchased</cx:pt>
          <cx:pt idx="21882">First_Product_Purchased</cx:pt>
          <cx:pt idx="21883">First_Product_Purchased</cx:pt>
          <cx:pt idx="21884">First_Product_Purchased</cx:pt>
          <cx:pt idx="21885">First_Product_Purchased</cx:pt>
          <cx:pt idx="21886">First_Product_Purchased</cx:pt>
          <cx:pt idx="21887">Second_Product_Purchased</cx:pt>
          <cx:pt idx="21888">First_Product_Purchased</cx:pt>
          <cx:pt idx="21889">First_Product_Purchased</cx:pt>
          <cx:pt idx="21890">First_Product_Purchased</cx:pt>
          <cx:pt idx="21891">First_Product_Purchased</cx:pt>
          <cx:pt idx="21892">First_Product_Purchased</cx:pt>
          <cx:pt idx="21893">First_Product_Purchased</cx:pt>
          <cx:pt idx="21894">First_Product_Purchased</cx:pt>
          <cx:pt idx="21895">First_Product_Purchased</cx:pt>
          <cx:pt idx="21896">First_Product_Purchased</cx:pt>
          <cx:pt idx="21897">First_Product_Purchased</cx:pt>
          <cx:pt idx="21898">First_Product_Purchased</cx:pt>
          <cx:pt idx="21899">First_Product_Purchased</cx:pt>
          <cx:pt idx="21900">First_Product_Purchased</cx:pt>
          <cx:pt idx="21901">First_Product_Purchased</cx:pt>
          <cx:pt idx="21902">First_Product_Purchased</cx:pt>
          <cx:pt idx="21903">Second_Product_Purchased</cx:pt>
          <cx:pt idx="21904">First_Product_Purchased</cx:pt>
          <cx:pt idx="21905">First_Product_Purchased</cx:pt>
          <cx:pt idx="21906">First_Product_Purchased</cx:pt>
          <cx:pt idx="21907">First_Product_Purchased</cx:pt>
          <cx:pt idx="21908">First_Product_Purchased</cx:pt>
          <cx:pt idx="21909">Second_Product_Purchased</cx:pt>
          <cx:pt idx="21910">First_Product_Purchased</cx:pt>
          <cx:pt idx="21911">First_Product_Purchased</cx:pt>
          <cx:pt idx="21912">First_Product_Purchased</cx:pt>
          <cx:pt idx="21913">First_Product_Purchased</cx:pt>
          <cx:pt idx="21914">First_Product_Purchased</cx:pt>
          <cx:pt idx="21915">First_Product_Purchased</cx:pt>
          <cx:pt idx="21916">First_Product_Purchased</cx:pt>
          <cx:pt idx="21917">First_Product_Purchased</cx:pt>
          <cx:pt idx="21918">First_Product_Purchased</cx:pt>
          <cx:pt idx="21919">First_Product_Purchased</cx:pt>
          <cx:pt idx="21920">First_Product_Purchased</cx:pt>
          <cx:pt idx="21921">First_Product_Purchased</cx:pt>
          <cx:pt idx="21922">First_Product_Purchased</cx:pt>
          <cx:pt idx="21923">First_Product_Purchased</cx:pt>
          <cx:pt idx="21924">First_Product_Purchased</cx:pt>
          <cx:pt idx="21925">First_Product_Purchased</cx:pt>
          <cx:pt idx="21926">First_Product_Purchased</cx:pt>
          <cx:pt idx="21927">First_Product_Purchased</cx:pt>
          <cx:pt idx="21928">First_Product_Purchased</cx:pt>
          <cx:pt idx="21929">First_Product_Purchased</cx:pt>
          <cx:pt idx="21930">First_Product_Purchased</cx:pt>
          <cx:pt idx="21931">First_Product_Purchased</cx:pt>
          <cx:pt idx="21932">First_Product_Purchased</cx:pt>
          <cx:pt idx="21933">First_Product_Purchased</cx:pt>
          <cx:pt idx="21934">First_Product_Purchased</cx:pt>
          <cx:pt idx="21935">First_Product_Purchased</cx:pt>
          <cx:pt idx="21936">First_Product_Purchased</cx:pt>
          <cx:pt idx="21937">First_Product_Purchased</cx:pt>
          <cx:pt idx="21938">First_Product_Purchased</cx:pt>
          <cx:pt idx="21939">First_Product_Purchased</cx:pt>
          <cx:pt idx="21940">First_Product_Purchased</cx:pt>
          <cx:pt idx="21941">First_Product_Purchased</cx:pt>
          <cx:pt idx="21942">First_Product_Purchased</cx:pt>
          <cx:pt idx="21943">First_Product_Purchased</cx:pt>
          <cx:pt idx="21944">First_Product_Purchased</cx:pt>
          <cx:pt idx="21945">First_Product_Purchased</cx:pt>
          <cx:pt idx="21946">First_Product_Purchased</cx:pt>
          <cx:pt idx="21947">First_Product_Purchased</cx:pt>
          <cx:pt idx="21948">First_Product_Purchased</cx:pt>
          <cx:pt idx="21949">Second_Product_Purchased</cx:pt>
          <cx:pt idx="21950">First_Product_Purchased</cx:pt>
          <cx:pt idx="21951">First_Product_Purchased</cx:pt>
          <cx:pt idx="21952">First_Product_Purchased</cx:pt>
          <cx:pt idx="21953">First_Product_Purchased</cx:pt>
          <cx:pt idx="21954">First_Product_Purchased</cx:pt>
          <cx:pt idx="21955">First_Product_Purchased</cx:pt>
          <cx:pt idx="21956">First_Product_Purchased</cx:pt>
          <cx:pt idx="21957">First_Product_Purchased</cx:pt>
          <cx:pt idx="21958">First_Product_Purchased</cx:pt>
          <cx:pt idx="21959">First_Product_Purchased</cx:pt>
          <cx:pt idx="21960">First_Product_Purchased</cx:pt>
          <cx:pt idx="21961">First_Product_Purchased</cx:pt>
          <cx:pt idx="21962">First_Product_Purchased</cx:pt>
          <cx:pt idx="21963">First_Product_Purchased</cx:pt>
          <cx:pt idx="21964">First_Product_Purchased</cx:pt>
          <cx:pt idx="21965">First_Product_Purchased</cx:pt>
          <cx:pt idx="21966">First_Product_Purchased</cx:pt>
          <cx:pt idx="21967">First_Product_Purchased</cx:pt>
          <cx:pt idx="21968">First_Product_Purchased</cx:pt>
          <cx:pt idx="21969">First_Product_Purchased</cx:pt>
          <cx:pt idx="21970">First_Product_Purchased</cx:pt>
          <cx:pt idx="21971">First_Product_Purchased</cx:pt>
          <cx:pt idx="21972">First_Product_Purchased</cx:pt>
          <cx:pt idx="21973">First_Product_Purchased</cx:pt>
          <cx:pt idx="21974">First_Product_Purchased</cx:pt>
          <cx:pt idx="21975">First_Product_Purchased</cx:pt>
          <cx:pt idx="21976">First_Product_Purchased</cx:pt>
          <cx:pt idx="21977">First_Product_Purchased</cx:pt>
          <cx:pt idx="21978">First_Product_Purchased</cx:pt>
          <cx:pt idx="21979">First_Product_Purchased</cx:pt>
          <cx:pt idx="21980">First_Product_Purchased</cx:pt>
          <cx:pt idx="21981">First_Product_Purchased</cx:pt>
          <cx:pt idx="21982">First_Product_Purchased</cx:pt>
          <cx:pt idx="21983">First_Product_Purchased</cx:pt>
          <cx:pt idx="21984">First_Product_Purchased</cx:pt>
          <cx:pt idx="21985">First_Product_Purchased</cx:pt>
          <cx:pt idx="21986">First_Product_Purchased</cx:pt>
          <cx:pt idx="21987">First_Product_Purchased</cx:pt>
          <cx:pt idx="21988">First_Product_Purchased</cx:pt>
          <cx:pt idx="21989">First_Product_Purchased</cx:pt>
          <cx:pt idx="21990">Second_Product_Purchased</cx:pt>
          <cx:pt idx="21991">First_Product_Purchased</cx:pt>
          <cx:pt idx="21992">First_Product_Purchased</cx:pt>
          <cx:pt idx="21993">First_Product_Purchased</cx:pt>
          <cx:pt idx="21994">First_Product_Purchased</cx:pt>
          <cx:pt idx="21995">First_Product_Purchased</cx:pt>
          <cx:pt idx="21996">First_Product_Purchased</cx:pt>
          <cx:pt idx="21997">First_Product_Purchased</cx:pt>
          <cx:pt idx="21998">First_Product_Purchased</cx:pt>
          <cx:pt idx="21999">First_Product_Purchased</cx:pt>
          <cx:pt idx="22000">First_Product_Purchased</cx:pt>
          <cx:pt idx="22001">First_Product_Purchased</cx:pt>
          <cx:pt idx="22002">First_Product_Purchased</cx:pt>
          <cx:pt idx="22003">First_Product_Purchased</cx:pt>
          <cx:pt idx="22004">First_Product_Purchased</cx:pt>
          <cx:pt idx="22005">First_Product_Purchased</cx:pt>
          <cx:pt idx="22006">First_Product_Purchased</cx:pt>
          <cx:pt idx="22007">First_Product_Purchased</cx:pt>
          <cx:pt idx="22008">First_Product_Purchased</cx:pt>
          <cx:pt idx="22009">First_Product_Purchased</cx:pt>
          <cx:pt idx="22010">First_Product_Purchased</cx:pt>
          <cx:pt idx="22011">First_Product_Purchased</cx:pt>
          <cx:pt idx="22012">First_Product_Purchased</cx:pt>
          <cx:pt idx="22013">First_Product_Purchased</cx:pt>
          <cx:pt idx="22014">First_Product_Purchased</cx:pt>
          <cx:pt idx="22015">First_Product_Purchased</cx:pt>
          <cx:pt idx="22016">First_Product_Purchased</cx:pt>
          <cx:pt idx="22017">First_Product_Purchased</cx:pt>
          <cx:pt idx="22018">First_Product_Purchased</cx:pt>
          <cx:pt idx="22019">First_Product_Purchased</cx:pt>
          <cx:pt idx="22020">First_Product_Purchased</cx:pt>
          <cx:pt idx="22021">First_Product_Purchased</cx:pt>
          <cx:pt idx="22022">First_Product_Purchased</cx:pt>
          <cx:pt idx="22023">First_Product_Purchased</cx:pt>
          <cx:pt idx="22024">First_Product_Purchased</cx:pt>
          <cx:pt idx="22025">First_Product_Purchased</cx:pt>
          <cx:pt idx="22026">First_Product_Purchased</cx:pt>
          <cx:pt idx="22027">First_Product_Purchased</cx:pt>
          <cx:pt idx="22028">First_Product_Purchased</cx:pt>
          <cx:pt idx="22029">First_Product_Purchased</cx:pt>
          <cx:pt idx="22030">First_Product_Purchased</cx:pt>
          <cx:pt idx="22031">First_Product_Purchased</cx:pt>
          <cx:pt idx="22032">First_Product_Purchased</cx:pt>
          <cx:pt idx="22033">Second_Product_Purchased</cx:pt>
          <cx:pt idx="22034">First_Product_Purchased</cx:pt>
          <cx:pt idx="22035">First_Product_Purchased</cx:pt>
          <cx:pt idx="22036">First_Product_Purchased</cx:pt>
          <cx:pt idx="22037">First_Product_Purchased</cx:pt>
          <cx:pt idx="22038">Second_Product_Purchased</cx:pt>
          <cx:pt idx="22039">First_Product_Purchased</cx:pt>
          <cx:pt idx="22040">First_Product_Purchased</cx:pt>
          <cx:pt idx="22041">First_Product_Purchased</cx:pt>
          <cx:pt idx="22042">First_Product_Purchased</cx:pt>
          <cx:pt idx="22043">First_Product_Purchased</cx:pt>
          <cx:pt idx="22044">First_Product_Purchased</cx:pt>
          <cx:pt idx="22045">First_Product_Purchased</cx:pt>
          <cx:pt idx="22046">First_Product_Purchased</cx:pt>
          <cx:pt idx="22047">First_Product_Purchased</cx:pt>
          <cx:pt idx="22048">First_Product_Purchased</cx:pt>
          <cx:pt idx="22049">First_Product_Purchased</cx:pt>
          <cx:pt idx="22050">First_Product_Purchased</cx:pt>
          <cx:pt idx="22051">First_Product_Purchased</cx:pt>
          <cx:pt idx="22052">First_Product_Purchased</cx:pt>
          <cx:pt idx="22053">First_Product_Purchased</cx:pt>
          <cx:pt idx="22054">First_Product_Purchased</cx:pt>
          <cx:pt idx="22055">First_Product_Purchased</cx:pt>
          <cx:pt idx="22056">First_Product_Purchased</cx:pt>
          <cx:pt idx="22057">First_Product_Purchased</cx:pt>
          <cx:pt idx="22058">First_Product_Purchased</cx:pt>
          <cx:pt idx="22059">First_Product_Purchased</cx:pt>
          <cx:pt idx="22060">First_Product_Purchased</cx:pt>
          <cx:pt idx="22061">First_Product_Purchased</cx:pt>
          <cx:pt idx="22062">First_Product_Purchased</cx:pt>
          <cx:pt idx="22063">First_Product_Purchased</cx:pt>
          <cx:pt idx="22064">First_Product_Purchased</cx:pt>
          <cx:pt idx="22065">First_Product_Purchased</cx:pt>
          <cx:pt idx="22066">First_Product_Purchased</cx:pt>
          <cx:pt idx="22067">First_Product_Purchased</cx:pt>
          <cx:pt idx="22068">First_Product_Purchased</cx:pt>
          <cx:pt idx="22069">First_Product_Purchased</cx:pt>
          <cx:pt idx="22070">First_Product_Purchased</cx:pt>
          <cx:pt idx="22071">First_Product_Purchased</cx:pt>
          <cx:pt idx="22072">First_Product_Purchased</cx:pt>
          <cx:pt idx="22073">First_Product_Purchased</cx:pt>
          <cx:pt idx="22074">First_Product_Purchased</cx:pt>
          <cx:pt idx="22075">First_Product_Purchased</cx:pt>
          <cx:pt idx="22076">First_Product_Purchased</cx:pt>
          <cx:pt idx="22077">First_Product_Purchased</cx:pt>
          <cx:pt idx="22078">First_Product_Purchased</cx:pt>
          <cx:pt idx="22079">First_Product_Purchased</cx:pt>
          <cx:pt idx="22080">First_Product_Purchased</cx:pt>
          <cx:pt idx="22081">First_Product_Purchased</cx:pt>
          <cx:pt idx="22082">First_Product_Purchased</cx:pt>
          <cx:pt idx="22083">First_Product_Purchased</cx:pt>
          <cx:pt idx="22084">First_Product_Purchased</cx:pt>
          <cx:pt idx="22085">Second_Product_Purchased</cx:pt>
          <cx:pt idx="22086">First_Product_Purchased</cx:pt>
          <cx:pt idx="22087">First_Product_Purchased</cx:pt>
          <cx:pt idx="22088">First_Product_Purchased</cx:pt>
          <cx:pt idx="22089">First_Product_Purchased</cx:pt>
          <cx:pt idx="22090">First_Product_Purchased</cx:pt>
          <cx:pt idx="22091">Second_Product_Purchased</cx:pt>
          <cx:pt idx="22092">First_Product_Purchased</cx:pt>
          <cx:pt idx="22093">First_Product_Purchased</cx:pt>
          <cx:pt idx="22094">First_Product_Purchased</cx:pt>
          <cx:pt idx="22095">First_Product_Purchased</cx:pt>
          <cx:pt idx="22096">First_Product_Purchased</cx:pt>
          <cx:pt idx="22097">First_Product_Purchased</cx:pt>
          <cx:pt idx="22098">First_Product_Purchased</cx:pt>
          <cx:pt idx="22099">First_Product_Purchased</cx:pt>
          <cx:pt idx="22100">First_Product_Purchased</cx:pt>
          <cx:pt idx="22101">First_Product_Purchased</cx:pt>
          <cx:pt idx="22102">First_Product_Purchased</cx:pt>
          <cx:pt idx="22103">First_Product_Purchased</cx:pt>
          <cx:pt idx="22104">First_Product_Purchased</cx:pt>
          <cx:pt idx="22105">First_Product_Purchased</cx:pt>
          <cx:pt idx="22106">First_Product_Purchased</cx:pt>
          <cx:pt idx="22107">First_Product_Purchased</cx:pt>
          <cx:pt idx="22108">First_Product_Purchased</cx:pt>
          <cx:pt idx="22109">First_Product_Purchased</cx:pt>
          <cx:pt idx="22110">First_Product_Purchased</cx:pt>
          <cx:pt idx="22111">First_Product_Purchased</cx:pt>
          <cx:pt idx="22112">First_Product_Purchased</cx:pt>
          <cx:pt idx="22113">First_Product_Purchased</cx:pt>
          <cx:pt idx="22114">First_Product_Purchased</cx:pt>
          <cx:pt idx="22115">First_Product_Purchased</cx:pt>
          <cx:pt idx="22116">First_Product_Purchased</cx:pt>
          <cx:pt idx="22117">First_Product_Purchased</cx:pt>
          <cx:pt idx="22118">First_Product_Purchased</cx:pt>
          <cx:pt idx="22119">First_Product_Purchased</cx:pt>
          <cx:pt idx="22120">First_Product_Purchased</cx:pt>
          <cx:pt idx="22121">First_Product_Purchased</cx:pt>
          <cx:pt idx="22122">First_Product_Purchased</cx:pt>
          <cx:pt idx="22123">First_Product_Purchased</cx:pt>
          <cx:pt idx="22124">First_Product_Purchased</cx:pt>
          <cx:pt idx="22125">First_Product_Purchased</cx:pt>
          <cx:pt idx="22126">First_Product_Purchased</cx:pt>
          <cx:pt idx="22127">First_Product_Purchased</cx:pt>
          <cx:pt idx="22128">First_Product_Purchased</cx:pt>
          <cx:pt idx="22129">First_Product_Purchased</cx:pt>
          <cx:pt idx="22130">First_Product_Purchased</cx:pt>
          <cx:pt idx="22131">First_Product_Purchased</cx:pt>
          <cx:pt idx="22132">First_Product_Purchased</cx:pt>
          <cx:pt idx="22133">First_Product_Purchased</cx:pt>
          <cx:pt idx="22134">First_Product_Purchased</cx:pt>
          <cx:pt idx="22135">First_Product_Purchased</cx:pt>
          <cx:pt idx="22136">First_Product_Purchased</cx:pt>
          <cx:pt idx="22137">First_Product_Purchased</cx:pt>
          <cx:pt idx="22138">First_Product_Purchased</cx:pt>
          <cx:pt idx="22139">First_Product_Purchased</cx:pt>
          <cx:pt idx="22140">First_Product_Purchased</cx:pt>
          <cx:pt idx="22141">First_Product_Purchased</cx:pt>
          <cx:pt idx="22142">First_Product_Purchased</cx:pt>
          <cx:pt idx="22143">First_Product_Purchased</cx:pt>
          <cx:pt idx="22144">First_Product_Purchased</cx:pt>
          <cx:pt idx="22145">First_Product_Purchased</cx:pt>
          <cx:pt idx="22146">First_Product_Purchased</cx:pt>
          <cx:pt idx="22147">First_Product_Purchased</cx:pt>
          <cx:pt idx="22148">First_Product_Purchased</cx:pt>
          <cx:pt idx="22149">First_Product_Purchased</cx:pt>
          <cx:pt idx="22150">First_Product_Purchased</cx:pt>
          <cx:pt idx="22151">First_Product_Purchased</cx:pt>
          <cx:pt idx="22152">First_Product_Purchased</cx:pt>
          <cx:pt idx="22153">First_Product_Purchased</cx:pt>
          <cx:pt idx="22154">First_Product_Purchased</cx:pt>
          <cx:pt idx="22155">First_Product_Purchased</cx:pt>
          <cx:pt idx="22156">First_Product_Purchased</cx:pt>
          <cx:pt idx="22157">First_Product_Purchased</cx:pt>
          <cx:pt idx="22158">First_Product_Purchased</cx:pt>
          <cx:pt idx="22159">First_Product_Purchased</cx:pt>
          <cx:pt idx="22160">First_Product_Purchased</cx:pt>
          <cx:pt idx="22161">First_Product_Purchased</cx:pt>
          <cx:pt idx="22162">Second_Product_Purchased</cx:pt>
          <cx:pt idx="22163">First_Product_Purchased</cx:pt>
          <cx:pt idx="22164">First_Product_Purchased</cx:pt>
          <cx:pt idx="22165">First_Product_Purchased</cx:pt>
          <cx:pt idx="22166">First_Product_Purchased</cx:pt>
          <cx:pt idx="22167">First_Product_Purchased</cx:pt>
          <cx:pt idx="22168">First_Product_Purchased</cx:pt>
          <cx:pt idx="22169">First_Product_Purchased</cx:pt>
          <cx:pt idx="22170">First_Product_Purchased</cx:pt>
          <cx:pt idx="22171">First_Product_Purchased</cx:pt>
          <cx:pt idx="22172">First_Product_Purchased</cx:pt>
          <cx:pt idx="22173">First_Product_Purchased</cx:pt>
          <cx:pt idx="22174">First_Product_Purchased</cx:pt>
          <cx:pt idx="22175">First_Product_Purchased</cx:pt>
          <cx:pt idx="22176">First_Product_Purchased</cx:pt>
          <cx:pt idx="22177">First_Product_Purchased</cx:pt>
          <cx:pt idx="22178">First_Product_Purchased</cx:pt>
          <cx:pt idx="22179">First_Product_Purchased</cx:pt>
          <cx:pt idx="22180">First_Product_Purchased</cx:pt>
          <cx:pt idx="22181">First_Product_Purchased</cx:pt>
          <cx:pt idx="22182">First_Product_Purchased</cx:pt>
          <cx:pt idx="22183">First_Product_Purchased</cx:pt>
          <cx:pt idx="22184">First_Product_Purchased</cx:pt>
          <cx:pt idx="22185">First_Product_Purchased</cx:pt>
          <cx:pt idx="22186">First_Product_Purchased</cx:pt>
          <cx:pt idx="22187">First_Product_Purchased</cx:pt>
          <cx:pt idx="22188">First_Product_Purchased</cx:pt>
          <cx:pt idx="22189">First_Product_Purchased</cx:pt>
          <cx:pt idx="22190">First_Product_Purchased</cx:pt>
          <cx:pt idx="22191">First_Product_Purchased</cx:pt>
          <cx:pt idx="22192">First_Product_Purchased</cx:pt>
          <cx:pt idx="22193">First_Product_Purchased</cx:pt>
          <cx:pt idx="22194">First_Product_Purchased</cx:pt>
          <cx:pt idx="22195">First_Product_Purchased</cx:pt>
          <cx:pt idx="22196">First_Product_Purchased</cx:pt>
          <cx:pt idx="22197">First_Product_Purchased</cx:pt>
          <cx:pt idx="22198">First_Product_Purchased</cx:pt>
          <cx:pt idx="22199">First_Product_Purchased</cx:pt>
          <cx:pt idx="22200">First_Product_Purchased</cx:pt>
          <cx:pt idx="22201">First_Product_Purchased</cx:pt>
          <cx:pt idx="22202">First_Product_Purchased</cx:pt>
          <cx:pt idx="22203">First_Product_Purchased</cx:pt>
          <cx:pt idx="22204">First_Product_Purchased</cx:pt>
          <cx:pt idx="22205">First_Product_Purchased</cx:pt>
          <cx:pt idx="22206">First_Product_Purchased</cx:pt>
          <cx:pt idx="22207">First_Product_Purchased</cx:pt>
          <cx:pt idx="22208">First_Product_Purchased</cx:pt>
          <cx:pt idx="22209">First_Product_Purchased</cx:pt>
          <cx:pt idx="22210">First_Product_Purchased</cx:pt>
          <cx:pt idx="22211">First_Product_Purchased</cx:pt>
          <cx:pt idx="22212">First_Product_Purchased</cx:pt>
          <cx:pt idx="22213">First_Product_Purchased</cx:pt>
          <cx:pt idx="22214">First_Product_Purchased</cx:pt>
          <cx:pt idx="22215">Second_Product_Purchased</cx:pt>
          <cx:pt idx="22216">First_Product_Purchased</cx:pt>
          <cx:pt idx="22217">First_Product_Purchased</cx:pt>
          <cx:pt idx="22218">First_Product_Purchased</cx:pt>
          <cx:pt idx="22219">First_Product_Purchased</cx:pt>
          <cx:pt idx="22220">First_Product_Purchased</cx:pt>
          <cx:pt idx="22221">First_Product_Purchased</cx:pt>
          <cx:pt idx="22222">First_Product_Purchased</cx:pt>
          <cx:pt idx="22223">First_Product_Purchased</cx:pt>
          <cx:pt idx="22224">Second_Product_Purchased</cx:pt>
          <cx:pt idx="22225">First_Product_Purchased</cx:pt>
          <cx:pt idx="22226">First_Product_Purchased</cx:pt>
          <cx:pt idx="22227">First_Product_Purchased</cx:pt>
          <cx:pt idx="22228">First_Product_Purchased</cx:pt>
          <cx:pt idx="22229">First_Product_Purchased</cx:pt>
          <cx:pt idx="22230">First_Product_Purchased</cx:pt>
          <cx:pt idx="22231">First_Product_Purchased</cx:pt>
          <cx:pt idx="22232">First_Product_Purchased</cx:pt>
          <cx:pt idx="22233">First_Product_Purchased</cx:pt>
          <cx:pt idx="22234">First_Product_Purchased</cx:pt>
          <cx:pt idx="22235">First_Product_Purchased</cx:pt>
          <cx:pt idx="22236">First_Product_Purchased</cx:pt>
          <cx:pt idx="22237">First_Product_Purchased</cx:pt>
          <cx:pt idx="22238">First_Product_Purchased</cx:pt>
          <cx:pt idx="22239">First_Product_Purchased</cx:pt>
          <cx:pt idx="22240">Second_Product_Purchased</cx:pt>
          <cx:pt idx="22241">First_Product_Purchased</cx:pt>
          <cx:pt idx="22242">First_Product_Purchased</cx:pt>
          <cx:pt idx="22243">First_Product_Purchased</cx:pt>
          <cx:pt idx="22244">First_Product_Purchased</cx:pt>
          <cx:pt idx="22245">First_Product_Purchased</cx:pt>
          <cx:pt idx="22246">First_Product_Purchased</cx:pt>
          <cx:pt idx="22247">First_Product_Purchased</cx:pt>
          <cx:pt idx="22248">First_Product_Purchased</cx:pt>
          <cx:pt idx="22249">First_Product_Purchased</cx:pt>
          <cx:pt idx="22250">First_Product_Purchased</cx:pt>
          <cx:pt idx="22251">First_Product_Purchased</cx:pt>
          <cx:pt idx="22252">First_Product_Purchased</cx:pt>
          <cx:pt idx="22253">First_Product_Purchased</cx:pt>
          <cx:pt idx="22254">First_Product_Purchased</cx:pt>
          <cx:pt idx="22255">First_Product_Purchased</cx:pt>
          <cx:pt idx="22256">First_Product_Purchased</cx:pt>
          <cx:pt idx="22257">First_Product_Purchased</cx:pt>
          <cx:pt idx="22258">First_Product_Purchased</cx:pt>
          <cx:pt idx="22259">Second_Product_Purchased</cx:pt>
          <cx:pt idx="22260">First_Product_Purchased</cx:pt>
          <cx:pt idx="22261">First_Product_Purchased</cx:pt>
          <cx:pt idx="22262">First_Product_Purchased</cx:pt>
          <cx:pt idx="22263">First_Product_Purchased</cx:pt>
          <cx:pt idx="22264">First_Product_Purchased</cx:pt>
          <cx:pt idx="22265">First_Product_Purchased</cx:pt>
          <cx:pt idx="22266">First_Product_Purchased</cx:pt>
          <cx:pt idx="22267">First_Product_Purchased</cx:pt>
          <cx:pt idx="22268">First_Product_Purchased</cx:pt>
          <cx:pt idx="22269">First_Product_Purchased</cx:pt>
          <cx:pt idx="22270">First_Product_Purchased</cx:pt>
          <cx:pt idx="22271">First_Product_Purchased</cx:pt>
          <cx:pt idx="22272">First_Product_Purchased</cx:pt>
          <cx:pt idx="22273">First_Product_Purchased</cx:pt>
          <cx:pt idx="22274">First_Product_Purchased</cx:pt>
          <cx:pt idx="22275">First_Product_Purchased</cx:pt>
          <cx:pt idx="22276">First_Product_Purchased</cx:pt>
          <cx:pt idx="22277">First_Product_Purchased</cx:pt>
          <cx:pt idx="22278">First_Product_Purchased</cx:pt>
          <cx:pt idx="22279">First_Product_Purchased</cx:pt>
          <cx:pt idx="22280">First_Product_Purchased</cx:pt>
          <cx:pt idx="22281">First_Product_Purchased</cx:pt>
          <cx:pt idx="22282">First_Product_Purchased</cx:pt>
          <cx:pt idx="22283">First_Product_Purchased</cx:pt>
          <cx:pt idx="22284">Second_Product_Purchased</cx:pt>
          <cx:pt idx="22285">First_Product_Purchased</cx:pt>
          <cx:pt idx="22286">First_Product_Purchased</cx:pt>
          <cx:pt idx="22287">First_Product_Purchased</cx:pt>
          <cx:pt idx="22288">First_Product_Purchased</cx:pt>
          <cx:pt idx="22289">First_Product_Purchased</cx:pt>
          <cx:pt idx="22290">First_Product_Purchased</cx:pt>
          <cx:pt idx="22291">First_Product_Purchased</cx:pt>
          <cx:pt idx="22292">First_Product_Purchased</cx:pt>
          <cx:pt idx="22293">First_Product_Purchased</cx:pt>
          <cx:pt idx="22294">First_Product_Purchased</cx:pt>
          <cx:pt idx="22295">First_Product_Purchased</cx:pt>
          <cx:pt idx="22296">First_Product_Purchased</cx:pt>
          <cx:pt idx="22297">First_Product_Purchased</cx:pt>
          <cx:pt idx="22298">First_Product_Purchased</cx:pt>
          <cx:pt idx="22299">First_Product_Purchased</cx:pt>
          <cx:pt idx="22300">First_Product_Purchased</cx:pt>
          <cx:pt idx="22301">First_Product_Purchased</cx:pt>
          <cx:pt idx="22302">First_Product_Purchased</cx:pt>
          <cx:pt idx="22303">First_Product_Purchased</cx:pt>
          <cx:pt idx="22304">First_Product_Purchased</cx:pt>
          <cx:pt idx="22305">First_Product_Purchased</cx:pt>
          <cx:pt idx="22306">First_Product_Purchased</cx:pt>
          <cx:pt idx="22307">First_Product_Purchased</cx:pt>
          <cx:pt idx="22308">First_Product_Purchased</cx:pt>
          <cx:pt idx="22309">First_Product_Purchased</cx:pt>
          <cx:pt idx="22310">First_Product_Purchased</cx:pt>
          <cx:pt idx="22311">First_Product_Purchased</cx:pt>
          <cx:pt idx="22312">First_Product_Purchased</cx:pt>
          <cx:pt idx="22313">First_Product_Purchased</cx:pt>
          <cx:pt idx="22314">First_Product_Purchased</cx:pt>
          <cx:pt idx="22315">First_Product_Purchased</cx:pt>
          <cx:pt idx="22316">First_Product_Purchased</cx:pt>
          <cx:pt idx="22317">First_Product_Purchased</cx:pt>
          <cx:pt idx="22318">First_Product_Purchased</cx:pt>
          <cx:pt idx="22319">First_Product_Purchased</cx:pt>
          <cx:pt idx="22320">First_Product_Purchased</cx:pt>
          <cx:pt idx="22321">First_Product_Purchased</cx:pt>
          <cx:pt idx="22322">First_Product_Purchased</cx:pt>
          <cx:pt idx="22323">First_Product_Purchased</cx:pt>
          <cx:pt idx="22324">First_Product_Purchased</cx:pt>
          <cx:pt idx="22325">First_Product_Purchased</cx:pt>
          <cx:pt idx="22326">First_Product_Purchased</cx:pt>
          <cx:pt idx="22327">First_Product_Purchased</cx:pt>
          <cx:pt idx="22328">First_Product_Purchased</cx:pt>
          <cx:pt idx="22329">First_Product_Purchased</cx:pt>
          <cx:pt idx="22330">First_Product_Purchased</cx:pt>
          <cx:pt idx="22331">First_Product_Purchased</cx:pt>
          <cx:pt idx="22332">First_Product_Purchased</cx:pt>
          <cx:pt idx="22333">First_Product_Purchased</cx:pt>
          <cx:pt idx="22334">First_Product_Purchased</cx:pt>
          <cx:pt idx="22335">First_Product_Purchased</cx:pt>
          <cx:pt idx="22336">First_Product_Purchased</cx:pt>
          <cx:pt idx="22337">First_Product_Purchased</cx:pt>
          <cx:pt idx="22338">First_Product_Purchased</cx:pt>
          <cx:pt idx="22339">First_Product_Purchased</cx:pt>
          <cx:pt idx="22340">First_Product_Purchased</cx:pt>
          <cx:pt idx="22341">First_Product_Purchased</cx:pt>
          <cx:pt idx="22342">First_Product_Purchased</cx:pt>
          <cx:pt idx="22343">First_Product_Purchased</cx:pt>
          <cx:pt idx="22344">First_Product_Purchased</cx:pt>
          <cx:pt idx="22345">Second_Product_Purchased</cx:pt>
          <cx:pt idx="22346">First_Product_Purchased</cx:pt>
          <cx:pt idx="22347">First_Product_Purchased</cx:pt>
          <cx:pt idx="22348">First_Product_Purchased</cx:pt>
          <cx:pt idx="22349">First_Product_Purchased</cx:pt>
          <cx:pt idx="22350">First_Product_Purchased</cx:pt>
          <cx:pt idx="22351">First_Product_Purchased</cx:pt>
          <cx:pt idx="22352">First_Product_Purchased</cx:pt>
          <cx:pt idx="22353">First_Product_Purchased</cx:pt>
          <cx:pt idx="22354">First_Product_Purchased</cx:pt>
          <cx:pt idx="22355">First_Product_Purchased</cx:pt>
          <cx:pt idx="22356">First_Product_Purchased</cx:pt>
          <cx:pt idx="22357">First_Product_Purchased</cx:pt>
          <cx:pt idx="22358">First_Product_Purchased</cx:pt>
          <cx:pt idx="22359">First_Product_Purchased</cx:pt>
          <cx:pt idx="22360">First_Product_Purchased</cx:pt>
          <cx:pt idx="22361">First_Product_Purchased</cx:pt>
          <cx:pt idx="22362">First_Product_Purchased</cx:pt>
          <cx:pt idx="22363">First_Product_Purchased</cx:pt>
          <cx:pt idx="22364">First_Product_Purchased</cx:pt>
          <cx:pt idx="22365">First_Product_Purchased</cx:pt>
          <cx:pt idx="22366">First_Product_Purchased</cx:pt>
          <cx:pt idx="22367">First_Product_Purchased</cx:pt>
          <cx:pt idx="22368">First_Product_Purchased</cx:pt>
          <cx:pt idx="22369">First_Product_Purchased</cx:pt>
          <cx:pt idx="22370">First_Product_Purchased</cx:pt>
          <cx:pt idx="22371">First_Product_Purchased</cx:pt>
          <cx:pt idx="22372">First_Product_Purchased</cx:pt>
          <cx:pt idx="22373">First_Product_Purchased</cx:pt>
          <cx:pt idx="22374">First_Product_Purchased</cx:pt>
          <cx:pt idx="22375">First_Product_Purchased</cx:pt>
          <cx:pt idx="22376">First_Product_Purchased</cx:pt>
          <cx:pt idx="22377">First_Product_Purchased</cx:pt>
          <cx:pt idx="22378">First_Product_Purchased</cx:pt>
          <cx:pt idx="22379">First_Product_Purchased</cx:pt>
          <cx:pt idx="22380">First_Product_Purchased</cx:pt>
          <cx:pt idx="22381">First_Product_Purchased</cx:pt>
          <cx:pt idx="22382">First_Product_Purchased</cx:pt>
          <cx:pt idx="22383">First_Product_Purchased</cx:pt>
          <cx:pt idx="22384">First_Product_Purchased</cx:pt>
          <cx:pt idx="22385">First_Product_Purchased</cx:pt>
          <cx:pt idx="22386">First_Product_Purchased</cx:pt>
          <cx:pt idx="22387">First_Product_Purchased</cx:pt>
          <cx:pt idx="22388">First_Product_Purchased</cx:pt>
          <cx:pt idx="22389">First_Product_Purchased</cx:pt>
          <cx:pt idx="22390">First_Product_Purchased</cx:pt>
          <cx:pt idx="22391">First_Product_Purchased</cx:pt>
          <cx:pt idx="22392">First_Product_Purchased</cx:pt>
          <cx:pt idx="22393">First_Product_Purchased</cx:pt>
          <cx:pt idx="22394">First_Product_Purchased</cx:pt>
          <cx:pt idx="22395">First_Product_Purchased</cx:pt>
          <cx:pt idx="22396">First_Product_Purchased</cx:pt>
          <cx:pt idx="22397">First_Product_Purchased</cx:pt>
          <cx:pt idx="22398">First_Product_Purchased</cx:pt>
          <cx:pt idx="22399">First_Product_Purchased</cx:pt>
          <cx:pt idx="22400">First_Product_Purchased</cx:pt>
          <cx:pt idx="22401">First_Product_Purchased</cx:pt>
          <cx:pt idx="22402">First_Product_Purchased</cx:pt>
          <cx:pt idx="22403">First_Product_Purchased</cx:pt>
          <cx:pt idx="22404">First_Product_Purchased</cx:pt>
          <cx:pt idx="22405">First_Product_Purchased</cx:pt>
          <cx:pt idx="22406">First_Product_Purchased</cx:pt>
          <cx:pt idx="22407">First_Product_Purchased</cx:pt>
          <cx:pt idx="22408">First_Product_Purchased</cx:pt>
          <cx:pt idx="22409">First_Product_Purchased</cx:pt>
          <cx:pt idx="22410">First_Product_Purchased</cx:pt>
          <cx:pt idx="22411">First_Product_Purchased</cx:pt>
          <cx:pt idx="22412">First_Product_Purchased</cx:pt>
          <cx:pt idx="22413">First_Product_Purchased</cx:pt>
          <cx:pt idx="22414">First_Product_Purchased</cx:pt>
          <cx:pt idx="22415">First_Product_Purchased</cx:pt>
          <cx:pt idx="22416">First_Product_Purchased</cx:pt>
          <cx:pt idx="22417">First_Product_Purchased</cx:pt>
          <cx:pt idx="22418">First_Product_Purchased</cx:pt>
          <cx:pt idx="22419">First_Product_Purchased</cx:pt>
          <cx:pt idx="22420">First_Product_Purchased</cx:pt>
          <cx:pt idx="22421">First_Product_Purchased</cx:pt>
          <cx:pt idx="22422">First_Product_Purchased</cx:pt>
          <cx:pt idx="22423">First_Product_Purchased</cx:pt>
          <cx:pt idx="22424">First_Product_Purchased</cx:pt>
          <cx:pt idx="22425">First_Product_Purchased</cx:pt>
          <cx:pt idx="22426">First_Product_Purchased</cx:pt>
          <cx:pt idx="22427">First_Product_Purchased</cx:pt>
          <cx:pt idx="22428">First_Product_Purchased</cx:pt>
          <cx:pt idx="22429">First_Product_Purchased</cx:pt>
          <cx:pt idx="22430">First_Product_Purchased</cx:pt>
          <cx:pt idx="22431">First_Product_Purchased</cx:pt>
          <cx:pt idx="22432">First_Product_Purchased</cx:pt>
          <cx:pt idx="22433">First_Product_Purchased</cx:pt>
          <cx:pt idx="22434">First_Product_Purchased</cx:pt>
          <cx:pt idx="22435">First_Product_Purchased</cx:pt>
          <cx:pt idx="22436">First_Product_Purchased</cx:pt>
          <cx:pt idx="22437">First_Product_Purchased</cx:pt>
          <cx:pt idx="22438">First_Product_Purchased</cx:pt>
          <cx:pt idx="22439">First_Product_Purchased</cx:pt>
          <cx:pt idx="22440">First_Product_Purchased</cx:pt>
          <cx:pt idx="22441">First_Product_Purchased</cx:pt>
          <cx:pt idx="22442">First_Product_Purchased</cx:pt>
          <cx:pt idx="22443">First_Product_Purchased</cx:pt>
          <cx:pt idx="22444">First_Product_Purchased</cx:pt>
          <cx:pt idx="22445">First_Product_Purchased</cx:pt>
          <cx:pt idx="22446">First_Product_Purchased</cx:pt>
          <cx:pt idx="22447">First_Product_Purchased</cx:pt>
          <cx:pt idx="22448">First_Product_Purchased</cx:pt>
          <cx:pt idx="22449">First_Product_Purchased</cx:pt>
          <cx:pt idx="22450">First_Product_Purchased</cx:pt>
          <cx:pt idx="22451">First_Product_Purchased</cx:pt>
          <cx:pt idx="22452">First_Product_Purchased</cx:pt>
          <cx:pt idx="22453">First_Product_Purchased</cx:pt>
          <cx:pt idx="22454">First_Product_Purchased</cx:pt>
          <cx:pt idx="22455">First_Product_Purchased</cx:pt>
          <cx:pt idx="22456">First_Product_Purchased</cx:pt>
          <cx:pt idx="22457">First_Product_Purchased</cx:pt>
          <cx:pt idx="22458">First_Product_Purchased</cx:pt>
          <cx:pt idx="22459">First_Product_Purchased</cx:pt>
          <cx:pt idx="22460">First_Product_Purchased</cx:pt>
          <cx:pt idx="22461">First_Product_Purchased</cx:pt>
          <cx:pt idx="22462">First_Product_Purchased</cx:pt>
          <cx:pt idx="22463">First_Product_Purchased</cx:pt>
          <cx:pt idx="22464">First_Product_Purchased</cx:pt>
          <cx:pt idx="22465">First_Product_Purchased</cx:pt>
          <cx:pt idx="22466">First_Product_Purchased</cx:pt>
          <cx:pt idx="22467">First_Product_Purchased</cx:pt>
          <cx:pt idx="22468">First_Product_Purchased</cx:pt>
          <cx:pt idx="22469">First_Product_Purchased</cx:pt>
          <cx:pt idx="22470">First_Product_Purchased</cx:pt>
          <cx:pt idx="22471">First_Product_Purchased</cx:pt>
          <cx:pt idx="22472">First_Product_Purchased</cx:pt>
          <cx:pt idx="22473">First_Product_Purchased</cx:pt>
          <cx:pt idx="22474">First_Product_Purchased</cx:pt>
          <cx:pt idx="22475">First_Product_Purchased</cx:pt>
          <cx:pt idx="22476">First_Product_Purchased</cx:pt>
          <cx:pt idx="22477">First_Product_Purchased</cx:pt>
          <cx:pt idx="22478">First_Product_Purchased</cx:pt>
          <cx:pt idx="22479">First_Product_Purchased</cx:pt>
          <cx:pt idx="22480">First_Product_Purchased</cx:pt>
          <cx:pt idx="22481">First_Product_Purchased</cx:pt>
          <cx:pt idx="22482">First_Product_Purchased</cx:pt>
          <cx:pt idx="22483">First_Product_Purchased</cx:pt>
          <cx:pt idx="22484">First_Product_Purchased</cx:pt>
          <cx:pt idx="22485">First_Product_Purchased</cx:pt>
          <cx:pt idx="22486">First_Product_Purchased</cx:pt>
          <cx:pt idx="22487">First_Product_Purchased</cx:pt>
          <cx:pt idx="22488">First_Product_Purchased</cx:pt>
          <cx:pt idx="22489">First_Product_Purchased</cx:pt>
          <cx:pt idx="22490">First_Product_Purchased</cx:pt>
          <cx:pt idx="22491">First_Product_Purchased</cx:pt>
          <cx:pt idx="22492">First_Product_Purchased</cx:pt>
          <cx:pt idx="22493">First_Product_Purchased</cx:pt>
          <cx:pt idx="22494">First_Product_Purchased</cx:pt>
          <cx:pt idx="22495">First_Product_Purchased</cx:pt>
          <cx:pt idx="22496">First_Product_Purchased</cx:pt>
          <cx:pt idx="22497">First_Product_Purchased</cx:pt>
          <cx:pt idx="22498">First_Product_Purchased</cx:pt>
          <cx:pt idx="22499">First_Product_Purchased</cx:pt>
          <cx:pt idx="22500">First_Product_Purchased</cx:pt>
          <cx:pt idx="22501">First_Product_Purchased</cx:pt>
          <cx:pt idx="22502">First_Product_Purchased</cx:pt>
          <cx:pt idx="22503">First_Product_Purchased</cx:pt>
          <cx:pt idx="22504">First_Product_Purchased</cx:pt>
          <cx:pt idx="22505">First_Product_Purchased</cx:pt>
          <cx:pt idx="22506">First_Product_Purchased</cx:pt>
          <cx:pt idx="22507">First_Product_Purchased</cx:pt>
          <cx:pt idx="22508">First_Product_Purchased</cx:pt>
          <cx:pt idx="22509">First_Product_Purchased</cx:pt>
          <cx:pt idx="22510">First_Product_Purchased</cx:pt>
          <cx:pt idx="22511">First_Product_Purchased</cx:pt>
          <cx:pt idx="22512">First_Product_Purchased</cx:pt>
          <cx:pt idx="22513">First_Product_Purchased</cx:pt>
          <cx:pt idx="22514">First_Product_Purchased</cx:pt>
          <cx:pt idx="22515">First_Product_Purchased</cx:pt>
          <cx:pt idx="22516">First_Product_Purchased</cx:pt>
          <cx:pt idx="22517">First_Product_Purchased</cx:pt>
          <cx:pt idx="22518">First_Product_Purchased</cx:pt>
          <cx:pt idx="22519">First_Product_Purchased</cx:pt>
          <cx:pt idx="22520">First_Product_Purchased</cx:pt>
          <cx:pt idx="22521">First_Product_Purchased</cx:pt>
          <cx:pt idx="22522">First_Product_Purchased</cx:pt>
          <cx:pt idx="22523">First_Product_Purchased</cx:pt>
          <cx:pt idx="22524">First_Product_Purchased</cx:pt>
          <cx:pt idx="22525">First_Product_Purchased</cx:pt>
          <cx:pt idx="22526">First_Product_Purchased</cx:pt>
          <cx:pt idx="22527">First_Product_Purchased</cx:pt>
          <cx:pt idx="22528">First_Product_Purchased</cx:pt>
          <cx:pt idx="22529">First_Product_Purchased</cx:pt>
          <cx:pt idx="22530">First_Product_Purchased</cx:pt>
          <cx:pt idx="22531">First_Product_Purchased</cx:pt>
          <cx:pt idx="22532">First_Product_Purchased</cx:pt>
          <cx:pt idx="22533">First_Product_Purchased</cx:pt>
          <cx:pt idx="22534">First_Product_Purchased</cx:pt>
          <cx:pt idx="22535">First_Product_Purchased</cx:pt>
          <cx:pt idx="22536">First_Product_Purchased</cx:pt>
          <cx:pt idx="22537">First_Product_Purchased</cx:pt>
          <cx:pt idx="22538">First_Product_Purchased</cx:pt>
          <cx:pt idx="22539">First_Product_Purchased</cx:pt>
          <cx:pt idx="22540">First_Product_Purchased</cx:pt>
          <cx:pt idx="22541">First_Product_Purchased</cx:pt>
          <cx:pt idx="22542">First_Product_Purchased</cx:pt>
          <cx:pt idx="22543">First_Product_Purchased</cx:pt>
          <cx:pt idx="22544">First_Product_Purchased</cx:pt>
          <cx:pt idx="22545">First_Product_Purchased</cx:pt>
          <cx:pt idx="22546">First_Product_Purchased</cx:pt>
          <cx:pt idx="22547">First_Product_Purchased</cx:pt>
          <cx:pt idx="22548">First_Product_Purchased</cx:pt>
          <cx:pt idx="22549">First_Product_Purchased</cx:pt>
          <cx:pt idx="22550">First_Product_Purchased</cx:pt>
          <cx:pt idx="22551">First_Product_Purchased</cx:pt>
          <cx:pt idx="22552">First_Product_Purchased</cx:pt>
          <cx:pt idx="22553">First_Product_Purchased</cx:pt>
          <cx:pt idx="22554">Second_Product_Purchased</cx:pt>
          <cx:pt idx="22555">First_Product_Purchased</cx:pt>
          <cx:pt idx="22556">First_Product_Purchased</cx:pt>
          <cx:pt idx="22557">First_Product_Purchased</cx:pt>
          <cx:pt idx="22558">Second_Product_Purchased</cx:pt>
          <cx:pt idx="22559">First_Product_Purchased</cx:pt>
          <cx:pt idx="22560">First_Product_Purchased</cx:pt>
          <cx:pt idx="22561">First_Product_Purchased</cx:pt>
          <cx:pt idx="22562">First_Product_Purchased</cx:pt>
          <cx:pt idx="22563">First_Product_Purchased</cx:pt>
          <cx:pt idx="22564">First_Product_Purchased</cx:pt>
          <cx:pt idx="22565">Second_Product_Purchased</cx:pt>
          <cx:pt idx="22566">First_Product_Purchased</cx:pt>
          <cx:pt idx="22567">First_Product_Purchased</cx:pt>
          <cx:pt idx="22568">First_Product_Purchased</cx:pt>
          <cx:pt idx="22569">First_Product_Purchased</cx:pt>
          <cx:pt idx="22570">First_Product_Purchased</cx:pt>
          <cx:pt idx="22571">Second_Product_Purchased</cx:pt>
          <cx:pt idx="22572">First_Product_Purchased</cx:pt>
          <cx:pt idx="22573">First_Product_Purchased</cx:pt>
          <cx:pt idx="22574">First_Product_Purchased</cx:pt>
          <cx:pt idx="22575">First_Product_Purchased</cx:pt>
          <cx:pt idx="22576">First_Product_Purchased</cx:pt>
          <cx:pt idx="22577">First_Product_Purchased</cx:pt>
          <cx:pt idx="22578">First_Product_Purchased</cx:pt>
          <cx:pt idx="22579">First_Product_Purchased</cx:pt>
          <cx:pt idx="22580">Second_Product_Purchased</cx:pt>
          <cx:pt idx="22581">First_Product_Purchased</cx:pt>
          <cx:pt idx="22582">First_Product_Purchased</cx:pt>
          <cx:pt idx="22583">First_Product_Purchased</cx:pt>
          <cx:pt idx="22584">Second_Product_Purchased</cx:pt>
          <cx:pt idx="22585">First_Product_Purchased</cx:pt>
          <cx:pt idx="22586">Second_Product_Purchased</cx:pt>
          <cx:pt idx="22587">First_Product_Purchased</cx:pt>
          <cx:pt idx="22588">First_Product_Purchased</cx:pt>
          <cx:pt idx="22589">First_Product_Purchased</cx:pt>
          <cx:pt idx="22590">First_Product_Purchased</cx:pt>
          <cx:pt idx="22591">First_Product_Purchased</cx:pt>
          <cx:pt idx="22592">First_Product_Purchased</cx:pt>
          <cx:pt idx="22593">First_Product_Purchased</cx:pt>
          <cx:pt idx="22594">First_Product_Purchased</cx:pt>
          <cx:pt idx="22595">First_Product_Purchased</cx:pt>
          <cx:pt idx="22596">First_Product_Purchased</cx:pt>
          <cx:pt idx="22597">First_Product_Purchased</cx:pt>
          <cx:pt idx="22598">First_Product_Purchased</cx:pt>
          <cx:pt idx="22599">First_Product_Purchased</cx:pt>
          <cx:pt idx="22600">First_Product_Purchased</cx:pt>
          <cx:pt idx="22601">First_Product_Purchased</cx:pt>
          <cx:pt idx="22602">First_Product_Purchased</cx:pt>
          <cx:pt idx="22603">First_Product_Purchased</cx:pt>
          <cx:pt idx="22604">First_Product_Purchased</cx:pt>
          <cx:pt idx="22605">First_Product_Purchased</cx:pt>
          <cx:pt idx="22606">First_Product_Purchased</cx:pt>
          <cx:pt idx="22607">First_Product_Purchased</cx:pt>
          <cx:pt idx="22608">First_Product_Purchased</cx:pt>
          <cx:pt idx="22609">First_Product_Purchased</cx:pt>
          <cx:pt idx="22610">First_Product_Purchased</cx:pt>
          <cx:pt idx="22611">First_Product_Purchased</cx:pt>
          <cx:pt idx="22612">First_Product_Purchased</cx:pt>
          <cx:pt idx="22613">First_Product_Purchased</cx:pt>
          <cx:pt idx="22614">First_Product_Purchased</cx:pt>
          <cx:pt idx="22615">Second_Product_Purchased</cx:pt>
          <cx:pt idx="22616">First_Product_Purchased</cx:pt>
          <cx:pt idx="22617">First_Product_Purchased</cx:pt>
          <cx:pt idx="22618">First_Product_Purchased</cx:pt>
          <cx:pt idx="22619">First_Product_Purchased</cx:pt>
          <cx:pt idx="22620">First_Product_Purchased</cx:pt>
          <cx:pt idx="22621">Second_Product_Purchased</cx:pt>
          <cx:pt idx="22622">First_Product_Purchased</cx:pt>
          <cx:pt idx="22623">First_Product_Purchased</cx:pt>
          <cx:pt idx="22624">First_Product_Purchased</cx:pt>
          <cx:pt idx="22625">Second_Product_Purchased</cx:pt>
          <cx:pt idx="22626">First_Product_Purchased</cx:pt>
          <cx:pt idx="22627">First_Product_Purchased</cx:pt>
          <cx:pt idx="22628">First_Product_Purchased</cx:pt>
          <cx:pt idx="22629">First_Product_Purchased</cx:pt>
          <cx:pt idx="22630">First_Product_Purchased</cx:pt>
          <cx:pt idx="22631">First_Product_Purchased</cx:pt>
          <cx:pt idx="22632">First_Product_Purchased</cx:pt>
          <cx:pt idx="22633">First_Product_Purchased</cx:pt>
          <cx:pt idx="22634">First_Product_Purchased</cx:pt>
          <cx:pt idx="22635">First_Product_Purchased</cx:pt>
          <cx:pt idx="22636">Second_Product_Purchased</cx:pt>
          <cx:pt idx="22637">First_Product_Purchased</cx:pt>
          <cx:pt idx="22638">First_Product_Purchased</cx:pt>
          <cx:pt idx="22639">First_Product_Purchased</cx:pt>
          <cx:pt idx="22640">First_Product_Purchased</cx:pt>
          <cx:pt idx="22641">First_Product_Purchased</cx:pt>
          <cx:pt idx="22642">First_Product_Purchased</cx:pt>
          <cx:pt idx="22643">First_Product_Purchased</cx:pt>
          <cx:pt idx="22644">First_Product_Purchased</cx:pt>
          <cx:pt idx="22645">First_Product_Purchased</cx:pt>
          <cx:pt idx="22646">First_Product_Purchased</cx:pt>
          <cx:pt idx="22647">Second_Product_Purchased</cx:pt>
          <cx:pt idx="22648">First_Product_Purchased</cx:pt>
          <cx:pt idx="22649">First_Product_Purchased</cx:pt>
          <cx:pt idx="22650">Second_Product_Purchased</cx:pt>
          <cx:pt idx="22651">First_Product_Purchased</cx:pt>
          <cx:pt idx="22652">First_Product_Purchased</cx:pt>
          <cx:pt idx="22653">First_Product_Purchased</cx:pt>
          <cx:pt idx="22654">First_Product_Purchased</cx:pt>
          <cx:pt idx="22655">First_Product_Purchased</cx:pt>
          <cx:pt idx="22656">First_Product_Purchased</cx:pt>
          <cx:pt idx="22657">First_Product_Purchased</cx:pt>
          <cx:pt idx="22658">First_Product_Purchased</cx:pt>
          <cx:pt idx="22659">First_Product_Purchased</cx:pt>
          <cx:pt idx="22660">First_Product_Purchased</cx:pt>
          <cx:pt idx="22661">First_Product_Purchased</cx:pt>
          <cx:pt idx="22662">Second_Product_Purchased</cx:pt>
          <cx:pt idx="22663">First_Product_Purchased</cx:pt>
          <cx:pt idx="22664">First_Product_Purchased</cx:pt>
          <cx:pt idx="22665">First_Product_Purchased</cx:pt>
          <cx:pt idx="22666">First_Product_Purchased</cx:pt>
          <cx:pt idx="22667">First_Product_Purchased</cx:pt>
          <cx:pt idx="22668">First_Product_Purchased</cx:pt>
          <cx:pt idx="22669">First_Product_Purchased</cx:pt>
          <cx:pt idx="22670">First_Product_Purchased</cx:pt>
          <cx:pt idx="22671">First_Product_Purchased</cx:pt>
          <cx:pt idx="22672">First_Product_Purchased</cx:pt>
          <cx:pt idx="22673">First_Product_Purchased</cx:pt>
          <cx:pt idx="22674">First_Product_Purchased</cx:pt>
          <cx:pt idx="22675">First_Product_Purchased</cx:pt>
          <cx:pt idx="22676">First_Product_Purchased</cx:pt>
          <cx:pt idx="22677">First_Product_Purchased</cx:pt>
          <cx:pt idx="22678">First_Product_Purchased</cx:pt>
          <cx:pt idx="22679">First_Product_Purchased</cx:pt>
          <cx:pt idx="22680">First_Product_Purchased</cx:pt>
          <cx:pt idx="22681">First_Product_Purchased</cx:pt>
          <cx:pt idx="22682">First_Product_Purchased</cx:pt>
          <cx:pt idx="22683">Second_Product_Purchased</cx:pt>
          <cx:pt idx="22684">First_Product_Purchased</cx:pt>
          <cx:pt idx="22685">First_Product_Purchased</cx:pt>
          <cx:pt idx="22686">First_Product_Purchased</cx:pt>
          <cx:pt idx="22687">First_Product_Purchased</cx:pt>
          <cx:pt idx="22688">First_Product_Purchased</cx:pt>
          <cx:pt idx="22689">First_Product_Purchased</cx:pt>
          <cx:pt idx="22690">First_Product_Purchased</cx:pt>
          <cx:pt idx="22691">First_Product_Purchased</cx:pt>
          <cx:pt idx="22692">First_Product_Purchased</cx:pt>
          <cx:pt idx="22693">First_Product_Purchased</cx:pt>
          <cx:pt idx="22694">Second_Product_Purchased</cx:pt>
          <cx:pt idx="22695">First_Product_Purchased</cx:pt>
          <cx:pt idx="22696">First_Product_Purchased</cx:pt>
          <cx:pt idx="22697">Second_Product_Purchased</cx:pt>
          <cx:pt idx="22698">First_Product_Purchased</cx:pt>
          <cx:pt idx="22699">First_Product_Purchased</cx:pt>
          <cx:pt idx="22700">First_Product_Purchased</cx:pt>
          <cx:pt idx="22701">First_Product_Purchased</cx:pt>
          <cx:pt idx="22702">First_Product_Purchased</cx:pt>
          <cx:pt idx="22703">First_Product_Purchased</cx:pt>
          <cx:pt idx="22704">First_Product_Purchased</cx:pt>
          <cx:pt idx="22705">First_Product_Purchased</cx:pt>
          <cx:pt idx="22706">Second_Product_Purchased</cx:pt>
          <cx:pt idx="22707">First_Product_Purchased</cx:pt>
          <cx:pt idx="22708">First_Product_Purchased</cx:pt>
          <cx:pt idx="22709">First_Product_Purchased</cx:pt>
          <cx:pt idx="22710">First_Product_Purchased</cx:pt>
          <cx:pt idx="22711">First_Product_Purchased</cx:pt>
          <cx:pt idx="22712">First_Product_Purchased</cx:pt>
          <cx:pt idx="22713">First_Product_Purchased</cx:pt>
          <cx:pt idx="22714">First_Product_Purchased</cx:pt>
          <cx:pt idx="22715">First_Product_Purchased</cx:pt>
          <cx:pt idx="22716">First_Product_Purchased</cx:pt>
          <cx:pt idx="22717">First_Product_Purchased</cx:pt>
          <cx:pt idx="22718">First_Product_Purchased</cx:pt>
          <cx:pt idx="22719">First_Product_Purchased</cx:pt>
          <cx:pt idx="22720">First_Product_Purchased</cx:pt>
          <cx:pt idx="22721">First_Product_Purchased</cx:pt>
          <cx:pt idx="22722">First_Product_Purchased</cx:pt>
          <cx:pt idx="22723">First_Product_Purchased</cx:pt>
          <cx:pt idx="22724">First_Product_Purchased</cx:pt>
          <cx:pt idx="22725">First_Product_Purchased</cx:pt>
          <cx:pt idx="22726">First_Product_Purchased</cx:pt>
          <cx:pt idx="22727">First_Product_Purchased</cx:pt>
          <cx:pt idx="22728">First_Product_Purchased</cx:pt>
          <cx:pt idx="22729">First_Product_Purchased</cx:pt>
          <cx:pt idx="22730">First_Product_Purchased</cx:pt>
          <cx:pt idx="22731">First_Product_Purchased</cx:pt>
          <cx:pt idx="22732">First_Product_Purchased</cx:pt>
          <cx:pt idx="22733">First_Product_Purchased</cx:pt>
          <cx:pt idx="22734">First_Product_Purchased</cx:pt>
          <cx:pt idx="22735">First_Product_Purchased</cx:pt>
          <cx:pt idx="22736">Second_Product_Purchased</cx:pt>
          <cx:pt idx="22737">First_Product_Purchased</cx:pt>
          <cx:pt idx="22738">First_Product_Purchased</cx:pt>
          <cx:pt idx="22739">First_Product_Purchased</cx:pt>
          <cx:pt idx="22740">First_Product_Purchased</cx:pt>
          <cx:pt idx="22741">First_Product_Purchased</cx:pt>
          <cx:pt idx="22742">First_Product_Purchased</cx:pt>
          <cx:pt idx="22743">First_Product_Purchased</cx:pt>
          <cx:pt idx="22744">First_Product_Purchased</cx:pt>
          <cx:pt idx="22745">First_Product_Purchased</cx:pt>
          <cx:pt idx="22746">First_Product_Purchased</cx:pt>
          <cx:pt idx="22747">First_Product_Purchased</cx:pt>
          <cx:pt idx="22748">First_Product_Purchased</cx:pt>
          <cx:pt idx="22749">First_Product_Purchased</cx:pt>
          <cx:pt idx="22750">First_Product_Purchased</cx:pt>
          <cx:pt idx="22751">First_Product_Purchased</cx:pt>
          <cx:pt idx="22752">First_Product_Purchased</cx:pt>
          <cx:pt idx="22753">First_Product_Purchased</cx:pt>
          <cx:pt idx="22754">First_Product_Purchased</cx:pt>
          <cx:pt idx="22755">First_Product_Purchased</cx:pt>
          <cx:pt idx="22756">First_Product_Purchased</cx:pt>
          <cx:pt idx="22757">First_Product_Purchased</cx:pt>
          <cx:pt idx="22758">First_Product_Purchased</cx:pt>
          <cx:pt idx="22759">First_Product_Purchased</cx:pt>
          <cx:pt idx="22760">First_Product_Purchased</cx:pt>
          <cx:pt idx="22761">First_Product_Purchased</cx:pt>
          <cx:pt idx="22762">First_Product_Purchased</cx:pt>
          <cx:pt idx="22763">First_Product_Purchased</cx:pt>
          <cx:pt idx="22764">First_Product_Purchased</cx:pt>
          <cx:pt idx="22765">First_Product_Purchased</cx:pt>
          <cx:pt idx="22766">First_Product_Purchased</cx:pt>
          <cx:pt idx="22767">First_Product_Purchased</cx:pt>
          <cx:pt idx="22768">First_Product_Purchased</cx:pt>
          <cx:pt idx="22769">First_Product_Purchased</cx:pt>
          <cx:pt idx="22770">First_Product_Purchased</cx:pt>
          <cx:pt idx="22771">First_Product_Purchased</cx:pt>
          <cx:pt idx="22772">First_Product_Purchased</cx:pt>
          <cx:pt idx="22773">First_Product_Purchased</cx:pt>
          <cx:pt idx="22774">First_Product_Purchased</cx:pt>
          <cx:pt idx="22775">First_Product_Purchased</cx:pt>
          <cx:pt idx="22776">First_Product_Purchased</cx:pt>
          <cx:pt idx="22777">First_Product_Purchased</cx:pt>
          <cx:pt idx="22778">First_Product_Purchased</cx:pt>
          <cx:pt idx="22779">First_Product_Purchased</cx:pt>
          <cx:pt idx="22780">First_Product_Purchased</cx:pt>
          <cx:pt idx="22781">First_Product_Purchased</cx:pt>
          <cx:pt idx="22782">First_Product_Purchased</cx:pt>
          <cx:pt idx="22783">First_Product_Purchased</cx:pt>
          <cx:pt idx="22784">First_Product_Purchased</cx:pt>
          <cx:pt idx="22785">First_Product_Purchased</cx:pt>
          <cx:pt idx="22786">First_Product_Purchased</cx:pt>
          <cx:pt idx="22787">First_Product_Purchased</cx:pt>
          <cx:pt idx="22788">First_Product_Purchased</cx:pt>
          <cx:pt idx="22789">First_Product_Purchased</cx:pt>
          <cx:pt idx="22790">First_Product_Purchased</cx:pt>
          <cx:pt idx="22791">First_Product_Purchased</cx:pt>
          <cx:pt idx="22792">First_Product_Purchased</cx:pt>
          <cx:pt idx="22793">First_Product_Purchased</cx:pt>
          <cx:pt idx="22794">First_Product_Purchased</cx:pt>
          <cx:pt idx="22795">First_Product_Purchased</cx:pt>
          <cx:pt idx="22796">First_Product_Purchased</cx:pt>
          <cx:pt idx="22797">First_Product_Purchased</cx:pt>
          <cx:pt idx="22798">First_Product_Purchased</cx:pt>
          <cx:pt idx="22799">First_Product_Purchased</cx:pt>
          <cx:pt idx="22800">First_Product_Purchased</cx:pt>
          <cx:pt idx="22801">First_Product_Purchased</cx:pt>
          <cx:pt idx="22802">First_Product_Purchased</cx:pt>
          <cx:pt idx="22803">First_Product_Purchased</cx:pt>
          <cx:pt idx="22804">First_Product_Purchased</cx:pt>
          <cx:pt idx="22805">First_Product_Purchased</cx:pt>
          <cx:pt idx="22806">First_Product_Purchased</cx:pt>
          <cx:pt idx="22807">First_Product_Purchased</cx:pt>
          <cx:pt idx="22808">First_Product_Purchased</cx:pt>
          <cx:pt idx="22809">First_Product_Purchased</cx:pt>
          <cx:pt idx="22810">First_Product_Purchased</cx:pt>
          <cx:pt idx="22811">First_Product_Purchased</cx:pt>
          <cx:pt idx="22812">First_Product_Purchased</cx:pt>
          <cx:pt idx="22813">First_Product_Purchased</cx:pt>
          <cx:pt idx="22814">First_Product_Purchased</cx:pt>
          <cx:pt idx="22815">First_Product_Purchased</cx:pt>
          <cx:pt idx="22816">First_Product_Purchased</cx:pt>
          <cx:pt idx="22817">First_Product_Purchased</cx:pt>
          <cx:pt idx="22818">First_Product_Purchased</cx:pt>
          <cx:pt idx="22819">First_Product_Purchased</cx:pt>
          <cx:pt idx="22820">First_Product_Purchased</cx:pt>
          <cx:pt idx="22821">First_Product_Purchased</cx:pt>
          <cx:pt idx="22822">First_Product_Purchased</cx:pt>
          <cx:pt idx="22823">First_Product_Purchased</cx:pt>
          <cx:pt idx="22824">First_Product_Purchased</cx:pt>
          <cx:pt idx="22825">First_Product_Purchased</cx:pt>
          <cx:pt idx="22826">First_Product_Purchased</cx:pt>
          <cx:pt idx="22827">First_Product_Purchased</cx:pt>
          <cx:pt idx="22828">First_Product_Purchased</cx:pt>
          <cx:pt idx="22829">First_Product_Purchased</cx:pt>
          <cx:pt idx="22830">First_Product_Purchased</cx:pt>
          <cx:pt idx="22831">First_Product_Purchased</cx:pt>
          <cx:pt idx="22832">First_Product_Purchased</cx:pt>
          <cx:pt idx="22833">First_Product_Purchased</cx:pt>
          <cx:pt idx="22834">First_Product_Purchased</cx:pt>
          <cx:pt idx="22835">First_Product_Purchased</cx:pt>
          <cx:pt idx="22836">First_Product_Purchased</cx:pt>
          <cx:pt idx="22837">First_Product_Purchased</cx:pt>
          <cx:pt idx="22838">First_Product_Purchased</cx:pt>
          <cx:pt idx="22839">First_Product_Purchased</cx:pt>
          <cx:pt idx="22840">First_Product_Purchased</cx:pt>
          <cx:pt idx="22841">First_Product_Purchased</cx:pt>
          <cx:pt idx="22842">First_Product_Purchased</cx:pt>
          <cx:pt idx="22843">First_Product_Purchased</cx:pt>
          <cx:pt idx="22844">First_Product_Purchased</cx:pt>
          <cx:pt idx="22845">First_Product_Purchased</cx:pt>
          <cx:pt idx="22846">First_Product_Purchased</cx:pt>
          <cx:pt idx="22847">First_Product_Purchased</cx:pt>
          <cx:pt idx="22848">First_Product_Purchased</cx:pt>
          <cx:pt idx="22849">First_Product_Purchased</cx:pt>
          <cx:pt idx="22850">First_Product_Purchased</cx:pt>
          <cx:pt idx="22851">First_Product_Purchased</cx:pt>
          <cx:pt idx="22852">First_Product_Purchased</cx:pt>
          <cx:pt idx="22853">First_Product_Purchased</cx:pt>
          <cx:pt idx="22854">First_Product_Purchased</cx:pt>
          <cx:pt idx="22855">First_Product_Purchased</cx:pt>
          <cx:pt idx="22856">First_Product_Purchased</cx:pt>
          <cx:pt idx="22857">First_Product_Purchased</cx:pt>
          <cx:pt idx="22858">First_Product_Purchased</cx:pt>
          <cx:pt idx="22859">First_Product_Purchased</cx:pt>
          <cx:pt idx="22860">First_Product_Purchased</cx:pt>
          <cx:pt idx="22861">First_Product_Purchased</cx:pt>
          <cx:pt idx="22862">First_Product_Purchased</cx:pt>
          <cx:pt idx="22863">First_Product_Purchased</cx:pt>
          <cx:pt idx="22864">First_Product_Purchased</cx:pt>
          <cx:pt idx="22865">First_Product_Purchased</cx:pt>
          <cx:pt idx="22866">First_Product_Purchased</cx:pt>
          <cx:pt idx="22867">First_Product_Purchased</cx:pt>
          <cx:pt idx="22868">First_Product_Purchased</cx:pt>
          <cx:pt idx="22869">First_Product_Purchased</cx:pt>
          <cx:pt idx="22870">First_Product_Purchased</cx:pt>
          <cx:pt idx="22871">First_Product_Purchased</cx:pt>
          <cx:pt idx="22872">First_Product_Purchased</cx:pt>
          <cx:pt idx="22873">First_Product_Purchased</cx:pt>
          <cx:pt idx="22874">First_Product_Purchased</cx:pt>
          <cx:pt idx="22875">First_Product_Purchased</cx:pt>
          <cx:pt idx="22876">First_Product_Purchased</cx:pt>
          <cx:pt idx="22877">First_Product_Purchased</cx:pt>
          <cx:pt idx="22878">First_Product_Purchased</cx:pt>
          <cx:pt idx="22879">First_Product_Purchased</cx:pt>
          <cx:pt idx="22880">First_Product_Purchased</cx:pt>
          <cx:pt idx="22881">First_Product_Purchased</cx:pt>
          <cx:pt idx="22882">First_Product_Purchased</cx:pt>
          <cx:pt idx="22883">First_Product_Purchased</cx:pt>
          <cx:pt idx="22884">First_Product_Purchased</cx:pt>
          <cx:pt idx="22885">First_Product_Purchased</cx:pt>
          <cx:pt idx="22886">First_Product_Purchased</cx:pt>
          <cx:pt idx="22887">First_Product_Purchased</cx:pt>
          <cx:pt idx="22888">First_Product_Purchased</cx:pt>
          <cx:pt idx="22889">First_Product_Purchased</cx:pt>
          <cx:pt idx="22890">First_Product_Purchased</cx:pt>
          <cx:pt idx="22891">First_Product_Purchased</cx:pt>
          <cx:pt idx="22892">First_Product_Purchased</cx:pt>
          <cx:pt idx="22893">First_Product_Purchased</cx:pt>
          <cx:pt idx="22894">First_Product_Purchased</cx:pt>
          <cx:pt idx="22895">First_Product_Purchased</cx:pt>
          <cx:pt idx="22896">First_Product_Purchased</cx:pt>
          <cx:pt idx="22897">First_Product_Purchased</cx:pt>
          <cx:pt idx="22898">First_Product_Purchased</cx:pt>
          <cx:pt idx="22899">First_Product_Purchased</cx:pt>
          <cx:pt idx="22900">First_Product_Purchased</cx:pt>
          <cx:pt idx="22901">First_Product_Purchased</cx:pt>
          <cx:pt idx="22902">First_Product_Purchased</cx:pt>
          <cx:pt idx="22903">First_Product_Purchased</cx:pt>
          <cx:pt idx="22904">First_Product_Purchased</cx:pt>
          <cx:pt idx="22905">First_Product_Purchased</cx:pt>
          <cx:pt idx="22906">First_Product_Purchased</cx:pt>
          <cx:pt idx="22907">First_Product_Purchased</cx:pt>
          <cx:pt idx="22908">First_Product_Purchased</cx:pt>
          <cx:pt idx="22909">First_Product_Purchased</cx:pt>
          <cx:pt idx="22910">First_Product_Purchased</cx:pt>
          <cx:pt idx="22911">First_Product_Purchased</cx:pt>
          <cx:pt idx="22912">First_Product_Purchased</cx:pt>
          <cx:pt idx="22913">First_Product_Purchased</cx:pt>
          <cx:pt idx="22914">First_Product_Purchased</cx:pt>
          <cx:pt idx="22915">First_Product_Purchased</cx:pt>
          <cx:pt idx="22916">First_Product_Purchased</cx:pt>
          <cx:pt idx="22917">First_Product_Purchased</cx:pt>
          <cx:pt idx="22918">First_Product_Purchased</cx:pt>
          <cx:pt idx="22919">First_Product_Purchased</cx:pt>
          <cx:pt idx="22920">First_Product_Purchased</cx:pt>
          <cx:pt idx="22921">First_Product_Purchased</cx:pt>
          <cx:pt idx="22922">First_Product_Purchased</cx:pt>
          <cx:pt idx="22923">First_Product_Purchased</cx:pt>
          <cx:pt idx="22924">First_Product_Purchased</cx:pt>
          <cx:pt idx="22925">First_Product_Purchased</cx:pt>
          <cx:pt idx="22926">First_Product_Purchased</cx:pt>
          <cx:pt idx="22927">First_Product_Purchased</cx:pt>
          <cx:pt idx="22928">First_Product_Purchased</cx:pt>
          <cx:pt idx="22929">First_Product_Purchased</cx:pt>
          <cx:pt idx="22930">First_Product_Purchased</cx:pt>
          <cx:pt idx="22931">First_Product_Purchased</cx:pt>
          <cx:pt idx="22932">First_Product_Purchased</cx:pt>
          <cx:pt idx="22933">First_Product_Purchased</cx:pt>
          <cx:pt idx="22934">First_Product_Purchased</cx:pt>
          <cx:pt idx="22935">First_Product_Purchased</cx:pt>
          <cx:pt idx="22936">First_Product_Purchased</cx:pt>
          <cx:pt idx="22937">First_Product_Purchased</cx:pt>
          <cx:pt idx="22938">First_Product_Purchased</cx:pt>
          <cx:pt idx="22939">First_Product_Purchased</cx:pt>
          <cx:pt idx="22940">First_Product_Purchased</cx:pt>
          <cx:pt idx="22941">First_Product_Purchased</cx:pt>
          <cx:pt idx="22942">First_Product_Purchased</cx:pt>
          <cx:pt idx="22943">First_Product_Purchased</cx:pt>
          <cx:pt idx="22944">First_Product_Purchased</cx:pt>
          <cx:pt idx="22945">First_Product_Purchased</cx:pt>
          <cx:pt idx="22946">First_Product_Purchased</cx:pt>
          <cx:pt idx="22947">First_Product_Purchased</cx:pt>
          <cx:pt idx="22948">First_Product_Purchased</cx:pt>
          <cx:pt idx="22949">First_Product_Purchased</cx:pt>
          <cx:pt idx="22950">First_Product_Purchased</cx:pt>
          <cx:pt idx="22951">First_Product_Purchased</cx:pt>
          <cx:pt idx="22952">First_Product_Purchased</cx:pt>
          <cx:pt idx="22953">First_Product_Purchased</cx:pt>
          <cx:pt idx="22954">First_Product_Purchased</cx:pt>
          <cx:pt idx="22955">First_Product_Purchased</cx:pt>
          <cx:pt idx="22956">First_Product_Purchased</cx:pt>
          <cx:pt idx="22957">First_Product_Purchased</cx:pt>
          <cx:pt idx="22958">First_Product_Purchased</cx:pt>
          <cx:pt idx="22959">First_Product_Purchased</cx:pt>
          <cx:pt idx="22960">First_Product_Purchased</cx:pt>
          <cx:pt idx="22961">First_Product_Purchased</cx:pt>
          <cx:pt idx="22962">First_Product_Purchased</cx:pt>
          <cx:pt idx="22963">First_Product_Purchased</cx:pt>
          <cx:pt idx="22964">First_Product_Purchased</cx:pt>
          <cx:pt idx="22965">First_Product_Purchased</cx:pt>
          <cx:pt idx="22966">First_Product_Purchased</cx:pt>
          <cx:pt idx="22967">First_Product_Purchased</cx:pt>
          <cx:pt idx="22968">First_Product_Purchased</cx:pt>
          <cx:pt idx="22969">First_Product_Purchased</cx:pt>
          <cx:pt idx="22970">First_Product_Purchased</cx:pt>
          <cx:pt idx="22971">First_Product_Purchased</cx:pt>
          <cx:pt idx="22972">First_Product_Purchased</cx:pt>
          <cx:pt idx="22973">First_Product_Purchased</cx:pt>
          <cx:pt idx="22974">First_Product_Purchased</cx:pt>
          <cx:pt idx="22975">First_Product_Purchased</cx:pt>
          <cx:pt idx="22976">First_Product_Purchased</cx:pt>
          <cx:pt idx="22977">First_Product_Purchased</cx:pt>
          <cx:pt idx="22978">First_Product_Purchased</cx:pt>
          <cx:pt idx="22979">First_Product_Purchased</cx:pt>
          <cx:pt idx="22980">First_Product_Purchased</cx:pt>
          <cx:pt idx="22981">First_Product_Purchased</cx:pt>
          <cx:pt idx="22982">Second_Product_Purchased</cx:pt>
          <cx:pt idx="22983">First_Product_Purchased</cx:pt>
          <cx:pt idx="22984">First_Product_Purchased</cx:pt>
          <cx:pt idx="22985">First_Product_Purchased</cx:pt>
          <cx:pt idx="22986">First_Product_Purchased</cx:pt>
          <cx:pt idx="22987">First_Product_Purchased</cx:pt>
          <cx:pt idx="22988">First_Product_Purchased</cx:pt>
          <cx:pt idx="22989">First_Product_Purchased</cx:pt>
          <cx:pt idx="22990">First_Product_Purchased</cx:pt>
          <cx:pt idx="22991">First_Product_Purchased</cx:pt>
          <cx:pt idx="22992">First_Product_Purchased</cx:pt>
          <cx:pt idx="22993">First_Product_Purchased</cx:pt>
          <cx:pt idx="22994">First_Product_Purchased</cx:pt>
          <cx:pt idx="22995">First_Product_Purchased</cx:pt>
          <cx:pt idx="22996">First_Product_Purchased</cx:pt>
          <cx:pt idx="22997">First_Product_Purchased</cx:pt>
          <cx:pt idx="22998">First_Product_Purchased</cx:pt>
          <cx:pt idx="22999">First_Product_Purchased</cx:pt>
          <cx:pt idx="23000">First_Product_Purchased</cx:pt>
          <cx:pt idx="23001">First_Product_Purchased</cx:pt>
          <cx:pt idx="23002">Second_Product_Purchased</cx:pt>
          <cx:pt idx="23003">First_Product_Purchased</cx:pt>
          <cx:pt idx="23004">First_Product_Purchased</cx:pt>
          <cx:pt idx="23005">First_Product_Purchased</cx:pt>
          <cx:pt idx="23006">First_Product_Purchased</cx:pt>
          <cx:pt idx="23007">First_Product_Purchased</cx:pt>
          <cx:pt idx="23008">First_Product_Purchased</cx:pt>
          <cx:pt idx="23009">First_Product_Purchased</cx:pt>
          <cx:pt idx="23010">First_Product_Purchased</cx:pt>
          <cx:pt idx="23011">First_Product_Purchased</cx:pt>
          <cx:pt idx="23012">First_Product_Purchased</cx:pt>
          <cx:pt idx="23013">First_Product_Purchased</cx:pt>
          <cx:pt idx="23014">First_Product_Purchased</cx:pt>
          <cx:pt idx="23015">First_Product_Purchased</cx:pt>
          <cx:pt idx="23016">First_Product_Purchased</cx:pt>
          <cx:pt idx="23017">First_Product_Purchased</cx:pt>
          <cx:pt idx="23018">First_Product_Purchased</cx:pt>
          <cx:pt idx="23019">First_Product_Purchased</cx:pt>
          <cx:pt idx="23020">First_Product_Purchased</cx:pt>
          <cx:pt idx="23021">First_Product_Purchased</cx:pt>
          <cx:pt idx="23022">First_Product_Purchased</cx:pt>
          <cx:pt idx="23023">First_Product_Purchased</cx:pt>
          <cx:pt idx="23024">First_Product_Purchased</cx:pt>
          <cx:pt idx="23025">First_Product_Purchased</cx:pt>
          <cx:pt idx="23026">First_Product_Purchased</cx:pt>
          <cx:pt idx="23027">First_Product_Purchased</cx:pt>
          <cx:pt idx="23028">First_Product_Purchased</cx:pt>
          <cx:pt idx="23029">First_Product_Purchased</cx:pt>
          <cx:pt idx="23030">First_Product_Purchased</cx:pt>
          <cx:pt idx="23031">First_Product_Purchased</cx:pt>
          <cx:pt idx="23032">First_Product_Purchased</cx:pt>
          <cx:pt idx="23033">First_Product_Purchased</cx:pt>
          <cx:pt idx="23034">First_Product_Purchased</cx:pt>
          <cx:pt idx="23035">First_Product_Purchased</cx:pt>
          <cx:pt idx="23036">First_Product_Purchased</cx:pt>
          <cx:pt idx="23037">First_Product_Purchased</cx:pt>
          <cx:pt idx="23038">First_Product_Purchased</cx:pt>
          <cx:pt idx="23039">First_Product_Purchased</cx:pt>
          <cx:pt idx="23040">First_Product_Purchased</cx:pt>
          <cx:pt idx="23041">First_Product_Purchased</cx:pt>
          <cx:pt idx="23042">First_Product_Purchased</cx:pt>
          <cx:pt idx="23043">First_Product_Purchased</cx:pt>
          <cx:pt idx="23044">First_Product_Purchased</cx:pt>
          <cx:pt idx="23045">First_Product_Purchased</cx:pt>
          <cx:pt idx="23046">First_Product_Purchased</cx:pt>
          <cx:pt idx="23047">First_Product_Purchased</cx:pt>
          <cx:pt idx="23048">First_Product_Purchased</cx:pt>
          <cx:pt idx="23049">First_Product_Purchased</cx:pt>
          <cx:pt idx="23050">First_Product_Purchased</cx:pt>
          <cx:pt idx="23051">First_Product_Purchased</cx:pt>
          <cx:pt idx="23052">First_Product_Purchased</cx:pt>
          <cx:pt idx="23053">First_Product_Purchased</cx:pt>
          <cx:pt idx="23054">First_Product_Purchased</cx:pt>
          <cx:pt idx="23055">First_Product_Purchased</cx:pt>
          <cx:pt idx="23056">First_Product_Purchased</cx:pt>
          <cx:pt idx="23057">First_Product_Purchased</cx:pt>
          <cx:pt idx="23058">First_Product_Purchased</cx:pt>
          <cx:pt idx="23059">First_Product_Purchased</cx:pt>
          <cx:pt idx="23060">First_Product_Purchased</cx:pt>
          <cx:pt idx="23061">First_Product_Purchased</cx:pt>
          <cx:pt idx="23062">First_Product_Purchased</cx:pt>
          <cx:pt idx="23063">First_Product_Purchased</cx:pt>
          <cx:pt idx="23064">First_Product_Purchased</cx:pt>
          <cx:pt idx="23065">First_Product_Purchased</cx:pt>
          <cx:pt idx="23066">First_Product_Purchased</cx:pt>
          <cx:pt idx="23067">First_Product_Purchased</cx:pt>
          <cx:pt idx="23068">First_Product_Purchased</cx:pt>
          <cx:pt idx="23069">First_Product_Purchased</cx:pt>
          <cx:pt idx="23070">First_Product_Purchased</cx:pt>
          <cx:pt idx="23071">First_Product_Purchased</cx:pt>
          <cx:pt idx="23072">First_Product_Purchased</cx:pt>
          <cx:pt idx="23073">First_Product_Purchased</cx:pt>
          <cx:pt idx="23074">First_Product_Purchased</cx:pt>
          <cx:pt idx="23075">First_Product_Purchased</cx:pt>
          <cx:pt idx="23076">First_Product_Purchased</cx:pt>
          <cx:pt idx="23077">First_Product_Purchased</cx:pt>
          <cx:pt idx="23078">First_Product_Purchased</cx:pt>
          <cx:pt idx="23079">First_Product_Purchased</cx:pt>
          <cx:pt idx="23080">First_Product_Purchased</cx:pt>
          <cx:pt idx="23081">Second_Product_Purchased</cx:pt>
          <cx:pt idx="23082">First_Product_Purchased</cx:pt>
          <cx:pt idx="23083">First_Product_Purchased</cx:pt>
          <cx:pt idx="23084">First_Product_Purchased</cx:pt>
          <cx:pt idx="23085">First_Product_Purchased</cx:pt>
          <cx:pt idx="23086">Second_Product_Purchased</cx:pt>
          <cx:pt idx="23087">First_Product_Purchased</cx:pt>
          <cx:pt idx="23088">First_Product_Purchased</cx:pt>
          <cx:pt idx="23089">First_Product_Purchased</cx:pt>
          <cx:pt idx="23090">First_Product_Purchased</cx:pt>
          <cx:pt idx="23091">First_Product_Purchased</cx:pt>
          <cx:pt idx="23092">First_Product_Purchased</cx:pt>
          <cx:pt idx="23093">First_Product_Purchased</cx:pt>
          <cx:pt idx="23094">First_Product_Purchased</cx:pt>
          <cx:pt idx="23095">First_Product_Purchased</cx:pt>
          <cx:pt idx="23096">First_Product_Purchased</cx:pt>
          <cx:pt idx="23097">First_Product_Purchased</cx:pt>
          <cx:pt idx="23098">First_Product_Purchased</cx:pt>
          <cx:pt idx="23099">First_Product_Purchased</cx:pt>
          <cx:pt idx="23100">First_Product_Purchased</cx:pt>
          <cx:pt idx="23101">First_Product_Purchased</cx:pt>
          <cx:pt idx="23102">First_Product_Purchased</cx:pt>
          <cx:pt idx="23103">First_Product_Purchased</cx:pt>
          <cx:pt idx="23104">First_Product_Purchased</cx:pt>
          <cx:pt idx="23105">First_Product_Purchased</cx:pt>
          <cx:pt idx="23106">First_Product_Purchased</cx:pt>
          <cx:pt idx="23107">First_Product_Purchased</cx:pt>
          <cx:pt idx="23108">First_Product_Purchased</cx:pt>
          <cx:pt idx="23109">First_Product_Purchased</cx:pt>
          <cx:pt idx="23110">First_Product_Purchased</cx:pt>
          <cx:pt idx="23111">First_Product_Purchased</cx:pt>
          <cx:pt idx="23112">First_Product_Purchased</cx:pt>
          <cx:pt idx="23113">First_Product_Purchased</cx:pt>
          <cx:pt idx="23114">First_Product_Purchased</cx:pt>
          <cx:pt idx="23115">First_Product_Purchased</cx:pt>
          <cx:pt idx="23116">First_Product_Purchased</cx:pt>
          <cx:pt idx="23117">First_Product_Purchased</cx:pt>
          <cx:pt idx="23118">First_Product_Purchased</cx:pt>
          <cx:pt idx="23119">First_Product_Purchased</cx:pt>
          <cx:pt idx="23120">First_Product_Purchased</cx:pt>
          <cx:pt idx="23121">First_Product_Purchased</cx:pt>
          <cx:pt idx="23122">First_Product_Purchased</cx:pt>
          <cx:pt idx="23123">First_Product_Purchased</cx:pt>
          <cx:pt idx="23124">First_Product_Purchased</cx:pt>
          <cx:pt idx="23125">First_Product_Purchased</cx:pt>
          <cx:pt idx="23126">First_Product_Purchased</cx:pt>
          <cx:pt idx="23127">First_Product_Purchased</cx:pt>
          <cx:pt idx="23128">First_Product_Purchased</cx:pt>
          <cx:pt idx="23129">First_Product_Purchased</cx:pt>
          <cx:pt idx="23130">First_Product_Purchased</cx:pt>
          <cx:pt idx="23131">First_Product_Purchased</cx:pt>
          <cx:pt idx="23132">First_Product_Purchased</cx:pt>
          <cx:pt idx="23133">First_Product_Purchased</cx:pt>
          <cx:pt idx="23134">First_Product_Purchased</cx:pt>
          <cx:pt idx="23135">First_Product_Purchased</cx:pt>
          <cx:pt idx="23136">First_Product_Purchased</cx:pt>
          <cx:pt idx="23137">First_Product_Purchased</cx:pt>
          <cx:pt idx="23138">First_Product_Purchased</cx:pt>
          <cx:pt idx="23139">First_Product_Purchased</cx:pt>
          <cx:pt idx="23140">First_Product_Purchased</cx:pt>
          <cx:pt idx="23141">First_Product_Purchased</cx:pt>
          <cx:pt idx="23142">First_Product_Purchased</cx:pt>
          <cx:pt idx="23143">First_Product_Purchased</cx:pt>
          <cx:pt idx="23144">First_Product_Purchased</cx:pt>
          <cx:pt idx="23145">First_Product_Purchased</cx:pt>
          <cx:pt idx="23146">First_Product_Purchased</cx:pt>
          <cx:pt idx="23147">First_Product_Purchased</cx:pt>
          <cx:pt idx="23148">First_Product_Purchased</cx:pt>
          <cx:pt idx="23149">First_Product_Purchased</cx:pt>
          <cx:pt idx="23150">First_Product_Purchased</cx:pt>
          <cx:pt idx="23151">First_Product_Purchased</cx:pt>
          <cx:pt idx="23152">First_Product_Purchased</cx:pt>
          <cx:pt idx="23153">First_Product_Purchased</cx:pt>
          <cx:pt idx="23154">First_Product_Purchased</cx:pt>
          <cx:pt idx="23155">First_Product_Purchased</cx:pt>
          <cx:pt idx="23156">First_Product_Purchased</cx:pt>
          <cx:pt idx="23157">First_Product_Purchased</cx:pt>
          <cx:pt idx="23158">First_Product_Purchased</cx:pt>
          <cx:pt idx="23159">First_Product_Purchased</cx:pt>
          <cx:pt idx="23160">First_Product_Purchased</cx:pt>
          <cx:pt idx="23161">First_Product_Purchased</cx:pt>
          <cx:pt idx="23162">First_Product_Purchased</cx:pt>
          <cx:pt idx="23163">First_Product_Purchased</cx:pt>
          <cx:pt idx="23164">First_Product_Purchased</cx:pt>
          <cx:pt idx="23165">First_Product_Purchased</cx:pt>
          <cx:pt idx="23166">First_Product_Purchased</cx:pt>
          <cx:pt idx="23167">First_Product_Purchased</cx:pt>
          <cx:pt idx="23168">First_Product_Purchased</cx:pt>
          <cx:pt idx="23169">First_Product_Purchased</cx:pt>
          <cx:pt idx="23170">First_Product_Purchased</cx:pt>
          <cx:pt idx="23171">Second_Product_Purchased</cx:pt>
          <cx:pt idx="23172">First_Product_Purchased</cx:pt>
          <cx:pt idx="23173">First_Product_Purchased</cx:pt>
          <cx:pt idx="23174">First_Product_Purchased</cx:pt>
          <cx:pt idx="23175">First_Product_Purchased</cx:pt>
          <cx:pt idx="23176">First_Product_Purchased</cx:pt>
          <cx:pt idx="23177">First_Product_Purchased</cx:pt>
          <cx:pt idx="23178">First_Product_Purchased</cx:pt>
          <cx:pt idx="23179">First_Product_Purchased</cx:pt>
          <cx:pt idx="23180">First_Product_Purchased</cx:pt>
          <cx:pt idx="23181">First_Product_Purchased</cx:pt>
          <cx:pt idx="23182">First_Product_Purchased</cx:pt>
          <cx:pt idx="23183">First_Product_Purchased</cx:pt>
          <cx:pt idx="23184">First_Product_Purchased</cx:pt>
          <cx:pt idx="23185">First_Product_Purchased</cx:pt>
          <cx:pt idx="23186">First_Product_Purchased</cx:pt>
          <cx:pt idx="23187">First_Product_Purchased</cx:pt>
          <cx:pt idx="23188">First_Product_Purchased</cx:pt>
          <cx:pt idx="23189">First_Product_Purchased</cx:pt>
          <cx:pt idx="23190">First_Product_Purchased</cx:pt>
          <cx:pt idx="23191">First_Product_Purchased</cx:pt>
          <cx:pt idx="23192">First_Product_Purchased</cx:pt>
          <cx:pt idx="23193">First_Product_Purchased</cx:pt>
          <cx:pt idx="23194">First_Product_Purchased</cx:pt>
          <cx:pt idx="23195">First_Product_Purchased</cx:pt>
          <cx:pt idx="23196">First_Product_Purchased</cx:pt>
          <cx:pt idx="23197">First_Product_Purchased</cx:pt>
          <cx:pt idx="23198">First_Product_Purchased</cx:pt>
          <cx:pt idx="23199">First_Product_Purchased</cx:pt>
          <cx:pt idx="23200">First_Product_Purchased</cx:pt>
          <cx:pt idx="23201">First_Product_Purchased</cx:pt>
          <cx:pt idx="23202">First_Product_Purchased</cx:pt>
          <cx:pt idx="23203">First_Product_Purchased</cx:pt>
          <cx:pt idx="23204">First_Product_Purchased</cx:pt>
          <cx:pt idx="23205">First_Product_Purchased</cx:pt>
          <cx:pt idx="23206">First_Product_Purchased</cx:pt>
          <cx:pt idx="23207">First_Product_Purchased</cx:pt>
          <cx:pt idx="23208">First_Product_Purchased</cx:pt>
          <cx:pt idx="23209">First_Product_Purchased</cx:pt>
          <cx:pt idx="23210">First_Product_Purchased</cx:pt>
          <cx:pt idx="23211">First_Product_Purchased</cx:pt>
          <cx:pt idx="23212">First_Product_Purchased</cx:pt>
          <cx:pt idx="23213">First_Product_Purchased</cx:pt>
          <cx:pt idx="23214">First_Product_Purchased</cx:pt>
          <cx:pt idx="23215">First_Product_Purchased</cx:pt>
          <cx:pt idx="23216">First_Product_Purchased</cx:pt>
          <cx:pt idx="23217">First_Product_Purchased</cx:pt>
          <cx:pt idx="23218">First_Product_Purchased</cx:pt>
          <cx:pt idx="23219">First_Product_Purchased</cx:pt>
          <cx:pt idx="23220">First_Product_Purchased</cx:pt>
          <cx:pt idx="23221">First_Product_Purchased</cx:pt>
          <cx:pt idx="23222">First_Product_Purchased</cx:pt>
          <cx:pt idx="23223">First_Product_Purchased</cx:pt>
          <cx:pt idx="23224">First_Product_Purchased</cx:pt>
          <cx:pt idx="23225">First_Product_Purchased</cx:pt>
          <cx:pt idx="23226">First_Product_Purchased</cx:pt>
          <cx:pt idx="23227">First_Product_Purchased</cx:pt>
          <cx:pt idx="23228">First_Product_Purchased</cx:pt>
          <cx:pt idx="23229">First_Product_Purchased</cx:pt>
          <cx:pt idx="23230">Second_Product_Purchased</cx:pt>
          <cx:pt idx="23231">First_Product_Purchased</cx:pt>
          <cx:pt idx="23232">First_Product_Purchased</cx:pt>
          <cx:pt idx="23233">First_Product_Purchased</cx:pt>
          <cx:pt idx="23234">First_Product_Purchased</cx:pt>
          <cx:pt idx="23235">First_Product_Purchased</cx:pt>
          <cx:pt idx="23236">First_Product_Purchased</cx:pt>
          <cx:pt idx="23237">First_Product_Purchased</cx:pt>
          <cx:pt idx="23238">First_Product_Purchased</cx:pt>
          <cx:pt idx="23239">First_Product_Purchased</cx:pt>
          <cx:pt idx="23240">First_Product_Purchased</cx:pt>
          <cx:pt idx="23241">First_Product_Purchased</cx:pt>
          <cx:pt idx="23242">First_Product_Purchased</cx:pt>
          <cx:pt idx="23243">First_Product_Purchased</cx:pt>
          <cx:pt idx="23244">First_Product_Purchased</cx:pt>
          <cx:pt idx="23245">First_Product_Purchased</cx:pt>
          <cx:pt idx="23246">First_Product_Purchased</cx:pt>
          <cx:pt idx="23247">First_Product_Purchased</cx:pt>
          <cx:pt idx="23248">First_Product_Purchased</cx:pt>
          <cx:pt idx="23249">First_Product_Purchased</cx:pt>
          <cx:pt idx="23250">First_Product_Purchased</cx:pt>
          <cx:pt idx="23251">First_Product_Purchased</cx:pt>
          <cx:pt idx="23252">First_Product_Purchased</cx:pt>
          <cx:pt idx="23253">First_Product_Purchased</cx:pt>
          <cx:pt idx="23254">First_Product_Purchased</cx:pt>
          <cx:pt idx="23255">Second_Product_Purchased</cx:pt>
          <cx:pt idx="23256">First_Product_Purchased</cx:pt>
          <cx:pt idx="23257">First_Product_Purchased</cx:pt>
          <cx:pt idx="23258">First_Product_Purchased</cx:pt>
          <cx:pt idx="23259">First_Product_Purchased</cx:pt>
          <cx:pt idx="23260">First_Product_Purchased</cx:pt>
          <cx:pt idx="23261">First_Product_Purchased</cx:pt>
          <cx:pt idx="23262">First_Product_Purchased</cx:pt>
          <cx:pt idx="23263">First_Product_Purchased</cx:pt>
          <cx:pt idx="23264">First_Product_Purchased</cx:pt>
          <cx:pt idx="23265">First_Product_Purchased</cx:pt>
          <cx:pt idx="23266">First_Product_Purchased</cx:pt>
          <cx:pt idx="23267">First_Product_Purchased</cx:pt>
          <cx:pt idx="23268">First_Product_Purchased</cx:pt>
          <cx:pt idx="23269">First_Product_Purchased</cx:pt>
          <cx:pt idx="23270">First_Product_Purchased</cx:pt>
          <cx:pt idx="23271">First_Product_Purchased</cx:pt>
          <cx:pt idx="23272">First_Product_Purchased</cx:pt>
          <cx:pt idx="23273">First_Product_Purchased</cx:pt>
          <cx:pt idx="23274">First_Product_Purchased</cx:pt>
          <cx:pt idx="23275">First_Product_Purchased</cx:pt>
          <cx:pt idx="23276">First_Product_Purchased</cx:pt>
          <cx:pt idx="23277">First_Product_Purchased</cx:pt>
          <cx:pt idx="23278">First_Product_Purchased</cx:pt>
          <cx:pt idx="23279">First_Product_Purchased</cx:pt>
          <cx:pt idx="23280">First_Product_Purchased</cx:pt>
          <cx:pt idx="23281">First_Product_Purchased</cx:pt>
          <cx:pt idx="23282">First_Product_Purchased</cx:pt>
          <cx:pt idx="23283">First_Product_Purchased</cx:pt>
          <cx:pt idx="23284">First_Product_Purchased</cx:pt>
          <cx:pt idx="23285">First_Product_Purchased</cx:pt>
          <cx:pt idx="23286">First_Product_Purchased</cx:pt>
          <cx:pt idx="23287">First_Product_Purchased</cx:pt>
          <cx:pt idx="23288">First_Product_Purchased</cx:pt>
          <cx:pt idx="23289">First_Product_Purchased</cx:pt>
          <cx:pt idx="23290">First_Product_Purchased</cx:pt>
          <cx:pt idx="23291">First_Product_Purchased</cx:pt>
          <cx:pt idx="23292">First_Product_Purchased</cx:pt>
          <cx:pt idx="23293">First_Product_Purchased</cx:pt>
          <cx:pt idx="23294">First_Product_Purchased</cx:pt>
          <cx:pt idx="23295">First_Product_Purchased</cx:pt>
          <cx:pt idx="23296">First_Product_Purchased</cx:pt>
          <cx:pt idx="23297">First_Product_Purchased</cx:pt>
          <cx:pt idx="23298">First_Product_Purchased</cx:pt>
          <cx:pt idx="23299">First_Product_Purchased</cx:pt>
          <cx:pt idx="23300">First_Product_Purchased</cx:pt>
          <cx:pt idx="23301">First_Product_Purchased</cx:pt>
          <cx:pt idx="23302">First_Product_Purchased</cx:pt>
          <cx:pt idx="23303">First_Product_Purchased</cx:pt>
          <cx:pt idx="23304">First_Product_Purchased</cx:pt>
          <cx:pt idx="23305">First_Product_Purchased</cx:pt>
          <cx:pt idx="23306">First_Product_Purchased</cx:pt>
          <cx:pt idx="23307">First_Product_Purchased</cx:pt>
          <cx:pt idx="23308">First_Product_Purchased</cx:pt>
          <cx:pt idx="23309">First_Product_Purchased</cx:pt>
          <cx:pt idx="23310">First_Product_Purchased</cx:pt>
          <cx:pt idx="23311">First_Product_Purchased</cx:pt>
          <cx:pt idx="23312">First_Product_Purchased</cx:pt>
          <cx:pt idx="23313">First_Product_Purchased</cx:pt>
          <cx:pt idx="23314">First_Product_Purchased</cx:pt>
          <cx:pt idx="23315">First_Product_Purchased</cx:pt>
          <cx:pt idx="23316">First_Product_Purchased</cx:pt>
          <cx:pt idx="23317">First_Product_Purchased</cx:pt>
          <cx:pt idx="23318">First_Product_Purchased</cx:pt>
          <cx:pt idx="23319">First_Product_Purchased</cx:pt>
          <cx:pt idx="23320">First_Product_Purchased</cx:pt>
          <cx:pt idx="23321">First_Product_Purchased</cx:pt>
          <cx:pt idx="23322">First_Product_Purchased</cx:pt>
          <cx:pt idx="23323">First_Product_Purchased</cx:pt>
          <cx:pt idx="23324">First_Product_Purchased</cx:pt>
          <cx:pt idx="23325">First_Product_Purchased</cx:pt>
          <cx:pt idx="23326">First_Product_Purchased</cx:pt>
          <cx:pt idx="23327">First_Product_Purchased</cx:pt>
          <cx:pt idx="23328">First_Product_Purchased</cx:pt>
          <cx:pt idx="23329">First_Product_Purchased</cx:pt>
          <cx:pt idx="23330">First_Product_Purchased</cx:pt>
          <cx:pt idx="23331">First_Product_Purchased</cx:pt>
          <cx:pt idx="23332">First_Product_Purchased</cx:pt>
          <cx:pt idx="23333">First_Product_Purchased</cx:pt>
          <cx:pt idx="23334">First_Product_Purchased</cx:pt>
          <cx:pt idx="23335">First_Product_Purchased</cx:pt>
          <cx:pt idx="23336">First_Product_Purchased</cx:pt>
          <cx:pt idx="23337">First_Product_Purchased</cx:pt>
          <cx:pt idx="23338">First_Product_Purchased</cx:pt>
          <cx:pt idx="23339">Second_Product_Purchased</cx:pt>
          <cx:pt idx="23340">First_Product_Purchased</cx:pt>
          <cx:pt idx="23341">First_Product_Purchased</cx:pt>
          <cx:pt idx="23342">First_Product_Purchased</cx:pt>
          <cx:pt idx="23343">First_Product_Purchased</cx:pt>
          <cx:pt idx="23344">First_Product_Purchased</cx:pt>
          <cx:pt idx="23345">First_Product_Purchased</cx:pt>
          <cx:pt idx="23346">First_Product_Purchased</cx:pt>
          <cx:pt idx="23347">First_Product_Purchased</cx:pt>
          <cx:pt idx="23348">First_Product_Purchased</cx:pt>
          <cx:pt idx="23349">First_Product_Purchased</cx:pt>
          <cx:pt idx="23350">First_Product_Purchased</cx:pt>
          <cx:pt idx="23351">First_Product_Purchased</cx:pt>
          <cx:pt idx="23352">First_Product_Purchased</cx:pt>
          <cx:pt idx="23353">First_Product_Purchased</cx:pt>
          <cx:pt idx="23354">First_Product_Purchased</cx:pt>
          <cx:pt idx="23355">First_Product_Purchased</cx:pt>
          <cx:pt idx="23356">First_Product_Purchased</cx:pt>
          <cx:pt idx="23357">First_Product_Purchased</cx:pt>
          <cx:pt idx="23358">First_Product_Purchased</cx:pt>
          <cx:pt idx="23359">First_Product_Purchased</cx:pt>
          <cx:pt idx="23360">First_Product_Purchased</cx:pt>
          <cx:pt idx="23361">First_Product_Purchased</cx:pt>
          <cx:pt idx="23362">First_Product_Purchased</cx:pt>
          <cx:pt idx="23363">First_Product_Purchased</cx:pt>
          <cx:pt idx="23364">First_Product_Purchased</cx:pt>
          <cx:pt idx="23365">First_Product_Purchased</cx:pt>
          <cx:pt idx="23366">First_Product_Purchased</cx:pt>
          <cx:pt idx="23367">First_Product_Purchased</cx:pt>
          <cx:pt idx="23368">First_Product_Purchased</cx:pt>
          <cx:pt idx="23369">First_Product_Purchased</cx:pt>
          <cx:pt idx="23370">First_Product_Purchased</cx:pt>
          <cx:pt idx="23371">First_Product_Purchased</cx:pt>
          <cx:pt idx="23372">Second_Product_Purchased</cx:pt>
          <cx:pt idx="23373">First_Product_Purchased</cx:pt>
          <cx:pt idx="23374">First_Product_Purchased</cx:pt>
          <cx:pt idx="23375">First_Product_Purchased</cx:pt>
          <cx:pt idx="23376">First_Product_Purchased</cx:pt>
          <cx:pt idx="23377">First_Product_Purchased</cx:pt>
          <cx:pt idx="23378">First_Product_Purchased</cx:pt>
          <cx:pt idx="23379">First_Product_Purchased</cx:pt>
          <cx:pt idx="23380">First_Product_Purchased</cx:pt>
          <cx:pt idx="23381">First_Product_Purchased</cx:pt>
          <cx:pt idx="23382">First_Product_Purchased</cx:pt>
          <cx:pt idx="23383">First_Product_Purchased</cx:pt>
          <cx:pt idx="23384">First_Product_Purchased</cx:pt>
          <cx:pt idx="23385">First_Product_Purchased</cx:pt>
          <cx:pt idx="23386">First_Product_Purchased</cx:pt>
          <cx:pt idx="23387">First_Product_Purchased</cx:pt>
          <cx:pt idx="23388">First_Product_Purchased</cx:pt>
          <cx:pt idx="23389">First_Product_Purchased</cx:pt>
          <cx:pt idx="23390">First_Product_Purchased</cx:pt>
          <cx:pt idx="23391">First_Product_Purchased</cx:pt>
          <cx:pt idx="23392">First_Product_Purchased</cx:pt>
          <cx:pt idx="23393">First_Product_Purchased</cx:pt>
          <cx:pt idx="23394">First_Product_Purchased</cx:pt>
          <cx:pt idx="23395">First_Product_Purchased</cx:pt>
          <cx:pt idx="23396">First_Product_Purchased</cx:pt>
          <cx:pt idx="23397">First_Product_Purchased</cx:pt>
          <cx:pt idx="23398">First_Product_Purchased</cx:pt>
          <cx:pt idx="23399">First_Product_Purchased</cx:pt>
          <cx:pt idx="23400">First_Product_Purchased</cx:pt>
          <cx:pt idx="23401">First_Product_Purchased</cx:pt>
          <cx:pt idx="23402">First_Product_Purchased</cx:pt>
          <cx:pt idx="23403">First_Product_Purchased</cx:pt>
          <cx:pt idx="23404">First_Product_Purchased</cx:pt>
          <cx:pt idx="23405">First_Product_Purchased</cx:pt>
          <cx:pt idx="23406">First_Product_Purchased</cx:pt>
          <cx:pt idx="23407">First_Product_Purchased</cx:pt>
          <cx:pt idx="23408">First_Product_Purchased</cx:pt>
          <cx:pt idx="23409">First_Product_Purchased</cx:pt>
          <cx:pt idx="23410">First_Product_Purchased</cx:pt>
          <cx:pt idx="23411">First_Product_Purchased</cx:pt>
          <cx:pt idx="23412">First_Product_Purchased</cx:pt>
          <cx:pt idx="23413">First_Product_Purchased</cx:pt>
          <cx:pt idx="23414">First_Product_Purchased</cx:pt>
          <cx:pt idx="23415">First_Product_Purchased</cx:pt>
          <cx:pt idx="23416">First_Product_Purchased</cx:pt>
          <cx:pt idx="23417">First_Product_Purchased</cx:pt>
          <cx:pt idx="23418">First_Product_Purchased</cx:pt>
          <cx:pt idx="23419">First_Product_Purchased</cx:pt>
          <cx:pt idx="23420">First_Product_Purchased</cx:pt>
          <cx:pt idx="23421">First_Product_Purchased</cx:pt>
          <cx:pt idx="23422">First_Product_Purchased</cx:pt>
          <cx:pt idx="23423">First_Product_Purchased</cx:pt>
          <cx:pt idx="23424">First_Product_Purchased</cx:pt>
          <cx:pt idx="23425">Second_Product_Purchased</cx:pt>
          <cx:pt idx="23426">First_Product_Purchased</cx:pt>
          <cx:pt idx="23427">First_Product_Purchased</cx:pt>
          <cx:pt idx="23428">First_Product_Purchased</cx:pt>
          <cx:pt idx="23429">First_Product_Purchased</cx:pt>
          <cx:pt idx="23430">First_Product_Purchased</cx:pt>
          <cx:pt idx="23431">First_Product_Purchased</cx:pt>
          <cx:pt idx="23432">First_Product_Purchased</cx:pt>
          <cx:pt idx="23433">First_Product_Purchased</cx:pt>
          <cx:pt idx="23434">First_Product_Purchased</cx:pt>
          <cx:pt idx="23435">First_Product_Purchased</cx:pt>
          <cx:pt idx="23436">First_Product_Purchased</cx:pt>
          <cx:pt idx="23437">First_Product_Purchased</cx:pt>
          <cx:pt idx="23438">First_Product_Purchased</cx:pt>
          <cx:pt idx="23439">First_Product_Purchased</cx:pt>
          <cx:pt idx="23440">First_Product_Purchased</cx:pt>
          <cx:pt idx="23441">First_Product_Purchased</cx:pt>
          <cx:pt idx="23442">First_Product_Purchased</cx:pt>
          <cx:pt idx="23443">First_Product_Purchased</cx:pt>
          <cx:pt idx="23444">First_Product_Purchased</cx:pt>
          <cx:pt idx="23445">First_Product_Purchased</cx:pt>
          <cx:pt idx="23446">First_Product_Purchased</cx:pt>
          <cx:pt idx="23447">First_Product_Purchased</cx:pt>
          <cx:pt idx="23448">First_Product_Purchased</cx:pt>
          <cx:pt idx="23449">First_Product_Purchased</cx:pt>
          <cx:pt idx="23450">First_Product_Purchased</cx:pt>
          <cx:pt idx="23451">First_Product_Purchased</cx:pt>
          <cx:pt idx="23452">First_Product_Purchased</cx:pt>
          <cx:pt idx="23453">First_Product_Purchased</cx:pt>
          <cx:pt idx="23454">First_Product_Purchased</cx:pt>
          <cx:pt idx="23455">First_Product_Purchased</cx:pt>
          <cx:pt idx="23456">First_Product_Purchased</cx:pt>
          <cx:pt idx="23457">First_Product_Purchased</cx:pt>
          <cx:pt idx="23458">First_Product_Purchased</cx:pt>
          <cx:pt idx="23459">First_Product_Purchased</cx:pt>
          <cx:pt idx="23460">First_Product_Purchased</cx:pt>
          <cx:pt idx="23461">First_Product_Purchased</cx:pt>
          <cx:pt idx="23462">First_Product_Purchased</cx:pt>
          <cx:pt idx="23463">First_Product_Purchased</cx:pt>
          <cx:pt idx="23464">First_Product_Purchased</cx:pt>
          <cx:pt idx="23465">First_Product_Purchased</cx:pt>
          <cx:pt idx="23466">First_Product_Purchased</cx:pt>
          <cx:pt idx="23467">First_Product_Purchased</cx:pt>
          <cx:pt idx="23468">First_Product_Purchased</cx:pt>
          <cx:pt idx="23469">First_Product_Purchased</cx:pt>
          <cx:pt idx="23470">First_Product_Purchased</cx:pt>
          <cx:pt idx="23471">First_Product_Purchased</cx:pt>
          <cx:pt idx="23472">First_Product_Purchased</cx:pt>
          <cx:pt idx="23473">First_Product_Purchased</cx:pt>
          <cx:pt idx="23474">First_Product_Purchased</cx:pt>
          <cx:pt idx="23475">First_Product_Purchased</cx:pt>
          <cx:pt idx="23476">First_Product_Purchased</cx:pt>
          <cx:pt idx="23477">First_Product_Purchased</cx:pt>
          <cx:pt idx="23478">First_Product_Purchased</cx:pt>
          <cx:pt idx="23479">First_Product_Purchased</cx:pt>
          <cx:pt idx="23480">First_Product_Purchased</cx:pt>
          <cx:pt idx="23481">First_Product_Purchased</cx:pt>
          <cx:pt idx="23482">First_Product_Purchased</cx:pt>
          <cx:pt idx="23483">First_Product_Purchased</cx:pt>
          <cx:pt idx="23484">First_Product_Purchased</cx:pt>
          <cx:pt idx="23485">First_Product_Purchased</cx:pt>
          <cx:pt idx="23486">First_Product_Purchased</cx:pt>
          <cx:pt idx="23487">First_Product_Purchased</cx:pt>
          <cx:pt idx="23488">First_Product_Purchased</cx:pt>
          <cx:pt idx="23489">First_Product_Purchased</cx:pt>
          <cx:pt idx="23490">First_Product_Purchased</cx:pt>
          <cx:pt idx="23491">First_Product_Purchased</cx:pt>
          <cx:pt idx="23492">First_Product_Purchased</cx:pt>
          <cx:pt idx="23493">First_Product_Purchased</cx:pt>
          <cx:pt idx="23494">First_Product_Purchased</cx:pt>
          <cx:pt idx="23495">First_Product_Purchased</cx:pt>
          <cx:pt idx="23496">First_Product_Purchased</cx:pt>
          <cx:pt idx="23497">First_Product_Purchased</cx:pt>
          <cx:pt idx="23498">First_Product_Purchased</cx:pt>
          <cx:pt idx="23499">First_Product_Purchased</cx:pt>
          <cx:pt idx="23500">First_Product_Purchased</cx:pt>
          <cx:pt idx="23501">First_Product_Purchased</cx:pt>
          <cx:pt idx="23502">First_Product_Purchased</cx:pt>
          <cx:pt idx="23503">First_Product_Purchased</cx:pt>
          <cx:pt idx="23504">First_Product_Purchased</cx:pt>
          <cx:pt idx="23505">First_Product_Purchased</cx:pt>
          <cx:pt idx="23506">First_Product_Purchased</cx:pt>
          <cx:pt idx="23507">First_Product_Purchased</cx:pt>
          <cx:pt idx="23508">First_Product_Purchased</cx:pt>
          <cx:pt idx="23509">First_Product_Purchased</cx:pt>
          <cx:pt idx="23510">First_Product_Purchased</cx:pt>
          <cx:pt idx="23511">First_Product_Purchased</cx:pt>
          <cx:pt idx="23512">First_Product_Purchased</cx:pt>
          <cx:pt idx="23513">First_Product_Purchased</cx:pt>
          <cx:pt idx="23514">First_Product_Purchased</cx:pt>
          <cx:pt idx="23515">Second_Product_Purchased</cx:pt>
          <cx:pt idx="23516">First_Product_Purchased</cx:pt>
          <cx:pt idx="23517">First_Product_Purchased</cx:pt>
          <cx:pt idx="23518">First_Product_Purchased</cx:pt>
          <cx:pt idx="23519">First_Product_Purchased</cx:pt>
          <cx:pt idx="23520">First_Product_Purchased</cx:pt>
          <cx:pt idx="23521">First_Product_Purchased</cx:pt>
          <cx:pt idx="23522">First_Product_Purchased</cx:pt>
          <cx:pt idx="23523">First_Product_Purchased</cx:pt>
          <cx:pt idx="23524">First_Product_Purchased</cx:pt>
          <cx:pt idx="23525">First_Product_Purchased</cx:pt>
          <cx:pt idx="23526">First_Product_Purchased</cx:pt>
          <cx:pt idx="23527">First_Product_Purchased</cx:pt>
          <cx:pt idx="23528">First_Product_Purchased</cx:pt>
          <cx:pt idx="23529">First_Product_Purchased</cx:pt>
          <cx:pt idx="23530">First_Product_Purchased</cx:pt>
          <cx:pt idx="23531">First_Product_Purchased</cx:pt>
          <cx:pt idx="23532">First_Product_Purchased</cx:pt>
          <cx:pt idx="23533">First_Product_Purchased</cx:pt>
          <cx:pt idx="23534">First_Product_Purchased</cx:pt>
          <cx:pt idx="23535">First_Product_Purchased</cx:pt>
          <cx:pt idx="23536">First_Product_Purchased</cx:pt>
          <cx:pt idx="23537">Second_Product_Purchased</cx:pt>
          <cx:pt idx="23538">First_Product_Purchased</cx:pt>
          <cx:pt idx="23539">Second_Product_Purchased</cx:pt>
          <cx:pt idx="23540">First_Product_Purchased</cx:pt>
          <cx:pt idx="23541">First_Product_Purchased</cx:pt>
          <cx:pt idx="23542">First_Product_Purchased</cx:pt>
          <cx:pt idx="23543">First_Product_Purchased</cx:pt>
          <cx:pt idx="23544">First_Product_Purchased</cx:pt>
          <cx:pt idx="23545">First_Product_Purchased</cx:pt>
          <cx:pt idx="23546">First_Product_Purchased</cx:pt>
          <cx:pt idx="23547">First_Product_Purchased</cx:pt>
          <cx:pt idx="23548">First_Product_Purchased</cx:pt>
          <cx:pt idx="23549">First_Product_Purchased</cx:pt>
          <cx:pt idx="23550">First_Product_Purchased</cx:pt>
          <cx:pt idx="23551">First_Product_Purchased</cx:pt>
          <cx:pt idx="23552">First_Product_Purchased</cx:pt>
          <cx:pt idx="23553">First_Product_Purchased</cx:pt>
          <cx:pt idx="23554">First_Product_Purchased</cx:pt>
          <cx:pt idx="23555">First_Product_Purchased</cx:pt>
          <cx:pt idx="23556">First_Product_Purchased</cx:pt>
          <cx:pt idx="23557">First_Product_Purchased</cx:pt>
          <cx:pt idx="23558">First_Product_Purchased</cx:pt>
          <cx:pt idx="23559">First_Product_Purchased</cx:pt>
          <cx:pt idx="23560">First_Product_Purchased</cx:pt>
          <cx:pt idx="23561">First_Product_Purchased</cx:pt>
          <cx:pt idx="23562">First_Product_Purchased</cx:pt>
          <cx:pt idx="23563">First_Product_Purchased</cx:pt>
          <cx:pt idx="23564">First_Product_Purchased</cx:pt>
          <cx:pt idx="23565">First_Product_Purchased</cx:pt>
          <cx:pt idx="23566">First_Product_Purchased</cx:pt>
          <cx:pt idx="23567">First_Product_Purchased</cx:pt>
          <cx:pt idx="23568">First_Product_Purchased</cx:pt>
          <cx:pt idx="23569">First_Product_Purchased</cx:pt>
          <cx:pt idx="23570">First_Product_Purchased</cx:pt>
          <cx:pt idx="23571">First_Product_Purchased</cx:pt>
          <cx:pt idx="23572">First_Product_Purchased</cx:pt>
          <cx:pt idx="23573">First_Product_Purchased</cx:pt>
          <cx:pt idx="23574">First_Product_Purchased</cx:pt>
          <cx:pt idx="23575">First_Product_Purchased</cx:pt>
          <cx:pt idx="23576">First_Product_Purchased</cx:pt>
          <cx:pt idx="23577">First_Product_Purchased</cx:pt>
          <cx:pt idx="23578">First_Product_Purchased</cx:pt>
          <cx:pt idx="23579">First_Product_Purchased</cx:pt>
          <cx:pt idx="23580">First_Product_Purchased</cx:pt>
          <cx:pt idx="23581">First_Product_Purchased</cx:pt>
          <cx:pt idx="23582">First_Product_Purchased</cx:pt>
          <cx:pt idx="23583">First_Product_Purchased</cx:pt>
          <cx:pt idx="23584">First_Product_Purchased</cx:pt>
          <cx:pt idx="23585">First_Product_Purchased</cx:pt>
          <cx:pt idx="23586">First_Product_Purchased</cx:pt>
          <cx:pt idx="23587">First_Product_Purchased</cx:pt>
          <cx:pt idx="23588">First_Product_Purchased</cx:pt>
          <cx:pt idx="23589">First_Product_Purchased</cx:pt>
          <cx:pt idx="23590">First_Product_Purchased</cx:pt>
          <cx:pt idx="23591">First_Product_Purchased</cx:pt>
          <cx:pt idx="23592">First_Product_Purchased</cx:pt>
          <cx:pt idx="23593">First_Product_Purchased</cx:pt>
          <cx:pt idx="23594">First_Product_Purchased</cx:pt>
          <cx:pt idx="23595">First_Product_Purchased</cx:pt>
          <cx:pt idx="23596">First_Product_Purchased</cx:pt>
          <cx:pt idx="23597">First_Product_Purchased</cx:pt>
          <cx:pt idx="23598">First_Product_Purchased</cx:pt>
          <cx:pt idx="23599">First_Product_Purchased</cx:pt>
          <cx:pt idx="23600">First_Product_Purchased</cx:pt>
          <cx:pt idx="23601">First_Product_Purchased</cx:pt>
          <cx:pt idx="23602">First_Product_Purchased</cx:pt>
          <cx:pt idx="23603">First_Product_Purchased</cx:pt>
          <cx:pt idx="23604">First_Product_Purchased</cx:pt>
          <cx:pt idx="23605">First_Product_Purchased</cx:pt>
          <cx:pt idx="23606">First_Product_Purchased</cx:pt>
          <cx:pt idx="23607">First_Product_Purchased</cx:pt>
          <cx:pt idx="23608">First_Product_Purchased</cx:pt>
          <cx:pt idx="23609">First_Product_Purchased</cx:pt>
          <cx:pt idx="23610">First_Product_Purchased</cx:pt>
          <cx:pt idx="23611">First_Product_Purchased</cx:pt>
          <cx:pt idx="23612">First_Product_Purchased</cx:pt>
          <cx:pt idx="23613">First_Product_Purchased</cx:pt>
          <cx:pt idx="23614">First_Product_Purchased</cx:pt>
          <cx:pt idx="23615">First_Product_Purchased</cx:pt>
          <cx:pt idx="23616">First_Product_Purchased</cx:pt>
          <cx:pt idx="23617">First_Product_Purchased</cx:pt>
          <cx:pt idx="23618">First_Product_Purchased</cx:pt>
          <cx:pt idx="23619">First_Product_Purchased</cx:pt>
          <cx:pt idx="23620">First_Product_Purchased</cx:pt>
          <cx:pt idx="23621">First_Product_Purchased</cx:pt>
          <cx:pt idx="23622">First_Product_Purchased</cx:pt>
          <cx:pt idx="23623">First_Product_Purchased</cx:pt>
          <cx:pt idx="23624">First_Product_Purchased</cx:pt>
          <cx:pt idx="23625">Second_Product_Purchased</cx:pt>
          <cx:pt idx="23626">First_Product_Purchased</cx:pt>
          <cx:pt idx="23627">First_Product_Purchased</cx:pt>
          <cx:pt idx="23628">First_Product_Purchased</cx:pt>
          <cx:pt idx="23629">First_Product_Purchased</cx:pt>
          <cx:pt idx="23630">First_Product_Purchased</cx:pt>
          <cx:pt idx="23631">Second_Product_Purchased</cx:pt>
          <cx:pt idx="23632">First_Product_Purchased</cx:pt>
          <cx:pt idx="23633">First_Product_Purchased</cx:pt>
          <cx:pt idx="23634">First_Product_Purchased</cx:pt>
          <cx:pt idx="23635">First_Product_Purchased</cx:pt>
          <cx:pt idx="23636">First_Product_Purchased</cx:pt>
          <cx:pt idx="23637">First_Product_Purchased</cx:pt>
          <cx:pt idx="23638">First_Product_Purchased</cx:pt>
          <cx:pt idx="23639">First_Product_Purchased</cx:pt>
          <cx:pt idx="23640">First_Product_Purchased</cx:pt>
          <cx:pt idx="23641">First_Product_Purchased</cx:pt>
          <cx:pt idx="23642">First_Product_Purchased</cx:pt>
          <cx:pt idx="23643">First_Product_Purchased</cx:pt>
          <cx:pt idx="23644">First_Product_Purchased</cx:pt>
          <cx:pt idx="23645">First_Product_Purchased</cx:pt>
          <cx:pt idx="23646">First_Product_Purchased</cx:pt>
          <cx:pt idx="23647">First_Product_Purchased</cx:pt>
          <cx:pt idx="23648">First_Product_Purchased</cx:pt>
          <cx:pt idx="23649">First_Product_Purchased</cx:pt>
          <cx:pt idx="23650">First_Product_Purchased</cx:pt>
          <cx:pt idx="23651">First_Product_Purchased</cx:pt>
          <cx:pt idx="23652">First_Product_Purchased</cx:pt>
          <cx:pt idx="23653">First_Product_Purchased</cx:pt>
          <cx:pt idx="23654">First_Product_Purchased</cx:pt>
          <cx:pt idx="23655">First_Product_Purchased</cx:pt>
          <cx:pt idx="23656">First_Product_Purchased</cx:pt>
          <cx:pt idx="23657">First_Product_Purchased</cx:pt>
          <cx:pt idx="23658">Second_Product_Purchased</cx:pt>
          <cx:pt idx="23659">First_Product_Purchased</cx:pt>
          <cx:pt idx="23660">First_Product_Purchased</cx:pt>
          <cx:pt idx="23661">First_Product_Purchased</cx:pt>
          <cx:pt idx="23662">First_Product_Purchased</cx:pt>
          <cx:pt idx="23663">First_Product_Purchased</cx:pt>
          <cx:pt idx="23664">First_Product_Purchased</cx:pt>
          <cx:pt idx="23665">First_Product_Purchased</cx:pt>
          <cx:pt idx="23666">First_Product_Purchased</cx:pt>
          <cx:pt idx="23667">First_Product_Purchased</cx:pt>
          <cx:pt idx="23668">First_Product_Purchased</cx:pt>
          <cx:pt idx="23669">First_Product_Purchased</cx:pt>
          <cx:pt idx="23670">First_Product_Purchased</cx:pt>
          <cx:pt idx="23671">First_Product_Purchased</cx:pt>
          <cx:pt idx="23672">Second_Product_Purchased</cx:pt>
          <cx:pt idx="23673">First_Product_Purchased</cx:pt>
          <cx:pt idx="23674">First_Product_Purchased</cx:pt>
          <cx:pt idx="23675">First_Product_Purchased</cx:pt>
          <cx:pt idx="23676">First_Product_Purchased</cx:pt>
          <cx:pt idx="23677">First_Product_Purchased</cx:pt>
          <cx:pt idx="23678">First_Product_Purchased</cx:pt>
          <cx:pt idx="23679">First_Product_Purchased</cx:pt>
          <cx:pt idx="23680">First_Product_Purchased</cx:pt>
          <cx:pt idx="23681">First_Product_Purchased</cx:pt>
          <cx:pt idx="23682">First_Product_Purchased</cx:pt>
          <cx:pt idx="23683">First_Product_Purchased</cx:pt>
          <cx:pt idx="23684">First_Product_Purchased</cx:pt>
          <cx:pt idx="23685">First_Product_Purchased</cx:pt>
          <cx:pt idx="23686">First_Product_Purchased</cx:pt>
          <cx:pt idx="23687">First_Product_Purchased</cx:pt>
          <cx:pt idx="23688">First_Product_Purchased</cx:pt>
          <cx:pt idx="23689">Second_Product_Purchased</cx:pt>
          <cx:pt idx="23690">First_Product_Purchased</cx:pt>
          <cx:pt idx="23691">First_Product_Purchased</cx:pt>
          <cx:pt idx="23692">First_Product_Purchased</cx:pt>
          <cx:pt idx="23693">Second_Product_Purchased</cx:pt>
          <cx:pt idx="23694">First_Product_Purchased</cx:pt>
          <cx:pt idx="23695">First_Product_Purchased</cx:pt>
          <cx:pt idx="23696">First_Product_Purchased</cx:pt>
          <cx:pt idx="23697">First_Product_Purchased</cx:pt>
          <cx:pt idx="23698">First_Product_Purchased</cx:pt>
          <cx:pt idx="23699">First_Product_Purchased</cx:pt>
          <cx:pt idx="23700">Second_Product_Purchased</cx:pt>
          <cx:pt idx="23701">First_Product_Purchased</cx:pt>
          <cx:pt idx="23702">First_Product_Purchased</cx:pt>
          <cx:pt idx="23703">Second_Product_Purchased</cx:pt>
          <cx:pt idx="23704">First_Product_Purchased</cx:pt>
          <cx:pt idx="23705">First_Product_Purchased</cx:pt>
          <cx:pt idx="23706">First_Product_Purchased</cx:pt>
          <cx:pt idx="23707">First_Product_Purchased</cx:pt>
          <cx:pt idx="23708">First_Product_Purchased</cx:pt>
          <cx:pt idx="23709">First_Product_Purchased</cx:pt>
          <cx:pt idx="23710">First_Product_Purchased</cx:pt>
          <cx:pt idx="23711">First_Product_Purchased</cx:pt>
          <cx:pt idx="23712">First_Product_Purchased</cx:pt>
          <cx:pt idx="23713">First_Product_Purchased</cx:pt>
          <cx:pt idx="23714">First_Product_Purchased</cx:pt>
          <cx:pt idx="23715">First_Product_Purchased</cx:pt>
          <cx:pt idx="23716">First_Product_Purchased</cx:pt>
          <cx:pt idx="23717">First_Product_Purchased</cx:pt>
          <cx:pt idx="23718">First_Product_Purchased</cx:pt>
          <cx:pt idx="23719">First_Product_Purchased</cx:pt>
          <cx:pt idx="23720">First_Product_Purchased</cx:pt>
          <cx:pt idx="23721">First_Product_Purchased</cx:pt>
          <cx:pt idx="23722">First_Product_Purchased</cx:pt>
          <cx:pt idx="23723">First_Product_Purchased</cx:pt>
          <cx:pt idx="23724">First_Product_Purchased</cx:pt>
          <cx:pt idx="23725">First_Product_Purchased</cx:pt>
          <cx:pt idx="23726">First_Product_Purchased</cx:pt>
          <cx:pt idx="23727">First_Product_Purchased</cx:pt>
          <cx:pt idx="23728">First_Product_Purchased</cx:pt>
          <cx:pt idx="23729">First_Product_Purchased</cx:pt>
          <cx:pt idx="23730">First_Product_Purchased</cx:pt>
          <cx:pt idx="23731">First_Product_Purchased</cx:pt>
          <cx:pt idx="23732">First_Product_Purchased</cx:pt>
          <cx:pt idx="23733">First_Product_Purchased</cx:pt>
          <cx:pt idx="23734">First_Product_Purchased</cx:pt>
          <cx:pt idx="23735">First_Product_Purchased</cx:pt>
          <cx:pt idx="23736">First_Product_Purchased</cx:pt>
          <cx:pt idx="23737">First_Product_Purchased</cx:pt>
          <cx:pt idx="23738">First_Product_Purchased</cx:pt>
          <cx:pt idx="23739">First_Product_Purchased</cx:pt>
          <cx:pt idx="23740">First_Product_Purchased</cx:pt>
          <cx:pt idx="23741">First_Product_Purchased</cx:pt>
          <cx:pt idx="23742">First_Product_Purchased</cx:pt>
          <cx:pt idx="23743">First_Product_Purchased</cx:pt>
          <cx:pt idx="23744">First_Product_Purchased</cx:pt>
          <cx:pt idx="23745">First_Product_Purchased</cx:pt>
          <cx:pt idx="23746">First_Product_Purchased</cx:pt>
          <cx:pt idx="23747">First_Product_Purchased</cx:pt>
          <cx:pt idx="23748">First_Product_Purchased</cx:pt>
          <cx:pt idx="23749">First_Product_Purchased</cx:pt>
          <cx:pt idx="23750">First_Product_Purchased</cx:pt>
          <cx:pt idx="23751">First_Product_Purchased</cx:pt>
          <cx:pt idx="23752">First_Product_Purchased</cx:pt>
          <cx:pt idx="23753">First_Product_Purchased</cx:pt>
          <cx:pt idx="23754">First_Product_Purchased</cx:pt>
          <cx:pt idx="23755">First_Product_Purchased</cx:pt>
          <cx:pt idx="23756">First_Product_Purchased</cx:pt>
          <cx:pt idx="23757">First_Product_Purchased</cx:pt>
          <cx:pt idx="23758">First_Product_Purchased</cx:pt>
          <cx:pt idx="23759">First_Product_Purchased</cx:pt>
          <cx:pt idx="23760">First_Product_Purchased</cx:pt>
          <cx:pt idx="23761">First_Product_Purchased</cx:pt>
          <cx:pt idx="23762">First_Product_Purchased</cx:pt>
          <cx:pt idx="23763">First_Product_Purchased</cx:pt>
          <cx:pt idx="23764">First_Product_Purchased</cx:pt>
          <cx:pt idx="23765">First_Product_Purchased</cx:pt>
          <cx:pt idx="23766">First_Product_Purchased</cx:pt>
          <cx:pt idx="23767">First_Product_Purchased</cx:pt>
          <cx:pt idx="23768">First_Product_Purchased</cx:pt>
          <cx:pt idx="23769">First_Product_Purchased</cx:pt>
          <cx:pt idx="23770">First_Product_Purchased</cx:pt>
          <cx:pt idx="23771">Second_Product_Purchased</cx:pt>
          <cx:pt idx="23772">First_Product_Purchased</cx:pt>
          <cx:pt idx="23773">First_Product_Purchased</cx:pt>
          <cx:pt idx="23774">First_Product_Purchased</cx:pt>
          <cx:pt idx="23775">First_Product_Purchased</cx:pt>
          <cx:pt idx="23776">First_Product_Purchased</cx:pt>
          <cx:pt idx="23777">First_Product_Purchased</cx:pt>
          <cx:pt idx="23778">First_Product_Purchased</cx:pt>
          <cx:pt idx="23779">First_Product_Purchased</cx:pt>
          <cx:pt idx="23780">First_Product_Purchased</cx:pt>
          <cx:pt idx="23781">First_Product_Purchased</cx:pt>
          <cx:pt idx="23782">First_Product_Purchased</cx:pt>
          <cx:pt idx="23783">First_Product_Purchased</cx:pt>
          <cx:pt idx="23784">First_Product_Purchased</cx:pt>
          <cx:pt idx="23785">First_Product_Purchased</cx:pt>
          <cx:pt idx="23786">First_Product_Purchased</cx:pt>
          <cx:pt idx="23787">First_Product_Purchased</cx:pt>
          <cx:pt idx="23788">Second_Product_Purchased</cx:pt>
          <cx:pt idx="23789">First_Product_Purchased</cx:pt>
          <cx:pt idx="23790">First_Product_Purchased</cx:pt>
          <cx:pt idx="23791">First_Product_Purchased</cx:pt>
          <cx:pt idx="23792">First_Product_Purchased</cx:pt>
          <cx:pt idx="23793">First_Product_Purchased</cx:pt>
          <cx:pt idx="23794">First_Product_Purchased</cx:pt>
          <cx:pt idx="23795">First_Product_Purchased</cx:pt>
          <cx:pt idx="23796">First_Product_Purchased</cx:pt>
          <cx:pt idx="23797">First_Product_Purchased</cx:pt>
          <cx:pt idx="23798">First_Product_Purchased</cx:pt>
          <cx:pt idx="23799">First_Product_Purchased</cx:pt>
          <cx:pt idx="23800">First_Product_Purchased</cx:pt>
          <cx:pt idx="23801">First_Product_Purchased</cx:pt>
          <cx:pt idx="23802">First_Product_Purchased</cx:pt>
          <cx:pt idx="23803">First_Product_Purchased</cx:pt>
          <cx:pt idx="23804">First_Product_Purchased</cx:pt>
          <cx:pt idx="23805">First_Product_Purchased</cx:pt>
          <cx:pt idx="23806">First_Product_Purchased</cx:pt>
          <cx:pt idx="23807">First_Product_Purchased</cx:pt>
          <cx:pt idx="23808">First_Product_Purchased</cx:pt>
          <cx:pt idx="23809">First_Product_Purchased</cx:pt>
          <cx:pt idx="23810">First_Product_Purchased</cx:pt>
          <cx:pt idx="23811">First_Product_Purchased</cx:pt>
          <cx:pt idx="23812">First_Product_Purchased</cx:pt>
          <cx:pt idx="23813">First_Product_Purchased</cx:pt>
          <cx:pt idx="23814">First_Product_Purchased</cx:pt>
          <cx:pt idx="23815">First_Product_Purchased</cx:pt>
          <cx:pt idx="23816">First_Product_Purchased</cx:pt>
          <cx:pt idx="23817">First_Product_Purchased</cx:pt>
          <cx:pt idx="23818">First_Product_Purchased</cx:pt>
          <cx:pt idx="23819">First_Product_Purchased</cx:pt>
          <cx:pt idx="23820">First_Product_Purchased</cx:pt>
          <cx:pt idx="23821">First_Product_Purchased</cx:pt>
          <cx:pt idx="23822">First_Product_Purchased</cx:pt>
          <cx:pt idx="23823">First_Product_Purchased</cx:pt>
          <cx:pt idx="23824">First_Product_Purchased</cx:pt>
          <cx:pt idx="23825">First_Product_Purchased</cx:pt>
          <cx:pt idx="23826">First_Product_Purchased</cx:pt>
          <cx:pt idx="23827">First_Product_Purchased</cx:pt>
          <cx:pt idx="23828">First_Product_Purchased</cx:pt>
          <cx:pt idx="23829">First_Product_Purchased</cx:pt>
          <cx:pt idx="23830">First_Product_Purchased</cx:pt>
          <cx:pt idx="23831">First_Product_Purchased</cx:pt>
          <cx:pt idx="23832">First_Product_Purchased</cx:pt>
          <cx:pt idx="23833">First_Product_Purchased</cx:pt>
          <cx:pt idx="23834">First_Product_Purchased</cx:pt>
          <cx:pt idx="23835">First_Product_Purchased</cx:pt>
          <cx:pt idx="23836">First_Product_Purchased</cx:pt>
          <cx:pt idx="23837">First_Product_Purchased</cx:pt>
          <cx:pt idx="23838">First_Product_Purchased</cx:pt>
          <cx:pt idx="23839">First_Product_Purchased</cx:pt>
          <cx:pt idx="23840">First_Product_Purchased</cx:pt>
          <cx:pt idx="23841">First_Product_Purchased</cx:pt>
          <cx:pt idx="23842">First_Product_Purchased</cx:pt>
          <cx:pt idx="23843">First_Product_Purchased</cx:pt>
          <cx:pt idx="23844">First_Product_Purchased</cx:pt>
          <cx:pt idx="23845">First_Product_Purchased</cx:pt>
          <cx:pt idx="23846">First_Product_Purchased</cx:pt>
          <cx:pt idx="23847">First_Product_Purchased</cx:pt>
          <cx:pt idx="23848">First_Product_Purchased</cx:pt>
          <cx:pt idx="23849">First_Product_Purchased</cx:pt>
          <cx:pt idx="23850">First_Product_Purchased</cx:pt>
          <cx:pt idx="23851">First_Product_Purchased</cx:pt>
          <cx:pt idx="23852">First_Product_Purchased</cx:pt>
          <cx:pt idx="23853">First_Product_Purchased</cx:pt>
          <cx:pt idx="23854">First_Product_Purchased</cx:pt>
          <cx:pt idx="23855">First_Product_Purchased</cx:pt>
          <cx:pt idx="23856">First_Product_Purchased</cx:pt>
          <cx:pt idx="23857">First_Product_Purchased</cx:pt>
          <cx:pt idx="23858">Second_Product_Purchased</cx:pt>
          <cx:pt idx="23859">First_Product_Purchased</cx:pt>
          <cx:pt idx="23860">First_Product_Purchased</cx:pt>
          <cx:pt idx="23861">First_Product_Purchased</cx:pt>
          <cx:pt idx="23862">First_Product_Purchased</cx:pt>
          <cx:pt idx="23863">First_Product_Purchased</cx:pt>
          <cx:pt idx="23864">First_Product_Purchased</cx:pt>
          <cx:pt idx="23865">Second_Product_Purchased</cx:pt>
          <cx:pt idx="23866">First_Product_Purchased</cx:pt>
          <cx:pt idx="23867">First_Product_Purchased</cx:pt>
          <cx:pt idx="23868">First_Product_Purchased</cx:pt>
          <cx:pt idx="23869">First_Product_Purchased</cx:pt>
          <cx:pt idx="23870">First_Product_Purchased</cx:pt>
          <cx:pt idx="23871">First_Product_Purchased</cx:pt>
          <cx:pt idx="23872">First_Product_Purchased</cx:pt>
          <cx:pt idx="23873">First_Product_Purchased</cx:pt>
          <cx:pt idx="23874">First_Product_Purchased</cx:pt>
          <cx:pt idx="23875">First_Product_Purchased</cx:pt>
          <cx:pt idx="23876">First_Product_Purchased</cx:pt>
          <cx:pt idx="23877">First_Product_Purchased</cx:pt>
          <cx:pt idx="23878">First_Product_Purchased</cx:pt>
          <cx:pt idx="23879">First_Product_Purchased</cx:pt>
          <cx:pt idx="23880">First_Product_Purchased</cx:pt>
          <cx:pt idx="23881">First_Product_Purchased</cx:pt>
          <cx:pt idx="23882">First_Product_Purchased</cx:pt>
          <cx:pt idx="23883">First_Product_Purchased</cx:pt>
          <cx:pt idx="23884">First_Product_Purchased</cx:pt>
          <cx:pt idx="23885">First_Product_Purchased</cx:pt>
          <cx:pt idx="23886">First_Product_Purchased</cx:pt>
          <cx:pt idx="23887">First_Product_Purchased</cx:pt>
          <cx:pt idx="23888">First_Product_Purchased</cx:pt>
          <cx:pt idx="23889">First_Product_Purchased</cx:pt>
          <cx:pt idx="23890">First_Product_Purchased</cx:pt>
          <cx:pt idx="23891">First_Product_Purchased</cx:pt>
          <cx:pt idx="23892">First_Product_Purchased</cx:pt>
          <cx:pt idx="23893">First_Product_Purchased</cx:pt>
          <cx:pt idx="23894">First_Product_Purchased</cx:pt>
          <cx:pt idx="23895">First_Product_Purchased</cx:pt>
          <cx:pt idx="23896">First_Product_Purchased</cx:pt>
          <cx:pt idx="23897">First_Product_Purchased</cx:pt>
          <cx:pt idx="23898">First_Product_Purchased</cx:pt>
          <cx:pt idx="23899">First_Product_Purchased</cx:pt>
          <cx:pt idx="23900">First_Product_Purchased</cx:pt>
          <cx:pt idx="23901">First_Product_Purchased</cx:pt>
          <cx:pt idx="23902">First_Product_Purchased</cx:pt>
          <cx:pt idx="23903">First_Product_Purchased</cx:pt>
          <cx:pt idx="23904">First_Product_Purchased</cx:pt>
          <cx:pt idx="23905">First_Product_Purchased</cx:pt>
          <cx:pt idx="23906">First_Product_Purchased</cx:pt>
          <cx:pt idx="23907">First_Product_Purchased</cx:pt>
          <cx:pt idx="23908">First_Product_Purchased</cx:pt>
          <cx:pt idx="23909">First_Product_Purchased</cx:pt>
          <cx:pt idx="23910">First_Product_Purchased</cx:pt>
          <cx:pt idx="23911">First_Product_Purchased</cx:pt>
          <cx:pt idx="23912">First_Product_Purchased</cx:pt>
          <cx:pt idx="23913">Second_Product_Purchased</cx:pt>
          <cx:pt idx="23914">Second_Product_Purchased</cx:pt>
          <cx:pt idx="23915">Second_Product_Purchased</cx:pt>
          <cx:pt idx="23916">First_Product_Purchased</cx:pt>
          <cx:pt idx="23917">First_Product_Purchased</cx:pt>
          <cx:pt idx="23918">First_Product_Purchased</cx:pt>
          <cx:pt idx="23919">First_Product_Purchased</cx:pt>
          <cx:pt idx="23920">First_Product_Purchased</cx:pt>
          <cx:pt idx="23921">First_Product_Purchased</cx:pt>
          <cx:pt idx="23922">First_Product_Purchased</cx:pt>
          <cx:pt idx="23923">First_Product_Purchased</cx:pt>
          <cx:pt idx="23924">First_Product_Purchased</cx:pt>
          <cx:pt idx="23925">First_Product_Purchased</cx:pt>
          <cx:pt idx="23926">First_Product_Purchased</cx:pt>
          <cx:pt idx="23927">First_Product_Purchased</cx:pt>
          <cx:pt idx="23928">First_Product_Purchased</cx:pt>
          <cx:pt idx="23929">First_Product_Purchased</cx:pt>
          <cx:pt idx="23930">First_Product_Purchased</cx:pt>
          <cx:pt idx="23931">First_Product_Purchased</cx:pt>
          <cx:pt idx="23932">First_Product_Purchased</cx:pt>
          <cx:pt idx="23933">First_Product_Purchased</cx:pt>
          <cx:pt idx="23934">First_Product_Purchased</cx:pt>
          <cx:pt idx="23935">First_Product_Purchased</cx:pt>
          <cx:pt idx="23936">First_Product_Purchased</cx:pt>
          <cx:pt idx="23937">First_Product_Purchased</cx:pt>
          <cx:pt idx="23938">First_Product_Purchased</cx:pt>
          <cx:pt idx="23939">First_Product_Purchased</cx:pt>
          <cx:pt idx="23940">First_Product_Purchased</cx:pt>
          <cx:pt idx="23941">First_Product_Purchased</cx:pt>
          <cx:pt idx="23942">Second_Product_Purchased</cx:pt>
          <cx:pt idx="23943">First_Product_Purchased</cx:pt>
          <cx:pt idx="23944">First_Product_Purchased</cx:pt>
          <cx:pt idx="23945">First_Product_Purchased</cx:pt>
          <cx:pt idx="23946">First_Product_Purchased</cx:pt>
          <cx:pt idx="23947">First_Product_Purchased</cx:pt>
          <cx:pt idx="23948">First_Product_Purchased</cx:pt>
          <cx:pt idx="23949">First_Product_Purchased</cx:pt>
          <cx:pt idx="23950">First_Product_Purchased</cx:pt>
          <cx:pt idx="23951">First_Product_Purchased</cx:pt>
          <cx:pt idx="23952">First_Product_Purchased</cx:pt>
          <cx:pt idx="23953">First_Product_Purchased</cx:pt>
          <cx:pt idx="23954">First_Product_Purchased</cx:pt>
          <cx:pt idx="23955">First_Product_Purchased</cx:pt>
          <cx:pt idx="23956">First_Product_Purchased</cx:pt>
          <cx:pt idx="23957">First_Product_Purchased</cx:pt>
          <cx:pt idx="23958">First_Product_Purchased</cx:pt>
          <cx:pt idx="23959">First_Product_Purchased</cx:pt>
          <cx:pt idx="23960">First_Product_Purchased</cx:pt>
          <cx:pt idx="23961">First_Product_Purchased</cx:pt>
          <cx:pt idx="23962">First_Product_Purchased</cx:pt>
          <cx:pt idx="23963">First_Product_Purchased</cx:pt>
          <cx:pt idx="23964">First_Product_Purchased</cx:pt>
          <cx:pt idx="23965">First_Product_Purchased</cx:pt>
          <cx:pt idx="23966">First_Product_Purchased</cx:pt>
          <cx:pt idx="23967">First_Product_Purchased</cx:pt>
          <cx:pt idx="23968">First_Product_Purchased</cx:pt>
          <cx:pt idx="23969">First_Product_Purchased</cx:pt>
          <cx:pt idx="23970">First_Product_Purchased</cx:pt>
          <cx:pt idx="23971">First_Product_Purchased</cx:pt>
          <cx:pt idx="23972">First_Product_Purchased</cx:pt>
          <cx:pt idx="23973">First_Product_Purchased</cx:pt>
          <cx:pt idx="23974">First_Product_Purchased</cx:pt>
          <cx:pt idx="23975">First_Product_Purchased</cx:pt>
          <cx:pt idx="23976">First_Product_Purchased</cx:pt>
          <cx:pt idx="23977">Second_Product_Purchased</cx:pt>
          <cx:pt idx="23978">First_Product_Purchased</cx:pt>
          <cx:pt idx="23979">First_Product_Purchased</cx:pt>
          <cx:pt idx="23980">First_Product_Purchased</cx:pt>
          <cx:pt idx="23981">First_Product_Purchased</cx:pt>
          <cx:pt idx="23982">First_Product_Purchased</cx:pt>
          <cx:pt idx="23983">First_Product_Purchased</cx:pt>
          <cx:pt idx="23984">First_Product_Purchased</cx:pt>
          <cx:pt idx="23985">First_Product_Purchased</cx:pt>
          <cx:pt idx="23986">First_Product_Purchased</cx:pt>
          <cx:pt idx="23987">First_Product_Purchased</cx:pt>
          <cx:pt idx="23988">First_Product_Purchased</cx:pt>
          <cx:pt idx="23989">First_Product_Purchased</cx:pt>
          <cx:pt idx="23990">First_Product_Purchased</cx:pt>
          <cx:pt idx="23991">First_Product_Purchased</cx:pt>
          <cx:pt idx="23992">First_Product_Purchased</cx:pt>
          <cx:pt idx="23993">First_Product_Purchased</cx:pt>
          <cx:pt idx="23994">First_Product_Purchased</cx:pt>
          <cx:pt idx="23995">First_Product_Purchased</cx:pt>
          <cx:pt idx="23996">First_Product_Purchased</cx:pt>
          <cx:pt idx="23997">First_Product_Purchased</cx:pt>
          <cx:pt idx="23998">First_Product_Purchased</cx:pt>
          <cx:pt idx="23999">First_Product_Purchased</cx:pt>
          <cx:pt idx="24000">First_Product_Purchased</cx:pt>
          <cx:pt idx="24001">First_Product_Purchased</cx:pt>
          <cx:pt idx="24002">First_Product_Purchased</cx:pt>
          <cx:pt idx="24003">First_Product_Purchased</cx:pt>
          <cx:pt idx="24004">First_Product_Purchased</cx:pt>
          <cx:pt idx="24005">First_Product_Purchased</cx:pt>
          <cx:pt idx="24006">First_Product_Purchased</cx:pt>
          <cx:pt idx="24007">First_Product_Purchased</cx:pt>
          <cx:pt idx="24008">First_Product_Purchased</cx:pt>
          <cx:pt idx="24009">First_Product_Purchased</cx:pt>
          <cx:pt idx="24010">First_Product_Purchased</cx:pt>
          <cx:pt idx="24011">First_Product_Purchased</cx:pt>
          <cx:pt idx="24012">First_Product_Purchased</cx:pt>
          <cx:pt idx="24013">First_Product_Purchased</cx:pt>
          <cx:pt idx="24014">First_Product_Purchased</cx:pt>
          <cx:pt idx="24015">First_Product_Purchased</cx:pt>
          <cx:pt idx="24016">First_Product_Purchased</cx:pt>
          <cx:pt idx="24017">First_Product_Purchased</cx:pt>
          <cx:pt idx="24018">First_Product_Purchased</cx:pt>
          <cx:pt idx="24019">First_Product_Purchased</cx:pt>
          <cx:pt idx="24020">First_Product_Purchased</cx:pt>
          <cx:pt idx="24021">First_Product_Purchased</cx:pt>
          <cx:pt idx="24022">First_Product_Purchased</cx:pt>
          <cx:pt idx="24023">First_Product_Purchased</cx:pt>
          <cx:pt idx="24024">First_Product_Purchased</cx:pt>
          <cx:pt idx="24025">First_Product_Purchased</cx:pt>
          <cx:pt idx="24026">First_Product_Purchased</cx:pt>
          <cx:pt idx="24027">First_Product_Purchased</cx:pt>
          <cx:pt idx="24028">First_Product_Purchased</cx:pt>
          <cx:pt idx="24029">First_Product_Purchased</cx:pt>
          <cx:pt idx="24030">First_Product_Purchased</cx:pt>
          <cx:pt idx="24031">First_Product_Purchased</cx:pt>
          <cx:pt idx="24032">First_Product_Purchased</cx:pt>
          <cx:pt idx="24033">First_Product_Purchased</cx:pt>
          <cx:pt idx="24034">First_Product_Purchased</cx:pt>
          <cx:pt idx="24035">First_Product_Purchased</cx:pt>
          <cx:pt idx="24036">First_Product_Purchased</cx:pt>
          <cx:pt idx="24037">First_Product_Purchased</cx:pt>
          <cx:pt idx="24038">First_Product_Purchased</cx:pt>
          <cx:pt idx="24039">First_Product_Purchased</cx:pt>
          <cx:pt idx="24040">First_Product_Purchased</cx:pt>
          <cx:pt idx="24041">First_Product_Purchased</cx:pt>
          <cx:pt idx="24042">First_Product_Purchased</cx:pt>
          <cx:pt idx="24043">First_Product_Purchased</cx:pt>
          <cx:pt idx="24044">First_Product_Purchased</cx:pt>
          <cx:pt idx="24045">First_Product_Purchased</cx:pt>
          <cx:pt idx="24046">First_Product_Purchased</cx:pt>
          <cx:pt idx="24047">First_Product_Purchased</cx:pt>
          <cx:pt idx="24048">First_Product_Purchased</cx:pt>
          <cx:pt idx="24049">First_Product_Purchased</cx:pt>
          <cx:pt idx="24050">First_Product_Purchased</cx:pt>
          <cx:pt idx="24051">First_Product_Purchased</cx:pt>
          <cx:pt idx="24052">Second_Product_Purchased</cx:pt>
          <cx:pt idx="24053">First_Product_Purchased</cx:pt>
          <cx:pt idx="24054">First_Product_Purchased</cx:pt>
          <cx:pt idx="24055">First_Product_Purchased</cx:pt>
          <cx:pt idx="24056">First_Product_Purchased</cx:pt>
          <cx:pt idx="24057">First_Product_Purchased</cx:pt>
          <cx:pt idx="24058">First_Product_Purchased</cx:pt>
          <cx:pt idx="24059">First_Product_Purchased</cx:pt>
          <cx:pt idx="24060">First_Product_Purchased</cx:pt>
          <cx:pt idx="24061">First_Product_Purchased</cx:pt>
          <cx:pt idx="24062">First_Product_Purchased</cx:pt>
          <cx:pt idx="24063">First_Product_Purchased</cx:pt>
          <cx:pt idx="24064">First_Product_Purchased</cx:pt>
          <cx:pt idx="24065">First_Product_Purchased</cx:pt>
          <cx:pt idx="24066">First_Product_Purchased</cx:pt>
          <cx:pt idx="24067">First_Product_Purchased</cx:pt>
          <cx:pt idx="24068">First_Product_Purchased</cx:pt>
          <cx:pt idx="24069">First_Product_Purchased</cx:pt>
          <cx:pt idx="24070">First_Product_Purchased</cx:pt>
          <cx:pt idx="24071">First_Product_Purchased</cx:pt>
          <cx:pt idx="24072">First_Product_Purchased</cx:pt>
          <cx:pt idx="24073">First_Product_Purchased</cx:pt>
          <cx:pt idx="24074">First_Product_Purchased</cx:pt>
          <cx:pt idx="24075">First_Product_Purchased</cx:pt>
          <cx:pt idx="24076">First_Product_Purchased</cx:pt>
          <cx:pt idx="24077">First_Product_Purchased</cx:pt>
          <cx:pt idx="24078">First_Product_Purchased</cx:pt>
          <cx:pt idx="24079">First_Product_Purchased</cx:pt>
          <cx:pt idx="24080">First_Product_Purchased</cx:pt>
          <cx:pt idx="24081">First_Product_Purchased</cx:pt>
          <cx:pt idx="24082">First_Product_Purchased</cx:pt>
          <cx:pt idx="24083">Second_Product_Purchased</cx:pt>
          <cx:pt idx="24084">First_Product_Purchased</cx:pt>
          <cx:pt idx="24085">First_Product_Purchased</cx:pt>
          <cx:pt idx="24086">First_Product_Purchased</cx:pt>
          <cx:pt idx="24087">First_Product_Purchased</cx:pt>
          <cx:pt idx="24088">First_Product_Purchased</cx:pt>
          <cx:pt idx="24089">First_Product_Purchased</cx:pt>
          <cx:pt idx="24090">First_Product_Purchased</cx:pt>
          <cx:pt idx="24091">First_Product_Purchased</cx:pt>
          <cx:pt idx="24092">First_Product_Purchased</cx:pt>
          <cx:pt idx="24093">First_Product_Purchased</cx:pt>
          <cx:pt idx="24094">First_Product_Purchased</cx:pt>
          <cx:pt idx="24095">First_Product_Purchased</cx:pt>
          <cx:pt idx="24096">First_Product_Purchased</cx:pt>
          <cx:pt idx="24097">First_Product_Purchased</cx:pt>
          <cx:pt idx="24098">First_Product_Purchased</cx:pt>
          <cx:pt idx="24099">First_Product_Purchased</cx:pt>
          <cx:pt idx="24100">First_Product_Purchased</cx:pt>
          <cx:pt idx="24101">First_Product_Purchased</cx:pt>
          <cx:pt idx="24102">First_Product_Purchased</cx:pt>
          <cx:pt idx="24103">First_Product_Purchased</cx:pt>
          <cx:pt idx="24104">First_Product_Purchased</cx:pt>
          <cx:pt idx="24105">First_Product_Purchased</cx:pt>
          <cx:pt idx="24106">First_Product_Purchased</cx:pt>
          <cx:pt idx="24107">First_Product_Purchased</cx:pt>
          <cx:pt idx="24108">First_Product_Purchased</cx:pt>
          <cx:pt idx="24109">First_Product_Purchased</cx:pt>
          <cx:pt idx="24110">First_Product_Purchased</cx:pt>
          <cx:pt idx="24111">First_Product_Purchased</cx:pt>
          <cx:pt idx="24112">First_Product_Purchased</cx:pt>
          <cx:pt idx="24113">First_Product_Purchased</cx:pt>
          <cx:pt idx="24114">First_Product_Purchased</cx:pt>
          <cx:pt idx="24115">First_Product_Purchased</cx:pt>
          <cx:pt idx="24116">First_Product_Purchased</cx:pt>
          <cx:pt idx="24117">First_Product_Purchased</cx:pt>
          <cx:pt idx="24118">First_Product_Purchased</cx:pt>
          <cx:pt idx="24119">First_Product_Purchased</cx:pt>
          <cx:pt idx="24120">First_Product_Purchased</cx:pt>
          <cx:pt idx="24121">First_Product_Purchased</cx:pt>
          <cx:pt idx="24122">First_Product_Purchased</cx:pt>
          <cx:pt idx="24123">First_Product_Purchased</cx:pt>
          <cx:pt idx="24124">First_Product_Purchased</cx:pt>
          <cx:pt idx="24125">First_Product_Purchased</cx:pt>
          <cx:pt idx="24126">First_Product_Purchased</cx:pt>
          <cx:pt idx="24127">First_Product_Purchased</cx:pt>
          <cx:pt idx="24128">First_Product_Purchased</cx:pt>
          <cx:pt idx="24129">First_Product_Purchased</cx:pt>
          <cx:pt idx="24130">First_Product_Purchased</cx:pt>
          <cx:pt idx="24131">First_Product_Purchased</cx:pt>
          <cx:pt idx="24132">First_Product_Purchased</cx:pt>
          <cx:pt idx="24133">First_Product_Purchased</cx:pt>
          <cx:pt idx="24134">First_Product_Purchased</cx:pt>
          <cx:pt idx="24135">First_Product_Purchased</cx:pt>
          <cx:pt idx="24136">First_Product_Purchased</cx:pt>
          <cx:pt idx="24137">First_Product_Purchased</cx:pt>
          <cx:pt idx="24138">First_Product_Purchased</cx:pt>
          <cx:pt idx="24139">First_Product_Purchased</cx:pt>
          <cx:pt idx="24140">Second_Product_Purchased</cx:pt>
          <cx:pt idx="24141">First_Product_Purchased</cx:pt>
          <cx:pt idx="24142">First_Product_Purchased</cx:pt>
          <cx:pt idx="24143">First_Product_Purchased</cx:pt>
          <cx:pt idx="24144">First_Product_Purchased</cx:pt>
          <cx:pt idx="24145">First_Product_Purchased</cx:pt>
          <cx:pt idx="24146">First_Product_Purchased</cx:pt>
          <cx:pt idx="24147">First_Product_Purchased</cx:pt>
          <cx:pt idx="24148">First_Product_Purchased</cx:pt>
          <cx:pt idx="24149">First_Product_Purchased</cx:pt>
          <cx:pt idx="24150">Second_Product_Purchased</cx:pt>
          <cx:pt idx="24151">First_Product_Purchased</cx:pt>
          <cx:pt idx="24152">First_Product_Purchased</cx:pt>
          <cx:pt idx="24153">First_Product_Purchased</cx:pt>
          <cx:pt idx="24154">First_Product_Purchased</cx:pt>
          <cx:pt idx="24155">First_Product_Purchased</cx:pt>
          <cx:pt idx="24156">First_Product_Purchased</cx:pt>
          <cx:pt idx="24157">First_Product_Purchased</cx:pt>
          <cx:pt idx="24158">First_Product_Purchased</cx:pt>
          <cx:pt idx="24159">First_Product_Purchased</cx:pt>
          <cx:pt idx="24160">First_Product_Purchased</cx:pt>
          <cx:pt idx="24161">First_Product_Purchased</cx:pt>
          <cx:pt idx="24162">First_Product_Purchased</cx:pt>
          <cx:pt idx="24163">First_Product_Purchased</cx:pt>
          <cx:pt idx="24164">First_Product_Purchased</cx:pt>
          <cx:pt idx="24165">First_Product_Purchased</cx:pt>
          <cx:pt idx="24166">First_Product_Purchased</cx:pt>
          <cx:pt idx="24167">First_Product_Purchased</cx:pt>
          <cx:pt idx="24168">First_Product_Purchased</cx:pt>
          <cx:pt idx="24169">First_Product_Purchased</cx:pt>
          <cx:pt idx="24170">First_Product_Purchased</cx:pt>
          <cx:pt idx="24171">First_Product_Purchased</cx:pt>
          <cx:pt idx="24172">First_Product_Purchased</cx:pt>
          <cx:pt idx="24173">First_Product_Purchased</cx:pt>
          <cx:pt idx="24174">First_Product_Purchased</cx:pt>
          <cx:pt idx="24175">First_Product_Purchased</cx:pt>
          <cx:pt idx="24176">First_Product_Purchased</cx:pt>
          <cx:pt idx="24177">First_Product_Purchased</cx:pt>
          <cx:pt idx="24178">First_Product_Purchased</cx:pt>
          <cx:pt idx="24179">First_Product_Purchased</cx:pt>
          <cx:pt idx="24180">First_Product_Purchased</cx:pt>
          <cx:pt idx="24181">First_Product_Purchased</cx:pt>
          <cx:pt idx="24182">First_Product_Purchased</cx:pt>
          <cx:pt idx="24183">First_Product_Purchased</cx:pt>
          <cx:pt idx="24184">First_Product_Purchased</cx:pt>
          <cx:pt idx="24185">First_Product_Purchased</cx:pt>
          <cx:pt idx="24186">First_Product_Purchased</cx:pt>
          <cx:pt idx="24187">First_Product_Purchased</cx:pt>
          <cx:pt idx="24188">First_Product_Purchased</cx:pt>
          <cx:pt idx="24189">First_Product_Purchased</cx:pt>
          <cx:pt idx="24190">First_Product_Purchased</cx:pt>
          <cx:pt idx="24191">Second_Product_Purchased</cx:pt>
          <cx:pt idx="24192">First_Product_Purchased</cx:pt>
          <cx:pt idx="24193">First_Product_Purchased</cx:pt>
          <cx:pt idx="24194">First_Product_Purchased</cx:pt>
          <cx:pt idx="24195">First_Product_Purchased</cx:pt>
          <cx:pt idx="24196">First_Product_Purchased</cx:pt>
          <cx:pt idx="24197">First_Product_Purchased</cx:pt>
          <cx:pt idx="24198">First_Product_Purchased</cx:pt>
          <cx:pt idx="24199">First_Product_Purchased</cx:pt>
          <cx:pt idx="24200">First_Product_Purchased</cx:pt>
          <cx:pt idx="24201">First_Product_Purchased</cx:pt>
          <cx:pt idx="24202">First_Product_Purchased</cx:pt>
          <cx:pt idx="24203">First_Product_Purchased</cx:pt>
          <cx:pt idx="24204">First_Product_Purchased</cx:pt>
          <cx:pt idx="24205">First_Product_Purchased</cx:pt>
          <cx:pt idx="24206">Second_Product_Purchased</cx:pt>
          <cx:pt idx="24207">First_Product_Purchased</cx:pt>
          <cx:pt idx="24208">First_Product_Purchased</cx:pt>
          <cx:pt idx="24209">First_Product_Purchased</cx:pt>
          <cx:pt idx="24210">First_Product_Purchased</cx:pt>
          <cx:pt idx="24211">First_Product_Purchased</cx:pt>
          <cx:pt idx="24212">First_Product_Purchased</cx:pt>
          <cx:pt idx="24213">First_Product_Purchased</cx:pt>
          <cx:pt idx="24214">First_Product_Purchased</cx:pt>
          <cx:pt idx="24215">First_Product_Purchased</cx:pt>
          <cx:pt idx="24216">First_Product_Purchased</cx:pt>
          <cx:pt idx="24217">First_Product_Purchased</cx:pt>
          <cx:pt idx="24218">First_Product_Purchased</cx:pt>
          <cx:pt idx="24219">First_Product_Purchased</cx:pt>
          <cx:pt idx="24220">First_Product_Purchased</cx:pt>
          <cx:pt idx="24221">First_Product_Purchased</cx:pt>
          <cx:pt idx="24222">First_Product_Purchased</cx:pt>
          <cx:pt idx="24223">First_Product_Purchased</cx:pt>
          <cx:pt idx="24224">First_Product_Purchased</cx:pt>
          <cx:pt idx="24225">First_Product_Purchased</cx:pt>
          <cx:pt idx="24226">First_Product_Purchased</cx:pt>
          <cx:pt idx="24227">First_Product_Purchased</cx:pt>
          <cx:pt idx="24228">First_Product_Purchased</cx:pt>
          <cx:pt idx="24229">First_Product_Purchased</cx:pt>
          <cx:pt idx="24230">First_Product_Purchased</cx:pt>
          <cx:pt idx="24231">First_Product_Purchased</cx:pt>
          <cx:pt idx="24232">First_Product_Purchased</cx:pt>
          <cx:pt idx="24233">First_Product_Purchased</cx:pt>
          <cx:pt idx="24234">First_Product_Purchased</cx:pt>
          <cx:pt idx="24235">First_Product_Purchased</cx:pt>
          <cx:pt idx="24236">First_Product_Purchased</cx:pt>
          <cx:pt idx="24237">First_Product_Purchased</cx:pt>
          <cx:pt idx="24238">First_Product_Purchased</cx:pt>
          <cx:pt idx="24239">First_Product_Purchased</cx:pt>
          <cx:pt idx="24240">First_Product_Purchased</cx:pt>
          <cx:pt idx="24241">First_Product_Purchased</cx:pt>
          <cx:pt idx="24242">First_Product_Purchased</cx:pt>
          <cx:pt idx="24243">First_Product_Purchased</cx:pt>
          <cx:pt idx="24244">First_Product_Purchased</cx:pt>
          <cx:pt idx="24245">First_Product_Purchased</cx:pt>
          <cx:pt idx="24246">First_Product_Purchased</cx:pt>
          <cx:pt idx="24247">First_Product_Purchased</cx:pt>
          <cx:pt idx="24248">First_Product_Purchased</cx:pt>
          <cx:pt idx="24249">First_Product_Purchased</cx:pt>
          <cx:pt idx="24250">First_Product_Purchased</cx:pt>
          <cx:pt idx="24251">First_Product_Purchased</cx:pt>
          <cx:pt idx="24252">First_Product_Purchased</cx:pt>
          <cx:pt idx="24253">First_Product_Purchased</cx:pt>
          <cx:pt idx="24254">First_Product_Purchased</cx:pt>
          <cx:pt idx="24255">First_Product_Purchased</cx:pt>
          <cx:pt idx="24256">First_Product_Purchased</cx:pt>
          <cx:pt idx="24257">First_Product_Purchased</cx:pt>
          <cx:pt idx="24258">First_Product_Purchased</cx:pt>
          <cx:pt idx="24259">First_Product_Purchased</cx:pt>
          <cx:pt idx="24260">First_Product_Purchased</cx:pt>
          <cx:pt idx="24261">First_Product_Purchased</cx:pt>
          <cx:pt idx="24262">First_Product_Purchased</cx:pt>
          <cx:pt idx="24263">First_Product_Purchased</cx:pt>
          <cx:pt idx="24264">First_Product_Purchased</cx:pt>
          <cx:pt idx="24265">First_Product_Purchased</cx:pt>
          <cx:pt idx="24266">First_Product_Purchased</cx:pt>
          <cx:pt idx="24267">First_Product_Purchased</cx:pt>
          <cx:pt idx="24268">First_Product_Purchased</cx:pt>
          <cx:pt idx="24269">First_Product_Purchased</cx:pt>
          <cx:pt idx="24270">First_Product_Purchased</cx:pt>
          <cx:pt idx="24271">First_Product_Purchased</cx:pt>
          <cx:pt idx="24272">First_Product_Purchased</cx:pt>
          <cx:pt idx="24273">First_Product_Purchased</cx:pt>
          <cx:pt idx="24274">First_Product_Purchased</cx:pt>
          <cx:pt idx="24275">First_Product_Purchased</cx:pt>
          <cx:pt idx="24276">First_Product_Purchased</cx:pt>
          <cx:pt idx="24277">First_Product_Purchased</cx:pt>
          <cx:pt idx="24278">First_Product_Purchased</cx:pt>
          <cx:pt idx="24279">First_Product_Purchased</cx:pt>
          <cx:pt idx="24280">First_Product_Purchased</cx:pt>
          <cx:pt idx="24281">First_Product_Purchased</cx:pt>
          <cx:pt idx="24282">First_Product_Purchased</cx:pt>
          <cx:pt idx="24283">First_Product_Purchased</cx:pt>
          <cx:pt idx="24284">First_Product_Purchased</cx:pt>
          <cx:pt idx="24285">First_Product_Purchased</cx:pt>
          <cx:pt idx="24286">First_Product_Purchased</cx:pt>
          <cx:pt idx="24287">First_Product_Purchased</cx:pt>
          <cx:pt idx="24288">First_Product_Purchased</cx:pt>
          <cx:pt idx="24289">First_Product_Purchased</cx:pt>
          <cx:pt idx="24290">First_Product_Purchased</cx:pt>
          <cx:pt idx="24291">First_Product_Purchased</cx:pt>
          <cx:pt idx="24292">First_Product_Purchased</cx:pt>
          <cx:pt idx="24293">First_Product_Purchased</cx:pt>
          <cx:pt idx="24294">First_Product_Purchased</cx:pt>
          <cx:pt idx="24295">First_Product_Purchased</cx:pt>
          <cx:pt idx="24296">First_Product_Purchased</cx:pt>
          <cx:pt idx="24297">First_Product_Purchased</cx:pt>
          <cx:pt idx="24298">First_Product_Purchased</cx:pt>
          <cx:pt idx="24299">First_Product_Purchased</cx:pt>
          <cx:pt idx="24300">First_Product_Purchased</cx:pt>
          <cx:pt idx="24301">First_Product_Purchased</cx:pt>
          <cx:pt idx="24302">First_Product_Purchased</cx:pt>
          <cx:pt idx="24303">First_Product_Purchased</cx:pt>
          <cx:pt idx="24304">First_Product_Purchased</cx:pt>
          <cx:pt idx="24305">First_Product_Purchased</cx:pt>
          <cx:pt idx="24306">First_Product_Purchased</cx:pt>
          <cx:pt idx="24307">First_Product_Purchased</cx:pt>
          <cx:pt idx="24308">First_Product_Purchased</cx:pt>
          <cx:pt idx="24309">First_Product_Purchased</cx:pt>
          <cx:pt idx="24310">First_Product_Purchased</cx:pt>
          <cx:pt idx="24311">First_Product_Purchased</cx:pt>
          <cx:pt idx="24312">First_Product_Purchased</cx:pt>
          <cx:pt idx="24313">First_Product_Purchased</cx:pt>
          <cx:pt idx="24314">First_Product_Purchased</cx:pt>
          <cx:pt idx="24315">First_Product_Purchased</cx:pt>
          <cx:pt idx="24316">First_Product_Purchased</cx:pt>
          <cx:pt idx="24317">First_Product_Purchased</cx:pt>
          <cx:pt idx="24318">First_Product_Purchased</cx:pt>
          <cx:pt idx="24319">First_Product_Purchased</cx:pt>
          <cx:pt idx="24320">First_Product_Purchased</cx:pt>
          <cx:pt idx="24321">First_Product_Purchased</cx:pt>
          <cx:pt idx="24322">First_Product_Purchased</cx:pt>
          <cx:pt idx="24323">First_Product_Purchased</cx:pt>
          <cx:pt idx="24324">First_Product_Purchased</cx:pt>
          <cx:pt idx="24325">First_Product_Purchased</cx:pt>
          <cx:pt idx="24326">First_Product_Purchased</cx:pt>
          <cx:pt idx="24327">First_Product_Purchased</cx:pt>
          <cx:pt idx="24328">First_Product_Purchased</cx:pt>
          <cx:pt idx="24329">First_Product_Purchased</cx:pt>
          <cx:pt idx="24330">First_Product_Purchased</cx:pt>
          <cx:pt idx="24331">First_Product_Purchased</cx:pt>
          <cx:pt idx="24332">First_Product_Purchased</cx:pt>
          <cx:pt idx="24333">First_Product_Purchased</cx:pt>
          <cx:pt idx="24334">First_Product_Purchased</cx:pt>
          <cx:pt idx="24335">First_Product_Purchased</cx:pt>
          <cx:pt idx="24336">First_Product_Purchased</cx:pt>
          <cx:pt idx="24337">First_Product_Purchased</cx:pt>
          <cx:pt idx="24338">First_Product_Purchased</cx:pt>
          <cx:pt idx="24339">First_Product_Purchased</cx:pt>
          <cx:pt idx="24340">First_Product_Purchased</cx:pt>
          <cx:pt idx="24341">First_Product_Purchased</cx:pt>
          <cx:pt idx="24342">First_Product_Purchased</cx:pt>
          <cx:pt idx="24343">First_Product_Purchased</cx:pt>
          <cx:pt idx="24344">First_Product_Purchased</cx:pt>
          <cx:pt idx="24345">First_Product_Purchased</cx:pt>
          <cx:pt idx="24346">First_Product_Purchased</cx:pt>
          <cx:pt idx="24347">First_Product_Purchased</cx:pt>
          <cx:pt idx="24348">First_Product_Purchased</cx:pt>
          <cx:pt idx="24349">First_Product_Purchased</cx:pt>
          <cx:pt idx="24350">First_Product_Purchased</cx:pt>
          <cx:pt idx="24351">First_Product_Purchased</cx:pt>
          <cx:pt idx="24352">First_Product_Purchased</cx:pt>
          <cx:pt idx="24353">First_Product_Purchased</cx:pt>
          <cx:pt idx="24354">First_Product_Purchased</cx:pt>
          <cx:pt idx="24355">First_Product_Purchased</cx:pt>
          <cx:pt idx="24356">First_Product_Purchased</cx:pt>
          <cx:pt idx="24357">First_Product_Purchased</cx:pt>
          <cx:pt idx="24358">First_Product_Purchased</cx:pt>
          <cx:pt idx="24359">First_Product_Purchased</cx:pt>
          <cx:pt idx="24360">First_Product_Purchased</cx:pt>
          <cx:pt idx="24361">First_Product_Purchased</cx:pt>
          <cx:pt idx="24362">First_Product_Purchased</cx:pt>
          <cx:pt idx="24363">First_Product_Purchased</cx:pt>
          <cx:pt idx="24364">First_Product_Purchased</cx:pt>
          <cx:pt idx="24365">First_Product_Purchased</cx:pt>
          <cx:pt idx="24366">First_Product_Purchased</cx:pt>
          <cx:pt idx="24367">First_Product_Purchased</cx:pt>
          <cx:pt idx="24368">First_Product_Purchased</cx:pt>
          <cx:pt idx="24369">First_Product_Purchased</cx:pt>
          <cx:pt idx="24370">First_Product_Purchased</cx:pt>
          <cx:pt idx="24371">First_Product_Purchased</cx:pt>
          <cx:pt idx="24372">First_Product_Purchased</cx:pt>
          <cx:pt idx="24373">First_Product_Purchased</cx:pt>
          <cx:pt idx="24374">First_Product_Purchased</cx:pt>
          <cx:pt idx="24375">First_Product_Purchased</cx:pt>
          <cx:pt idx="24376">First_Product_Purchased</cx:pt>
          <cx:pt idx="24377">First_Product_Purchased</cx:pt>
          <cx:pt idx="24378">First_Product_Purchased</cx:pt>
          <cx:pt idx="24379">First_Product_Purchased</cx:pt>
          <cx:pt idx="24380">First_Product_Purchased</cx:pt>
          <cx:pt idx="24381">First_Product_Purchased</cx:pt>
          <cx:pt idx="24382">First_Product_Purchased</cx:pt>
          <cx:pt idx="24383">First_Product_Purchased</cx:pt>
          <cx:pt idx="24384">First_Product_Purchased</cx:pt>
          <cx:pt idx="24385">First_Product_Purchased</cx:pt>
          <cx:pt idx="24386">First_Product_Purchased</cx:pt>
          <cx:pt idx="24387">First_Product_Purchased</cx:pt>
          <cx:pt idx="24388">First_Product_Purchased</cx:pt>
          <cx:pt idx="24389">First_Product_Purchased</cx:pt>
          <cx:pt idx="24390">First_Product_Purchased</cx:pt>
          <cx:pt idx="24391">First_Product_Purchased</cx:pt>
          <cx:pt idx="24392">First_Product_Purchased</cx:pt>
          <cx:pt idx="24393">First_Product_Purchased</cx:pt>
          <cx:pt idx="24394">First_Product_Purchased</cx:pt>
          <cx:pt idx="24395">First_Product_Purchased</cx:pt>
          <cx:pt idx="24396">First_Product_Purchased</cx:pt>
          <cx:pt idx="24397">First_Product_Purchased</cx:pt>
          <cx:pt idx="24398">First_Product_Purchased</cx:pt>
          <cx:pt idx="24399">First_Product_Purchased</cx:pt>
          <cx:pt idx="24400">First_Product_Purchased</cx:pt>
          <cx:pt idx="24401">First_Product_Purchased</cx:pt>
          <cx:pt idx="24402">First_Product_Purchased</cx:pt>
          <cx:pt idx="24403">First_Product_Purchased</cx:pt>
          <cx:pt idx="24404">First_Product_Purchased</cx:pt>
          <cx:pt idx="24405">First_Product_Purchased</cx:pt>
          <cx:pt idx="24406">First_Product_Purchased</cx:pt>
          <cx:pt idx="24407">First_Product_Purchased</cx:pt>
          <cx:pt idx="24408">First_Product_Purchased</cx:pt>
          <cx:pt idx="24409">First_Product_Purchased</cx:pt>
          <cx:pt idx="24410">First_Product_Purchased</cx:pt>
          <cx:pt idx="24411">First_Product_Purchased</cx:pt>
          <cx:pt idx="24412">First_Product_Purchased</cx:pt>
          <cx:pt idx="24413">First_Product_Purchased</cx:pt>
          <cx:pt idx="24414">First_Product_Purchased</cx:pt>
          <cx:pt idx="24415">First_Product_Purchased</cx:pt>
          <cx:pt idx="24416">First_Product_Purchased</cx:pt>
          <cx:pt idx="24417">First_Product_Purchased</cx:pt>
          <cx:pt idx="24418">First_Product_Purchased</cx:pt>
          <cx:pt idx="24419">First_Product_Purchased</cx:pt>
          <cx:pt idx="24420">First_Product_Purchased</cx:pt>
          <cx:pt idx="24421">First_Product_Purchased</cx:pt>
          <cx:pt idx="24422">First_Product_Purchased</cx:pt>
          <cx:pt idx="24423">First_Product_Purchased</cx:pt>
          <cx:pt idx="24424">First_Product_Purchased</cx:pt>
          <cx:pt idx="24425">First_Product_Purchased</cx:pt>
          <cx:pt idx="24426">First_Product_Purchased</cx:pt>
          <cx:pt idx="24427">First_Product_Purchased</cx:pt>
          <cx:pt idx="24428">First_Product_Purchased</cx:pt>
          <cx:pt idx="24429">First_Product_Purchased</cx:pt>
          <cx:pt idx="24430">First_Product_Purchased</cx:pt>
          <cx:pt idx="24431">First_Product_Purchased</cx:pt>
          <cx:pt idx="24432">First_Product_Purchased</cx:pt>
          <cx:pt idx="24433">First_Product_Purchased</cx:pt>
          <cx:pt idx="24434">First_Product_Purchased</cx:pt>
          <cx:pt idx="24435">First_Product_Purchased</cx:pt>
          <cx:pt idx="24436">First_Product_Purchased</cx:pt>
          <cx:pt idx="24437">First_Product_Purchased</cx:pt>
          <cx:pt idx="24438">First_Product_Purchased</cx:pt>
          <cx:pt idx="24439">First_Product_Purchased</cx:pt>
          <cx:pt idx="24440">First_Product_Purchased</cx:pt>
          <cx:pt idx="24441">First_Product_Purchased</cx:pt>
          <cx:pt idx="24442">First_Product_Purchased</cx:pt>
          <cx:pt idx="24443">First_Product_Purchased</cx:pt>
          <cx:pt idx="24444">First_Product_Purchased</cx:pt>
          <cx:pt idx="24445">First_Product_Purchased</cx:pt>
          <cx:pt idx="24446">First_Product_Purchased</cx:pt>
          <cx:pt idx="24447">First_Product_Purchased</cx:pt>
          <cx:pt idx="24448">First_Product_Purchased</cx:pt>
          <cx:pt idx="24449">First_Product_Purchased</cx:pt>
          <cx:pt idx="24450">First_Product_Purchased</cx:pt>
          <cx:pt idx="24451">First_Product_Purchased</cx:pt>
          <cx:pt idx="24452">First_Product_Purchased</cx:pt>
          <cx:pt idx="24453">First_Product_Purchased</cx:pt>
          <cx:pt idx="24454">First_Product_Purchased</cx:pt>
          <cx:pt idx="24455">First_Product_Purchased</cx:pt>
          <cx:pt idx="24456">First_Product_Purchased</cx:pt>
          <cx:pt idx="24457">First_Product_Purchased</cx:pt>
          <cx:pt idx="24458">First_Product_Purchased</cx:pt>
          <cx:pt idx="24459">First_Product_Purchased</cx:pt>
          <cx:pt idx="24460">First_Product_Purchased</cx:pt>
          <cx:pt idx="24461">First_Product_Purchased</cx:pt>
          <cx:pt idx="24462">First_Product_Purchased</cx:pt>
          <cx:pt idx="24463">First_Product_Purchased</cx:pt>
          <cx:pt idx="24464">First_Product_Purchased</cx:pt>
          <cx:pt idx="24465">First_Product_Purchased</cx:pt>
          <cx:pt idx="24466">First_Product_Purchased</cx:pt>
          <cx:pt idx="24467">First_Product_Purchased</cx:pt>
          <cx:pt idx="24468">First_Product_Purchased</cx:pt>
          <cx:pt idx="24469">First_Product_Purchased</cx:pt>
          <cx:pt idx="24470">First_Product_Purchased</cx:pt>
          <cx:pt idx="24471">First_Product_Purchased</cx:pt>
          <cx:pt idx="24472">First_Product_Purchased</cx:pt>
          <cx:pt idx="24473">First_Product_Purchased</cx:pt>
          <cx:pt idx="24474">First_Product_Purchased</cx:pt>
          <cx:pt idx="24475">First_Product_Purchased</cx:pt>
          <cx:pt idx="24476">First_Product_Purchased</cx:pt>
          <cx:pt idx="24477">First_Product_Purchased</cx:pt>
          <cx:pt idx="24478">First_Product_Purchased</cx:pt>
          <cx:pt idx="24479">First_Product_Purchased</cx:pt>
          <cx:pt idx="24480">First_Product_Purchased</cx:pt>
          <cx:pt idx="24481">First_Product_Purchased</cx:pt>
          <cx:pt idx="24482">First_Product_Purchased</cx:pt>
          <cx:pt idx="24483">First_Product_Purchased</cx:pt>
          <cx:pt idx="24484">First_Product_Purchased</cx:pt>
          <cx:pt idx="24485">First_Product_Purchased</cx:pt>
          <cx:pt idx="24486">First_Product_Purchased</cx:pt>
          <cx:pt idx="24487">First_Product_Purchased</cx:pt>
          <cx:pt idx="24488">First_Product_Purchased</cx:pt>
          <cx:pt idx="24489">First_Product_Purchased</cx:pt>
          <cx:pt idx="24490">First_Product_Purchased</cx:pt>
          <cx:pt idx="24491">First_Product_Purchased</cx:pt>
          <cx:pt idx="24492">First_Product_Purchased</cx:pt>
          <cx:pt idx="24493">First_Product_Purchased</cx:pt>
          <cx:pt idx="24494">First_Product_Purchased</cx:pt>
          <cx:pt idx="24495">First_Product_Purchased</cx:pt>
          <cx:pt idx="24496">First_Product_Purchased</cx:pt>
          <cx:pt idx="24497">First_Product_Purchased</cx:pt>
          <cx:pt idx="24498">First_Product_Purchased</cx:pt>
          <cx:pt idx="24499">First_Product_Purchased</cx:pt>
          <cx:pt idx="24500">First_Product_Purchased</cx:pt>
          <cx:pt idx="24501">First_Product_Purchased</cx:pt>
          <cx:pt idx="24502">First_Product_Purchased</cx:pt>
          <cx:pt idx="24503">First_Product_Purchased</cx:pt>
          <cx:pt idx="24504">First_Product_Purchased</cx:pt>
          <cx:pt idx="24505">First_Product_Purchased</cx:pt>
          <cx:pt idx="24506">First_Product_Purchased</cx:pt>
          <cx:pt idx="24507">First_Product_Purchased</cx:pt>
          <cx:pt idx="24508">First_Product_Purchased</cx:pt>
          <cx:pt idx="24509">First_Product_Purchased</cx:pt>
          <cx:pt idx="24510">First_Product_Purchased</cx:pt>
          <cx:pt idx="24511">First_Product_Purchased</cx:pt>
          <cx:pt idx="24512">First_Product_Purchased</cx:pt>
          <cx:pt idx="24513">First_Product_Purchased</cx:pt>
          <cx:pt idx="24514">First_Product_Purchased</cx:pt>
          <cx:pt idx="24515">First_Product_Purchased</cx:pt>
          <cx:pt idx="24516">First_Product_Purchased</cx:pt>
          <cx:pt idx="24517">First_Product_Purchased</cx:pt>
          <cx:pt idx="24518">First_Product_Purchased</cx:pt>
          <cx:pt idx="24519">First_Product_Purchased</cx:pt>
          <cx:pt idx="24520">First_Product_Purchased</cx:pt>
          <cx:pt idx="24521">First_Product_Purchased</cx:pt>
          <cx:pt idx="24522">First_Product_Purchased</cx:pt>
          <cx:pt idx="24523">First_Product_Purchased</cx:pt>
          <cx:pt idx="24524">First_Product_Purchased</cx:pt>
          <cx:pt idx="24525">First_Product_Purchased</cx:pt>
          <cx:pt idx="24526">First_Product_Purchased</cx:pt>
          <cx:pt idx="24527">First_Product_Purchased</cx:pt>
          <cx:pt idx="24528">First_Product_Purchased</cx:pt>
          <cx:pt idx="24529">First_Product_Purchased</cx:pt>
          <cx:pt idx="24530">First_Product_Purchased</cx:pt>
          <cx:pt idx="24531">First_Product_Purchased</cx:pt>
          <cx:pt idx="24532">First_Product_Purchased</cx:pt>
          <cx:pt idx="24533">First_Product_Purchased</cx:pt>
          <cx:pt idx="24534">First_Product_Purchased</cx:pt>
          <cx:pt idx="24535">First_Product_Purchased</cx:pt>
          <cx:pt idx="24536">First_Product_Purchased</cx:pt>
          <cx:pt idx="24537">First_Product_Purchased</cx:pt>
          <cx:pt idx="24538">First_Product_Purchased</cx:pt>
          <cx:pt idx="24539">First_Product_Purchased</cx:pt>
          <cx:pt idx="24540">First_Product_Purchased</cx:pt>
          <cx:pt idx="24541">First_Product_Purchased</cx:pt>
          <cx:pt idx="24542">First_Product_Purchased</cx:pt>
          <cx:pt idx="24543">First_Product_Purchased</cx:pt>
          <cx:pt idx="24544">First_Product_Purchased</cx:pt>
          <cx:pt idx="24545">First_Product_Purchased</cx:pt>
          <cx:pt idx="24546">First_Product_Purchased</cx:pt>
          <cx:pt idx="24547">First_Product_Purchased</cx:pt>
          <cx:pt idx="24548">First_Product_Purchased</cx:pt>
          <cx:pt idx="24549">First_Product_Purchased</cx:pt>
          <cx:pt idx="24550">First_Product_Purchased</cx:pt>
          <cx:pt idx="24551">First_Product_Purchased</cx:pt>
          <cx:pt idx="24552">First_Product_Purchased</cx:pt>
          <cx:pt idx="24553">First_Product_Purchased</cx:pt>
          <cx:pt idx="24554">First_Product_Purchased</cx:pt>
          <cx:pt idx="24555">First_Product_Purchased</cx:pt>
          <cx:pt idx="24556">First_Product_Purchased</cx:pt>
          <cx:pt idx="24557">First_Product_Purchased</cx:pt>
          <cx:pt idx="24558">First_Product_Purchased</cx:pt>
          <cx:pt idx="24559">First_Product_Purchased</cx:pt>
          <cx:pt idx="24560">First_Product_Purchased</cx:pt>
          <cx:pt idx="24561">First_Product_Purchased</cx:pt>
          <cx:pt idx="24562">First_Product_Purchased</cx:pt>
          <cx:pt idx="24563">First_Product_Purchased</cx:pt>
          <cx:pt idx="24564">First_Product_Purchased</cx:pt>
          <cx:pt idx="24565">First_Product_Purchased</cx:pt>
          <cx:pt idx="24566">First_Product_Purchased</cx:pt>
          <cx:pt idx="24567">First_Product_Purchased</cx:pt>
          <cx:pt idx="24568">First_Product_Purchased</cx:pt>
          <cx:pt idx="24569">First_Product_Purchased</cx:pt>
          <cx:pt idx="24570">First_Product_Purchased</cx:pt>
          <cx:pt idx="24571">First_Product_Purchased</cx:pt>
          <cx:pt idx="24572">First_Product_Purchased</cx:pt>
          <cx:pt idx="24573">First_Product_Purchased</cx:pt>
          <cx:pt idx="24574">First_Product_Purchased</cx:pt>
          <cx:pt idx="24575">First_Product_Purchased</cx:pt>
          <cx:pt idx="24576">First_Product_Purchased</cx:pt>
          <cx:pt idx="24577">First_Product_Purchased</cx:pt>
          <cx:pt idx="24578">First_Product_Purchased</cx:pt>
          <cx:pt idx="24579">First_Product_Purchased</cx:pt>
          <cx:pt idx="24580">First_Product_Purchased</cx:pt>
          <cx:pt idx="24581">First_Product_Purchased</cx:pt>
          <cx:pt idx="24582">First_Product_Purchased</cx:pt>
          <cx:pt idx="24583">First_Product_Purchased</cx:pt>
          <cx:pt idx="24584">First_Product_Purchased</cx:pt>
          <cx:pt idx="24585">First_Product_Purchased</cx:pt>
          <cx:pt idx="24586">First_Product_Purchased</cx:pt>
          <cx:pt idx="24587">First_Product_Purchased</cx:pt>
          <cx:pt idx="24588">First_Product_Purchased</cx:pt>
          <cx:pt idx="24589">First_Product_Purchased</cx:pt>
          <cx:pt idx="24590">First_Product_Purchased</cx:pt>
          <cx:pt idx="24591">First_Product_Purchased</cx:pt>
          <cx:pt idx="24592">First_Product_Purchased</cx:pt>
          <cx:pt idx="24593">First_Product_Purchased</cx:pt>
          <cx:pt idx="24594">First_Product_Purchased</cx:pt>
          <cx:pt idx="24595">First_Product_Purchased</cx:pt>
          <cx:pt idx="24596">First_Product_Purchased</cx:pt>
          <cx:pt idx="24597">First_Product_Purchased</cx:pt>
          <cx:pt idx="24598">First_Product_Purchased</cx:pt>
          <cx:pt idx="24599">First_Product_Purchased</cx:pt>
          <cx:pt idx="24600">First_Product_Purchased</cx:pt>
          <cx:pt idx="24601">First_Product_Purchased</cx:pt>
          <cx:pt idx="24602">First_Product_Purchased</cx:pt>
          <cx:pt idx="24603">First_Product_Purchased</cx:pt>
          <cx:pt idx="24604">First_Product_Purchased</cx:pt>
          <cx:pt idx="24605">First_Product_Purchased</cx:pt>
          <cx:pt idx="24606">First_Product_Purchased</cx:pt>
          <cx:pt idx="24607">First_Product_Purchased</cx:pt>
          <cx:pt idx="24608">First_Product_Purchased</cx:pt>
          <cx:pt idx="24609">First_Product_Purchased</cx:pt>
          <cx:pt idx="24610">First_Product_Purchased</cx:pt>
          <cx:pt idx="24611">First_Product_Purchased</cx:pt>
          <cx:pt idx="24612">First_Product_Purchased</cx:pt>
          <cx:pt idx="24613">First_Product_Purchased</cx:pt>
          <cx:pt idx="24614">First_Product_Purchased</cx:pt>
          <cx:pt idx="24615">First_Product_Purchased</cx:pt>
          <cx:pt idx="24616">First_Product_Purchased</cx:pt>
          <cx:pt idx="24617">First_Product_Purchased</cx:pt>
          <cx:pt idx="24618">First_Product_Purchased</cx:pt>
          <cx:pt idx="24619">First_Product_Purchased</cx:pt>
          <cx:pt idx="24620">First_Product_Purchased</cx:pt>
          <cx:pt idx="24621">First_Product_Purchased</cx:pt>
          <cx:pt idx="24622">First_Product_Purchased</cx:pt>
          <cx:pt idx="24623">First_Product_Purchased</cx:pt>
          <cx:pt idx="24624">First_Product_Purchased</cx:pt>
          <cx:pt idx="24625">First_Product_Purchased</cx:pt>
          <cx:pt idx="24626">First_Product_Purchased</cx:pt>
          <cx:pt idx="24627">First_Product_Purchased</cx:pt>
          <cx:pt idx="24628">First_Product_Purchased</cx:pt>
          <cx:pt idx="24629">First_Product_Purchased</cx:pt>
          <cx:pt idx="24630">First_Product_Purchased</cx:pt>
          <cx:pt idx="24631">First_Product_Purchased</cx:pt>
          <cx:pt idx="24632">First_Product_Purchased</cx:pt>
          <cx:pt idx="24633">First_Product_Purchased</cx:pt>
          <cx:pt idx="24634">First_Product_Purchased</cx:pt>
          <cx:pt idx="24635">First_Product_Purchased</cx:pt>
          <cx:pt idx="24636">First_Product_Purchased</cx:pt>
          <cx:pt idx="24637">First_Product_Purchased</cx:pt>
          <cx:pt idx="24638">First_Product_Purchased</cx:pt>
          <cx:pt idx="24639">First_Product_Purchased</cx:pt>
          <cx:pt idx="24640">First_Product_Purchased</cx:pt>
          <cx:pt idx="24641">First_Product_Purchased</cx:pt>
          <cx:pt idx="24642">First_Product_Purchased</cx:pt>
          <cx:pt idx="24643">First_Product_Purchased</cx:pt>
          <cx:pt idx="24644">First_Product_Purchased</cx:pt>
          <cx:pt idx="24645">First_Product_Purchased</cx:pt>
          <cx:pt idx="24646">First_Product_Purchased</cx:pt>
          <cx:pt idx="24647">First_Product_Purchased</cx:pt>
          <cx:pt idx="24648">First_Product_Purchased</cx:pt>
          <cx:pt idx="24649">First_Product_Purchased</cx:pt>
          <cx:pt idx="24650">First_Product_Purchased</cx:pt>
          <cx:pt idx="24651">First_Product_Purchased</cx:pt>
          <cx:pt idx="24652">First_Product_Purchased</cx:pt>
          <cx:pt idx="24653">First_Product_Purchased</cx:pt>
          <cx:pt idx="24654">First_Product_Purchased</cx:pt>
          <cx:pt idx="24655">First_Product_Purchased</cx:pt>
          <cx:pt idx="24656">First_Product_Purchased</cx:pt>
          <cx:pt idx="24657">First_Product_Purchased</cx:pt>
          <cx:pt idx="24658">First_Product_Purchased</cx:pt>
          <cx:pt idx="24659">First_Product_Purchased</cx:pt>
          <cx:pt idx="24660">First_Product_Purchased</cx:pt>
          <cx:pt idx="24661">First_Product_Purchased</cx:pt>
          <cx:pt idx="24662">First_Product_Purchased</cx:pt>
          <cx:pt idx="24663">First_Product_Purchased</cx:pt>
          <cx:pt idx="24664">First_Product_Purchased</cx:pt>
          <cx:pt idx="24665">First_Product_Purchased</cx:pt>
          <cx:pt idx="24666">First_Product_Purchased</cx:pt>
          <cx:pt idx="24667">First_Product_Purchased</cx:pt>
          <cx:pt idx="24668">First_Product_Purchased</cx:pt>
          <cx:pt idx="24669">First_Product_Purchased</cx:pt>
          <cx:pt idx="24670">First_Product_Purchased</cx:pt>
          <cx:pt idx="24671">First_Product_Purchased</cx:pt>
          <cx:pt idx="24672">First_Product_Purchased</cx:pt>
          <cx:pt idx="24673">First_Product_Purchased</cx:pt>
          <cx:pt idx="24674">First_Product_Purchased</cx:pt>
          <cx:pt idx="24675">First_Product_Purchased</cx:pt>
          <cx:pt idx="24676">First_Product_Purchased</cx:pt>
          <cx:pt idx="24677">First_Product_Purchased</cx:pt>
          <cx:pt idx="24678">First_Product_Purchased</cx:pt>
          <cx:pt idx="24679">First_Product_Purchased</cx:pt>
          <cx:pt idx="24680">First_Product_Purchased</cx:pt>
          <cx:pt idx="24681">First_Product_Purchased</cx:pt>
          <cx:pt idx="24682">First_Product_Purchased</cx:pt>
          <cx:pt idx="24683">First_Product_Purchased</cx:pt>
          <cx:pt idx="24684">First_Product_Purchased</cx:pt>
          <cx:pt idx="24685">First_Product_Purchased</cx:pt>
          <cx:pt idx="24686">First_Product_Purchased</cx:pt>
          <cx:pt idx="24687">First_Product_Purchased</cx:pt>
          <cx:pt idx="24688">First_Product_Purchased</cx:pt>
          <cx:pt idx="24689">First_Product_Purchased</cx:pt>
          <cx:pt idx="24690">First_Product_Purchased</cx:pt>
          <cx:pt idx="24691">First_Product_Purchased</cx:pt>
          <cx:pt idx="24692">First_Product_Purchased</cx:pt>
          <cx:pt idx="24693">First_Product_Purchased</cx:pt>
          <cx:pt idx="24694">First_Product_Purchased</cx:pt>
          <cx:pt idx="24695">First_Product_Purchased</cx:pt>
          <cx:pt idx="24696">First_Product_Purchased</cx:pt>
          <cx:pt idx="24697">First_Product_Purchased</cx:pt>
          <cx:pt idx="24698">First_Product_Purchased</cx:pt>
          <cx:pt idx="24699">First_Product_Purchased</cx:pt>
          <cx:pt idx="24700">First_Product_Purchased</cx:pt>
          <cx:pt idx="24701">First_Product_Purchased</cx:pt>
          <cx:pt idx="24702">First_Product_Purchased</cx:pt>
          <cx:pt idx="24703">First_Product_Purchased</cx:pt>
          <cx:pt idx="24704">First_Product_Purchased</cx:pt>
          <cx:pt idx="24705">First_Product_Purchased</cx:pt>
          <cx:pt idx="24706">First_Product_Purchased</cx:pt>
          <cx:pt idx="24707">First_Product_Purchased</cx:pt>
          <cx:pt idx="24708">First_Product_Purchased</cx:pt>
          <cx:pt idx="24709">First_Product_Purchased</cx:pt>
          <cx:pt idx="24710">First_Product_Purchased</cx:pt>
          <cx:pt idx="24711">First_Product_Purchased</cx:pt>
          <cx:pt idx="24712">First_Product_Purchased</cx:pt>
          <cx:pt idx="24713">First_Product_Purchased</cx:pt>
          <cx:pt idx="24714">First_Product_Purchased</cx:pt>
          <cx:pt idx="24715">First_Product_Purchased</cx:pt>
          <cx:pt idx="24716">First_Product_Purchased</cx:pt>
          <cx:pt idx="24717">First_Product_Purchased</cx:pt>
          <cx:pt idx="24718">First_Product_Purchased</cx:pt>
          <cx:pt idx="24719">First_Product_Purchased</cx:pt>
          <cx:pt idx="24720">First_Product_Purchased</cx:pt>
          <cx:pt idx="24721">First_Product_Purchased</cx:pt>
          <cx:pt idx="24722">First_Product_Purchased</cx:pt>
          <cx:pt idx="24723">First_Product_Purchased</cx:pt>
          <cx:pt idx="24724">First_Product_Purchased</cx:pt>
          <cx:pt idx="24725">First_Product_Purchased</cx:pt>
          <cx:pt idx="24726">First_Product_Purchased</cx:pt>
          <cx:pt idx="24727">First_Product_Purchased</cx:pt>
          <cx:pt idx="24728">First_Product_Purchased</cx:pt>
          <cx:pt idx="24729">First_Product_Purchased</cx:pt>
          <cx:pt idx="24730">First_Product_Purchased</cx:pt>
          <cx:pt idx="24731">First_Product_Purchased</cx:pt>
          <cx:pt idx="24732">First_Product_Purchased</cx:pt>
          <cx:pt idx="24733">First_Product_Purchased</cx:pt>
          <cx:pt idx="24734">First_Product_Purchased</cx:pt>
          <cx:pt idx="24735">First_Product_Purchased</cx:pt>
          <cx:pt idx="24736">First_Product_Purchased</cx:pt>
          <cx:pt idx="24737">First_Product_Purchased</cx:pt>
          <cx:pt idx="24738">First_Product_Purchased</cx:pt>
          <cx:pt idx="24739">First_Product_Purchased</cx:pt>
          <cx:pt idx="24740">First_Product_Purchased</cx:pt>
          <cx:pt idx="24741">First_Product_Purchased</cx:pt>
          <cx:pt idx="24742">First_Product_Purchased</cx:pt>
          <cx:pt idx="24743">First_Product_Purchased</cx:pt>
          <cx:pt idx="24744">First_Product_Purchased</cx:pt>
          <cx:pt idx="24745">First_Product_Purchased</cx:pt>
          <cx:pt idx="24746">First_Product_Purchased</cx:pt>
          <cx:pt idx="24747">First_Product_Purchased</cx:pt>
          <cx:pt idx="24748">First_Product_Purchased</cx:pt>
          <cx:pt idx="24749">First_Product_Purchased</cx:pt>
          <cx:pt idx="24750">First_Product_Purchased</cx:pt>
          <cx:pt idx="24751">First_Product_Purchased</cx:pt>
          <cx:pt idx="24752">First_Product_Purchased</cx:pt>
          <cx:pt idx="24753">First_Product_Purchased</cx:pt>
          <cx:pt idx="24754">First_Product_Purchased</cx:pt>
          <cx:pt idx="24755">First_Product_Purchased</cx:pt>
          <cx:pt idx="24756">First_Product_Purchased</cx:pt>
          <cx:pt idx="24757">First_Product_Purchased</cx:pt>
          <cx:pt idx="24758">First_Product_Purchased</cx:pt>
          <cx:pt idx="24759">First_Product_Purchased</cx:pt>
          <cx:pt idx="24760">First_Product_Purchased</cx:pt>
          <cx:pt idx="24761">First_Product_Purchased</cx:pt>
          <cx:pt idx="24762">First_Product_Purchased</cx:pt>
          <cx:pt idx="24763">First_Product_Purchased</cx:pt>
          <cx:pt idx="24764">First_Product_Purchased</cx:pt>
          <cx:pt idx="24765">First_Product_Purchased</cx:pt>
          <cx:pt idx="24766">First_Product_Purchased</cx:pt>
          <cx:pt idx="24767">First_Product_Purchased</cx:pt>
          <cx:pt idx="24768">First_Product_Purchased</cx:pt>
          <cx:pt idx="24769">First_Product_Purchased</cx:pt>
          <cx:pt idx="24770">First_Product_Purchased</cx:pt>
          <cx:pt idx="24771">First_Product_Purchased</cx:pt>
          <cx:pt idx="24772">First_Product_Purchased</cx:pt>
          <cx:pt idx="24773">First_Product_Purchased</cx:pt>
          <cx:pt idx="24774">First_Product_Purchased</cx:pt>
          <cx:pt idx="24775">First_Product_Purchased</cx:pt>
          <cx:pt idx="24776">First_Product_Purchased</cx:pt>
          <cx:pt idx="24777">First_Product_Purchased</cx:pt>
          <cx:pt idx="24778">First_Product_Purchased</cx:pt>
          <cx:pt idx="24779">First_Product_Purchased</cx:pt>
          <cx:pt idx="24780">First_Product_Purchased</cx:pt>
          <cx:pt idx="24781">First_Product_Purchased</cx:pt>
          <cx:pt idx="24782">First_Product_Purchased</cx:pt>
          <cx:pt idx="24783">First_Product_Purchased</cx:pt>
          <cx:pt idx="24784">First_Product_Purchased</cx:pt>
          <cx:pt idx="24785">First_Product_Purchased</cx:pt>
          <cx:pt idx="24786">First_Product_Purchased</cx:pt>
          <cx:pt idx="24787">First_Product_Purchased</cx:pt>
          <cx:pt idx="24788">First_Product_Purchased</cx:pt>
          <cx:pt idx="24789">First_Product_Purchased</cx:pt>
          <cx:pt idx="24790">First_Product_Purchased</cx:pt>
          <cx:pt idx="24791">First_Product_Purchased</cx:pt>
          <cx:pt idx="24792">First_Product_Purchased</cx:pt>
          <cx:pt idx="24793">First_Product_Purchased</cx:pt>
          <cx:pt idx="24794">First_Product_Purchased</cx:pt>
          <cx:pt idx="24795">First_Product_Purchased</cx:pt>
          <cx:pt idx="24796">First_Product_Purchased</cx:pt>
          <cx:pt idx="24797">First_Product_Purchased</cx:pt>
          <cx:pt idx="24798">First_Product_Purchased</cx:pt>
          <cx:pt idx="24799">First_Product_Purchased</cx:pt>
          <cx:pt idx="24800">First_Product_Purchased</cx:pt>
          <cx:pt idx="24801">First_Product_Purchased</cx:pt>
          <cx:pt idx="24802">First_Product_Purchased</cx:pt>
          <cx:pt idx="24803">First_Product_Purchased</cx:pt>
          <cx:pt idx="24804">First_Product_Purchased</cx:pt>
          <cx:pt idx="24805">First_Product_Purchased</cx:pt>
          <cx:pt idx="24806">First_Product_Purchased</cx:pt>
          <cx:pt idx="24807">First_Product_Purchased</cx:pt>
          <cx:pt idx="24808">First_Product_Purchased</cx:pt>
          <cx:pt idx="24809">First_Product_Purchased</cx:pt>
          <cx:pt idx="24810">First_Product_Purchased</cx:pt>
          <cx:pt idx="24811">First_Product_Purchased</cx:pt>
          <cx:pt idx="24812">First_Product_Purchased</cx:pt>
          <cx:pt idx="24813">First_Product_Purchased</cx:pt>
          <cx:pt idx="24814">First_Product_Purchased</cx:pt>
          <cx:pt idx="24815">First_Product_Purchased</cx:pt>
          <cx:pt idx="24816">First_Product_Purchased</cx:pt>
          <cx:pt idx="24817">First_Product_Purchased</cx:pt>
          <cx:pt idx="24818">First_Product_Purchased</cx:pt>
          <cx:pt idx="24819">First_Product_Purchased</cx:pt>
          <cx:pt idx="24820">First_Product_Purchased</cx:pt>
          <cx:pt idx="24821">First_Product_Purchased</cx:pt>
          <cx:pt idx="24822">First_Product_Purchased</cx:pt>
          <cx:pt idx="24823">First_Product_Purchased</cx:pt>
          <cx:pt idx="24824">First_Product_Purchased</cx:pt>
          <cx:pt idx="24825">First_Product_Purchased</cx:pt>
          <cx:pt idx="24826">First_Product_Purchased</cx:pt>
          <cx:pt idx="24827">First_Product_Purchased</cx:pt>
          <cx:pt idx="24828">First_Product_Purchased</cx:pt>
          <cx:pt idx="24829">First_Product_Purchased</cx:pt>
          <cx:pt idx="24830">First_Product_Purchased</cx:pt>
          <cx:pt idx="24831">First_Product_Purchased</cx:pt>
          <cx:pt idx="24832">First_Product_Purchased</cx:pt>
          <cx:pt idx="24833">First_Product_Purchased</cx:pt>
          <cx:pt idx="24834">First_Product_Purchased</cx:pt>
          <cx:pt idx="24835">First_Product_Purchased</cx:pt>
          <cx:pt idx="24836">First_Product_Purchased</cx:pt>
          <cx:pt idx="24837">First_Product_Purchased</cx:pt>
          <cx:pt idx="24838">First_Product_Purchased</cx:pt>
          <cx:pt idx="24839">First_Product_Purchased</cx:pt>
          <cx:pt idx="24840">First_Product_Purchased</cx:pt>
          <cx:pt idx="24841">First_Product_Purchased</cx:pt>
          <cx:pt idx="24842">First_Product_Purchased</cx:pt>
          <cx:pt idx="24843">First_Product_Purchased</cx:pt>
          <cx:pt idx="24844">First_Product_Purchased</cx:pt>
          <cx:pt idx="24845">First_Product_Purchased</cx:pt>
          <cx:pt idx="24846">First_Product_Purchased</cx:pt>
          <cx:pt idx="24847">First_Product_Purchased</cx:pt>
          <cx:pt idx="24848">First_Product_Purchased</cx:pt>
          <cx:pt idx="24849">First_Product_Purchased</cx:pt>
          <cx:pt idx="24850">First_Product_Purchased</cx:pt>
          <cx:pt idx="24851">First_Product_Purchased</cx:pt>
          <cx:pt idx="24852">First_Product_Purchased</cx:pt>
          <cx:pt idx="24853">First_Product_Purchased</cx:pt>
          <cx:pt idx="24854">First_Product_Purchased</cx:pt>
          <cx:pt idx="24855">First_Product_Purchased</cx:pt>
          <cx:pt idx="24856">First_Product_Purchased</cx:pt>
          <cx:pt idx="24857">First_Product_Purchased</cx:pt>
          <cx:pt idx="24858">First_Product_Purchased</cx:pt>
          <cx:pt idx="24859">First_Product_Purchased</cx:pt>
          <cx:pt idx="24860">First_Product_Purchased</cx:pt>
          <cx:pt idx="24861">First_Product_Purchased</cx:pt>
          <cx:pt idx="24862">First_Product_Purchased</cx:pt>
          <cx:pt idx="24863">First_Product_Purchased</cx:pt>
          <cx:pt idx="24864">First_Product_Purchased</cx:pt>
          <cx:pt idx="24865">First_Product_Purchased</cx:pt>
          <cx:pt idx="24866">First_Product_Purchased</cx:pt>
          <cx:pt idx="24867">First_Product_Purchased</cx:pt>
          <cx:pt idx="24868">First_Product_Purchased</cx:pt>
          <cx:pt idx="24869">First_Product_Purchased</cx:pt>
          <cx:pt idx="24870">First_Product_Purchased</cx:pt>
          <cx:pt idx="24871">First_Product_Purchased</cx:pt>
          <cx:pt idx="24872">First_Product_Purchased</cx:pt>
          <cx:pt idx="24873">First_Product_Purchased</cx:pt>
          <cx:pt idx="24874">First_Product_Purchased</cx:pt>
          <cx:pt idx="24875">First_Product_Purchased</cx:pt>
          <cx:pt idx="24876">First_Product_Purchased</cx:pt>
          <cx:pt idx="24877">First_Product_Purchased</cx:pt>
          <cx:pt idx="24878">First_Product_Purchased</cx:pt>
          <cx:pt idx="24879">First_Product_Purchased</cx:pt>
          <cx:pt idx="24880">First_Product_Purchased</cx:pt>
          <cx:pt idx="24881">First_Product_Purchased</cx:pt>
          <cx:pt idx="24882">First_Product_Purchased</cx:pt>
          <cx:pt idx="24883">First_Product_Purchased</cx:pt>
          <cx:pt idx="24884">First_Product_Purchased</cx:pt>
          <cx:pt idx="24885">First_Product_Purchased</cx:pt>
          <cx:pt idx="24886">First_Product_Purchased</cx:pt>
          <cx:pt idx="24887">First_Product_Purchased</cx:pt>
          <cx:pt idx="24888">First_Product_Purchased</cx:pt>
          <cx:pt idx="24889">First_Product_Purchased</cx:pt>
          <cx:pt idx="24890">First_Product_Purchased</cx:pt>
          <cx:pt idx="24891">First_Product_Purchased</cx:pt>
          <cx:pt idx="24892">First_Product_Purchased</cx:pt>
          <cx:pt idx="24893">First_Product_Purchased</cx:pt>
          <cx:pt idx="24894">First_Product_Purchased</cx:pt>
          <cx:pt idx="24895">First_Product_Purchased</cx:pt>
          <cx:pt idx="24896">First_Product_Purchased</cx:pt>
          <cx:pt idx="24897">First_Product_Purchased</cx:pt>
          <cx:pt idx="24898">First_Product_Purchased</cx:pt>
          <cx:pt idx="24899">First_Product_Purchased</cx:pt>
          <cx:pt idx="24900">First_Product_Purchased</cx:pt>
          <cx:pt idx="24901">First_Product_Purchased</cx:pt>
          <cx:pt idx="24902">First_Product_Purchased</cx:pt>
          <cx:pt idx="24903">First_Product_Purchased</cx:pt>
          <cx:pt idx="24904">First_Product_Purchased</cx:pt>
          <cx:pt idx="24905">First_Product_Purchased</cx:pt>
          <cx:pt idx="24906">First_Product_Purchased</cx:pt>
          <cx:pt idx="24907">First_Product_Purchased</cx:pt>
          <cx:pt idx="24908">First_Product_Purchased</cx:pt>
          <cx:pt idx="24909">First_Product_Purchased</cx:pt>
          <cx:pt idx="24910">First_Product_Purchased</cx:pt>
          <cx:pt idx="24911">First_Product_Purchased</cx:pt>
          <cx:pt idx="24912">First_Product_Purchased</cx:pt>
          <cx:pt idx="24913">First_Product_Purchased</cx:pt>
          <cx:pt idx="24914">First_Product_Purchased</cx:pt>
          <cx:pt idx="24915">First_Product_Purchased</cx:pt>
          <cx:pt idx="24916">First_Product_Purchased</cx:pt>
          <cx:pt idx="24917">First_Product_Purchased</cx:pt>
          <cx:pt idx="24918">First_Product_Purchased</cx:pt>
          <cx:pt idx="24919">First_Product_Purchased</cx:pt>
          <cx:pt idx="24920">First_Product_Purchased</cx:pt>
          <cx:pt idx="24921">First_Product_Purchased</cx:pt>
          <cx:pt idx="24922">First_Product_Purchased</cx:pt>
          <cx:pt idx="24923">First_Product_Purchased</cx:pt>
          <cx:pt idx="24924">First_Product_Purchased</cx:pt>
          <cx:pt idx="24925">First_Product_Purchased</cx:pt>
          <cx:pt idx="24926">First_Product_Purchased</cx:pt>
          <cx:pt idx="24927">First_Product_Purchased</cx:pt>
          <cx:pt idx="24928">First_Product_Purchased</cx:pt>
          <cx:pt idx="24929">First_Product_Purchased</cx:pt>
          <cx:pt idx="24930">First_Product_Purchased</cx:pt>
          <cx:pt idx="24931">First_Product_Purchased</cx:pt>
          <cx:pt idx="24932">First_Product_Purchased</cx:pt>
          <cx:pt idx="24933">First_Product_Purchased</cx:pt>
          <cx:pt idx="24934">First_Product_Purchased</cx:pt>
          <cx:pt idx="24935">First_Product_Purchased</cx:pt>
          <cx:pt idx="24936">First_Product_Purchased</cx:pt>
          <cx:pt idx="24937">First_Product_Purchased</cx:pt>
          <cx:pt idx="24938">First_Product_Purchased</cx:pt>
          <cx:pt idx="24939">First_Product_Purchased</cx:pt>
          <cx:pt idx="24940">First_Product_Purchased</cx:pt>
          <cx:pt idx="24941">First_Product_Purchased</cx:pt>
          <cx:pt idx="24942">First_Product_Purchased</cx:pt>
          <cx:pt idx="24943">First_Product_Purchased</cx:pt>
          <cx:pt idx="24944">First_Product_Purchased</cx:pt>
          <cx:pt idx="24945">First_Product_Purchased</cx:pt>
          <cx:pt idx="24946">First_Product_Purchased</cx:pt>
          <cx:pt idx="24947">First_Product_Purchased</cx:pt>
          <cx:pt idx="24948">First_Product_Purchased</cx:pt>
          <cx:pt idx="24949">First_Product_Purchased</cx:pt>
          <cx:pt idx="24950">First_Product_Purchased</cx:pt>
          <cx:pt idx="24951">First_Product_Purchased</cx:pt>
          <cx:pt idx="24952">First_Product_Purchased</cx:pt>
          <cx:pt idx="24953">First_Product_Purchased</cx:pt>
          <cx:pt idx="24954">First_Product_Purchased</cx:pt>
          <cx:pt idx="24955">First_Product_Purchased</cx:pt>
          <cx:pt idx="24956">First_Product_Purchased</cx:pt>
          <cx:pt idx="24957">First_Product_Purchased</cx:pt>
          <cx:pt idx="24958">First_Product_Purchased</cx:pt>
          <cx:pt idx="24959">First_Product_Purchased</cx:pt>
          <cx:pt idx="24960">First_Product_Purchased</cx:pt>
          <cx:pt idx="24961">First_Product_Purchased</cx:pt>
          <cx:pt idx="24962">First_Product_Purchased</cx:pt>
          <cx:pt idx="24963">First_Product_Purchased</cx:pt>
          <cx:pt idx="24964">First_Product_Purchased</cx:pt>
          <cx:pt idx="24965">First_Product_Purchased</cx:pt>
          <cx:pt idx="24966">First_Product_Purchased</cx:pt>
          <cx:pt idx="24967">First_Product_Purchased</cx:pt>
          <cx:pt idx="24968">First_Product_Purchased</cx:pt>
          <cx:pt idx="24969">First_Product_Purchased</cx:pt>
          <cx:pt idx="24970">First_Product_Purchased</cx:pt>
          <cx:pt idx="24971">First_Product_Purchased</cx:pt>
          <cx:pt idx="24972">First_Product_Purchased</cx:pt>
          <cx:pt idx="24973">First_Product_Purchased</cx:pt>
          <cx:pt idx="24974">First_Product_Purchased</cx:pt>
          <cx:pt idx="24975">First_Product_Purchased</cx:pt>
          <cx:pt idx="24976">First_Product_Purchased</cx:pt>
          <cx:pt idx="24977">First_Product_Purchased</cx:pt>
          <cx:pt idx="24978">First_Product_Purchased</cx:pt>
          <cx:pt idx="24979">First_Product_Purchased</cx:pt>
          <cx:pt idx="24980">First_Product_Purchased</cx:pt>
          <cx:pt idx="24981">First_Product_Purchased</cx:pt>
          <cx:pt idx="24982">First_Product_Purchased</cx:pt>
          <cx:pt idx="24983">First_Product_Purchased</cx:pt>
          <cx:pt idx="24984">First_Product_Purchased</cx:pt>
          <cx:pt idx="24985">First_Product_Purchased</cx:pt>
          <cx:pt idx="24986">First_Product_Purchased</cx:pt>
          <cx:pt idx="24987">First_Product_Purchased</cx:pt>
          <cx:pt idx="24988">First_Product_Purchased</cx:pt>
          <cx:pt idx="24989">First_Product_Purchased</cx:pt>
          <cx:pt idx="24990">First_Product_Purchased</cx:pt>
          <cx:pt idx="24991">First_Product_Purchased</cx:pt>
          <cx:pt idx="24992">First_Product_Purchased</cx:pt>
          <cx:pt idx="24993">First_Product_Purchased</cx:pt>
          <cx:pt idx="24994">First_Product_Purchased</cx:pt>
          <cx:pt idx="24995">First_Product_Purchased</cx:pt>
          <cx:pt idx="24996">First_Product_Purchased</cx:pt>
          <cx:pt idx="24997">First_Product_Purchased</cx:pt>
          <cx:pt idx="24998">First_Product_Purchased</cx:pt>
          <cx:pt idx="24999">First_Product_Purchased</cx:pt>
          <cx:pt idx="25000">First_Product_Purchased</cx:pt>
          <cx:pt idx="25001">First_Product_Purchased</cx:pt>
          <cx:pt idx="25002">First_Product_Purchased</cx:pt>
          <cx:pt idx="25003">First_Product_Purchased</cx:pt>
          <cx:pt idx="25004">First_Product_Purchased</cx:pt>
          <cx:pt idx="25005">First_Product_Purchased</cx:pt>
          <cx:pt idx="25006">First_Product_Purchased</cx:pt>
          <cx:pt idx="25007">First_Product_Purchased</cx:pt>
          <cx:pt idx="25008">First_Product_Purchased</cx:pt>
          <cx:pt idx="25009">First_Product_Purchased</cx:pt>
          <cx:pt idx="25010">First_Product_Purchased</cx:pt>
          <cx:pt idx="25011">First_Product_Purchased</cx:pt>
          <cx:pt idx="25012">First_Product_Purchased</cx:pt>
          <cx:pt idx="25013">First_Product_Purchased</cx:pt>
          <cx:pt idx="25014">First_Product_Purchased</cx:pt>
          <cx:pt idx="25015">First_Product_Purchased</cx:pt>
          <cx:pt idx="25016">First_Product_Purchased</cx:pt>
          <cx:pt idx="25017">First_Product_Purchased</cx:pt>
          <cx:pt idx="25018">First_Product_Purchased</cx:pt>
          <cx:pt idx="25019">First_Product_Purchased</cx:pt>
          <cx:pt idx="25020">First_Product_Purchased</cx:pt>
          <cx:pt idx="25021">First_Product_Purchased</cx:pt>
          <cx:pt idx="25022">First_Product_Purchased</cx:pt>
          <cx:pt idx="25023">First_Product_Purchased</cx:pt>
          <cx:pt idx="25024">First_Product_Purchased</cx:pt>
          <cx:pt idx="25025">First_Product_Purchased</cx:pt>
          <cx:pt idx="25026">First_Product_Purchased</cx:pt>
          <cx:pt idx="25027">First_Product_Purchased</cx:pt>
          <cx:pt idx="25028">First_Product_Purchased</cx:pt>
          <cx:pt idx="25029">Second_Product_Purchased</cx:pt>
          <cx:pt idx="25030">Second_Product_Purchased</cx:pt>
          <cx:pt idx="25031">First_Product_Purchased</cx:pt>
          <cx:pt idx="25032">First_Product_Purchased</cx:pt>
          <cx:pt idx="25033">Second_Product_Purchased</cx:pt>
          <cx:pt idx="25034">First_Product_Purchased</cx:pt>
          <cx:pt idx="25035">First_Product_Purchased</cx:pt>
          <cx:pt idx="25036">First_Product_Purchased</cx:pt>
          <cx:pt idx="25037">First_Product_Purchased</cx:pt>
          <cx:pt idx="25038">First_Product_Purchased</cx:pt>
          <cx:pt idx="25039">First_Product_Purchased</cx:pt>
          <cx:pt idx="25040">First_Product_Purchased</cx:pt>
          <cx:pt idx="25041">First_Product_Purchased</cx:pt>
          <cx:pt idx="25042">First_Product_Purchased</cx:pt>
          <cx:pt idx="25043">First_Product_Purchased</cx:pt>
          <cx:pt idx="25044">First_Product_Purchased</cx:pt>
          <cx:pt idx="25045">First_Product_Purchased</cx:pt>
          <cx:pt idx="25046">First_Product_Purchased</cx:pt>
          <cx:pt idx="25047">First_Product_Purchased</cx:pt>
          <cx:pt idx="25048">First_Product_Purchased</cx:pt>
          <cx:pt idx="25049">First_Product_Purchased</cx:pt>
          <cx:pt idx="25050">Second_Product_Purchased</cx:pt>
          <cx:pt idx="25051">Second_Product_Purchased</cx:pt>
          <cx:pt idx="25052">First_Product_Purchased</cx:pt>
          <cx:pt idx="25053">First_Product_Purchased</cx:pt>
          <cx:pt idx="25054">First_Product_Purchased</cx:pt>
          <cx:pt idx="25055">First_Product_Purchased</cx:pt>
          <cx:pt idx="25056">First_Product_Purchased</cx:pt>
          <cx:pt idx="25057">First_Product_Purchased</cx:pt>
          <cx:pt idx="25058">Second_Product_Purchased</cx:pt>
          <cx:pt idx="25059">First_Product_Purchased</cx:pt>
          <cx:pt idx="25060">First_Product_Purchased</cx:pt>
          <cx:pt idx="25061">First_Product_Purchased</cx:pt>
          <cx:pt idx="25062">First_Product_Purchased</cx:pt>
          <cx:pt idx="25063">First_Product_Purchased</cx:pt>
          <cx:pt idx="25064">First_Product_Purchased</cx:pt>
          <cx:pt idx="25065">Second_Product_Purchased</cx:pt>
          <cx:pt idx="25066">First_Product_Purchased</cx:pt>
          <cx:pt idx="25067">First_Product_Purchased</cx:pt>
          <cx:pt idx="25068">First_Product_Purchased</cx:pt>
          <cx:pt idx="25069">First_Product_Purchased</cx:pt>
          <cx:pt idx="25070">Second_Product_Purchased</cx:pt>
          <cx:pt idx="25071">First_Product_Purchased</cx:pt>
          <cx:pt idx="25072">First_Product_Purchased</cx:pt>
          <cx:pt idx="25073">Second_Product_Purchased</cx:pt>
          <cx:pt idx="25074">First_Product_Purchased</cx:pt>
          <cx:pt idx="25075">First_Product_Purchased</cx:pt>
          <cx:pt idx="25076">First_Product_Purchased</cx:pt>
          <cx:pt idx="25077">Second_Product_Purchased</cx:pt>
          <cx:pt idx="25078">Second_Product_Purchased</cx:pt>
          <cx:pt idx="25079">First_Product_Purchased</cx:pt>
          <cx:pt idx="25080">Second_Product_Purchased</cx:pt>
          <cx:pt idx="25081">First_Product_Purchased</cx:pt>
          <cx:pt idx="25082">First_Product_Purchased</cx:pt>
          <cx:pt idx="25083">Second_Product_Purchased</cx:pt>
          <cx:pt idx="25084">Second_Product_Purchased</cx:pt>
          <cx:pt idx="25085">First_Product_Purchased</cx:pt>
          <cx:pt idx="25086">First_Product_Purchased</cx:pt>
          <cx:pt idx="25087">Second_Product_Purchased</cx:pt>
          <cx:pt idx="25088">First_Product_Purchased</cx:pt>
          <cx:pt idx="25089">First_Product_Purchased</cx:pt>
          <cx:pt idx="25090">First_Product_Purchased</cx:pt>
          <cx:pt idx="25091">First_Product_Purchased</cx:pt>
          <cx:pt idx="25092">Second_Product_Purchased</cx:pt>
          <cx:pt idx="25093">First_Product_Purchased</cx:pt>
          <cx:pt idx="25094">Second_Product_Purchased</cx:pt>
          <cx:pt idx="25095">First_Product_Purchased</cx:pt>
          <cx:pt idx="25096">Second_Product_Purchased</cx:pt>
          <cx:pt idx="25097">First_Product_Purchased</cx:pt>
          <cx:pt idx="25098">Second_Product_Purchased</cx:pt>
          <cx:pt idx="25099">First_Product_Purchased</cx:pt>
          <cx:pt idx="25100">First_Product_Purchased</cx:pt>
          <cx:pt idx="25101">First_Product_Purchased</cx:pt>
          <cx:pt idx="25102">First_Product_Purchased</cx:pt>
          <cx:pt idx="25103">First_Product_Purchased</cx:pt>
          <cx:pt idx="25104">First_Product_Purchased</cx:pt>
          <cx:pt idx="25105">First_Product_Purchased</cx:pt>
          <cx:pt idx="25106">First_Product_Purchased</cx:pt>
          <cx:pt idx="25107">First_Product_Purchased</cx:pt>
          <cx:pt idx="25108">First_Product_Purchased</cx:pt>
          <cx:pt idx="25109">First_Product_Purchased</cx:pt>
          <cx:pt idx="25110">First_Product_Purchased</cx:pt>
          <cx:pt idx="25111">First_Product_Purchased</cx:pt>
          <cx:pt idx="25112">First_Product_Purchased</cx:pt>
          <cx:pt idx="25113">First_Product_Purchased</cx:pt>
          <cx:pt idx="25114">First_Product_Purchased</cx:pt>
          <cx:pt idx="25115">Second_Product_Purchased</cx:pt>
          <cx:pt idx="25116">Second_Product_Purchased</cx:pt>
          <cx:pt idx="25117">First_Product_Purchased</cx:pt>
          <cx:pt idx="25118">First_Product_Purchased</cx:pt>
          <cx:pt idx="25119">First_Product_Purchased</cx:pt>
          <cx:pt idx="25120">First_Product_Purchased</cx:pt>
          <cx:pt idx="25121">Second_Product_Purchased</cx:pt>
          <cx:pt idx="25122">First_Product_Purchased</cx:pt>
          <cx:pt idx="25123">First_Product_Purchased</cx:pt>
          <cx:pt idx="25124">First_Product_Purchased</cx:pt>
          <cx:pt idx="25125">Second_Product_Purchased</cx:pt>
          <cx:pt idx="25126">First_Product_Purchased</cx:pt>
          <cx:pt idx="25127">First_Product_Purchased</cx:pt>
          <cx:pt idx="25128">First_Product_Purchased</cx:pt>
          <cx:pt idx="25129">Second_Product_Purchased</cx:pt>
          <cx:pt idx="25130">First_Product_Purchased</cx:pt>
          <cx:pt idx="25131">First_Product_Purchased</cx:pt>
          <cx:pt idx="25132">First_Product_Purchased</cx:pt>
          <cx:pt idx="25133">Second_Product_Purchased</cx:pt>
          <cx:pt idx="25134">First_Product_Purchased</cx:pt>
          <cx:pt idx="25135">First_Product_Purchased</cx:pt>
          <cx:pt idx="25136">First_Product_Purchased</cx:pt>
          <cx:pt idx="25137">First_Product_Purchased</cx:pt>
          <cx:pt idx="25138">First_Product_Purchased</cx:pt>
          <cx:pt idx="25139">First_Product_Purchased</cx:pt>
          <cx:pt idx="25140">First_Product_Purchased</cx:pt>
          <cx:pt idx="25141">First_Product_Purchased</cx:pt>
          <cx:pt idx="25142">First_Product_Purchased</cx:pt>
          <cx:pt idx="25143">Second_Product_Purchased</cx:pt>
          <cx:pt idx="25144">Second_Product_Purchased</cx:pt>
          <cx:pt idx="25145">First_Product_Purchased</cx:pt>
          <cx:pt idx="25146">First_Product_Purchased</cx:pt>
          <cx:pt idx="25147">First_Product_Purchased</cx:pt>
          <cx:pt idx="25148">Second_Product_Purchased</cx:pt>
          <cx:pt idx="25149">First_Product_Purchased</cx:pt>
          <cx:pt idx="25150">First_Product_Purchased</cx:pt>
          <cx:pt idx="25151">First_Product_Purchased</cx:pt>
          <cx:pt idx="25152">First_Product_Purchased</cx:pt>
          <cx:pt idx="25153">First_Product_Purchased</cx:pt>
          <cx:pt idx="25154">First_Product_Purchased</cx:pt>
          <cx:pt idx="25155">First_Product_Purchased</cx:pt>
          <cx:pt idx="25156">First_Product_Purchased</cx:pt>
          <cx:pt idx="25157">First_Product_Purchased</cx:pt>
          <cx:pt idx="25158">First_Product_Purchased</cx:pt>
          <cx:pt idx="25159">First_Product_Purchased</cx:pt>
          <cx:pt idx="25160">First_Product_Purchased</cx:pt>
          <cx:pt idx="25161">First_Product_Purchased</cx:pt>
          <cx:pt idx="25162">First_Product_Purchased</cx:pt>
          <cx:pt idx="25163">Second_Product_Purchased</cx:pt>
          <cx:pt idx="25164">First_Product_Purchased</cx:pt>
          <cx:pt idx="25165">First_Product_Purchased</cx:pt>
          <cx:pt idx="25166">First_Product_Purchased</cx:pt>
          <cx:pt idx="25167">First_Product_Purchased</cx:pt>
          <cx:pt idx="25168">First_Product_Purchased</cx:pt>
          <cx:pt idx="25169">First_Product_Purchased</cx:pt>
          <cx:pt idx="25170">First_Product_Purchased</cx:pt>
          <cx:pt idx="25171">First_Product_Purchased</cx:pt>
          <cx:pt idx="25172">First_Product_Purchased</cx:pt>
          <cx:pt idx="25173">First_Product_Purchased</cx:pt>
          <cx:pt idx="25174">First_Product_Purchased</cx:pt>
          <cx:pt idx="25175">Second_Product_Purchased</cx:pt>
          <cx:pt idx="25176">First_Product_Purchased</cx:pt>
          <cx:pt idx="25177">First_Product_Purchased</cx:pt>
          <cx:pt idx="25178">First_Product_Purchased</cx:pt>
          <cx:pt idx="25179">Second_Product_Purchased</cx:pt>
          <cx:pt idx="25180">First_Product_Purchased</cx:pt>
          <cx:pt idx="25181">Second_Product_Purchased</cx:pt>
          <cx:pt idx="25182">Second_Product_Purchased</cx:pt>
          <cx:pt idx="25183">First_Product_Purchased</cx:pt>
          <cx:pt idx="25184">First_Product_Purchased</cx:pt>
          <cx:pt idx="25185">First_Product_Purchased</cx:pt>
          <cx:pt idx="25186">First_Product_Purchased</cx:pt>
          <cx:pt idx="25187">Second_Product_Purchased</cx:pt>
          <cx:pt idx="25188">Second_Product_Purchased</cx:pt>
          <cx:pt idx="25189">First_Product_Purchased</cx:pt>
          <cx:pt idx="25190">First_Product_Purchased</cx:pt>
          <cx:pt idx="25191">First_Product_Purchased</cx:pt>
          <cx:pt idx="25192">First_Product_Purchased</cx:pt>
          <cx:pt idx="25193">First_Product_Purchased</cx:pt>
          <cx:pt idx="25194">First_Product_Purchased</cx:pt>
          <cx:pt idx="25195">First_Product_Purchased</cx:pt>
          <cx:pt idx="25196">First_Product_Purchased</cx:pt>
          <cx:pt idx="25197">First_Product_Purchased</cx:pt>
          <cx:pt idx="25198">First_Product_Purchased</cx:pt>
          <cx:pt idx="25199">Second_Product_Purchased</cx:pt>
          <cx:pt idx="25200">First_Product_Purchased</cx:pt>
          <cx:pt idx="25201">Second_Product_Purchased</cx:pt>
          <cx:pt idx="25202">First_Product_Purchased</cx:pt>
          <cx:pt idx="25203">First_Product_Purchased</cx:pt>
          <cx:pt idx="25204">First_Product_Purchased</cx:pt>
          <cx:pt idx="25205">First_Product_Purchased</cx:pt>
          <cx:pt idx="25206">First_Product_Purchased</cx:pt>
          <cx:pt idx="25207">First_Product_Purchased</cx:pt>
          <cx:pt idx="25208">First_Product_Purchased</cx:pt>
          <cx:pt idx="25209">First_Product_Purchased</cx:pt>
          <cx:pt idx="25210">First_Product_Purchased</cx:pt>
          <cx:pt idx="25211">First_Product_Purchased</cx:pt>
          <cx:pt idx="25212">First_Product_Purchased</cx:pt>
          <cx:pt idx="25213">Second_Product_Purchased</cx:pt>
          <cx:pt idx="25214">First_Product_Purchased</cx:pt>
          <cx:pt idx="25215">First_Product_Purchased</cx:pt>
          <cx:pt idx="25216">First_Product_Purchased</cx:pt>
          <cx:pt idx="25217">Second_Product_Purchased</cx:pt>
          <cx:pt idx="25218">First_Product_Purchased</cx:pt>
          <cx:pt idx="25219">First_Product_Purchased</cx:pt>
          <cx:pt idx="25220">First_Product_Purchased</cx:pt>
          <cx:pt idx="25221">First_Product_Purchased</cx:pt>
          <cx:pt idx="25222">First_Product_Purchased</cx:pt>
          <cx:pt idx="25223">First_Product_Purchased</cx:pt>
          <cx:pt idx="25224">First_Product_Purchased</cx:pt>
          <cx:pt idx="25225">First_Product_Purchased</cx:pt>
          <cx:pt idx="25226">First_Product_Purchased</cx:pt>
          <cx:pt idx="25227">First_Product_Purchased</cx:pt>
          <cx:pt idx="25228">First_Product_Purchased</cx:pt>
          <cx:pt idx="25229">First_Product_Purchased</cx:pt>
          <cx:pt idx="25230">First_Product_Purchased</cx:pt>
          <cx:pt idx="25231">First_Product_Purchased</cx:pt>
          <cx:pt idx="25232">First_Product_Purchased</cx:pt>
          <cx:pt idx="25233">First_Product_Purchased</cx:pt>
          <cx:pt idx="25234">First_Product_Purchased</cx:pt>
          <cx:pt idx="25235">First_Product_Purchased</cx:pt>
          <cx:pt idx="25236">First_Product_Purchased</cx:pt>
          <cx:pt idx="25237">First_Product_Purchased</cx:pt>
          <cx:pt idx="25238">First_Product_Purchased</cx:pt>
          <cx:pt idx="25239">First_Product_Purchased</cx:pt>
          <cx:pt idx="25240">First_Product_Purchased</cx:pt>
          <cx:pt idx="25241">First_Product_Purchased</cx:pt>
          <cx:pt idx="25242">Second_Product_Purchased</cx:pt>
          <cx:pt idx="25243">First_Product_Purchased</cx:pt>
          <cx:pt idx="25244">Second_Product_Purchased</cx:pt>
          <cx:pt idx="25245">First_Product_Purchased</cx:pt>
          <cx:pt idx="25246">First_Product_Purchased</cx:pt>
          <cx:pt idx="25247">First_Product_Purchased</cx:pt>
          <cx:pt idx="25248">Second_Product_Purchased</cx:pt>
          <cx:pt idx="25249">Second_Product_Purchased</cx:pt>
          <cx:pt idx="25250">First_Product_Purchased</cx:pt>
          <cx:pt idx="25251">First_Product_Purchased</cx:pt>
          <cx:pt idx="25252">First_Product_Purchased</cx:pt>
          <cx:pt idx="25253">First_Product_Purchased</cx:pt>
          <cx:pt idx="25254">First_Product_Purchased</cx:pt>
          <cx:pt idx="25255">Second_Product_Purchased</cx:pt>
          <cx:pt idx="25256">First_Product_Purchased</cx:pt>
          <cx:pt idx="25257">First_Product_Purchased</cx:pt>
          <cx:pt idx="25258">Second_Product_Purchased</cx:pt>
          <cx:pt idx="25259">First_Product_Purchased</cx:pt>
          <cx:pt idx="25260">Second_Product_Purchased</cx:pt>
          <cx:pt idx="25261">First_Product_Purchased</cx:pt>
          <cx:pt idx="25262">Second_Product_Purchased</cx:pt>
          <cx:pt idx="25263">First_Product_Purchased</cx:pt>
          <cx:pt idx="25264">First_Product_Purchased</cx:pt>
          <cx:pt idx="25265">Second_Product_Purchased</cx:pt>
          <cx:pt idx="25266">First_Product_Purchased</cx:pt>
          <cx:pt idx="25267">First_Product_Purchased</cx:pt>
          <cx:pt idx="25268">First_Product_Purchased</cx:pt>
          <cx:pt idx="25269">First_Product_Purchased</cx:pt>
          <cx:pt idx="25270">First_Product_Purchased</cx:pt>
          <cx:pt idx="25271">First_Product_Purchased</cx:pt>
          <cx:pt idx="25272">First_Product_Purchased</cx:pt>
          <cx:pt idx="25273">First_Product_Purchased</cx:pt>
          <cx:pt idx="25274">Second_Product_Purchased</cx:pt>
          <cx:pt idx="25275">First_Product_Purchased</cx:pt>
          <cx:pt idx="25276">First_Product_Purchased</cx:pt>
          <cx:pt idx="25277">First_Product_Purchased</cx:pt>
          <cx:pt idx="25278">First_Product_Purchased</cx:pt>
          <cx:pt idx="25279">First_Product_Purchased</cx:pt>
          <cx:pt idx="25280">First_Product_Purchased</cx:pt>
          <cx:pt idx="25281">First_Product_Purchased</cx:pt>
          <cx:pt idx="25282">Second_Product_Purchased</cx:pt>
          <cx:pt idx="25283">First_Product_Purchased</cx:pt>
          <cx:pt idx="25284">Second_Product_Purchased</cx:pt>
          <cx:pt idx="25285">First_Product_Purchased</cx:pt>
          <cx:pt idx="25286">First_Product_Purchased</cx:pt>
          <cx:pt idx="25287">First_Product_Purchased</cx:pt>
          <cx:pt idx="25288">First_Product_Purchased</cx:pt>
          <cx:pt idx="25289">First_Product_Purchased</cx:pt>
          <cx:pt idx="25290">First_Product_Purchased</cx:pt>
          <cx:pt idx="25291">Second_Product_Purchased</cx:pt>
          <cx:pt idx="25292">First_Product_Purchased</cx:pt>
          <cx:pt idx="25293">First_Product_Purchased</cx:pt>
          <cx:pt idx="25294">First_Product_Purchased</cx:pt>
          <cx:pt idx="25295">First_Product_Purchased</cx:pt>
          <cx:pt idx="25296">Second_Product_Purchased</cx:pt>
          <cx:pt idx="25297">First_Product_Purchased</cx:pt>
          <cx:pt idx="25298">Second_Product_Purchased</cx:pt>
          <cx:pt idx="25299">Second_Product_Purchased</cx:pt>
          <cx:pt idx="25300">Second_Product_Purchased</cx:pt>
          <cx:pt idx="25301">First_Product_Purchased</cx:pt>
          <cx:pt idx="25302">First_Product_Purchased</cx:pt>
          <cx:pt idx="25303">First_Product_Purchased</cx:pt>
          <cx:pt idx="25304">First_Product_Purchased</cx:pt>
          <cx:pt idx="25305">First_Product_Purchased</cx:pt>
          <cx:pt idx="25306">Second_Product_Purchased</cx:pt>
          <cx:pt idx="25307">First_Product_Purchased</cx:pt>
          <cx:pt idx="25308">First_Product_Purchased</cx:pt>
          <cx:pt idx="25309">First_Product_Purchased</cx:pt>
          <cx:pt idx="25310">Second_Product_Purchased</cx:pt>
          <cx:pt idx="25311">First_Product_Purchased</cx:pt>
          <cx:pt idx="25312">First_Product_Purchased</cx:pt>
          <cx:pt idx="25313">First_Product_Purchased</cx:pt>
          <cx:pt idx="25314">First_Product_Purchased</cx:pt>
          <cx:pt idx="25315">First_Product_Purchased</cx:pt>
          <cx:pt idx="25316">First_Product_Purchased</cx:pt>
          <cx:pt idx="25317">First_Product_Purchased</cx:pt>
          <cx:pt idx="25318">Second_Product_Purchased</cx:pt>
          <cx:pt idx="25319">First_Product_Purchased</cx:pt>
          <cx:pt idx="25320">Second_Product_Purchased</cx:pt>
          <cx:pt idx="25321">Second_Product_Purchased</cx:pt>
          <cx:pt idx="25322">First_Product_Purchased</cx:pt>
          <cx:pt idx="25323">First_Product_Purchased</cx:pt>
          <cx:pt idx="25324">Second_Product_Purchased</cx:pt>
          <cx:pt idx="25325">First_Product_Purchased</cx:pt>
          <cx:pt idx="25326">Second_Product_Purchased</cx:pt>
          <cx:pt idx="25327">Second_Product_Purchased</cx:pt>
          <cx:pt idx="25328">First_Product_Purchased</cx:pt>
          <cx:pt idx="25329">First_Product_Purchased</cx:pt>
          <cx:pt idx="25330">First_Product_Purchased</cx:pt>
          <cx:pt idx="25331">First_Product_Purchased</cx:pt>
          <cx:pt idx="25332">First_Product_Purchased</cx:pt>
          <cx:pt idx="25333">First_Product_Purchased</cx:pt>
          <cx:pt idx="25334">First_Product_Purchased</cx:pt>
          <cx:pt idx="25335">First_Product_Purchased</cx:pt>
          <cx:pt idx="25336">First_Product_Purchased</cx:pt>
          <cx:pt idx="25337">Second_Product_Purchased</cx:pt>
          <cx:pt idx="25338">First_Product_Purchased</cx:pt>
          <cx:pt idx="25339">First_Product_Purchased</cx:pt>
          <cx:pt idx="25340">First_Product_Purchased</cx:pt>
          <cx:pt idx="25341">First_Product_Purchased</cx:pt>
          <cx:pt idx="25342">First_Product_Purchased</cx:pt>
          <cx:pt idx="25343">First_Product_Purchased</cx:pt>
          <cx:pt idx="25344">First_Product_Purchased</cx:pt>
          <cx:pt idx="25345">Second_Product_Purchased</cx:pt>
          <cx:pt idx="25346">First_Product_Purchased</cx:pt>
          <cx:pt idx="25347">First_Product_Purchased</cx:pt>
          <cx:pt idx="25348">First_Product_Purchased</cx:pt>
          <cx:pt idx="25349">First_Product_Purchased</cx:pt>
          <cx:pt idx="25350">Second_Product_Purchased</cx:pt>
          <cx:pt idx="25351">Second_Product_Purchased</cx:pt>
          <cx:pt idx="25352">First_Product_Purchased</cx:pt>
          <cx:pt idx="25353">First_Product_Purchased</cx:pt>
          <cx:pt idx="25354">First_Product_Purchased</cx:pt>
          <cx:pt idx="25355">Second_Product_Purchased</cx:pt>
          <cx:pt idx="25356">First_Product_Purchased</cx:pt>
          <cx:pt idx="25357">First_Product_Purchased</cx:pt>
          <cx:pt idx="25358">First_Product_Purchased</cx:pt>
          <cx:pt idx="25359">First_Product_Purchased</cx:pt>
          <cx:pt idx="25360">First_Product_Purchased</cx:pt>
          <cx:pt idx="25361">First_Product_Purchased</cx:pt>
          <cx:pt idx="25362">First_Product_Purchased</cx:pt>
          <cx:pt idx="25363">First_Product_Purchased</cx:pt>
          <cx:pt idx="25364">First_Product_Purchased</cx:pt>
          <cx:pt idx="25365">Second_Product_Purchased</cx:pt>
          <cx:pt idx="25366">First_Product_Purchased</cx:pt>
          <cx:pt idx="25367">First_Product_Purchased</cx:pt>
          <cx:pt idx="25368">First_Product_Purchased</cx:pt>
          <cx:pt idx="25369">Second_Product_Purchased</cx:pt>
          <cx:pt idx="25370">Second_Product_Purchased</cx:pt>
          <cx:pt idx="25371">First_Product_Purchased</cx:pt>
          <cx:pt idx="25372">First_Product_Purchased</cx:pt>
          <cx:pt idx="25373">Second_Product_Purchased</cx:pt>
          <cx:pt idx="25374">First_Product_Purchased</cx:pt>
          <cx:pt idx="25375">First_Product_Purchased</cx:pt>
          <cx:pt idx="25376">Second_Product_Purchased</cx:pt>
          <cx:pt idx="25377">First_Product_Purchased</cx:pt>
          <cx:pt idx="25378">First_Product_Purchased</cx:pt>
          <cx:pt idx="25379">First_Product_Purchased</cx:pt>
          <cx:pt idx="25380">First_Product_Purchased</cx:pt>
          <cx:pt idx="25381">First_Product_Purchased</cx:pt>
          <cx:pt idx="25382">First_Product_Purchased</cx:pt>
          <cx:pt idx="25383">First_Product_Purchased</cx:pt>
          <cx:pt idx="25384">First_Product_Purchased</cx:pt>
          <cx:pt idx="25385">First_Product_Purchased</cx:pt>
          <cx:pt idx="25386">First_Product_Purchased</cx:pt>
          <cx:pt idx="25387">First_Product_Purchased</cx:pt>
          <cx:pt idx="25388">First_Product_Purchased</cx:pt>
          <cx:pt idx="25389">First_Product_Purchased</cx:pt>
          <cx:pt idx="25390">First_Product_Purchased</cx:pt>
          <cx:pt idx="25391">First_Product_Purchased</cx:pt>
          <cx:pt idx="25392">First_Product_Purchased</cx:pt>
          <cx:pt idx="25393">First_Product_Purchased</cx:pt>
          <cx:pt idx="25394">First_Product_Purchased</cx:pt>
          <cx:pt idx="25395">Second_Product_Purchased</cx:pt>
          <cx:pt idx="25396">First_Product_Purchased</cx:pt>
          <cx:pt idx="25397">Second_Product_Purchased</cx:pt>
          <cx:pt idx="25398">First_Product_Purchased</cx:pt>
          <cx:pt idx="25399">First_Product_Purchased</cx:pt>
          <cx:pt idx="25400">First_Product_Purchased</cx:pt>
          <cx:pt idx="25401">First_Product_Purchased</cx:pt>
          <cx:pt idx="25402">First_Product_Purchased</cx:pt>
          <cx:pt idx="25403">First_Product_Purchased</cx:pt>
          <cx:pt idx="25404">First_Product_Purchased</cx:pt>
          <cx:pt idx="25405">First_Product_Purchased</cx:pt>
          <cx:pt idx="25406">First_Product_Purchased</cx:pt>
          <cx:pt idx="25407">First_Product_Purchased</cx:pt>
          <cx:pt idx="25408">First_Product_Purchased</cx:pt>
          <cx:pt idx="25409">First_Product_Purchased</cx:pt>
          <cx:pt idx="25410">First_Product_Purchased</cx:pt>
          <cx:pt idx="25411">Second_Product_Purchased</cx:pt>
          <cx:pt idx="25412">First_Product_Purchased</cx:pt>
          <cx:pt idx="25413">First_Product_Purchased</cx:pt>
          <cx:pt idx="25414">First_Product_Purchased</cx:pt>
          <cx:pt idx="25415">First_Product_Purchased</cx:pt>
          <cx:pt idx="25416">First_Product_Purchased</cx:pt>
          <cx:pt idx="25417">Second_Product_Purchased</cx:pt>
          <cx:pt idx="25418">First_Product_Purchased</cx:pt>
          <cx:pt idx="25419">First_Product_Purchased</cx:pt>
          <cx:pt idx="25420">First_Product_Purchased</cx:pt>
          <cx:pt idx="25421">First_Product_Purchased</cx:pt>
          <cx:pt idx="25422">Second_Product_Purchased</cx:pt>
          <cx:pt idx="25423">Second_Product_Purchased</cx:pt>
          <cx:pt idx="25424">First_Product_Purchased</cx:pt>
          <cx:pt idx="25425">First_Product_Purchased</cx:pt>
          <cx:pt idx="25426">Second_Product_Purchased</cx:pt>
          <cx:pt idx="25427">First_Product_Purchased</cx:pt>
          <cx:pt idx="25428">First_Product_Purchased</cx:pt>
          <cx:pt idx="25429">First_Product_Purchased</cx:pt>
          <cx:pt idx="25430">First_Product_Purchased</cx:pt>
          <cx:pt idx="25431">First_Product_Purchased</cx:pt>
          <cx:pt idx="25432">Second_Product_Purchased</cx:pt>
          <cx:pt idx="25433">First_Product_Purchased</cx:pt>
          <cx:pt idx="25434">First_Product_Purchased</cx:pt>
          <cx:pt idx="25435">First_Product_Purchased</cx:pt>
          <cx:pt idx="25436">First_Product_Purchased</cx:pt>
          <cx:pt idx="25437">First_Product_Purchased</cx:pt>
          <cx:pt idx="25438">Second_Product_Purchased</cx:pt>
          <cx:pt idx="25439">First_Product_Purchased</cx:pt>
          <cx:pt idx="25440">First_Product_Purchased</cx:pt>
          <cx:pt idx="25441">First_Product_Purchased</cx:pt>
          <cx:pt idx="25442">First_Product_Purchased</cx:pt>
          <cx:pt idx="25443">First_Product_Purchased</cx:pt>
          <cx:pt idx="25444">First_Product_Purchased</cx:pt>
          <cx:pt idx="25445">First_Product_Purchased</cx:pt>
          <cx:pt idx="25446">First_Product_Purchased</cx:pt>
          <cx:pt idx="25447">First_Product_Purchased</cx:pt>
          <cx:pt idx="25448">Second_Product_Purchased</cx:pt>
          <cx:pt idx="25449">First_Product_Purchased</cx:pt>
          <cx:pt idx="25450">First_Product_Purchased</cx:pt>
          <cx:pt idx="25451">First_Product_Purchased</cx:pt>
          <cx:pt idx="25452">First_Product_Purchased</cx:pt>
          <cx:pt idx="25453">First_Product_Purchased</cx:pt>
          <cx:pt idx="25454">First_Product_Purchased</cx:pt>
          <cx:pt idx="25455">First_Product_Purchased</cx:pt>
          <cx:pt idx="25456">First_Product_Purchased</cx:pt>
          <cx:pt idx="25457">First_Product_Purchased</cx:pt>
          <cx:pt idx="25458">Second_Product_Purchased</cx:pt>
          <cx:pt idx="25459">First_Product_Purchased</cx:pt>
          <cx:pt idx="25460">Second_Product_Purchased</cx:pt>
          <cx:pt idx="25461">First_Product_Purchased</cx:pt>
          <cx:pt idx="25462">First_Product_Purchased</cx:pt>
          <cx:pt idx="25463">First_Product_Purchased</cx:pt>
          <cx:pt idx="25464">Second_Product_Purchased</cx:pt>
          <cx:pt idx="25465">First_Product_Purchased</cx:pt>
          <cx:pt idx="25466">First_Product_Purchased</cx:pt>
          <cx:pt idx="25467">First_Product_Purchased</cx:pt>
          <cx:pt idx="25468">First_Product_Purchased</cx:pt>
          <cx:pt idx="25469">First_Product_Purchased</cx:pt>
          <cx:pt idx="25470">Second_Product_Purchased</cx:pt>
          <cx:pt idx="25471">First_Product_Purchased</cx:pt>
          <cx:pt idx="25472">First_Product_Purchased</cx:pt>
          <cx:pt idx="25473">First_Product_Purchased</cx:pt>
          <cx:pt idx="25474">First_Product_Purchased</cx:pt>
          <cx:pt idx="25475">Second_Product_Purchased</cx:pt>
          <cx:pt idx="25476">Second_Product_Purchased</cx:pt>
          <cx:pt idx="25477">First_Product_Purchased</cx:pt>
          <cx:pt idx="25478">First_Product_Purchased</cx:pt>
          <cx:pt idx="25479">First_Product_Purchased</cx:pt>
          <cx:pt idx="25480">Second_Product_Purchased</cx:pt>
          <cx:pt idx="25481">First_Product_Purchased</cx:pt>
          <cx:pt idx="25482">First_Product_Purchased</cx:pt>
          <cx:pt idx="25483">Second_Product_Purchased</cx:pt>
          <cx:pt idx="25484">First_Product_Purchased</cx:pt>
          <cx:pt idx="25485">First_Product_Purchased</cx:pt>
          <cx:pt idx="25486">First_Product_Purchased</cx:pt>
          <cx:pt idx="25487">First_Product_Purchased</cx:pt>
          <cx:pt idx="25488">First_Product_Purchased</cx:pt>
          <cx:pt idx="25489">First_Product_Purchased</cx:pt>
          <cx:pt idx="25490">First_Product_Purchased</cx:pt>
          <cx:pt idx="25491">First_Product_Purchased</cx:pt>
          <cx:pt idx="25492">First_Product_Purchased</cx:pt>
          <cx:pt idx="25493">First_Product_Purchased</cx:pt>
          <cx:pt idx="25494">First_Product_Purchased</cx:pt>
          <cx:pt idx="25495">First_Product_Purchased</cx:pt>
          <cx:pt idx="25496">First_Product_Purchased</cx:pt>
          <cx:pt idx="25497">First_Product_Purchased</cx:pt>
          <cx:pt idx="25498">First_Product_Purchased</cx:pt>
          <cx:pt idx="25499">First_Product_Purchased</cx:pt>
          <cx:pt idx="25500">First_Product_Purchased</cx:pt>
          <cx:pt idx="25501">First_Product_Purchased</cx:pt>
          <cx:pt idx="25502">First_Product_Purchased</cx:pt>
          <cx:pt idx="25503">First_Product_Purchased</cx:pt>
          <cx:pt idx="25504">Second_Product_Purchased</cx:pt>
          <cx:pt idx="25505">First_Product_Purchased</cx:pt>
          <cx:pt idx="25506">First_Product_Purchased</cx:pt>
          <cx:pt idx="25507">Second_Product_Purchased</cx:pt>
          <cx:pt idx="25508">Second_Product_Purchased</cx:pt>
          <cx:pt idx="25509">First_Product_Purchased</cx:pt>
          <cx:pt idx="25510">First_Product_Purchased</cx:pt>
          <cx:pt idx="25511">First_Product_Purchased</cx:pt>
          <cx:pt idx="25512">First_Product_Purchased</cx:pt>
          <cx:pt idx="25513">First_Product_Purchased</cx:pt>
          <cx:pt idx="25514">First_Product_Purchased</cx:pt>
          <cx:pt idx="25515">First_Product_Purchased</cx:pt>
          <cx:pt idx="25516">Second_Product_Purchased</cx:pt>
          <cx:pt idx="25517">Second_Product_Purchased</cx:pt>
          <cx:pt idx="25518">Second_Product_Purchased</cx:pt>
          <cx:pt idx="25519">Second_Product_Purchased</cx:pt>
          <cx:pt idx="25520">First_Product_Purchased</cx:pt>
          <cx:pt idx="25521">Second_Product_Purchased</cx:pt>
          <cx:pt idx="25522">First_Product_Purchased</cx:pt>
          <cx:pt idx="25523">First_Product_Purchased</cx:pt>
          <cx:pt idx="25524">Second_Product_Purchased</cx:pt>
          <cx:pt idx="25525">First_Product_Purchased</cx:pt>
          <cx:pt idx="25526">First_Product_Purchased</cx:pt>
          <cx:pt idx="25527">Second_Product_Purchased</cx:pt>
          <cx:pt idx="25528">Second_Product_Purchased</cx:pt>
          <cx:pt idx="25529">First_Product_Purchased</cx:pt>
          <cx:pt idx="25530">First_Product_Purchased</cx:pt>
          <cx:pt idx="25531">Second_Product_Purchased</cx:pt>
          <cx:pt idx="25532">First_Product_Purchased</cx:pt>
          <cx:pt idx="25533">Second_Product_Purchased</cx:pt>
          <cx:pt idx="25534">Second_Product_Purchased</cx:pt>
          <cx:pt idx="25535">First_Product_Purchased</cx:pt>
          <cx:pt idx="25536">First_Product_Purchased</cx:pt>
          <cx:pt idx="25537">Second_Product_Purchased</cx:pt>
          <cx:pt idx="25538">First_Product_Purchased</cx:pt>
          <cx:pt idx="25539">First_Product_Purchased</cx:pt>
          <cx:pt idx="25540">First_Product_Purchased</cx:pt>
          <cx:pt idx="25541">Second_Product_Purchased</cx:pt>
          <cx:pt idx="25542">First_Product_Purchased</cx:pt>
          <cx:pt idx="25543">First_Product_Purchased</cx:pt>
          <cx:pt idx="25544">First_Product_Purchased</cx:pt>
          <cx:pt idx="25545">First_Product_Purchased</cx:pt>
          <cx:pt idx="25546">First_Product_Purchased</cx:pt>
          <cx:pt idx="25547">Second_Product_Purchased</cx:pt>
          <cx:pt idx="25548">First_Product_Purchased</cx:pt>
          <cx:pt idx="25549">First_Product_Purchased</cx:pt>
          <cx:pt idx="25550">First_Product_Purchased</cx:pt>
          <cx:pt idx="25551">First_Product_Purchased</cx:pt>
          <cx:pt idx="25552">First_Product_Purchased</cx:pt>
          <cx:pt idx="25553">First_Product_Purchased</cx:pt>
          <cx:pt idx="25554">Second_Product_Purchased</cx:pt>
          <cx:pt idx="25555">First_Product_Purchased</cx:pt>
          <cx:pt idx="25556">First_Product_Purchased</cx:pt>
          <cx:pt idx="25557">Second_Product_Purchased</cx:pt>
          <cx:pt idx="25558">First_Product_Purchased</cx:pt>
          <cx:pt idx="25559">First_Product_Purchased</cx:pt>
          <cx:pt idx="25560">First_Product_Purchased</cx:pt>
          <cx:pt idx="25561">First_Product_Purchased</cx:pt>
          <cx:pt idx="25562">First_Product_Purchased</cx:pt>
          <cx:pt idx="25563">First_Product_Purchased</cx:pt>
          <cx:pt idx="25564">First_Product_Purchased</cx:pt>
          <cx:pt idx="25565">First_Product_Purchased</cx:pt>
          <cx:pt idx="25566">First_Product_Purchased</cx:pt>
          <cx:pt idx="25567">First_Product_Purchased</cx:pt>
          <cx:pt idx="25568">First_Product_Purchased</cx:pt>
          <cx:pt idx="25569">First_Product_Purchased</cx:pt>
          <cx:pt idx="25570">Second_Product_Purchased</cx:pt>
          <cx:pt idx="25571">First_Product_Purchased</cx:pt>
          <cx:pt idx="25572">First_Product_Purchased</cx:pt>
          <cx:pt idx="25573">First_Product_Purchased</cx:pt>
          <cx:pt idx="25574">First_Product_Purchased</cx:pt>
          <cx:pt idx="25575">Second_Product_Purchased</cx:pt>
          <cx:pt idx="25576">First_Product_Purchased</cx:pt>
          <cx:pt idx="25577">First_Product_Purchased</cx:pt>
          <cx:pt idx="25578">First_Product_Purchased</cx:pt>
          <cx:pt idx="25579">Second_Product_Purchased</cx:pt>
          <cx:pt idx="25580">First_Product_Purchased</cx:pt>
          <cx:pt idx="25581">First_Product_Purchased</cx:pt>
          <cx:pt idx="25582">First_Product_Purchased</cx:pt>
          <cx:pt idx="25583">First_Product_Purchased</cx:pt>
          <cx:pt idx="25584">Second_Product_Purchased</cx:pt>
          <cx:pt idx="25585">First_Product_Purchased</cx:pt>
          <cx:pt idx="25586">First_Product_Purchased</cx:pt>
          <cx:pt idx="25587">First_Product_Purchased</cx:pt>
          <cx:pt idx="25588">First_Product_Purchased</cx:pt>
          <cx:pt idx="25589">Second_Product_Purchased</cx:pt>
          <cx:pt idx="25590">First_Product_Purchased</cx:pt>
          <cx:pt idx="25591">Second_Product_Purchased</cx:pt>
          <cx:pt idx="25592">First_Product_Purchased</cx:pt>
          <cx:pt idx="25593">First_Product_Purchased</cx:pt>
          <cx:pt idx="25594">First_Product_Purchased</cx:pt>
          <cx:pt idx="25595">First_Product_Purchased</cx:pt>
          <cx:pt idx="25596">First_Product_Purchased</cx:pt>
          <cx:pt idx="25597">Second_Product_Purchased</cx:pt>
          <cx:pt idx="25598">First_Product_Purchased</cx:pt>
          <cx:pt idx="25599">Second_Product_Purchased</cx:pt>
          <cx:pt idx="25600">First_Product_Purchased</cx:pt>
          <cx:pt idx="25601">First_Product_Purchased</cx:pt>
          <cx:pt idx="25602">First_Product_Purchased</cx:pt>
          <cx:pt idx="25603">First_Product_Purchased</cx:pt>
          <cx:pt idx="25604">First_Product_Purchased</cx:pt>
          <cx:pt idx="25605">Second_Product_Purchased</cx:pt>
          <cx:pt idx="25606">First_Product_Purchased</cx:pt>
          <cx:pt idx="25607">First_Product_Purchased</cx:pt>
          <cx:pt idx="25608">First_Product_Purchased</cx:pt>
          <cx:pt idx="25609">First_Product_Purchased</cx:pt>
          <cx:pt idx="25610">First_Product_Purchased</cx:pt>
          <cx:pt idx="25611">First_Product_Purchased</cx:pt>
          <cx:pt idx="25612">Second_Product_Purchased</cx:pt>
          <cx:pt idx="25613">First_Product_Purchased</cx:pt>
          <cx:pt idx="25614">Second_Product_Purchased</cx:pt>
          <cx:pt idx="25615">Second_Product_Purchased</cx:pt>
          <cx:pt idx="25616">First_Product_Purchased</cx:pt>
          <cx:pt idx="25617">First_Product_Purchased</cx:pt>
          <cx:pt idx="25618">Second_Product_Purchased</cx:pt>
          <cx:pt idx="25619">First_Product_Purchased</cx:pt>
          <cx:pt idx="25620">First_Product_Purchased</cx:pt>
          <cx:pt idx="25621">First_Product_Purchased</cx:pt>
          <cx:pt idx="25622">First_Product_Purchased</cx:pt>
          <cx:pt idx="25623">First_Product_Purchased</cx:pt>
          <cx:pt idx="25624">Second_Product_Purchased</cx:pt>
          <cx:pt idx="25625">Second_Product_Purchased</cx:pt>
          <cx:pt idx="25626">First_Product_Purchased</cx:pt>
          <cx:pt idx="25627">Second_Product_Purchased</cx:pt>
          <cx:pt idx="25628">First_Product_Purchased</cx:pt>
          <cx:pt idx="25629">First_Product_Purchased</cx:pt>
          <cx:pt idx="25630">First_Product_Purchased</cx:pt>
          <cx:pt idx="25631">First_Product_Purchased</cx:pt>
          <cx:pt idx="25632">First_Product_Purchased</cx:pt>
          <cx:pt idx="25633">First_Product_Purchased</cx:pt>
          <cx:pt idx="25634">First_Product_Purchased</cx:pt>
          <cx:pt idx="25635">First_Product_Purchased</cx:pt>
          <cx:pt idx="25636">First_Product_Purchased</cx:pt>
          <cx:pt idx="25637">First_Product_Purchased</cx:pt>
          <cx:pt idx="25638">Second_Product_Purchased</cx:pt>
          <cx:pt idx="25639">First_Product_Purchased</cx:pt>
          <cx:pt idx="25640">Second_Product_Purchased</cx:pt>
          <cx:pt idx="25641">Second_Product_Purchased</cx:pt>
          <cx:pt idx="25642">Second_Product_Purchased</cx:pt>
          <cx:pt idx="25643">First_Product_Purchased</cx:pt>
          <cx:pt idx="25644">First_Product_Purchased</cx:pt>
          <cx:pt idx="25645">First_Product_Purchased</cx:pt>
          <cx:pt idx="25646">First_Product_Purchased</cx:pt>
          <cx:pt idx="25647">First_Product_Purchased</cx:pt>
          <cx:pt idx="25648">Second_Product_Purchased</cx:pt>
          <cx:pt idx="25649">First_Product_Purchased</cx:pt>
          <cx:pt idx="25650">First_Product_Purchased</cx:pt>
          <cx:pt idx="25651">First_Product_Purchased</cx:pt>
          <cx:pt idx="25652">Second_Product_Purchased</cx:pt>
          <cx:pt idx="25653">First_Product_Purchased</cx:pt>
          <cx:pt idx="25654">First_Product_Purchased</cx:pt>
          <cx:pt idx="25655">First_Product_Purchased</cx:pt>
          <cx:pt idx="25656">Second_Product_Purchased</cx:pt>
          <cx:pt idx="25657">Second_Product_Purchased</cx:pt>
          <cx:pt idx="25658">First_Product_Purchased</cx:pt>
          <cx:pt idx="25659">Second_Product_Purchased</cx:pt>
          <cx:pt idx="25660">First_Product_Purchased</cx:pt>
          <cx:pt idx="25661">Second_Product_Purchased</cx:pt>
          <cx:pt idx="25662">First_Product_Purchased</cx:pt>
          <cx:pt idx="25663">First_Product_Purchased</cx:pt>
          <cx:pt idx="25664">Second_Product_Purchased</cx:pt>
          <cx:pt idx="25665">First_Product_Purchased</cx:pt>
          <cx:pt idx="25666">First_Product_Purchased</cx:pt>
          <cx:pt idx="25667">First_Product_Purchased</cx:pt>
          <cx:pt idx="25668">Second_Product_Purchased</cx:pt>
          <cx:pt idx="25669">First_Product_Purchased</cx:pt>
          <cx:pt idx="25670">First_Product_Purchased</cx:pt>
          <cx:pt idx="25671">First_Product_Purchased</cx:pt>
          <cx:pt idx="25672">First_Product_Purchased</cx:pt>
          <cx:pt idx="25673">First_Product_Purchased</cx:pt>
          <cx:pt idx="25674">First_Product_Purchased</cx:pt>
          <cx:pt idx="25675">First_Product_Purchased</cx:pt>
          <cx:pt idx="25676">First_Product_Purchased</cx:pt>
          <cx:pt idx="25677">First_Product_Purchased</cx:pt>
          <cx:pt idx="25678">First_Product_Purchased</cx:pt>
          <cx:pt idx="25679">First_Product_Purchased</cx:pt>
          <cx:pt idx="25680">First_Product_Purchased</cx:pt>
          <cx:pt idx="25681">First_Product_Purchased</cx:pt>
          <cx:pt idx="25682">Second_Product_Purchased</cx:pt>
          <cx:pt idx="25683">First_Product_Purchased</cx:pt>
          <cx:pt idx="25684">First_Product_Purchased</cx:pt>
          <cx:pt idx="25685">First_Product_Purchased</cx:pt>
          <cx:pt idx="25686">First_Product_Purchased</cx:pt>
          <cx:pt idx="25687">First_Product_Purchased</cx:pt>
          <cx:pt idx="25688">First_Product_Purchased</cx:pt>
          <cx:pt idx="25689">First_Product_Purchased</cx:pt>
          <cx:pt idx="25690">Second_Product_Purchased</cx:pt>
          <cx:pt idx="25691">Second_Product_Purchased</cx:pt>
          <cx:pt idx="25692">First_Product_Purchased</cx:pt>
          <cx:pt idx="25693">First_Product_Purchased</cx:pt>
          <cx:pt idx="25694">First_Product_Purchased</cx:pt>
          <cx:pt idx="25695">First_Product_Purchased</cx:pt>
          <cx:pt idx="25696">First_Product_Purchased</cx:pt>
          <cx:pt idx="25697">First_Product_Purchased</cx:pt>
          <cx:pt idx="25698">First_Product_Purchased</cx:pt>
          <cx:pt idx="25699">First_Product_Purchased</cx:pt>
          <cx:pt idx="25700">Second_Product_Purchased</cx:pt>
          <cx:pt idx="25701">First_Product_Purchased</cx:pt>
          <cx:pt idx="25702">Second_Product_Purchased</cx:pt>
          <cx:pt idx="25703">Second_Product_Purchased</cx:pt>
          <cx:pt idx="25704">First_Product_Purchased</cx:pt>
          <cx:pt idx="25705">Second_Product_Purchased</cx:pt>
          <cx:pt idx="25706">First_Product_Purchased</cx:pt>
          <cx:pt idx="25707">First_Product_Purchased</cx:pt>
          <cx:pt idx="25708">First_Product_Purchased</cx:pt>
          <cx:pt idx="25709">Second_Product_Purchased</cx:pt>
          <cx:pt idx="25710">First_Product_Purchased</cx:pt>
          <cx:pt idx="25711">First_Product_Purchased</cx:pt>
          <cx:pt idx="25712">Second_Product_Purchased</cx:pt>
          <cx:pt idx="25713">First_Product_Purchased</cx:pt>
          <cx:pt idx="25714">First_Product_Purchased</cx:pt>
          <cx:pt idx="25715">First_Product_Purchased</cx:pt>
          <cx:pt idx="25716">Second_Product_Purchased</cx:pt>
          <cx:pt idx="25717">First_Product_Purchased</cx:pt>
          <cx:pt idx="25718">First_Product_Purchased</cx:pt>
          <cx:pt idx="25719">First_Product_Purchased</cx:pt>
          <cx:pt idx="25720">First_Product_Purchased</cx:pt>
          <cx:pt idx="25721">First_Product_Purchased</cx:pt>
          <cx:pt idx="25722">First_Product_Purchased</cx:pt>
          <cx:pt idx="25723">Second_Product_Purchased</cx:pt>
          <cx:pt idx="25724">First_Product_Purchased</cx:pt>
          <cx:pt idx="25725">First_Product_Purchased</cx:pt>
          <cx:pt idx="25726">First_Product_Purchased</cx:pt>
          <cx:pt idx="25727">First_Product_Purchased</cx:pt>
          <cx:pt idx="25728">First_Product_Purchased</cx:pt>
          <cx:pt idx="25729">First_Product_Purchased</cx:pt>
          <cx:pt idx="25730">First_Product_Purchased</cx:pt>
          <cx:pt idx="25731">First_Product_Purchased</cx:pt>
          <cx:pt idx="25732">First_Product_Purchased</cx:pt>
          <cx:pt idx="25733">Second_Product_Purchased</cx:pt>
          <cx:pt idx="25734">Second_Product_Purchased</cx:pt>
          <cx:pt idx="25735">First_Product_Purchased</cx:pt>
          <cx:pt idx="25736">First_Product_Purchased</cx:pt>
          <cx:pt idx="25737">Second_Product_Purchased</cx:pt>
          <cx:pt idx="25738">First_Product_Purchased</cx:pt>
          <cx:pt idx="25739">Second_Product_Purchased</cx:pt>
          <cx:pt idx="25740">First_Product_Purchased</cx:pt>
          <cx:pt idx="25741">Second_Product_Purchased</cx:pt>
          <cx:pt idx="25742">Second_Product_Purchased</cx:pt>
          <cx:pt idx="25743">First_Product_Purchased</cx:pt>
          <cx:pt idx="25744">Second_Product_Purchased</cx:pt>
          <cx:pt idx="25745">First_Product_Purchased</cx:pt>
          <cx:pt idx="25746">First_Product_Purchased</cx:pt>
          <cx:pt idx="25747">First_Product_Purchased</cx:pt>
          <cx:pt idx="25748">First_Product_Purchased</cx:pt>
          <cx:pt idx="25749">First_Product_Purchased</cx:pt>
          <cx:pt idx="25750">First_Product_Purchased</cx:pt>
          <cx:pt idx="25751">First_Product_Purchased</cx:pt>
          <cx:pt idx="25752">Second_Product_Purchased</cx:pt>
          <cx:pt idx="25753">Second_Product_Purchased</cx:pt>
          <cx:pt idx="25754">First_Product_Purchased</cx:pt>
          <cx:pt idx="25755">First_Product_Purchased</cx:pt>
          <cx:pt idx="25756">First_Product_Purchased</cx:pt>
          <cx:pt idx="25757">First_Product_Purchased</cx:pt>
          <cx:pt idx="25758">Second_Product_Purchased</cx:pt>
          <cx:pt idx="25759">First_Product_Purchased</cx:pt>
          <cx:pt idx="25760">First_Product_Purchased</cx:pt>
          <cx:pt idx="25761">First_Product_Purchased</cx:pt>
          <cx:pt idx="25762">First_Product_Purchased</cx:pt>
          <cx:pt idx="25763">First_Product_Purchased</cx:pt>
          <cx:pt idx="25764">First_Product_Purchased</cx:pt>
          <cx:pt idx="25765">First_Product_Purchased</cx:pt>
          <cx:pt idx="25766">First_Product_Purchased</cx:pt>
          <cx:pt idx="25767">First_Product_Purchased</cx:pt>
          <cx:pt idx="25768">First_Product_Purchased</cx:pt>
          <cx:pt idx="25769">First_Product_Purchased</cx:pt>
          <cx:pt idx="25770">First_Product_Purchased</cx:pt>
          <cx:pt idx="25771">First_Product_Purchased</cx:pt>
          <cx:pt idx="25772">First_Product_Purchased</cx:pt>
          <cx:pt idx="25773">First_Product_Purchased</cx:pt>
          <cx:pt idx="25774">First_Product_Purchased</cx:pt>
          <cx:pt idx="25775">First_Product_Purchased</cx:pt>
          <cx:pt idx="25776">First_Product_Purchased</cx:pt>
          <cx:pt idx="25777">Second_Product_Purchased</cx:pt>
          <cx:pt idx="25778">First_Product_Purchased</cx:pt>
          <cx:pt idx="25779">First_Product_Purchased</cx:pt>
          <cx:pt idx="25780">Second_Product_Purchased</cx:pt>
          <cx:pt idx="25781">First_Product_Purchased</cx:pt>
          <cx:pt idx="25782">First_Product_Purchased</cx:pt>
          <cx:pt idx="25783">Second_Product_Purchased</cx:pt>
          <cx:pt idx="25784">First_Product_Purchased</cx:pt>
          <cx:pt idx="25785">First_Product_Purchased</cx:pt>
          <cx:pt idx="25786">First_Product_Purchased</cx:pt>
          <cx:pt idx="25787">First_Product_Purchased</cx:pt>
          <cx:pt idx="25788">First_Product_Purchased</cx:pt>
          <cx:pt idx="25789">First_Product_Purchased</cx:pt>
          <cx:pt idx="25790">First_Product_Purchased</cx:pt>
          <cx:pt idx="25791">First_Product_Purchased</cx:pt>
          <cx:pt idx="25792">First_Product_Purchased</cx:pt>
          <cx:pt idx="25793">First_Product_Purchased</cx:pt>
          <cx:pt idx="25794">First_Product_Purchased</cx:pt>
          <cx:pt idx="25795">First_Product_Purchased</cx:pt>
          <cx:pt idx="25796">First_Product_Purchased</cx:pt>
          <cx:pt idx="25797">First_Product_Purchased</cx:pt>
          <cx:pt idx="25798">First_Product_Purchased</cx:pt>
          <cx:pt idx="25799">First_Product_Purchased</cx:pt>
          <cx:pt idx="25800">First_Product_Purchased</cx:pt>
          <cx:pt idx="25801">First_Product_Purchased</cx:pt>
          <cx:pt idx="25802">First_Product_Purchased</cx:pt>
          <cx:pt idx="25803">First_Product_Purchased</cx:pt>
          <cx:pt idx="25804">First_Product_Purchased</cx:pt>
          <cx:pt idx="25805">First_Product_Purchased</cx:pt>
          <cx:pt idx="25806">First_Product_Purchased</cx:pt>
          <cx:pt idx="25807">First_Product_Purchased</cx:pt>
          <cx:pt idx="25808">First_Product_Purchased</cx:pt>
          <cx:pt idx="25809">First_Product_Purchased</cx:pt>
          <cx:pt idx="25810">First_Product_Purchased</cx:pt>
          <cx:pt idx="25811">First_Product_Purchased</cx:pt>
          <cx:pt idx="25812">First_Product_Purchased</cx:pt>
          <cx:pt idx="25813">First_Product_Purchased</cx:pt>
          <cx:pt idx="25814">First_Product_Purchased</cx:pt>
          <cx:pt idx="25815">First_Product_Purchased</cx:pt>
          <cx:pt idx="25816">First_Product_Purchased</cx:pt>
          <cx:pt idx="25817">First_Product_Purchased</cx:pt>
          <cx:pt idx="25818">First_Product_Purchased</cx:pt>
          <cx:pt idx="25819">First_Product_Purchased</cx:pt>
          <cx:pt idx="25820">First_Product_Purchased</cx:pt>
          <cx:pt idx="25821">First_Product_Purchased</cx:pt>
          <cx:pt idx="25822">First_Product_Purchased</cx:pt>
          <cx:pt idx="25823">First_Product_Purchased</cx:pt>
          <cx:pt idx="25824">First_Product_Purchased</cx:pt>
          <cx:pt idx="25825">First_Product_Purchased</cx:pt>
          <cx:pt idx="25826">First_Product_Purchased</cx:pt>
          <cx:pt idx="25827">First_Product_Purchased</cx:pt>
          <cx:pt idx="25828">First_Product_Purchased</cx:pt>
          <cx:pt idx="25829">First_Product_Purchased</cx:pt>
          <cx:pt idx="25830">First_Product_Purchased</cx:pt>
          <cx:pt idx="25831">First_Product_Purchased</cx:pt>
          <cx:pt idx="25832">First_Product_Purchased</cx:pt>
          <cx:pt idx="25833">First_Product_Purchased</cx:pt>
          <cx:pt idx="25834">First_Product_Purchased</cx:pt>
          <cx:pt idx="25835">First_Product_Purchased</cx:pt>
          <cx:pt idx="25836">First_Product_Purchased</cx:pt>
          <cx:pt idx="25837">First_Product_Purchased</cx:pt>
          <cx:pt idx="25838">First_Product_Purchased</cx:pt>
          <cx:pt idx="25839">First_Product_Purchased</cx:pt>
          <cx:pt idx="25840">First_Product_Purchased</cx:pt>
          <cx:pt idx="25841">First_Product_Purchased</cx:pt>
          <cx:pt idx="25842">First_Product_Purchased</cx:pt>
          <cx:pt idx="25843">First_Product_Purchased</cx:pt>
          <cx:pt idx="25844">First_Product_Purchased</cx:pt>
          <cx:pt idx="25845">First_Product_Purchased</cx:pt>
          <cx:pt idx="25846">First_Product_Purchased</cx:pt>
          <cx:pt idx="25847">First_Product_Purchased</cx:pt>
          <cx:pt idx="25848">First_Product_Purchased</cx:pt>
          <cx:pt idx="25849">First_Product_Purchased</cx:pt>
          <cx:pt idx="25850">First_Product_Purchased</cx:pt>
          <cx:pt idx="25851">First_Product_Purchased</cx:pt>
          <cx:pt idx="25852">First_Product_Purchased</cx:pt>
          <cx:pt idx="25853">First_Product_Purchased</cx:pt>
          <cx:pt idx="25854">First_Product_Purchased</cx:pt>
          <cx:pt idx="25855">First_Product_Purchased</cx:pt>
          <cx:pt idx="25856">First_Product_Purchased</cx:pt>
          <cx:pt idx="25857">First_Product_Purchased</cx:pt>
          <cx:pt idx="25858">First_Product_Purchased</cx:pt>
          <cx:pt idx="25859">First_Product_Purchased</cx:pt>
          <cx:pt idx="25860">First_Product_Purchased</cx:pt>
          <cx:pt idx="25861">First_Product_Purchased</cx:pt>
          <cx:pt idx="25862">First_Product_Purchased</cx:pt>
          <cx:pt idx="25863">First_Product_Purchased</cx:pt>
          <cx:pt idx="25864">First_Product_Purchased</cx:pt>
          <cx:pt idx="25865">First_Product_Purchased</cx:pt>
          <cx:pt idx="25866">First_Product_Purchased</cx:pt>
          <cx:pt idx="25867">First_Product_Purchased</cx:pt>
          <cx:pt idx="25868">First_Product_Purchased</cx:pt>
          <cx:pt idx="25869">First_Product_Purchased</cx:pt>
          <cx:pt idx="25870">First_Product_Purchased</cx:pt>
          <cx:pt idx="25871">First_Product_Purchased</cx:pt>
          <cx:pt idx="25872">First_Product_Purchased</cx:pt>
          <cx:pt idx="25873">First_Product_Purchased</cx:pt>
          <cx:pt idx="25874">First_Product_Purchased</cx:pt>
          <cx:pt idx="25875">First_Product_Purchased</cx:pt>
          <cx:pt idx="25876">First_Product_Purchased</cx:pt>
          <cx:pt idx="25877">First_Product_Purchased</cx:pt>
          <cx:pt idx="25878">First_Product_Purchased</cx:pt>
          <cx:pt idx="25879">First_Product_Purchased</cx:pt>
          <cx:pt idx="25880">First_Product_Purchased</cx:pt>
          <cx:pt idx="25881">First_Product_Purchased</cx:pt>
          <cx:pt idx="25882">First_Product_Purchased</cx:pt>
          <cx:pt idx="25883">First_Product_Purchased</cx:pt>
          <cx:pt idx="25884">First_Product_Purchased</cx:pt>
          <cx:pt idx="25885">First_Product_Purchased</cx:pt>
          <cx:pt idx="25886">First_Product_Purchased</cx:pt>
          <cx:pt idx="25887">First_Product_Purchased</cx:pt>
          <cx:pt idx="25888">First_Product_Purchased</cx:pt>
          <cx:pt idx="25889">First_Product_Purchased</cx:pt>
          <cx:pt idx="25890">First_Product_Purchased</cx:pt>
          <cx:pt idx="25891">First_Product_Purchased</cx:pt>
          <cx:pt idx="25892">First_Product_Purchased</cx:pt>
          <cx:pt idx="25893">First_Product_Purchased</cx:pt>
          <cx:pt idx="25894">First_Product_Purchased</cx:pt>
          <cx:pt idx="25895">First_Product_Purchased</cx:pt>
          <cx:pt idx="25896">First_Product_Purchased</cx:pt>
          <cx:pt idx="25897">First_Product_Purchased</cx:pt>
          <cx:pt idx="25898">Second_Product_Purchased</cx:pt>
          <cx:pt idx="25899">First_Product_Purchased</cx:pt>
          <cx:pt idx="25900">First_Product_Purchased</cx:pt>
          <cx:pt idx="25901">First_Product_Purchased</cx:pt>
          <cx:pt idx="25902">First_Product_Purchased</cx:pt>
          <cx:pt idx="25903">First_Product_Purchased</cx:pt>
          <cx:pt idx="25904">First_Product_Purchased</cx:pt>
          <cx:pt idx="25905">First_Product_Purchased</cx:pt>
          <cx:pt idx="25906">First_Product_Purchased</cx:pt>
          <cx:pt idx="25907">First_Product_Purchased</cx:pt>
          <cx:pt idx="25908">First_Product_Purchased</cx:pt>
          <cx:pt idx="25909">First_Product_Purchased</cx:pt>
          <cx:pt idx="25910">First_Product_Purchased</cx:pt>
          <cx:pt idx="25911">First_Product_Purchased</cx:pt>
          <cx:pt idx="25912">First_Product_Purchased</cx:pt>
          <cx:pt idx="25913">First_Product_Purchased</cx:pt>
          <cx:pt idx="25914">First_Product_Purchased</cx:pt>
          <cx:pt idx="25915">First_Product_Purchased</cx:pt>
          <cx:pt idx="25916">First_Product_Purchased</cx:pt>
          <cx:pt idx="25917">First_Product_Purchased</cx:pt>
          <cx:pt idx="25918">First_Product_Purchased</cx:pt>
          <cx:pt idx="25919">First_Product_Purchased</cx:pt>
          <cx:pt idx="25920">First_Product_Purchased</cx:pt>
          <cx:pt idx="25921">First_Product_Purchased</cx:pt>
          <cx:pt idx="25922">First_Product_Purchased</cx:pt>
          <cx:pt idx="25923">First_Product_Purchased</cx:pt>
          <cx:pt idx="25924">First_Product_Purchased</cx:pt>
          <cx:pt idx="25925">First_Product_Purchased</cx:pt>
          <cx:pt idx="25926">First_Product_Purchased</cx:pt>
          <cx:pt idx="25927">First_Product_Purchased</cx:pt>
          <cx:pt idx="25928">First_Product_Purchased</cx:pt>
          <cx:pt idx="25929">First_Product_Purchased</cx:pt>
          <cx:pt idx="25930">First_Product_Purchased</cx:pt>
          <cx:pt idx="25931">First_Product_Purchased</cx:pt>
          <cx:pt idx="25932">First_Product_Purchased</cx:pt>
          <cx:pt idx="25933">First_Product_Purchased</cx:pt>
          <cx:pt idx="25934">First_Product_Purchased</cx:pt>
          <cx:pt idx="25935">First_Product_Purchased</cx:pt>
          <cx:pt idx="25936">First_Product_Purchased</cx:pt>
          <cx:pt idx="25937">First_Product_Purchased</cx:pt>
          <cx:pt idx="25938">First_Product_Purchased</cx:pt>
          <cx:pt idx="25939">First_Product_Purchased</cx:pt>
          <cx:pt idx="25940">First_Product_Purchased</cx:pt>
          <cx:pt idx="25941">First_Product_Purchased</cx:pt>
          <cx:pt idx="25942">First_Product_Purchased</cx:pt>
          <cx:pt idx="25943">First_Product_Purchased</cx:pt>
          <cx:pt idx="25944">First_Product_Purchased</cx:pt>
          <cx:pt idx="25945">First_Product_Purchased</cx:pt>
          <cx:pt idx="25946">First_Product_Purchased</cx:pt>
          <cx:pt idx="25947">First_Product_Purchased</cx:pt>
          <cx:pt idx="25948">First_Product_Purchased</cx:pt>
          <cx:pt idx="25949">First_Product_Purchased</cx:pt>
          <cx:pt idx="25950">First_Product_Purchased</cx:pt>
          <cx:pt idx="25951">First_Product_Purchased</cx:pt>
          <cx:pt idx="25952">First_Product_Purchased</cx:pt>
          <cx:pt idx="25953">First_Product_Purchased</cx:pt>
          <cx:pt idx="25954">First_Product_Purchased</cx:pt>
          <cx:pt idx="25955">First_Product_Purchased</cx:pt>
          <cx:pt idx="25956">First_Product_Purchased</cx:pt>
          <cx:pt idx="25957">First_Product_Purchased</cx:pt>
          <cx:pt idx="25958">First_Product_Purchased</cx:pt>
          <cx:pt idx="25959">First_Product_Purchased</cx:pt>
          <cx:pt idx="25960">First_Product_Purchased</cx:pt>
          <cx:pt idx="25961">First_Product_Purchased</cx:pt>
          <cx:pt idx="25962">First_Product_Purchased</cx:pt>
          <cx:pt idx="25963">First_Product_Purchased</cx:pt>
          <cx:pt idx="25964">First_Product_Purchased</cx:pt>
          <cx:pt idx="25965">First_Product_Purchased</cx:pt>
          <cx:pt idx="25966">First_Product_Purchased</cx:pt>
          <cx:pt idx="25967">First_Product_Purchased</cx:pt>
          <cx:pt idx="25968">First_Product_Purchased</cx:pt>
          <cx:pt idx="25969">First_Product_Purchased</cx:pt>
          <cx:pt idx="25970">First_Product_Purchased</cx:pt>
          <cx:pt idx="25971">First_Product_Purchased</cx:pt>
          <cx:pt idx="25972">First_Product_Purchased</cx:pt>
          <cx:pt idx="25973">First_Product_Purchased</cx:pt>
          <cx:pt idx="25974">First_Product_Purchased</cx:pt>
          <cx:pt idx="25975">First_Product_Purchased</cx:pt>
          <cx:pt idx="25976">First_Product_Purchased</cx:pt>
          <cx:pt idx="25977">First_Product_Purchased</cx:pt>
          <cx:pt idx="25978">First_Product_Purchased</cx:pt>
          <cx:pt idx="25979">First_Product_Purchased</cx:pt>
          <cx:pt idx="25980">First_Product_Purchased</cx:pt>
          <cx:pt idx="25981">First_Product_Purchased</cx:pt>
          <cx:pt idx="25982">First_Product_Purchased</cx:pt>
          <cx:pt idx="25983">First_Product_Purchased</cx:pt>
          <cx:pt idx="25984">First_Product_Purchased</cx:pt>
          <cx:pt idx="25985">First_Product_Purchased</cx:pt>
          <cx:pt idx="25986">First_Product_Purchased</cx:pt>
          <cx:pt idx="25987">First_Product_Purchased</cx:pt>
          <cx:pt idx="25988">First_Product_Purchased</cx:pt>
          <cx:pt idx="25989">First_Product_Purchased</cx:pt>
          <cx:pt idx="25990">First_Product_Purchased</cx:pt>
          <cx:pt idx="25991">First_Product_Purchased</cx:pt>
          <cx:pt idx="25992">First_Product_Purchased</cx:pt>
          <cx:pt idx="25993">First_Product_Purchased</cx:pt>
          <cx:pt idx="25994">First_Product_Purchased</cx:pt>
          <cx:pt idx="25995">First_Product_Purchased</cx:pt>
          <cx:pt idx="25996">First_Product_Purchased</cx:pt>
          <cx:pt idx="25997">First_Product_Purchased</cx:pt>
          <cx:pt idx="25998">First_Product_Purchased</cx:pt>
          <cx:pt idx="25999">First_Product_Purchased</cx:pt>
          <cx:pt idx="26000">First_Product_Purchased</cx:pt>
          <cx:pt idx="26001">First_Product_Purchased</cx:pt>
          <cx:pt idx="26002">First_Product_Purchased</cx:pt>
          <cx:pt idx="26003">First_Product_Purchased</cx:pt>
          <cx:pt idx="26004">First_Product_Purchased</cx:pt>
          <cx:pt idx="26005">First_Product_Purchased</cx:pt>
          <cx:pt idx="26006">Second_Product_Purchased</cx:pt>
          <cx:pt idx="26007">First_Product_Purchased</cx:pt>
          <cx:pt idx="26008">First_Product_Purchased</cx:pt>
          <cx:pt idx="26009">First_Product_Purchased</cx:pt>
          <cx:pt idx="26010">Second_Product_Purchased</cx:pt>
          <cx:pt idx="26011">First_Product_Purchased</cx:pt>
          <cx:pt idx="26012">First_Product_Purchased</cx:pt>
          <cx:pt idx="26013">First_Product_Purchased</cx:pt>
          <cx:pt idx="26014">First_Product_Purchased</cx:pt>
          <cx:pt idx="26015">First_Product_Purchased</cx:pt>
          <cx:pt idx="26016">Second_Product_Purchased</cx:pt>
          <cx:pt idx="26017">First_Product_Purchased</cx:pt>
          <cx:pt idx="26018">Second_Product_Purchased</cx:pt>
          <cx:pt idx="26019">First_Product_Purchased</cx:pt>
          <cx:pt idx="26020">Second_Product_Purchased</cx:pt>
          <cx:pt idx="26021">Second_Product_Purchased</cx:pt>
          <cx:pt idx="26022">Second_Product_Purchased</cx:pt>
          <cx:pt idx="26023">First_Product_Purchased</cx:pt>
          <cx:pt idx="26024">First_Product_Purchased</cx:pt>
          <cx:pt idx="26025">Second_Product_Purchased</cx:pt>
          <cx:pt idx="26026">First_Product_Purchased</cx:pt>
          <cx:pt idx="26027">First_Product_Purchased</cx:pt>
          <cx:pt idx="26028">First_Product_Purchased</cx:pt>
          <cx:pt idx="26029">First_Product_Purchased</cx:pt>
          <cx:pt idx="26030">First_Product_Purchased</cx:pt>
          <cx:pt idx="26031">First_Product_Purchased</cx:pt>
          <cx:pt idx="26032">First_Product_Purchased</cx:pt>
          <cx:pt idx="26033">First_Product_Purchased</cx:pt>
          <cx:pt idx="26034">Second_Product_Purchased</cx:pt>
          <cx:pt idx="26035">First_Product_Purchased</cx:pt>
          <cx:pt idx="26036">Second_Product_Purchased</cx:pt>
          <cx:pt idx="26037">First_Product_Purchased</cx:pt>
          <cx:pt idx="26038">First_Product_Purchased</cx:pt>
          <cx:pt idx="26039">Second_Product_Purchased</cx:pt>
          <cx:pt idx="26040">First_Product_Purchased</cx:pt>
          <cx:pt idx="26041">First_Product_Purchased</cx:pt>
          <cx:pt idx="26042">First_Product_Purchased</cx:pt>
          <cx:pt idx="26043">First_Product_Purchased</cx:pt>
          <cx:pt idx="26044">Second_Product_Purchased</cx:pt>
          <cx:pt idx="26045">Second_Product_Purchased</cx:pt>
          <cx:pt idx="26046">First_Product_Purchased</cx:pt>
          <cx:pt idx="26047">First_Product_Purchased</cx:pt>
          <cx:pt idx="26048">First_Product_Purchased</cx:pt>
          <cx:pt idx="26049">First_Product_Purchased</cx:pt>
          <cx:pt idx="26050">First_Product_Purchased</cx:pt>
          <cx:pt idx="26051">First_Product_Purchased</cx:pt>
          <cx:pt idx="26052">First_Product_Purchased</cx:pt>
          <cx:pt idx="26053">First_Product_Purchased</cx:pt>
          <cx:pt idx="26054">First_Product_Purchased</cx:pt>
          <cx:pt idx="26055">Second_Product_Purchased</cx:pt>
          <cx:pt idx="26056">First_Product_Purchased</cx:pt>
          <cx:pt idx="26057">First_Product_Purchased</cx:pt>
          <cx:pt idx="26058">First_Product_Purchased</cx:pt>
          <cx:pt idx="26059">First_Product_Purchased</cx:pt>
          <cx:pt idx="26060">First_Product_Purchased</cx:pt>
          <cx:pt idx="26061">Second_Product_Purchased</cx:pt>
          <cx:pt idx="26062">First_Product_Purchased</cx:pt>
          <cx:pt idx="26063">First_Product_Purchased</cx:pt>
          <cx:pt idx="26064">First_Product_Purchased</cx:pt>
          <cx:pt idx="26065">First_Product_Purchased</cx:pt>
          <cx:pt idx="26066">First_Product_Purchased</cx:pt>
          <cx:pt idx="26067">First_Product_Purchased</cx:pt>
          <cx:pt idx="26068">Second_Product_Purchased</cx:pt>
          <cx:pt idx="26069">First_Product_Purchased</cx:pt>
          <cx:pt idx="26070">First_Product_Purchased</cx:pt>
          <cx:pt idx="26071">First_Product_Purchased</cx:pt>
          <cx:pt idx="26072">First_Product_Purchased</cx:pt>
          <cx:pt idx="26073">First_Product_Purchased</cx:pt>
          <cx:pt idx="26074">Second_Product_Purchased</cx:pt>
          <cx:pt idx="26075">First_Product_Purchased</cx:pt>
          <cx:pt idx="26076">First_Product_Purchased</cx:pt>
          <cx:pt idx="26077">First_Product_Purchased</cx:pt>
          <cx:pt idx="26078">First_Product_Purchased</cx:pt>
          <cx:pt idx="26079">First_Product_Purchased</cx:pt>
          <cx:pt idx="26080">First_Product_Purchased</cx:pt>
          <cx:pt idx="26081">First_Product_Purchased</cx:pt>
          <cx:pt idx="26082">First_Product_Purchased</cx:pt>
          <cx:pt idx="26083">First_Product_Purchased</cx:pt>
          <cx:pt idx="26084">Second_Product_Purchased</cx:pt>
          <cx:pt idx="26085">First_Product_Purchased</cx:pt>
          <cx:pt idx="26086">First_Product_Purchased</cx:pt>
          <cx:pt idx="26087">Second_Product_Purchased</cx:pt>
          <cx:pt idx="26088">First_Product_Purchased</cx:pt>
          <cx:pt idx="26089">First_Product_Purchased</cx:pt>
          <cx:pt idx="26090">First_Product_Purchased</cx:pt>
          <cx:pt idx="26091">Second_Product_Purchased</cx:pt>
          <cx:pt idx="26092">First_Product_Purchased</cx:pt>
          <cx:pt idx="26093">Second_Product_Purchased</cx:pt>
          <cx:pt idx="26094">First_Product_Purchased</cx:pt>
          <cx:pt idx="26095">First_Product_Purchased</cx:pt>
          <cx:pt idx="26096">First_Product_Purchased</cx:pt>
          <cx:pt idx="26097">First_Product_Purchased</cx:pt>
          <cx:pt idx="26098">First_Product_Purchased</cx:pt>
          <cx:pt idx="26099">First_Product_Purchased</cx:pt>
          <cx:pt idx="26100">First_Product_Purchased</cx:pt>
          <cx:pt idx="26101">Second_Product_Purchased</cx:pt>
          <cx:pt idx="26102">First_Product_Purchased</cx:pt>
          <cx:pt idx="26103">First_Product_Purchased</cx:pt>
          <cx:pt idx="26104">Second_Product_Purchased</cx:pt>
          <cx:pt idx="26105">First_Product_Purchased</cx:pt>
          <cx:pt idx="26106">First_Product_Purchased</cx:pt>
          <cx:pt idx="26107">Second_Product_Purchased</cx:pt>
          <cx:pt idx="26108">First_Product_Purchased</cx:pt>
          <cx:pt idx="26109">Second_Product_Purchased</cx:pt>
          <cx:pt idx="26110">First_Product_Purchased</cx:pt>
          <cx:pt idx="26111">First_Product_Purchased</cx:pt>
          <cx:pt idx="26112">First_Product_Purchased</cx:pt>
          <cx:pt idx="26113">Second_Product_Purchased</cx:pt>
          <cx:pt idx="26114">First_Product_Purchased</cx:pt>
          <cx:pt idx="26115">First_Product_Purchased</cx:pt>
          <cx:pt idx="26116">First_Product_Purchased</cx:pt>
          <cx:pt idx="26117">First_Product_Purchased</cx:pt>
          <cx:pt idx="26118">First_Product_Purchased</cx:pt>
          <cx:pt idx="26119">First_Product_Purchased</cx:pt>
          <cx:pt idx="26120">First_Product_Purchased</cx:pt>
          <cx:pt idx="26121">First_Product_Purchased</cx:pt>
          <cx:pt idx="26122">First_Product_Purchased</cx:pt>
          <cx:pt idx="26123">Second_Product_Purchased</cx:pt>
          <cx:pt idx="26124">First_Product_Purchased</cx:pt>
          <cx:pt idx="26125">First_Product_Purchased</cx:pt>
          <cx:pt idx="26126">First_Product_Purchased</cx:pt>
          <cx:pt idx="26127">Second_Product_Purchased</cx:pt>
          <cx:pt idx="26128">First_Product_Purchased</cx:pt>
          <cx:pt idx="26129">First_Product_Purchased</cx:pt>
          <cx:pt idx="26130">First_Product_Purchased</cx:pt>
          <cx:pt idx="26131">First_Product_Purchased</cx:pt>
          <cx:pt idx="26132">First_Product_Purchased</cx:pt>
          <cx:pt idx="26133">First_Product_Purchased</cx:pt>
          <cx:pt idx="26134">First_Product_Purchased</cx:pt>
          <cx:pt idx="26135">First_Product_Purchased</cx:pt>
          <cx:pt idx="26136">First_Product_Purchased</cx:pt>
          <cx:pt idx="26137">First_Product_Purchased</cx:pt>
          <cx:pt idx="26138">First_Product_Purchased</cx:pt>
          <cx:pt idx="26139">First_Product_Purchased</cx:pt>
          <cx:pt idx="26140">First_Product_Purchased</cx:pt>
          <cx:pt idx="26141">Second_Product_Purchased</cx:pt>
          <cx:pt idx="26142">Second_Product_Purchased</cx:pt>
          <cx:pt idx="26143">First_Product_Purchased</cx:pt>
          <cx:pt idx="26144">First_Product_Purchased</cx:pt>
          <cx:pt idx="26145">First_Product_Purchased</cx:pt>
          <cx:pt idx="26146">First_Product_Purchased</cx:pt>
          <cx:pt idx="26147">First_Product_Purchased</cx:pt>
          <cx:pt idx="26148">Second_Product_Purchased</cx:pt>
          <cx:pt idx="26149">First_Product_Purchased</cx:pt>
          <cx:pt idx="26150">First_Product_Purchased</cx:pt>
          <cx:pt idx="26151">Second_Product_Purchased</cx:pt>
          <cx:pt idx="26152">First_Product_Purchased</cx:pt>
          <cx:pt idx="26153">First_Product_Purchased</cx:pt>
          <cx:pt idx="26154">First_Product_Purchased</cx:pt>
          <cx:pt idx="26155">First_Product_Purchased</cx:pt>
          <cx:pt idx="26156">First_Product_Purchased</cx:pt>
          <cx:pt idx="26157">Second_Product_Purchased</cx:pt>
          <cx:pt idx="26158">First_Product_Purchased</cx:pt>
          <cx:pt idx="26159">First_Product_Purchased</cx:pt>
          <cx:pt idx="26160">First_Product_Purchased</cx:pt>
          <cx:pt idx="26161">First_Product_Purchased</cx:pt>
          <cx:pt idx="26162">First_Product_Purchased</cx:pt>
          <cx:pt idx="26163">First_Product_Purchased</cx:pt>
          <cx:pt idx="26164">Second_Product_Purchased</cx:pt>
          <cx:pt idx="26165">First_Product_Purchased</cx:pt>
          <cx:pt idx="26166">First_Product_Purchased</cx:pt>
          <cx:pt idx="26167">Second_Product_Purchased</cx:pt>
          <cx:pt idx="26168">Second_Product_Purchased</cx:pt>
          <cx:pt idx="26169">First_Product_Purchased</cx:pt>
          <cx:pt idx="26170">Second_Product_Purchased</cx:pt>
          <cx:pt idx="26171">First_Product_Purchased</cx:pt>
          <cx:pt idx="26172">First_Product_Purchased</cx:pt>
          <cx:pt idx="26173">First_Product_Purchased</cx:pt>
          <cx:pt idx="26174">First_Product_Purchased</cx:pt>
          <cx:pt idx="26175">Second_Product_Purchased</cx:pt>
          <cx:pt idx="26176">First_Product_Purchased</cx:pt>
          <cx:pt idx="26177">First_Product_Purchased</cx:pt>
          <cx:pt idx="26178">First_Product_Purchased</cx:pt>
          <cx:pt idx="26179">First_Product_Purchased</cx:pt>
          <cx:pt idx="26180">Second_Product_Purchased</cx:pt>
          <cx:pt idx="26181">Second_Product_Purchased</cx:pt>
          <cx:pt idx="26182">Second_Product_Purchased</cx:pt>
          <cx:pt idx="26183">Second_Product_Purchased</cx:pt>
          <cx:pt idx="26184">First_Product_Purchased</cx:pt>
          <cx:pt idx="26185">First_Product_Purchased</cx:pt>
          <cx:pt idx="26186">First_Product_Purchased</cx:pt>
          <cx:pt idx="26187">First_Product_Purchased</cx:pt>
          <cx:pt idx="26188">First_Product_Purchased</cx:pt>
          <cx:pt idx="26189">First_Product_Purchased</cx:pt>
          <cx:pt idx="26190">First_Product_Purchased</cx:pt>
          <cx:pt idx="26191">First_Product_Purchased</cx:pt>
          <cx:pt idx="26192">Second_Product_Purchased</cx:pt>
          <cx:pt idx="26193">First_Product_Purchased</cx:pt>
          <cx:pt idx="26194">First_Product_Purchased</cx:pt>
          <cx:pt idx="26195">Second_Product_Purchased</cx:pt>
          <cx:pt idx="26196">First_Product_Purchased</cx:pt>
          <cx:pt idx="26197">First_Product_Purchased</cx:pt>
          <cx:pt idx="26198">First_Product_Purchased</cx:pt>
          <cx:pt idx="26199">First_Product_Purchased</cx:pt>
          <cx:pt idx="26200">First_Product_Purchased</cx:pt>
          <cx:pt idx="26201">First_Product_Purchased</cx:pt>
          <cx:pt idx="26202">First_Product_Purchased</cx:pt>
          <cx:pt idx="26203">First_Product_Purchased</cx:pt>
          <cx:pt idx="26204">First_Product_Purchased</cx:pt>
          <cx:pt idx="26205">First_Product_Purchased</cx:pt>
          <cx:pt idx="26206">First_Product_Purchased</cx:pt>
          <cx:pt idx="26207">First_Product_Purchased</cx:pt>
          <cx:pt idx="26208">First_Product_Purchased</cx:pt>
          <cx:pt idx="26209">First_Product_Purchased</cx:pt>
          <cx:pt idx="26210">First_Product_Purchased</cx:pt>
          <cx:pt idx="26211">First_Product_Purchased</cx:pt>
          <cx:pt idx="26212">First_Product_Purchased</cx:pt>
          <cx:pt idx="26213">Second_Product_Purchased</cx:pt>
          <cx:pt idx="26214">First_Product_Purchased</cx:pt>
          <cx:pt idx="26215">First_Product_Purchased</cx:pt>
          <cx:pt idx="26216">First_Product_Purchased</cx:pt>
          <cx:pt idx="26217">First_Product_Purchased</cx:pt>
          <cx:pt idx="26218">First_Product_Purchased</cx:pt>
          <cx:pt idx="26219">First_Product_Purchased</cx:pt>
          <cx:pt idx="26220">First_Product_Purchased</cx:pt>
          <cx:pt idx="26221">First_Product_Purchased</cx:pt>
          <cx:pt idx="26222">First_Product_Purchased</cx:pt>
          <cx:pt idx="26223">First_Product_Purchased</cx:pt>
          <cx:pt idx="26224">First_Product_Purchased</cx:pt>
          <cx:pt idx="26225">First_Product_Purchased</cx:pt>
          <cx:pt idx="26226">First_Product_Purchased</cx:pt>
          <cx:pt idx="26227">First_Product_Purchased</cx:pt>
          <cx:pt idx="26228">Second_Product_Purchased</cx:pt>
          <cx:pt idx="26229">First_Product_Purchased</cx:pt>
          <cx:pt idx="26230">First_Product_Purchased</cx:pt>
          <cx:pt idx="26231">First_Product_Purchased</cx:pt>
          <cx:pt idx="26232">First_Product_Purchased</cx:pt>
          <cx:pt idx="26233">First_Product_Purchased</cx:pt>
          <cx:pt idx="26234">Second_Product_Purchased</cx:pt>
          <cx:pt idx="26235">First_Product_Purchased</cx:pt>
          <cx:pt idx="26236">First_Product_Purchased</cx:pt>
          <cx:pt idx="26237">First_Product_Purchased</cx:pt>
          <cx:pt idx="26238">First_Product_Purchased</cx:pt>
          <cx:pt idx="26239">First_Product_Purchased</cx:pt>
          <cx:pt idx="26240">Second_Product_Purchased</cx:pt>
          <cx:pt idx="26241">First_Product_Purchased</cx:pt>
          <cx:pt idx="26242">First_Product_Purchased</cx:pt>
          <cx:pt idx="26243">Second_Product_Purchased</cx:pt>
          <cx:pt idx="26244">First_Product_Purchased</cx:pt>
          <cx:pt idx="26245">First_Product_Purchased</cx:pt>
          <cx:pt idx="26246">First_Product_Purchased</cx:pt>
          <cx:pt idx="26247">First_Product_Purchased</cx:pt>
          <cx:pt idx="26248">Second_Product_Purchased</cx:pt>
          <cx:pt idx="26249">First_Product_Purchased</cx:pt>
          <cx:pt idx="26250">Second_Product_Purchased</cx:pt>
          <cx:pt idx="26251">First_Product_Purchased</cx:pt>
          <cx:pt idx="26252">First_Product_Purchased</cx:pt>
          <cx:pt idx="26253">First_Product_Purchased</cx:pt>
          <cx:pt idx="26254">First_Product_Purchased</cx:pt>
          <cx:pt idx="26255">First_Product_Purchased</cx:pt>
          <cx:pt idx="26256">First_Product_Purchased</cx:pt>
          <cx:pt idx="26257">First_Product_Purchased</cx:pt>
          <cx:pt idx="26258">First_Product_Purchased</cx:pt>
          <cx:pt idx="26259">First_Product_Purchased</cx:pt>
          <cx:pt idx="26260">First_Product_Purchased</cx:pt>
          <cx:pt idx="26261">First_Product_Purchased</cx:pt>
          <cx:pt idx="26262">First_Product_Purchased</cx:pt>
          <cx:pt idx="26263">First_Product_Purchased</cx:pt>
          <cx:pt idx="26264">First_Product_Purchased</cx:pt>
          <cx:pt idx="26265">Second_Product_Purchased</cx:pt>
          <cx:pt idx="26266">First_Product_Purchased</cx:pt>
          <cx:pt idx="26267">First_Product_Purchased</cx:pt>
          <cx:pt idx="26268">First_Product_Purchased</cx:pt>
          <cx:pt idx="26269">First_Product_Purchased</cx:pt>
          <cx:pt idx="26270">First_Product_Purchased</cx:pt>
          <cx:pt idx="26271">Second_Product_Purchased</cx:pt>
          <cx:pt idx="26272">First_Product_Purchased</cx:pt>
          <cx:pt idx="26273">Second_Product_Purchased</cx:pt>
          <cx:pt idx="26274">First_Product_Purchased</cx:pt>
          <cx:pt idx="26275">Second_Product_Purchased</cx:pt>
          <cx:pt idx="26276">Second_Product_Purchased</cx:pt>
          <cx:pt idx="26277">First_Product_Purchased</cx:pt>
          <cx:pt idx="26278">First_Product_Purchased</cx:pt>
          <cx:pt idx="26279">Second_Product_Purchased</cx:pt>
          <cx:pt idx="26280">First_Product_Purchased</cx:pt>
          <cx:pt idx="26281">First_Product_Purchased</cx:pt>
          <cx:pt idx="26282">Second_Product_Purchased</cx:pt>
          <cx:pt idx="26283">First_Product_Purchased</cx:pt>
          <cx:pt idx="26284">First_Product_Purchased</cx:pt>
          <cx:pt idx="26285">First_Product_Purchased</cx:pt>
          <cx:pt idx="26286">First_Product_Purchased</cx:pt>
          <cx:pt idx="26287">Second_Product_Purchased</cx:pt>
          <cx:pt idx="26288">First_Product_Purchased</cx:pt>
          <cx:pt idx="26289">Second_Product_Purchased</cx:pt>
          <cx:pt idx="26290">First_Product_Purchased</cx:pt>
          <cx:pt idx="26291">First_Product_Purchased</cx:pt>
          <cx:pt idx="26292">First_Product_Purchased</cx:pt>
          <cx:pt idx="26293">First_Product_Purchased</cx:pt>
          <cx:pt idx="26294">First_Product_Purchased</cx:pt>
          <cx:pt idx="26295">First_Product_Purchased</cx:pt>
          <cx:pt idx="26296">First_Product_Purchased</cx:pt>
          <cx:pt idx="26297">Second_Product_Purchased</cx:pt>
          <cx:pt idx="26298">Second_Product_Purchased</cx:pt>
          <cx:pt idx="26299">First_Product_Purchased</cx:pt>
          <cx:pt idx="26300">First_Product_Purchased</cx:pt>
          <cx:pt idx="26301">Second_Product_Purchased</cx:pt>
          <cx:pt idx="26302">Second_Product_Purchased</cx:pt>
          <cx:pt idx="26303">First_Product_Purchased</cx:pt>
          <cx:pt idx="26304">First_Product_Purchased</cx:pt>
          <cx:pt idx="26305">First_Product_Purchased</cx:pt>
          <cx:pt idx="26306">First_Product_Purchased</cx:pt>
          <cx:pt idx="26307">Second_Product_Purchased</cx:pt>
          <cx:pt idx="26308">Second_Product_Purchased</cx:pt>
          <cx:pt idx="26309">First_Product_Purchased</cx:pt>
          <cx:pt idx="26310">First_Product_Purchased</cx:pt>
          <cx:pt idx="26311">First_Product_Purchased</cx:pt>
          <cx:pt idx="26312">First_Product_Purchased</cx:pt>
          <cx:pt idx="26313">First_Product_Purchased</cx:pt>
          <cx:pt idx="26314">First_Product_Purchased</cx:pt>
          <cx:pt idx="26315">First_Product_Purchased</cx:pt>
          <cx:pt idx="26316">First_Product_Purchased</cx:pt>
          <cx:pt idx="26317">First_Product_Purchased</cx:pt>
          <cx:pt idx="26318">First_Product_Purchased</cx:pt>
          <cx:pt idx="26319">First_Product_Purchased</cx:pt>
          <cx:pt idx="26320">Second_Product_Purchased</cx:pt>
          <cx:pt idx="26321">First_Product_Purchased</cx:pt>
          <cx:pt idx="26322">First_Product_Purchased</cx:pt>
          <cx:pt idx="26323">Second_Product_Purchased</cx:pt>
          <cx:pt idx="26324">First_Product_Purchased</cx:pt>
          <cx:pt idx="26325">First_Product_Purchased</cx:pt>
          <cx:pt idx="26326">First_Product_Purchased</cx:pt>
          <cx:pt idx="26327">Second_Product_Purchased</cx:pt>
          <cx:pt idx="26328">First_Product_Purchased</cx:pt>
          <cx:pt idx="26329">First_Product_Purchased</cx:pt>
          <cx:pt idx="26330">First_Product_Purchased</cx:pt>
          <cx:pt idx="26331">First_Product_Purchased</cx:pt>
          <cx:pt idx="26332">First_Product_Purchased</cx:pt>
          <cx:pt idx="26333">First_Product_Purchased</cx:pt>
          <cx:pt idx="26334">First_Product_Purchased</cx:pt>
          <cx:pt idx="26335">First_Product_Purchased</cx:pt>
          <cx:pt idx="26336">First_Product_Purchased</cx:pt>
          <cx:pt idx="26337">First_Product_Purchased</cx:pt>
          <cx:pt idx="26338">First_Product_Purchased</cx:pt>
          <cx:pt idx="26339">First_Product_Purchased</cx:pt>
          <cx:pt idx="26340">First_Product_Purchased</cx:pt>
          <cx:pt idx="26341">First_Product_Purchased</cx:pt>
          <cx:pt idx="26342">First_Product_Purchased</cx:pt>
          <cx:pt idx="26343">First_Product_Purchased</cx:pt>
          <cx:pt idx="26344">First_Product_Purchased</cx:pt>
          <cx:pt idx="26345">Second_Product_Purchased</cx:pt>
          <cx:pt idx="26346">First_Product_Purchased</cx:pt>
          <cx:pt idx="26347">First_Product_Purchased</cx:pt>
          <cx:pt idx="26348">First_Product_Purchased</cx:pt>
          <cx:pt idx="26349">First_Product_Purchased</cx:pt>
          <cx:pt idx="26350">First_Product_Purchased</cx:pt>
          <cx:pt idx="26351">First_Product_Purchased</cx:pt>
          <cx:pt idx="26352">First_Product_Purchased</cx:pt>
          <cx:pt idx="26353">First_Product_Purchased</cx:pt>
          <cx:pt idx="26354">Second_Product_Purchased</cx:pt>
          <cx:pt idx="26355">First_Product_Purchased</cx:pt>
          <cx:pt idx="26356">Second_Product_Purchased</cx:pt>
          <cx:pt idx="26357">First_Product_Purchased</cx:pt>
          <cx:pt idx="26358">First_Product_Purchased</cx:pt>
          <cx:pt idx="26359">Second_Product_Purchased</cx:pt>
          <cx:pt idx="26360">Second_Product_Purchased</cx:pt>
          <cx:pt idx="26361">First_Product_Purchased</cx:pt>
          <cx:pt idx="26362">Second_Product_Purchased</cx:pt>
          <cx:pt idx="26363">First_Product_Purchased</cx:pt>
          <cx:pt idx="26364">Second_Product_Purchased</cx:pt>
          <cx:pt idx="26365">First_Product_Purchased</cx:pt>
          <cx:pt idx="26366">First_Product_Purchased</cx:pt>
          <cx:pt idx="26367">First_Product_Purchased</cx:pt>
          <cx:pt idx="26368">First_Product_Purchased</cx:pt>
          <cx:pt idx="26369">First_Product_Purchased</cx:pt>
          <cx:pt idx="26370">First_Product_Purchased</cx:pt>
          <cx:pt idx="26371">First_Product_Purchased</cx:pt>
          <cx:pt idx="26372">First_Product_Purchased</cx:pt>
          <cx:pt idx="26373">Second_Product_Purchased</cx:pt>
          <cx:pt idx="26374">Second_Product_Purchased</cx:pt>
          <cx:pt idx="26375">First_Product_Purchased</cx:pt>
          <cx:pt idx="26376">Second_Product_Purchased</cx:pt>
          <cx:pt idx="26377">First_Product_Purchased</cx:pt>
          <cx:pt idx="26378">First_Product_Purchased</cx:pt>
          <cx:pt idx="26379">First_Product_Purchased</cx:pt>
          <cx:pt idx="26380">First_Product_Purchased</cx:pt>
          <cx:pt idx="26381">First_Product_Purchased</cx:pt>
          <cx:pt idx="26382">First_Product_Purchased</cx:pt>
          <cx:pt idx="26383">First_Product_Purchased</cx:pt>
          <cx:pt idx="26384">First_Product_Purchased</cx:pt>
          <cx:pt idx="26385">Second_Product_Purchased</cx:pt>
          <cx:pt idx="26386">First_Product_Purchased</cx:pt>
          <cx:pt idx="26387">First_Product_Purchased</cx:pt>
          <cx:pt idx="26388">Second_Product_Purchased</cx:pt>
          <cx:pt idx="26389">First_Product_Purchased</cx:pt>
          <cx:pt idx="26390">First_Product_Purchased</cx:pt>
          <cx:pt idx="26391">Second_Product_Purchased</cx:pt>
          <cx:pt idx="26392">First_Product_Purchased</cx:pt>
          <cx:pt idx="26393">First_Product_Purchased</cx:pt>
          <cx:pt idx="26394">First_Product_Purchased</cx:pt>
          <cx:pt idx="26395">First_Product_Purchased</cx:pt>
          <cx:pt idx="26396">First_Product_Purchased</cx:pt>
          <cx:pt idx="26397">First_Product_Purchased</cx:pt>
          <cx:pt idx="26398">First_Product_Purchased</cx:pt>
          <cx:pt idx="26399">First_Product_Purchased</cx:pt>
          <cx:pt idx="26400">First_Product_Purchased</cx:pt>
          <cx:pt idx="26401">Second_Product_Purchased</cx:pt>
          <cx:pt idx="26402">First_Product_Purchased</cx:pt>
          <cx:pt idx="26403">First_Product_Purchased</cx:pt>
          <cx:pt idx="26404">First_Product_Purchased</cx:pt>
          <cx:pt idx="26405">First_Product_Purchased</cx:pt>
          <cx:pt idx="26406">First_Product_Purchased</cx:pt>
          <cx:pt idx="26407">First_Product_Purchased</cx:pt>
          <cx:pt idx="26408">Second_Product_Purchased</cx:pt>
          <cx:pt idx="26409">Second_Product_Purchased</cx:pt>
          <cx:pt idx="26410">First_Product_Purchased</cx:pt>
          <cx:pt idx="26411">Second_Product_Purchased</cx:pt>
          <cx:pt idx="26412">First_Product_Purchased</cx:pt>
          <cx:pt idx="26413">First_Product_Purchased</cx:pt>
          <cx:pt idx="26414">First_Product_Purchased</cx:pt>
          <cx:pt idx="26415">Second_Product_Purchased</cx:pt>
          <cx:pt idx="26416">First_Product_Purchased</cx:pt>
          <cx:pt idx="26417">Second_Product_Purchased</cx:pt>
          <cx:pt idx="26418">Second_Product_Purchased</cx:pt>
          <cx:pt idx="26419">First_Product_Purchased</cx:pt>
          <cx:pt idx="26420">First_Product_Purchased</cx:pt>
          <cx:pt idx="26421">First_Product_Purchased</cx:pt>
          <cx:pt idx="26422">Second_Product_Purchased</cx:pt>
          <cx:pt idx="26423">First_Product_Purchased</cx:pt>
          <cx:pt idx="26424">First_Product_Purchased</cx:pt>
          <cx:pt idx="26425">First_Product_Purchased</cx:pt>
          <cx:pt idx="26426">First_Product_Purchased</cx:pt>
          <cx:pt idx="26427">First_Product_Purchased</cx:pt>
          <cx:pt idx="26428">First_Product_Purchased</cx:pt>
          <cx:pt idx="26429">First_Product_Purchased</cx:pt>
          <cx:pt idx="26430">First_Product_Purchased</cx:pt>
          <cx:pt idx="26431">First_Product_Purchased</cx:pt>
          <cx:pt idx="26432">First_Product_Purchased</cx:pt>
          <cx:pt idx="26433">First_Product_Purchased</cx:pt>
          <cx:pt idx="26434">Second_Product_Purchased</cx:pt>
          <cx:pt idx="26435">First_Product_Purchased</cx:pt>
          <cx:pt idx="26436">First_Product_Purchased</cx:pt>
          <cx:pt idx="26437">First_Product_Purchased</cx:pt>
          <cx:pt idx="26438">First_Product_Purchased</cx:pt>
          <cx:pt idx="26439">Second_Product_Purchased</cx:pt>
          <cx:pt idx="26440">Second_Product_Purchased</cx:pt>
          <cx:pt idx="26441">First_Product_Purchased</cx:pt>
          <cx:pt idx="26442">First_Product_Purchased</cx:pt>
          <cx:pt idx="26443">Second_Product_Purchased</cx:pt>
          <cx:pt idx="26444">Second_Product_Purchased</cx:pt>
          <cx:pt idx="26445">First_Product_Purchased</cx:pt>
          <cx:pt idx="26446">Second_Product_Purchased</cx:pt>
          <cx:pt idx="26447">First_Product_Purchased</cx:pt>
          <cx:pt idx="26448">Second_Product_Purchased</cx:pt>
          <cx:pt idx="26449">Second_Product_Purchased</cx:pt>
          <cx:pt idx="26450">Second_Product_Purchased</cx:pt>
          <cx:pt idx="26451">First_Product_Purchased</cx:pt>
          <cx:pt idx="26452">First_Product_Purchased</cx:pt>
          <cx:pt idx="26453">First_Product_Purchased</cx:pt>
          <cx:pt idx="26454">First_Product_Purchased</cx:pt>
          <cx:pt idx="26455">First_Product_Purchased</cx:pt>
          <cx:pt idx="26456">First_Product_Purchased</cx:pt>
          <cx:pt idx="26457">First_Product_Purchased</cx:pt>
          <cx:pt idx="26458">First_Product_Purchased</cx:pt>
          <cx:pt idx="26459">First_Product_Purchased</cx:pt>
          <cx:pt idx="26460">First_Product_Purchased</cx:pt>
          <cx:pt idx="26461">First_Product_Purchased</cx:pt>
          <cx:pt idx="26462">First_Product_Purchased</cx:pt>
          <cx:pt idx="26463">Second_Product_Purchased</cx:pt>
          <cx:pt idx="26464">Second_Product_Purchased</cx:pt>
          <cx:pt idx="26465">First_Product_Purchased</cx:pt>
          <cx:pt idx="26466">First_Product_Purchased</cx:pt>
          <cx:pt idx="26467">Second_Product_Purchased</cx:pt>
          <cx:pt idx="26468">First_Product_Purchased</cx:pt>
          <cx:pt idx="26469">First_Product_Purchased</cx:pt>
          <cx:pt idx="26470">First_Product_Purchased</cx:pt>
          <cx:pt idx="26471">First_Product_Purchased</cx:pt>
          <cx:pt idx="26472">First_Product_Purchased</cx:pt>
          <cx:pt idx="26473">Second_Product_Purchased</cx:pt>
          <cx:pt idx="26474">First_Product_Purchased</cx:pt>
          <cx:pt idx="26475">Second_Product_Purchased</cx:pt>
          <cx:pt idx="26476">Second_Product_Purchased</cx:pt>
          <cx:pt idx="26477">First_Product_Purchased</cx:pt>
          <cx:pt idx="26478">First_Product_Purchased</cx:pt>
          <cx:pt idx="26479">Second_Product_Purchased</cx:pt>
          <cx:pt idx="26480">First_Product_Purchased</cx:pt>
          <cx:pt idx="26481">Second_Product_Purchased</cx:pt>
          <cx:pt idx="26482">First_Product_Purchased</cx:pt>
          <cx:pt idx="26483">First_Product_Purchased</cx:pt>
          <cx:pt idx="26484">Second_Product_Purchased</cx:pt>
          <cx:pt idx="26485">First_Product_Purchased</cx:pt>
          <cx:pt idx="26486">First_Product_Purchased</cx:pt>
          <cx:pt idx="26487">First_Product_Purchased</cx:pt>
          <cx:pt idx="26488">First_Product_Purchased</cx:pt>
          <cx:pt idx="26489">Second_Product_Purchased</cx:pt>
          <cx:pt idx="26490">First_Product_Purchased</cx:pt>
          <cx:pt idx="26491">First_Product_Purchased</cx:pt>
          <cx:pt idx="26492">First_Product_Purchased</cx:pt>
          <cx:pt idx="26493">First_Product_Purchased</cx:pt>
          <cx:pt idx="26494">Second_Product_Purchased</cx:pt>
          <cx:pt idx="26495">First_Product_Purchased</cx:pt>
          <cx:pt idx="26496">First_Product_Purchased</cx:pt>
          <cx:pt idx="26497">Second_Product_Purchased</cx:pt>
          <cx:pt idx="26498">Second_Product_Purchased</cx:pt>
          <cx:pt idx="26499">First_Product_Purchased</cx:pt>
          <cx:pt idx="26500">First_Product_Purchased</cx:pt>
          <cx:pt idx="26501">First_Product_Purchased</cx:pt>
          <cx:pt idx="26502">Second_Product_Purchased</cx:pt>
          <cx:pt idx="26503">First_Product_Purchased</cx:pt>
          <cx:pt idx="26504">First_Product_Purchased</cx:pt>
          <cx:pt idx="26505">First_Product_Purchased</cx:pt>
          <cx:pt idx="26506">First_Product_Purchased</cx:pt>
          <cx:pt idx="26507">First_Product_Purchased</cx:pt>
          <cx:pt idx="26508">First_Product_Purchased</cx:pt>
          <cx:pt idx="26509">First_Product_Purchased</cx:pt>
          <cx:pt idx="26510">Second_Product_Purchased</cx:pt>
          <cx:pt idx="26511">Second_Product_Purchased</cx:pt>
          <cx:pt idx="26512">Second_Product_Purchased</cx:pt>
          <cx:pt idx="26513">First_Product_Purchased</cx:pt>
          <cx:pt idx="26514">First_Product_Purchased</cx:pt>
          <cx:pt idx="26515">Second_Product_Purchased</cx:pt>
          <cx:pt idx="26516">First_Product_Purchased</cx:pt>
          <cx:pt idx="26517">First_Product_Purchased</cx:pt>
          <cx:pt idx="26518">First_Product_Purchased</cx:pt>
          <cx:pt idx="26519">First_Product_Purchased</cx:pt>
          <cx:pt idx="26520">First_Product_Purchased</cx:pt>
          <cx:pt idx="26521">First_Product_Purchased</cx:pt>
          <cx:pt idx="26522">First_Product_Purchased</cx:pt>
          <cx:pt idx="26523">First_Product_Purchased</cx:pt>
          <cx:pt idx="26524">First_Product_Purchased</cx:pt>
          <cx:pt idx="26525">First_Product_Purchased</cx:pt>
          <cx:pt idx="26526">First_Product_Purchased</cx:pt>
          <cx:pt idx="26527">Second_Product_Purchased</cx:pt>
          <cx:pt idx="26528">Second_Product_Purchased</cx:pt>
          <cx:pt idx="26529">First_Product_Purchased</cx:pt>
          <cx:pt idx="26530">First_Product_Purchased</cx:pt>
          <cx:pt idx="26531">First_Product_Purchased</cx:pt>
          <cx:pt idx="26532">First_Product_Purchased</cx:pt>
          <cx:pt idx="26533">First_Product_Purchased</cx:pt>
          <cx:pt idx="26534">First_Product_Purchased</cx:pt>
          <cx:pt idx="26535">First_Product_Purchased</cx:pt>
          <cx:pt idx="26536">First_Product_Purchased</cx:pt>
          <cx:pt idx="26537">First_Product_Purchased</cx:pt>
          <cx:pt idx="26538">First_Product_Purchased</cx:pt>
          <cx:pt idx="26539">First_Product_Purchased</cx:pt>
          <cx:pt idx="26540">Second_Product_Purchased</cx:pt>
          <cx:pt idx="26541">Second_Product_Purchased</cx:pt>
          <cx:pt idx="26542">First_Product_Purchased</cx:pt>
          <cx:pt idx="26543">Second_Product_Purchased</cx:pt>
          <cx:pt idx="26544">First_Product_Purchased</cx:pt>
          <cx:pt idx="26545">First_Product_Purchased</cx:pt>
          <cx:pt idx="26546">First_Product_Purchased</cx:pt>
          <cx:pt idx="26547">Second_Product_Purchased</cx:pt>
          <cx:pt idx="26548">First_Product_Purchased</cx:pt>
          <cx:pt idx="26549">Second_Product_Purchased</cx:pt>
          <cx:pt idx="26550">Second_Product_Purchased</cx:pt>
          <cx:pt idx="26551">First_Product_Purchased</cx:pt>
          <cx:pt idx="26552">First_Product_Purchased</cx:pt>
          <cx:pt idx="26553">First_Product_Purchased</cx:pt>
          <cx:pt idx="26554">First_Product_Purchased</cx:pt>
          <cx:pt idx="26555">First_Product_Purchased</cx:pt>
          <cx:pt idx="26556">Second_Product_Purchased</cx:pt>
          <cx:pt idx="26557">First_Product_Purchased</cx:pt>
          <cx:pt idx="26558">First_Product_Purchased</cx:pt>
          <cx:pt idx="26559">First_Product_Purchased</cx:pt>
          <cx:pt idx="26560">First_Product_Purchased</cx:pt>
          <cx:pt idx="26561">First_Product_Purchased</cx:pt>
          <cx:pt idx="26562">First_Product_Purchased</cx:pt>
          <cx:pt idx="26563">First_Product_Purchased</cx:pt>
          <cx:pt idx="26564">First_Product_Purchased</cx:pt>
          <cx:pt idx="26565">First_Product_Purchased</cx:pt>
          <cx:pt idx="26566">First_Product_Purchased</cx:pt>
          <cx:pt idx="26567">First_Product_Purchased</cx:pt>
          <cx:pt idx="26568">First_Product_Purchased</cx:pt>
          <cx:pt idx="26569">First_Product_Purchased</cx:pt>
          <cx:pt idx="26570">Second_Product_Purchased</cx:pt>
          <cx:pt idx="26571">First_Product_Purchased</cx:pt>
          <cx:pt idx="26572">Second_Product_Purchased</cx:pt>
          <cx:pt idx="26573">First_Product_Purchased</cx:pt>
          <cx:pt idx="26574">First_Product_Purchased</cx:pt>
          <cx:pt idx="26575">First_Product_Purchased</cx:pt>
          <cx:pt idx="26576">First_Product_Purchased</cx:pt>
          <cx:pt idx="26577">First_Product_Purchased</cx:pt>
          <cx:pt idx="26578">First_Product_Purchased</cx:pt>
          <cx:pt idx="26579">First_Product_Purchased</cx:pt>
          <cx:pt idx="26580">First_Product_Purchased</cx:pt>
          <cx:pt idx="26581">First_Product_Purchased</cx:pt>
          <cx:pt idx="26582">First_Product_Purchased</cx:pt>
          <cx:pt idx="26583">First_Product_Purchased</cx:pt>
          <cx:pt idx="26584">First_Product_Purchased</cx:pt>
          <cx:pt idx="26585">Second_Product_Purchased</cx:pt>
          <cx:pt idx="26586">First_Product_Purchased</cx:pt>
          <cx:pt idx="26587">First_Product_Purchased</cx:pt>
          <cx:pt idx="26588">First_Product_Purchased</cx:pt>
          <cx:pt idx="26589">First_Product_Purchased</cx:pt>
          <cx:pt idx="26590">Second_Product_Purchased</cx:pt>
          <cx:pt idx="26591">First_Product_Purchased</cx:pt>
          <cx:pt idx="26592">First_Product_Purchased</cx:pt>
          <cx:pt idx="26593">First_Product_Purchased</cx:pt>
          <cx:pt idx="26594">First_Product_Purchased</cx:pt>
          <cx:pt idx="26595">First_Product_Purchased</cx:pt>
          <cx:pt idx="26596">Second_Product_Purchased</cx:pt>
          <cx:pt idx="26597">First_Product_Purchased</cx:pt>
          <cx:pt idx="26598">Second_Product_Purchased</cx:pt>
          <cx:pt idx="26599">First_Product_Purchased</cx:pt>
          <cx:pt idx="26600">First_Product_Purchased</cx:pt>
          <cx:pt idx="26601">Second_Product_Purchased</cx:pt>
          <cx:pt idx="26602">Second_Product_Purchased</cx:pt>
          <cx:pt idx="26603">First_Product_Purchased</cx:pt>
          <cx:pt idx="26604">First_Product_Purchased</cx:pt>
          <cx:pt idx="26605">First_Product_Purchased</cx:pt>
          <cx:pt idx="26606">First_Product_Purchased</cx:pt>
          <cx:pt idx="26607">First_Product_Purchased</cx:pt>
          <cx:pt idx="26608">Second_Product_Purchased</cx:pt>
          <cx:pt idx="26609">First_Product_Purchased</cx:pt>
          <cx:pt idx="26610">First_Product_Purchased</cx:pt>
          <cx:pt idx="26611">Second_Product_Purchased</cx:pt>
          <cx:pt idx="26612">First_Product_Purchased</cx:pt>
          <cx:pt idx="26613">First_Product_Purchased</cx:pt>
          <cx:pt idx="26614">First_Product_Purchased</cx:pt>
          <cx:pt idx="26615">Second_Product_Purchased</cx:pt>
          <cx:pt idx="26616">First_Product_Purchased</cx:pt>
          <cx:pt idx="26617">Second_Product_Purchased</cx:pt>
          <cx:pt idx="26618">First_Product_Purchased</cx:pt>
          <cx:pt idx="26619">First_Product_Purchased</cx:pt>
          <cx:pt idx="26620">Second_Product_Purchased</cx:pt>
          <cx:pt idx="26621">Second_Product_Purchased</cx:pt>
          <cx:pt idx="26622">Second_Product_Purchased</cx:pt>
          <cx:pt idx="26623">Second_Product_Purchased</cx:pt>
          <cx:pt idx="26624">Second_Product_Purchased</cx:pt>
          <cx:pt idx="26625">First_Product_Purchased</cx:pt>
          <cx:pt idx="26626">Second_Product_Purchased</cx:pt>
          <cx:pt idx="26627">Second_Product_Purchased</cx:pt>
          <cx:pt idx="26628">First_Product_Purchased</cx:pt>
          <cx:pt idx="26629">First_Product_Purchased</cx:pt>
          <cx:pt idx="26630">Second_Product_Purchased</cx:pt>
          <cx:pt idx="26631">Second_Product_Purchased</cx:pt>
          <cx:pt idx="26632">First_Product_Purchased</cx:pt>
          <cx:pt idx="26633">First_Product_Purchased</cx:pt>
          <cx:pt idx="26634">First_Product_Purchased</cx:pt>
          <cx:pt idx="26635">First_Product_Purchased</cx:pt>
          <cx:pt idx="26636">Second_Product_Purchased</cx:pt>
          <cx:pt idx="26637">First_Product_Purchased</cx:pt>
          <cx:pt idx="26638">First_Product_Purchased</cx:pt>
          <cx:pt idx="26639">First_Product_Purchased</cx:pt>
          <cx:pt idx="26640">Second_Product_Purchased</cx:pt>
          <cx:pt idx="26641">First_Product_Purchased</cx:pt>
          <cx:pt idx="26642">First_Product_Purchased</cx:pt>
          <cx:pt idx="26643">First_Product_Purchased</cx:pt>
          <cx:pt idx="26644">First_Product_Purchased</cx:pt>
          <cx:pt idx="26645">First_Product_Purchased</cx:pt>
          <cx:pt idx="26646">First_Product_Purchased</cx:pt>
          <cx:pt idx="26647">First_Product_Purchased</cx:pt>
          <cx:pt idx="26648">First_Product_Purchased</cx:pt>
          <cx:pt idx="26649">First_Product_Purchased</cx:pt>
          <cx:pt idx="26650">First_Product_Purchased</cx:pt>
          <cx:pt idx="26651">First_Product_Purchased</cx:pt>
          <cx:pt idx="26652">First_Product_Purchased</cx:pt>
          <cx:pt idx="26653">First_Product_Purchased</cx:pt>
          <cx:pt idx="26654">First_Product_Purchased</cx:pt>
          <cx:pt idx="26655">First_Product_Purchased</cx:pt>
          <cx:pt idx="26656">First_Product_Purchased</cx:pt>
          <cx:pt idx="26657">First_Product_Purchased</cx:pt>
          <cx:pt idx="26658">First_Product_Purchased</cx:pt>
          <cx:pt idx="26659">Second_Product_Purchased</cx:pt>
          <cx:pt idx="26660">Second_Product_Purchased</cx:pt>
          <cx:pt idx="26661">First_Product_Purchased</cx:pt>
          <cx:pt idx="26662">First_Product_Purchased</cx:pt>
          <cx:pt idx="26663">First_Product_Purchased</cx:pt>
          <cx:pt idx="26664">First_Product_Purchased</cx:pt>
          <cx:pt idx="26665">First_Product_Purchased</cx:pt>
          <cx:pt idx="26666">First_Product_Purchased</cx:pt>
          <cx:pt idx="26667">First_Product_Purchased</cx:pt>
          <cx:pt idx="26668">First_Product_Purchased</cx:pt>
          <cx:pt idx="26669">First_Product_Purchased</cx:pt>
          <cx:pt idx="26670">First_Product_Purchased</cx:pt>
          <cx:pt idx="26671">First_Product_Purchased</cx:pt>
          <cx:pt idx="26672">First_Product_Purchased</cx:pt>
          <cx:pt idx="26673">First_Product_Purchased</cx:pt>
          <cx:pt idx="26674">First_Product_Purchased</cx:pt>
          <cx:pt idx="26675">First_Product_Purchased</cx:pt>
          <cx:pt idx="26676">First_Product_Purchased</cx:pt>
          <cx:pt idx="26677">First_Product_Purchased</cx:pt>
          <cx:pt idx="26678">First_Product_Purchased</cx:pt>
          <cx:pt idx="26679">First_Product_Purchased</cx:pt>
          <cx:pt idx="26680">First_Product_Purchased</cx:pt>
          <cx:pt idx="26681">Second_Product_Purchased</cx:pt>
          <cx:pt idx="26682">First_Product_Purchased</cx:pt>
          <cx:pt idx="26683">Second_Product_Purchased</cx:pt>
          <cx:pt idx="26684">First_Product_Purchased</cx:pt>
          <cx:pt idx="26685">Second_Product_Purchased</cx:pt>
          <cx:pt idx="26686">Second_Product_Purchased</cx:pt>
          <cx:pt idx="26687">Second_Product_Purchased</cx:pt>
          <cx:pt idx="26688">First_Product_Purchased</cx:pt>
          <cx:pt idx="26689">First_Product_Purchased</cx:pt>
          <cx:pt idx="26690">First_Product_Purchased</cx:pt>
          <cx:pt idx="26691">Second_Product_Purchased</cx:pt>
          <cx:pt idx="26692">First_Product_Purchased</cx:pt>
          <cx:pt idx="26693">First_Product_Purchased</cx:pt>
          <cx:pt idx="26694">First_Product_Purchased</cx:pt>
          <cx:pt idx="26695">First_Product_Purchased</cx:pt>
          <cx:pt idx="26696">Second_Product_Purchased</cx:pt>
          <cx:pt idx="26697">First_Product_Purchased</cx:pt>
          <cx:pt idx="26698">Second_Product_Purchased</cx:pt>
          <cx:pt idx="26699">First_Product_Purchased</cx:pt>
          <cx:pt idx="26700">First_Product_Purchased</cx:pt>
          <cx:pt idx="26701">First_Product_Purchased</cx:pt>
          <cx:pt idx="26702">First_Product_Purchased</cx:pt>
          <cx:pt idx="26703">Second_Product_Purchased</cx:pt>
          <cx:pt idx="26704">First_Product_Purchased</cx:pt>
          <cx:pt idx="26705">First_Product_Purchased</cx:pt>
          <cx:pt idx="26706">First_Product_Purchased</cx:pt>
          <cx:pt idx="26707">First_Product_Purchased</cx:pt>
          <cx:pt idx="26708">Second_Product_Purchased</cx:pt>
          <cx:pt idx="26709">Second_Product_Purchased</cx:pt>
          <cx:pt idx="26710">First_Product_Purchased</cx:pt>
          <cx:pt idx="26711">First_Product_Purchased</cx:pt>
          <cx:pt idx="26712">First_Product_Purchased</cx:pt>
          <cx:pt idx="26713">First_Product_Purchased</cx:pt>
          <cx:pt idx="26714">First_Product_Purchased</cx:pt>
          <cx:pt idx="26715">First_Product_Purchased</cx:pt>
          <cx:pt idx="26716">First_Product_Purchased</cx:pt>
          <cx:pt idx="26717">First_Product_Purchased</cx:pt>
          <cx:pt idx="26718">First_Product_Purchased</cx:pt>
          <cx:pt idx="26719">First_Product_Purchased</cx:pt>
          <cx:pt idx="26720">Second_Product_Purchased</cx:pt>
          <cx:pt idx="26721">First_Product_Purchased</cx:pt>
          <cx:pt idx="26722">First_Product_Purchased</cx:pt>
          <cx:pt idx="26723">First_Product_Purchased</cx:pt>
          <cx:pt idx="26724">First_Product_Purchased</cx:pt>
          <cx:pt idx="26725">First_Product_Purchased</cx:pt>
          <cx:pt idx="26726">First_Product_Purchased</cx:pt>
          <cx:pt idx="26727">First_Product_Purchased</cx:pt>
          <cx:pt idx="26728">First_Product_Purchased</cx:pt>
          <cx:pt idx="26729">Second_Product_Purchased</cx:pt>
          <cx:pt idx="26730">Second_Product_Purchased</cx:pt>
          <cx:pt idx="26731">First_Product_Purchased</cx:pt>
          <cx:pt idx="26732">Second_Product_Purchased</cx:pt>
          <cx:pt idx="26733">First_Product_Purchased</cx:pt>
          <cx:pt idx="26734">First_Product_Purchased</cx:pt>
          <cx:pt idx="26735">First_Product_Purchased</cx:pt>
          <cx:pt idx="26736">Second_Product_Purchased</cx:pt>
          <cx:pt idx="26737">Second_Product_Purchased</cx:pt>
          <cx:pt idx="26738">First_Product_Purchased</cx:pt>
          <cx:pt idx="26739">First_Product_Purchased</cx:pt>
          <cx:pt idx="26740">First_Product_Purchased</cx:pt>
          <cx:pt idx="26741">First_Product_Purchased</cx:pt>
          <cx:pt idx="26742">First_Product_Purchased</cx:pt>
          <cx:pt idx="26743">First_Product_Purchased</cx:pt>
          <cx:pt idx="26744">First_Product_Purchased</cx:pt>
          <cx:pt idx="26745">Second_Product_Purchased</cx:pt>
          <cx:pt idx="26746">First_Product_Purchased</cx:pt>
          <cx:pt idx="26747">Second_Product_Purchased</cx:pt>
          <cx:pt idx="26748">Second_Product_Purchased</cx:pt>
          <cx:pt idx="26749">First_Product_Purchased</cx:pt>
          <cx:pt idx="26750">First_Product_Purchased</cx:pt>
          <cx:pt idx="26751">First_Product_Purchased</cx:pt>
          <cx:pt idx="26752">First_Product_Purchased</cx:pt>
          <cx:pt idx="26753">First_Product_Purchased</cx:pt>
          <cx:pt idx="26754">First_Product_Purchased</cx:pt>
          <cx:pt idx="26755">Second_Product_Purchased</cx:pt>
          <cx:pt idx="26756">First_Product_Purchased</cx:pt>
          <cx:pt idx="26757">First_Product_Purchased</cx:pt>
          <cx:pt idx="26758">First_Product_Purchased</cx:pt>
          <cx:pt idx="26759">First_Product_Purchased</cx:pt>
          <cx:pt idx="26760">First_Product_Purchased</cx:pt>
          <cx:pt idx="26761">First_Product_Purchased</cx:pt>
          <cx:pt idx="26762">First_Product_Purchased</cx:pt>
          <cx:pt idx="26763">First_Product_Purchased</cx:pt>
          <cx:pt idx="26764">Second_Product_Purchased</cx:pt>
          <cx:pt idx="26765">First_Product_Purchased</cx:pt>
          <cx:pt idx="26766">First_Product_Purchased</cx:pt>
          <cx:pt idx="26767">First_Product_Purchased</cx:pt>
          <cx:pt idx="26768">Second_Product_Purchased</cx:pt>
          <cx:pt idx="26769">First_Product_Purchased</cx:pt>
          <cx:pt idx="26770">First_Product_Purchased</cx:pt>
          <cx:pt idx="26771">Second_Product_Purchased</cx:pt>
          <cx:pt idx="26772">First_Product_Purchased</cx:pt>
          <cx:pt idx="26773">First_Product_Purchased</cx:pt>
          <cx:pt idx="26774">First_Product_Purchased</cx:pt>
          <cx:pt idx="26775">Second_Product_Purchased</cx:pt>
          <cx:pt idx="26776">Second_Product_Purchased</cx:pt>
          <cx:pt idx="26777">Second_Product_Purchased</cx:pt>
          <cx:pt idx="26778">First_Product_Purchased</cx:pt>
          <cx:pt idx="26779">First_Product_Purchased</cx:pt>
          <cx:pt idx="26780">First_Product_Purchased</cx:pt>
          <cx:pt idx="26781">First_Product_Purchased</cx:pt>
          <cx:pt idx="26782">First_Product_Purchased</cx:pt>
          <cx:pt idx="26783">First_Product_Purchased</cx:pt>
          <cx:pt idx="26784">First_Product_Purchased</cx:pt>
          <cx:pt idx="26785">First_Product_Purchased</cx:pt>
          <cx:pt idx="26786">First_Product_Purchased</cx:pt>
          <cx:pt idx="26787">First_Product_Purchased</cx:pt>
          <cx:pt idx="26788">First_Product_Purchased</cx:pt>
          <cx:pt idx="26789">First_Product_Purchased</cx:pt>
          <cx:pt idx="26790">First_Product_Purchased</cx:pt>
          <cx:pt idx="26791">Second_Product_Purchased</cx:pt>
          <cx:pt idx="26792">First_Product_Purchased</cx:pt>
          <cx:pt idx="26793">First_Product_Purchased</cx:pt>
          <cx:pt idx="26794">First_Product_Purchased</cx:pt>
          <cx:pt idx="26795">First_Product_Purchased</cx:pt>
          <cx:pt idx="26796">Second_Product_Purchased</cx:pt>
          <cx:pt idx="26797">First_Product_Purchased</cx:pt>
          <cx:pt idx="26798">Second_Product_Purchased</cx:pt>
          <cx:pt idx="26799">Second_Product_Purchased</cx:pt>
          <cx:pt idx="26800">First_Product_Purchased</cx:pt>
          <cx:pt idx="26801">Second_Product_Purchased</cx:pt>
          <cx:pt idx="26802">Second_Product_Purchased</cx:pt>
          <cx:pt idx="26803">First_Product_Purchased</cx:pt>
          <cx:pt idx="26804">First_Product_Purchased</cx:pt>
          <cx:pt idx="26805">Second_Product_Purchased</cx:pt>
          <cx:pt idx="26806">First_Product_Purchased</cx:pt>
          <cx:pt idx="26807">First_Product_Purchased</cx:pt>
          <cx:pt idx="26808">First_Product_Purchased</cx:pt>
          <cx:pt idx="26809">First_Product_Purchased</cx:pt>
          <cx:pt idx="26810">First_Product_Purchased</cx:pt>
          <cx:pt idx="26811">Second_Product_Purchased</cx:pt>
          <cx:pt idx="26812">First_Product_Purchased</cx:pt>
          <cx:pt idx="26813">First_Product_Purchased</cx:pt>
          <cx:pt idx="26814">First_Product_Purchased</cx:pt>
          <cx:pt idx="26815">First_Product_Purchased</cx:pt>
          <cx:pt idx="26816">First_Product_Purchased</cx:pt>
          <cx:pt idx="26817">First_Product_Purchased</cx:pt>
          <cx:pt idx="26818">First_Product_Purchased</cx:pt>
          <cx:pt idx="26819">First_Product_Purchased</cx:pt>
          <cx:pt idx="26820">First_Product_Purchased</cx:pt>
          <cx:pt idx="26821">First_Product_Purchased</cx:pt>
          <cx:pt idx="26822">First_Product_Purchased</cx:pt>
          <cx:pt idx="26823">Second_Product_Purchased</cx:pt>
          <cx:pt idx="26824">Second_Product_Purchased</cx:pt>
          <cx:pt idx="26825">First_Product_Purchased</cx:pt>
          <cx:pt idx="26826">First_Product_Purchased</cx:pt>
          <cx:pt idx="26827">First_Product_Purchased</cx:pt>
          <cx:pt idx="26828">First_Product_Purchased</cx:pt>
          <cx:pt idx="26829">First_Product_Purchased</cx:pt>
          <cx:pt idx="26830">First_Product_Purchased</cx:pt>
          <cx:pt idx="26831">First_Product_Purchased</cx:pt>
          <cx:pt idx="26832">First_Product_Purchased</cx:pt>
          <cx:pt idx="26833">First_Product_Purchased</cx:pt>
          <cx:pt idx="26834">First_Product_Purchased</cx:pt>
          <cx:pt idx="26835">First_Product_Purchased</cx:pt>
          <cx:pt idx="26836">First_Product_Purchased</cx:pt>
          <cx:pt idx="26837">Second_Product_Purchased</cx:pt>
          <cx:pt idx="26838">Second_Product_Purchased</cx:pt>
          <cx:pt idx="26839">First_Product_Purchased</cx:pt>
          <cx:pt idx="26840">First_Product_Purchased</cx:pt>
          <cx:pt idx="26841">Second_Product_Purchased</cx:pt>
          <cx:pt idx="26842">Second_Product_Purchased</cx:pt>
          <cx:pt idx="26843">First_Product_Purchased</cx:pt>
          <cx:pt idx="26844">First_Product_Purchased</cx:pt>
          <cx:pt idx="26845">First_Product_Purchased</cx:pt>
          <cx:pt idx="26846">First_Product_Purchased</cx:pt>
          <cx:pt idx="26847">First_Product_Purchased</cx:pt>
          <cx:pt idx="26848">First_Product_Purchased</cx:pt>
          <cx:pt idx="26849">First_Product_Purchased</cx:pt>
          <cx:pt idx="26850">First_Product_Purchased</cx:pt>
          <cx:pt idx="26851">First_Product_Purchased</cx:pt>
          <cx:pt idx="26852">First_Product_Purchased</cx:pt>
          <cx:pt idx="26853">Second_Product_Purchased</cx:pt>
          <cx:pt idx="26854">First_Product_Purchased</cx:pt>
          <cx:pt idx="26855">First_Product_Purchased</cx:pt>
          <cx:pt idx="26856">First_Product_Purchased</cx:pt>
          <cx:pt idx="26857">First_Product_Purchased</cx:pt>
          <cx:pt idx="26858">First_Product_Purchased</cx:pt>
          <cx:pt idx="26859">First_Product_Purchased</cx:pt>
          <cx:pt idx="26860">First_Product_Purchased</cx:pt>
          <cx:pt idx="26861">Second_Product_Purchased</cx:pt>
          <cx:pt idx="26862">First_Product_Purchased</cx:pt>
          <cx:pt idx="26863">First_Product_Purchased</cx:pt>
          <cx:pt idx="26864">First_Product_Purchased</cx:pt>
          <cx:pt idx="26865">First_Product_Purchased</cx:pt>
          <cx:pt idx="26866">Second_Product_Purchased</cx:pt>
          <cx:pt idx="26867">First_Product_Purchased</cx:pt>
          <cx:pt idx="26868">First_Product_Purchased</cx:pt>
          <cx:pt idx="26869">First_Product_Purchased</cx:pt>
          <cx:pt idx="26870">Second_Product_Purchased</cx:pt>
          <cx:pt idx="26871">Second_Product_Purchased</cx:pt>
          <cx:pt idx="26872">First_Product_Purchased</cx:pt>
          <cx:pt idx="26873">First_Product_Purchased</cx:pt>
          <cx:pt idx="26874">First_Product_Purchased</cx:pt>
          <cx:pt idx="26875">First_Product_Purchased</cx:pt>
          <cx:pt idx="26876">First_Product_Purchased</cx:pt>
          <cx:pt idx="26877">Second_Product_Purchased</cx:pt>
          <cx:pt idx="26878">First_Product_Purchased</cx:pt>
          <cx:pt idx="26879">Second_Product_Purchased</cx:pt>
          <cx:pt idx="26880">First_Product_Purchased</cx:pt>
          <cx:pt idx="26881">First_Product_Purchased</cx:pt>
          <cx:pt idx="26882">First_Product_Purchased</cx:pt>
          <cx:pt idx="26883">First_Product_Purchased</cx:pt>
          <cx:pt idx="26884">First_Product_Purchased</cx:pt>
          <cx:pt idx="26885">First_Product_Purchased</cx:pt>
          <cx:pt idx="26886">First_Product_Purchased</cx:pt>
          <cx:pt idx="26887">First_Product_Purchased</cx:pt>
          <cx:pt idx="26888">First_Product_Purchased</cx:pt>
          <cx:pt idx="26889">Second_Product_Purchased</cx:pt>
          <cx:pt idx="26890">First_Product_Purchased</cx:pt>
          <cx:pt idx="26891">First_Product_Purchased</cx:pt>
          <cx:pt idx="26892">Second_Product_Purchased</cx:pt>
          <cx:pt idx="26893">First_Product_Purchased</cx:pt>
          <cx:pt idx="26894">First_Product_Purchased</cx:pt>
          <cx:pt idx="26895">First_Product_Purchased</cx:pt>
          <cx:pt idx="26896">First_Product_Purchased</cx:pt>
          <cx:pt idx="26897">First_Product_Purchased</cx:pt>
          <cx:pt idx="26898">Second_Product_Purchased</cx:pt>
          <cx:pt idx="26899">First_Product_Purchased</cx:pt>
          <cx:pt idx="26900">First_Product_Purchased</cx:pt>
          <cx:pt idx="26901">First_Product_Purchased</cx:pt>
          <cx:pt idx="26902">First_Product_Purchased</cx:pt>
          <cx:pt idx="26903">First_Product_Purchased</cx:pt>
          <cx:pt idx="26904">First_Product_Purchased</cx:pt>
          <cx:pt idx="26905">First_Product_Purchased</cx:pt>
          <cx:pt idx="26906">First_Product_Purchased</cx:pt>
          <cx:pt idx="26907">First_Product_Purchased</cx:pt>
          <cx:pt idx="26908">First_Product_Purchased</cx:pt>
          <cx:pt idx="26909">First_Product_Purchased</cx:pt>
          <cx:pt idx="26910">Second_Product_Purchased</cx:pt>
          <cx:pt idx="26911">Second_Product_Purchased</cx:pt>
          <cx:pt idx="26912">First_Product_Purchased</cx:pt>
          <cx:pt idx="26913">First_Product_Purchased</cx:pt>
          <cx:pt idx="26914">Second_Product_Purchased</cx:pt>
          <cx:pt idx="26915">Second_Product_Purchased</cx:pt>
          <cx:pt idx="26916">First_Product_Purchased</cx:pt>
          <cx:pt idx="26917">First_Product_Purchased</cx:pt>
          <cx:pt idx="26918">First_Product_Purchased</cx:pt>
          <cx:pt idx="26919">Second_Product_Purchased</cx:pt>
          <cx:pt idx="26920">First_Product_Purchased</cx:pt>
          <cx:pt idx="26921">First_Product_Purchased</cx:pt>
          <cx:pt idx="26922">Second_Product_Purchased</cx:pt>
          <cx:pt idx="26923">First_Product_Purchased</cx:pt>
          <cx:pt idx="26924">Second_Product_Purchased</cx:pt>
          <cx:pt idx="26925">First_Product_Purchased</cx:pt>
          <cx:pt idx="26926">First_Product_Purchased</cx:pt>
          <cx:pt idx="26927">Second_Product_Purchased</cx:pt>
          <cx:pt idx="26928">Second_Product_Purchased</cx:pt>
          <cx:pt idx="26929">First_Product_Purchased</cx:pt>
          <cx:pt idx="26930">First_Product_Purchased</cx:pt>
          <cx:pt idx="26931">First_Product_Purchased</cx:pt>
          <cx:pt idx="26932">First_Product_Purchased</cx:pt>
          <cx:pt idx="26933">First_Product_Purchased</cx:pt>
          <cx:pt idx="26934">First_Product_Purchased</cx:pt>
          <cx:pt idx="26935">First_Product_Purchased</cx:pt>
          <cx:pt idx="26936">First_Product_Purchased</cx:pt>
          <cx:pt idx="26937">First_Product_Purchased</cx:pt>
          <cx:pt idx="26938">Second_Product_Purchased</cx:pt>
          <cx:pt idx="26939">First_Product_Purchased</cx:pt>
          <cx:pt idx="26940">Second_Product_Purchased</cx:pt>
          <cx:pt idx="26941">First_Product_Purchased</cx:pt>
          <cx:pt idx="26942">First_Product_Purchased</cx:pt>
          <cx:pt idx="26943">First_Product_Purchased</cx:pt>
          <cx:pt idx="26944">Second_Product_Purchased</cx:pt>
          <cx:pt idx="26945">First_Product_Purchased</cx:pt>
          <cx:pt idx="26946">First_Product_Purchased</cx:pt>
          <cx:pt idx="26947">Second_Product_Purchased</cx:pt>
          <cx:pt idx="26948">First_Product_Purchased</cx:pt>
          <cx:pt idx="26949">Second_Product_Purchased</cx:pt>
          <cx:pt idx="26950">First_Product_Purchased</cx:pt>
          <cx:pt idx="26951">First_Product_Purchased</cx:pt>
          <cx:pt idx="26952">Second_Product_Purchased</cx:pt>
          <cx:pt idx="26953">First_Product_Purchased</cx:pt>
          <cx:pt idx="26954">Second_Product_Purchased</cx:pt>
          <cx:pt idx="26955">First_Product_Purchased</cx:pt>
          <cx:pt idx="26956">First_Product_Purchased</cx:pt>
          <cx:pt idx="26957">First_Product_Purchased</cx:pt>
          <cx:pt idx="26958">First_Product_Purchased</cx:pt>
          <cx:pt idx="26959">First_Product_Purchased</cx:pt>
          <cx:pt idx="26960">Second_Product_Purchased</cx:pt>
          <cx:pt idx="26961">First_Product_Purchased</cx:pt>
          <cx:pt idx="26962">First_Product_Purchased</cx:pt>
          <cx:pt idx="26963">First_Product_Purchased</cx:pt>
          <cx:pt idx="26964">First_Product_Purchased</cx:pt>
          <cx:pt idx="26965">First_Product_Purchased</cx:pt>
          <cx:pt idx="26966">First_Product_Purchased</cx:pt>
          <cx:pt idx="26967">First_Product_Purchased</cx:pt>
          <cx:pt idx="26968">Second_Product_Purchased</cx:pt>
          <cx:pt idx="26969">Second_Product_Purchased</cx:pt>
          <cx:pt idx="26970">First_Product_Purchased</cx:pt>
          <cx:pt idx="26971">First_Product_Purchased</cx:pt>
          <cx:pt idx="26972">First_Product_Purchased</cx:pt>
          <cx:pt idx="26973">Second_Product_Purchased</cx:pt>
          <cx:pt idx="26974">First_Product_Purchased</cx:pt>
          <cx:pt idx="26975">First_Product_Purchased</cx:pt>
          <cx:pt idx="26976">First_Product_Purchased</cx:pt>
          <cx:pt idx="26977">First_Product_Purchased</cx:pt>
          <cx:pt idx="26978">First_Product_Purchased</cx:pt>
          <cx:pt idx="26979">First_Product_Purchased</cx:pt>
          <cx:pt idx="26980">First_Product_Purchased</cx:pt>
          <cx:pt idx="26981">Second_Product_Purchased</cx:pt>
          <cx:pt idx="26982">First_Product_Purchased</cx:pt>
          <cx:pt idx="26983">First_Product_Purchased</cx:pt>
          <cx:pt idx="26984">First_Product_Purchased</cx:pt>
          <cx:pt idx="26985">Second_Product_Purchased</cx:pt>
          <cx:pt idx="26986">Second_Product_Purchased</cx:pt>
          <cx:pt idx="26987">First_Product_Purchased</cx:pt>
          <cx:pt idx="26988">First_Product_Purchased</cx:pt>
          <cx:pt idx="26989">First_Product_Purchased</cx:pt>
          <cx:pt idx="26990">Second_Product_Purchased</cx:pt>
          <cx:pt idx="26991">First_Product_Purchased</cx:pt>
          <cx:pt idx="26992">First_Product_Purchased</cx:pt>
          <cx:pt idx="26993">Second_Product_Purchased</cx:pt>
          <cx:pt idx="26994">Second_Product_Purchased</cx:pt>
          <cx:pt idx="26995">Second_Product_Purchased</cx:pt>
          <cx:pt idx="26996">First_Product_Purchased</cx:pt>
          <cx:pt idx="26997">Second_Product_Purchased</cx:pt>
          <cx:pt idx="26998">First_Product_Purchased</cx:pt>
          <cx:pt idx="26999">Second_Product_Purchased</cx:pt>
          <cx:pt idx="27000">First_Product_Purchased</cx:pt>
          <cx:pt idx="27001">Second_Product_Purchased</cx:pt>
          <cx:pt idx="27002">Second_Product_Purchased</cx:pt>
          <cx:pt idx="27003">Second_Product_Purchased</cx:pt>
          <cx:pt idx="27004">First_Product_Purchased</cx:pt>
          <cx:pt idx="27005">First_Product_Purchased</cx:pt>
          <cx:pt idx="27006">First_Product_Purchased</cx:pt>
          <cx:pt idx="27007">First_Product_Purchased</cx:pt>
          <cx:pt idx="27008">First_Product_Purchased</cx:pt>
          <cx:pt idx="27009">First_Product_Purchased</cx:pt>
          <cx:pt idx="27010">Second_Product_Purchased</cx:pt>
          <cx:pt idx="27011">Second_Product_Purchased</cx:pt>
          <cx:pt idx="27012">First_Product_Purchased</cx:pt>
          <cx:pt idx="27013">First_Product_Purchased</cx:pt>
          <cx:pt idx="27014">First_Product_Purchased</cx:pt>
          <cx:pt idx="27015">First_Product_Purchased</cx:pt>
          <cx:pt idx="27016">First_Product_Purchased</cx:pt>
          <cx:pt idx="27017">First_Product_Purchased</cx:pt>
          <cx:pt idx="27018">Second_Product_Purchased</cx:pt>
          <cx:pt idx="27019">First_Product_Purchased</cx:pt>
          <cx:pt idx="27020">First_Product_Purchased</cx:pt>
          <cx:pt idx="27021">First_Product_Purchased</cx:pt>
          <cx:pt idx="27022">First_Product_Purchased</cx:pt>
          <cx:pt idx="27023">First_Product_Purchased</cx:pt>
          <cx:pt idx="27024">First_Product_Purchased</cx:pt>
          <cx:pt idx="27025">First_Product_Purchased</cx:pt>
          <cx:pt idx="27026">First_Product_Purchased</cx:pt>
          <cx:pt idx="27027">First_Product_Purchased</cx:pt>
          <cx:pt idx="27028">First_Product_Purchased</cx:pt>
          <cx:pt idx="27029">Second_Product_Purchased</cx:pt>
          <cx:pt idx="27030">First_Product_Purchased</cx:pt>
          <cx:pt idx="27031">First_Product_Purchased</cx:pt>
          <cx:pt idx="27032">First_Product_Purchased</cx:pt>
          <cx:pt idx="27033">Second_Product_Purchased</cx:pt>
          <cx:pt idx="27034">Second_Product_Purchased</cx:pt>
          <cx:pt idx="27035">Second_Product_Purchased</cx:pt>
          <cx:pt idx="27036">First_Product_Purchased</cx:pt>
          <cx:pt idx="27037">First_Product_Purchased</cx:pt>
          <cx:pt idx="27038">Second_Product_Purchased</cx:pt>
          <cx:pt idx="27039">First_Product_Purchased</cx:pt>
          <cx:pt idx="27040">First_Product_Purchased</cx:pt>
          <cx:pt idx="27041">First_Product_Purchased</cx:pt>
          <cx:pt idx="27042">First_Product_Purchased</cx:pt>
          <cx:pt idx="27043">First_Product_Purchased</cx:pt>
          <cx:pt idx="27044">First_Product_Purchased</cx:pt>
          <cx:pt idx="27045">First_Product_Purchased</cx:pt>
          <cx:pt idx="27046">Second_Product_Purchased</cx:pt>
          <cx:pt idx="27047">First_Product_Purchased</cx:pt>
          <cx:pt idx="27048">First_Product_Purchased</cx:pt>
          <cx:pt idx="27049">First_Product_Purchased</cx:pt>
          <cx:pt idx="27050">First_Product_Purchased</cx:pt>
          <cx:pt idx="27051">First_Product_Purchased</cx:pt>
          <cx:pt idx="27052">Second_Product_Purchased</cx:pt>
          <cx:pt idx="27053">Second_Product_Purchased</cx:pt>
          <cx:pt idx="27054">First_Product_Purchased</cx:pt>
          <cx:pt idx="27055">First_Product_Purchased</cx:pt>
          <cx:pt idx="27056">First_Product_Purchased</cx:pt>
          <cx:pt idx="27057">Second_Product_Purchased</cx:pt>
          <cx:pt idx="27058">First_Product_Purchased</cx:pt>
          <cx:pt idx="27059">First_Product_Purchased</cx:pt>
          <cx:pt idx="27060">First_Product_Purchased</cx:pt>
          <cx:pt idx="27061">First_Product_Purchased</cx:pt>
          <cx:pt idx="27062">First_Product_Purchased</cx:pt>
          <cx:pt idx="27063">First_Product_Purchased</cx:pt>
          <cx:pt idx="27064">First_Product_Purchased</cx:pt>
          <cx:pt idx="27065">First_Product_Purchased</cx:pt>
          <cx:pt idx="27066">First_Product_Purchased</cx:pt>
          <cx:pt idx="27067">First_Product_Purchased</cx:pt>
          <cx:pt idx="27068">Second_Product_Purchased</cx:pt>
          <cx:pt idx="27069">First_Product_Purchased</cx:pt>
          <cx:pt idx="27070">Second_Product_Purchased</cx:pt>
          <cx:pt idx="27071">First_Product_Purchased</cx:pt>
          <cx:pt idx="27072">Second_Product_Purchased</cx:pt>
          <cx:pt idx="27073">First_Product_Purchased</cx:pt>
          <cx:pt idx="27074">First_Product_Purchased</cx:pt>
          <cx:pt idx="27075">First_Product_Purchased</cx:pt>
          <cx:pt idx="27076">First_Product_Purchased</cx:pt>
          <cx:pt idx="27077">Second_Product_Purchased</cx:pt>
          <cx:pt idx="27078">First_Product_Purchased</cx:pt>
          <cx:pt idx="27079">First_Product_Purchased</cx:pt>
          <cx:pt idx="27080">First_Product_Purchased</cx:pt>
          <cx:pt idx="27081">First_Product_Purchased</cx:pt>
          <cx:pt idx="27082">First_Product_Purchased</cx:pt>
          <cx:pt idx="27083">First_Product_Purchased</cx:pt>
          <cx:pt idx="27084">First_Product_Purchased</cx:pt>
          <cx:pt idx="27085">First_Product_Purchased</cx:pt>
          <cx:pt idx="27086">Second_Product_Purchased</cx:pt>
          <cx:pt idx="27087">First_Product_Purchased</cx:pt>
          <cx:pt idx="27088">Second_Product_Purchased</cx:pt>
          <cx:pt idx="27089">First_Product_Purchased</cx:pt>
          <cx:pt idx="27090">Second_Product_Purchased</cx:pt>
          <cx:pt idx="27091">First_Product_Purchased</cx:pt>
          <cx:pt idx="27092">First_Product_Purchased</cx:pt>
          <cx:pt idx="27093">First_Product_Purchased</cx:pt>
          <cx:pt idx="27094">Second_Product_Purchased</cx:pt>
          <cx:pt idx="27095">First_Product_Purchased</cx:pt>
          <cx:pt idx="27096">First_Product_Purchased</cx:pt>
          <cx:pt idx="27097">First_Product_Purchased</cx:pt>
          <cx:pt idx="27098">First_Product_Purchased</cx:pt>
          <cx:pt idx="27099">First_Product_Purchased</cx:pt>
          <cx:pt idx="27100">First_Product_Purchased</cx:pt>
          <cx:pt idx="27101">First_Product_Purchased</cx:pt>
          <cx:pt idx="27102">Second_Product_Purchased</cx:pt>
          <cx:pt idx="27103">Second_Product_Purchased</cx:pt>
          <cx:pt idx="27104">First_Product_Purchased</cx:pt>
          <cx:pt idx="27105">First_Product_Purchased</cx:pt>
          <cx:pt idx="27106">Second_Product_Purchased</cx:pt>
          <cx:pt idx="27107">First_Product_Purchased</cx:pt>
          <cx:pt idx="27108">First_Product_Purchased</cx:pt>
          <cx:pt idx="27109">First_Product_Purchased</cx:pt>
          <cx:pt idx="27110">First_Product_Purchased</cx:pt>
          <cx:pt idx="27111">Second_Product_Purchased</cx:pt>
          <cx:pt idx="27112">First_Product_Purchased</cx:pt>
          <cx:pt idx="27113">First_Product_Purchased</cx:pt>
          <cx:pt idx="27114">Second_Product_Purchased</cx:pt>
          <cx:pt idx="27115">Second_Product_Purchased</cx:pt>
          <cx:pt idx="27116">First_Product_Purchased</cx:pt>
          <cx:pt idx="27117">First_Product_Purchased</cx:pt>
          <cx:pt idx="27118">First_Product_Purchased</cx:pt>
          <cx:pt idx="27119">First_Product_Purchased</cx:pt>
          <cx:pt idx="27120">First_Product_Purchased</cx:pt>
          <cx:pt idx="27121">Second_Product_Purchased</cx:pt>
          <cx:pt idx="27122">First_Product_Purchased</cx:pt>
          <cx:pt idx="27123">First_Product_Purchased</cx:pt>
          <cx:pt idx="27124">First_Product_Purchased</cx:pt>
          <cx:pt idx="27125">Second_Product_Purchased</cx:pt>
          <cx:pt idx="27126">First_Product_Purchased</cx:pt>
          <cx:pt idx="27127">First_Product_Purchased</cx:pt>
          <cx:pt idx="27128">First_Product_Purchased</cx:pt>
          <cx:pt idx="27129">First_Product_Purchased</cx:pt>
          <cx:pt idx="27130">First_Product_Purchased</cx:pt>
          <cx:pt idx="27131">First_Product_Purchased</cx:pt>
          <cx:pt idx="27132">First_Product_Purchased</cx:pt>
          <cx:pt idx="27133">Second_Product_Purchased</cx:pt>
          <cx:pt idx="27134">First_Product_Purchased</cx:pt>
          <cx:pt idx="27135">First_Product_Purchased</cx:pt>
          <cx:pt idx="27136">First_Product_Purchased</cx:pt>
          <cx:pt idx="27137">First_Product_Purchased</cx:pt>
          <cx:pt idx="27138">First_Product_Purchased</cx:pt>
          <cx:pt idx="27139">Second_Product_Purchased</cx:pt>
          <cx:pt idx="27140">Second_Product_Purchased</cx:pt>
          <cx:pt idx="27141">Second_Product_Purchased</cx:pt>
          <cx:pt idx="27142">First_Product_Purchased</cx:pt>
          <cx:pt idx="27143">First_Product_Purchased</cx:pt>
          <cx:pt idx="27144">First_Product_Purchased</cx:pt>
          <cx:pt idx="27145">First_Product_Purchased</cx:pt>
          <cx:pt idx="27146">First_Product_Purchased</cx:pt>
          <cx:pt idx="27147">First_Product_Purchased</cx:pt>
          <cx:pt idx="27148">First_Product_Purchased</cx:pt>
          <cx:pt idx="27149">First_Product_Purchased</cx:pt>
          <cx:pt idx="27150">Second_Product_Purchased</cx:pt>
          <cx:pt idx="27151">First_Product_Purchased</cx:pt>
          <cx:pt idx="27152">Second_Product_Purchased</cx:pt>
          <cx:pt idx="27153">Second_Product_Purchased</cx:pt>
          <cx:pt idx="27154">Second_Product_Purchased</cx:pt>
          <cx:pt idx="27155">First_Product_Purchased</cx:pt>
          <cx:pt idx="27156">First_Product_Purchased</cx:pt>
          <cx:pt idx="27157">First_Product_Purchased</cx:pt>
          <cx:pt idx="27158">First_Product_Purchased</cx:pt>
          <cx:pt idx="27159">First_Product_Purchased</cx:pt>
          <cx:pt idx="27160">First_Product_Purchased</cx:pt>
          <cx:pt idx="27161">First_Product_Purchased</cx:pt>
          <cx:pt idx="27162">Second_Product_Purchased</cx:pt>
          <cx:pt idx="27163">Second_Product_Purchased</cx:pt>
          <cx:pt idx="27164">Second_Product_Purchased</cx:pt>
          <cx:pt idx="27165">First_Product_Purchased</cx:pt>
          <cx:pt idx="27166">First_Product_Purchased</cx:pt>
          <cx:pt idx="27167">First_Product_Purchased</cx:pt>
          <cx:pt idx="27168">First_Product_Purchased</cx:pt>
          <cx:pt idx="27169">First_Product_Purchased</cx:pt>
          <cx:pt idx="27170">First_Product_Purchased</cx:pt>
          <cx:pt idx="27171">First_Product_Purchased</cx:pt>
          <cx:pt idx="27172">Second_Product_Purchased</cx:pt>
          <cx:pt idx="27173">Second_Product_Purchased</cx:pt>
          <cx:pt idx="27174">First_Product_Purchased</cx:pt>
          <cx:pt idx="27175">Second_Product_Purchased</cx:pt>
          <cx:pt idx="27176">Second_Product_Purchased</cx:pt>
          <cx:pt idx="27177">First_Product_Purchased</cx:pt>
          <cx:pt idx="27178">Second_Product_Purchased</cx:pt>
          <cx:pt idx="27179">Second_Product_Purchased</cx:pt>
          <cx:pt idx="27180">First_Product_Purchased</cx:pt>
          <cx:pt idx="27181">First_Product_Purchased</cx:pt>
          <cx:pt idx="27182">First_Product_Purchased</cx:pt>
          <cx:pt idx="27183">First_Product_Purchased</cx:pt>
          <cx:pt idx="27184">Second_Product_Purchased</cx:pt>
          <cx:pt idx="27185">First_Product_Purchased</cx:pt>
          <cx:pt idx="27186">Second_Product_Purchased</cx:pt>
          <cx:pt idx="27187">First_Product_Purchased</cx:pt>
          <cx:pt idx="27188">First_Product_Purchased</cx:pt>
          <cx:pt idx="27189">Second_Product_Purchased</cx:pt>
          <cx:pt idx="27190">First_Product_Purchased</cx:pt>
          <cx:pt idx="27191">First_Product_Purchased</cx:pt>
          <cx:pt idx="27192">First_Product_Purchased</cx:pt>
          <cx:pt idx="27193">First_Product_Purchased</cx:pt>
          <cx:pt idx="27194">First_Product_Purchased</cx:pt>
          <cx:pt idx="27195">First_Product_Purchased</cx:pt>
          <cx:pt idx="27196">First_Product_Purchased</cx:pt>
          <cx:pt idx="27197">Second_Product_Purchased</cx:pt>
          <cx:pt idx="27198">First_Product_Purchased</cx:pt>
          <cx:pt idx="27199">First_Product_Purchased</cx:pt>
          <cx:pt idx="27200">First_Product_Purchased</cx:pt>
          <cx:pt idx="27201">First_Product_Purchased</cx:pt>
          <cx:pt idx="27202">First_Product_Purchased</cx:pt>
          <cx:pt idx="27203">First_Product_Purchased</cx:pt>
          <cx:pt idx="27204">First_Product_Purchased</cx:pt>
          <cx:pt idx="27205">First_Product_Purchased</cx:pt>
          <cx:pt idx="27206">First_Product_Purchased</cx:pt>
          <cx:pt idx="27207">First_Product_Purchased</cx:pt>
          <cx:pt idx="27208">Second_Product_Purchased</cx:pt>
          <cx:pt idx="27209">Second_Product_Purchased</cx:pt>
          <cx:pt idx="27210">First_Product_Purchased</cx:pt>
          <cx:pt idx="27211">Second_Product_Purchased</cx:pt>
          <cx:pt idx="27212">First_Product_Purchased</cx:pt>
          <cx:pt idx="27213">Second_Product_Purchased</cx:pt>
          <cx:pt idx="27214">First_Product_Purchased</cx:pt>
          <cx:pt idx="27215">Second_Product_Purchased</cx:pt>
          <cx:pt idx="27216">First_Product_Purchased</cx:pt>
          <cx:pt idx="27217">First_Product_Purchased</cx:pt>
          <cx:pt idx="27218">First_Product_Purchased</cx:pt>
          <cx:pt idx="27219">First_Product_Purchased</cx:pt>
          <cx:pt idx="27220">First_Product_Purchased</cx:pt>
          <cx:pt idx="27221">First_Product_Purchased</cx:pt>
          <cx:pt idx="27222">First_Product_Purchased</cx:pt>
          <cx:pt idx="27223">First_Product_Purchased</cx:pt>
          <cx:pt idx="27224">First_Product_Purchased</cx:pt>
          <cx:pt idx="27225">First_Product_Purchased</cx:pt>
          <cx:pt idx="27226">First_Product_Purchased</cx:pt>
          <cx:pt idx="27227">First_Product_Purchased</cx:pt>
          <cx:pt idx="27228">First_Product_Purchased</cx:pt>
          <cx:pt idx="27229">First_Product_Purchased</cx:pt>
          <cx:pt idx="27230">First_Product_Purchased</cx:pt>
          <cx:pt idx="27231">First_Product_Purchased</cx:pt>
          <cx:pt idx="27232">First_Product_Purchased</cx:pt>
          <cx:pt idx="27233">First_Product_Purchased</cx:pt>
          <cx:pt idx="27234">Second_Product_Purchased</cx:pt>
          <cx:pt idx="27235">First_Product_Purchased</cx:pt>
          <cx:pt idx="27236">Second_Product_Purchased</cx:pt>
          <cx:pt idx="27237">First_Product_Purchased</cx:pt>
          <cx:pt idx="27238">First_Product_Purchased</cx:pt>
          <cx:pt idx="27239">First_Product_Purchased</cx:pt>
          <cx:pt idx="27240">First_Product_Purchased</cx:pt>
          <cx:pt idx="27241">First_Product_Purchased</cx:pt>
          <cx:pt idx="27242">First_Product_Purchased</cx:pt>
          <cx:pt idx="27243">First_Product_Purchased</cx:pt>
          <cx:pt idx="27244">First_Product_Purchased</cx:pt>
          <cx:pt idx="27245">First_Product_Purchased</cx:pt>
          <cx:pt idx="27246">First_Product_Purchased</cx:pt>
          <cx:pt idx="27247">First_Product_Purchased</cx:pt>
          <cx:pt idx="27248">First_Product_Purchased</cx:pt>
          <cx:pt idx="27249">Second_Product_Purchased</cx:pt>
          <cx:pt idx="27250">Second_Product_Purchased</cx:pt>
          <cx:pt idx="27251">First_Product_Purchased</cx:pt>
          <cx:pt idx="27252">First_Product_Purchased</cx:pt>
          <cx:pt idx="27253">First_Product_Purchased</cx:pt>
          <cx:pt idx="27254">First_Product_Purchased</cx:pt>
          <cx:pt idx="27255">First_Product_Purchased</cx:pt>
          <cx:pt idx="27256">First_Product_Purchased</cx:pt>
          <cx:pt idx="27257">First_Product_Purchased</cx:pt>
          <cx:pt idx="27258">Second_Product_Purchased</cx:pt>
          <cx:pt idx="27259">First_Product_Purchased</cx:pt>
          <cx:pt idx="27260">First_Product_Purchased</cx:pt>
          <cx:pt idx="27261">First_Product_Purchased</cx:pt>
          <cx:pt idx="27262">First_Product_Purchased</cx:pt>
          <cx:pt idx="27263">First_Product_Purchased</cx:pt>
          <cx:pt idx="27264">First_Product_Purchased</cx:pt>
          <cx:pt idx="27265">First_Product_Purchased</cx:pt>
          <cx:pt idx="27266">First_Product_Purchased</cx:pt>
          <cx:pt idx="27267">First_Product_Purchased</cx:pt>
          <cx:pt idx="27268">First_Product_Purchased</cx:pt>
          <cx:pt idx="27269">First_Product_Purchased</cx:pt>
          <cx:pt idx="27270">First_Product_Purchased</cx:pt>
          <cx:pt idx="27271">Second_Product_Purchased</cx:pt>
          <cx:pt idx="27272">First_Product_Purchased</cx:pt>
          <cx:pt idx="27273">Second_Product_Purchased</cx:pt>
          <cx:pt idx="27274">First_Product_Purchased</cx:pt>
          <cx:pt idx="27275">First_Product_Purchased</cx:pt>
          <cx:pt idx="27276">First_Product_Purchased</cx:pt>
          <cx:pt idx="27277">Second_Product_Purchased</cx:pt>
          <cx:pt idx="27278">First_Product_Purchased</cx:pt>
          <cx:pt idx="27279">First_Product_Purchased</cx:pt>
          <cx:pt idx="27280">First_Product_Purchased</cx:pt>
          <cx:pt idx="27281">First_Product_Purchased</cx:pt>
          <cx:pt idx="27282">First_Product_Purchased</cx:pt>
          <cx:pt idx="27283">First_Product_Purchased</cx:pt>
          <cx:pt idx="27284">First_Product_Purchased</cx:pt>
          <cx:pt idx="27285">First_Product_Purchased</cx:pt>
          <cx:pt idx="27286">First_Product_Purchased</cx:pt>
          <cx:pt idx="27287">First_Product_Purchased</cx:pt>
          <cx:pt idx="27288">First_Product_Purchased</cx:pt>
          <cx:pt idx="27289">Second_Product_Purchased</cx:pt>
          <cx:pt idx="27290">First_Product_Purchased</cx:pt>
          <cx:pt idx="27291">Second_Product_Purchased</cx:pt>
          <cx:pt idx="27292">First_Product_Purchased</cx:pt>
          <cx:pt idx="27293">First_Product_Purchased</cx:pt>
          <cx:pt idx="27294">First_Product_Purchased</cx:pt>
          <cx:pt idx="27295">First_Product_Purchased</cx:pt>
          <cx:pt idx="27296">First_Product_Purchased</cx:pt>
          <cx:pt idx="27297">First_Product_Purchased</cx:pt>
          <cx:pt idx="27298">First_Product_Purchased</cx:pt>
          <cx:pt idx="27299">First_Product_Purchased</cx:pt>
          <cx:pt idx="27300">First_Product_Purchased</cx:pt>
          <cx:pt idx="27301">First_Product_Purchased</cx:pt>
          <cx:pt idx="27302">Second_Product_Purchased</cx:pt>
          <cx:pt idx="27303">First_Product_Purchased</cx:pt>
          <cx:pt idx="27304">Second_Product_Purchased</cx:pt>
          <cx:pt idx="27305">First_Product_Purchased</cx:pt>
          <cx:pt idx="27306">Second_Product_Purchased</cx:pt>
          <cx:pt idx="27307">First_Product_Purchased</cx:pt>
          <cx:pt idx="27308">First_Product_Purchased</cx:pt>
          <cx:pt idx="27309">First_Product_Purchased</cx:pt>
          <cx:pt idx="27310">First_Product_Purchased</cx:pt>
          <cx:pt idx="27311">First_Product_Purchased</cx:pt>
          <cx:pt idx="27312">First_Product_Purchased</cx:pt>
          <cx:pt idx="27313">First_Product_Purchased</cx:pt>
          <cx:pt idx="27314">First_Product_Purchased</cx:pt>
          <cx:pt idx="27315">First_Product_Purchased</cx:pt>
          <cx:pt idx="27316">First_Product_Purchased</cx:pt>
          <cx:pt idx="27317">First_Product_Purchased</cx:pt>
          <cx:pt idx="27318">First_Product_Purchased</cx:pt>
          <cx:pt idx="27319">First_Product_Purchased</cx:pt>
          <cx:pt idx="27320">First_Product_Purchased</cx:pt>
          <cx:pt idx="27321">First_Product_Purchased</cx:pt>
          <cx:pt idx="27322">First_Product_Purchased</cx:pt>
          <cx:pt idx="27323">Second_Product_Purchased</cx:pt>
          <cx:pt idx="27324">First_Product_Purchased</cx:pt>
          <cx:pt idx="27325">First_Product_Purchased</cx:pt>
          <cx:pt idx="27326">First_Product_Purchased</cx:pt>
          <cx:pt idx="27327">First_Product_Purchased</cx:pt>
          <cx:pt idx="27328">First_Product_Purchased</cx:pt>
          <cx:pt idx="27329">First_Product_Purchased</cx:pt>
          <cx:pt idx="27330">First_Product_Purchased</cx:pt>
          <cx:pt idx="27331">Second_Product_Purchased</cx:pt>
          <cx:pt idx="27332">Second_Product_Purchased</cx:pt>
          <cx:pt idx="27333">First_Product_Purchased</cx:pt>
          <cx:pt idx="27334">First_Product_Purchased</cx:pt>
          <cx:pt idx="27335">Second_Product_Purchased</cx:pt>
          <cx:pt idx="27336">First_Product_Purchased</cx:pt>
          <cx:pt idx="27337">First_Product_Purchased</cx:pt>
          <cx:pt idx="27338">First_Product_Purchased</cx:pt>
          <cx:pt idx="27339">First_Product_Purchased</cx:pt>
          <cx:pt idx="27340">Second_Product_Purchased</cx:pt>
          <cx:pt idx="27341">First_Product_Purchased</cx:pt>
          <cx:pt idx="27342">First_Product_Purchased</cx:pt>
          <cx:pt idx="27343">Second_Product_Purchased</cx:pt>
          <cx:pt idx="27344">First_Product_Purchased</cx:pt>
          <cx:pt idx="27345">First_Product_Purchased</cx:pt>
          <cx:pt idx="27346">First_Product_Purchased</cx:pt>
          <cx:pt idx="27347">First_Product_Purchased</cx:pt>
          <cx:pt idx="27348">First_Product_Purchased</cx:pt>
          <cx:pt idx="27349">First_Product_Purchased</cx:pt>
          <cx:pt idx="27350">First_Product_Purchased</cx:pt>
          <cx:pt idx="27351">First_Product_Purchased</cx:pt>
          <cx:pt idx="27352">Second_Product_Purchased</cx:pt>
          <cx:pt idx="27353">Second_Product_Purchased</cx:pt>
          <cx:pt idx="27354">First_Product_Purchased</cx:pt>
          <cx:pt idx="27355">First_Product_Purchased</cx:pt>
          <cx:pt idx="27356">Second_Product_Purchased</cx:pt>
          <cx:pt idx="27357">First_Product_Purchased</cx:pt>
          <cx:pt idx="27358">First_Product_Purchased</cx:pt>
          <cx:pt idx="27359">First_Product_Purchased</cx:pt>
          <cx:pt idx="27360">First_Product_Purchased</cx:pt>
          <cx:pt idx="27361">First_Product_Purchased</cx:pt>
          <cx:pt idx="27362">First_Product_Purchased</cx:pt>
          <cx:pt idx="27363">First_Product_Purchased</cx:pt>
          <cx:pt idx="27364">First_Product_Purchased</cx:pt>
          <cx:pt idx="27365">First_Product_Purchased</cx:pt>
          <cx:pt idx="27366">Second_Product_Purchased</cx:pt>
          <cx:pt idx="27367">First_Product_Purchased</cx:pt>
          <cx:pt idx="27368">First_Product_Purchased</cx:pt>
          <cx:pt idx="27369">First_Product_Purchased</cx:pt>
          <cx:pt idx="27370">First_Product_Purchased</cx:pt>
          <cx:pt idx="27371">First_Product_Purchased</cx:pt>
          <cx:pt idx="27372">First_Product_Purchased</cx:pt>
          <cx:pt idx="27373">First_Product_Purchased</cx:pt>
          <cx:pt idx="27374">First_Product_Purchased</cx:pt>
          <cx:pt idx="27375">First_Product_Purchased</cx:pt>
          <cx:pt idx="27376">First_Product_Purchased</cx:pt>
          <cx:pt idx="27377">Second_Product_Purchased</cx:pt>
          <cx:pt idx="27378">First_Product_Purchased</cx:pt>
          <cx:pt idx="27379">First_Product_Purchased</cx:pt>
          <cx:pt idx="27380">First_Product_Purchased</cx:pt>
          <cx:pt idx="27381">Second_Product_Purchased</cx:pt>
          <cx:pt idx="27382">First_Product_Purchased</cx:pt>
          <cx:pt idx="27383">First_Product_Purchased</cx:pt>
          <cx:pt idx="27384">First_Product_Purchased</cx:pt>
          <cx:pt idx="27385">First_Product_Purchased</cx:pt>
          <cx:pt idx="27386">First_Product_Purchased</cx:pt>
          <cx:pt idx="27387">Second_Product_Purchased</cx:pt>
          <cx:pt idx="27388">First_Product_Purchased</cx:pt>
          <cx:pt idx="27389">First_Product_Purchased</cx:pt>
          <cx:pt idx="27390">First_Product_Purchased</cx:pt>
          <cx:pt idx="27391">First_Product_Purchased</cx:pt>
          <cx:pt idx="27392">First_Product_Purchased</cx:pt>
          <cx:pt idx="27393">First_Product_Purchased</cx:pt>
          <cx:pt idx="27394">First_Product_Purchased</cx:pt>
          <cx:pt idx="27395">First_Product_Purchased</cx:pt>
          <cx:pt idx="27396">Second_Product_Purchased</cx:pt>
          <cx:pt idx="27397">Second_Product_Purchased</cx:pt>
          <cx:pt idx="27398">First_Product_Purchased</cx:pt>
          <cx:pt idx="27399">Second_Product_Purchased</cx:pt>
          <cx:pt idx="27400">First_Product_Purchased</cx:pt>
          <cx:pt idx="27401">First_Product_Purchased</cx:pt>
          <cx:pt idx="27402">First_Product_Purchased</cx:pt>
          <cx:pt idx="27403">First_Product_Purchased</cx:pt>
          <cx:pt idx="27404">Second_Product_Purchased</cx:pt>
          <cx:pt idx="27405">Second_Product_Purchased</cx:pt>
          <cx:pt idx="27406">First_Product_Purchased</cx:pt>
          <cx:pt idx="27407">First_Product_Purchased</cx:pt>
          <cx:pt idx="27408">Second_Product_Purchased</cx:pt>
          <cx:pt idx="27409">First_Product_Purchased</cx:pt>
          <cx:pt idx="27410">First_Product_Purchased</cx:pt>
          <cx:pt idx="27411">First_Product_Purchased</cx:pt>
          <cx:pt idx="27412">Second_Product_Purchased</cx:pt>
          <cx:pt idx="27413">First_Product_Purchased</cx:pt>
          <cx:pt idx="27414">First_Product_Purchased</cx:pt>
          <cx:pt idx="27415">Second_Product_Purchased</cx:pt>
          <cx:pt idx="27416">First_Product_Purchased</cx:pt>
          <cx:pt idx="27417">First_Product_Purchased</cx:pt>
          <cx:pt idx="27418">Second_Product_Purchased</cx:pt>
          <cx:pt idx="27419">First_Product_Purchased</cx:pt>
          <cx:pt idx="27420">Second_Product_Purchased</cx:pt>
          <cx:pt idx="27421">First_Product_Purchased</cx:pt>
          <cx:pt idx="27422">First_Product_Purchased</cx:pt>
          <cx:pt idx="27423">Second_Product_Purchased</cx:pt>
          <cx:pt idx="27424">First_Product_Purchased</cx:pt>
          <cx:pt idx="27425">First_Product_Purchased</cx:pt>
          <cx:pt idx="27426">First_Product_Purchased</cx:pt>
          <cx:pt idx="27427">First_Product_Purchased</cx:pt>
          <cx:pt idx="27428">Second_Product_Purchased</cx:pt>
          <cx:pt idx="27429">First_Product_Purchased</cx:pt>
          <cx:pt idx="27430">First_Product_Purchased</cx:pt>
          <cx:pt idx="27431">Second_Product_Purchased</cx:pt>
          <cx:pt idx="27432">First_Product_Purchased</cx:pt>
          <cx:pt idx="27433">Second_Product_Purchased</cx:pt>
          <cx:pt idx="27434">First_Product_Purchased</cx:pt>
          <cx:pt idx="27435">First_Product_Purchased</cx:pt>
          <cx:pt idx="27436">First_Product_Purchased</cx:pt>
          <cx:pt idx="27437">First_Product_Purchased</cx:pt>
          <cx:pt idx="27438">First_Product_Purchased</cx:pt>
          <cx:pt idx="27439">Second_Product_Purchased</cx:pt>
          <cx:pt idx="27440">First_Product_Purchased</cx:pt>
          <cx:pt idx="27441">First_Product_Purchased</cx:pt>
          <cx:pt idx="27442">First_Product_Purchased</cx:pt>
          <cx:pt idx="27443">Second_Product_Purchased</cx:pt>
          <cx:pt idx="27444">First_Product_Purchased</cx:pt>
          <cx:pt idx="27445">First_Product_Purchased</cx:pt>
          <cx:pt idx="27446">First_Product_Purchased</cx:pt>
          <cx:pt idx="27447">Second_Product_Purchased</cx:pt>
          <cx:pt idx="27448">Second_Product_Purchased</cx:pt>
          <cx:pt idx="27449">First_Product_Purchased</cx:pt>
          <cx:pt idx="27450">First_Product_Purchased</cx:pt>
          <cx:pt idx="27451">Second_Product_Purchased</cx:pt>
          <cx:pt idx="27452">First_Product_Purchased</cx:pt>
          <cx:pt idx="27453">First_Product_Purchased</cx:pt>
          <cx:pt idx="27454">Second_Product_Purchased</cx:pt>
          <cx:pt idx="27455">First_Product_Purchased</cx:pt>
          <cx:pt idx="27456">First_Product_Purchased</cx:pt>
          <cx:pt idx="27457">First_Product_Purchased</cx:pt>
          <cx:pt idx="27458">First_Product_Purchased</cx:pt>
          <cx:pt idx="27459">Second_Product_Purchased</cx:pt>
          <cx:pt idx="27460">First_Product_Purchased</cx:pt>
          <cx:pt idx="27461">Second_Product_Purchased</cx:pt>
          <cx:pt idx="27462">Second_Product_Purchased</cx:pt>
          <cx:pt idx="27463">Second_Product_Purchased</cx:pt>
          <cx:pt idx="27464">First_Product_Purchased</cx:pt>
          <cx:pt idx="27465">First_Product_Purchased</cx:pt>
          <cx:pt idx="27466">First_Product_Purchased</cx:pt>
          <cx:pt idx="27467">Second_Product_Purchased</cx:pt>
          <cx:pt idx="27468">First_Product_Purchased</cx:pt>
          <cx:pt idx="27469">First_Product_Purchased</cx:pt>
          <cx:pt idx="27470">First_Product_Purchased</cx:pt>
          <cx:pt idx="27471">First_Product_Purchased</cx:pt>
          <cx:pt idx="27472">Second_Product_Purchased</cx:pt>
          <cx:pt idx="27473">Second_Product_Purchased</cx:pt>
          <cx:pt idx="27474">Second_Product_Purchased</cx:pt>
          <cx:pt idx="27475">First_Product_Purchased</cx:pt>
          <cx:pt idx="27476">First_Product_Purchased</cx:pt>
          <cx:pt idx="27477">First_Product_Purchased</cx:pt>
          <cx:pt idx="27478">First_Product_Purchased</cx:pt>
          <cx:pt idx="27479">First_Product_Purchased</cx:pt>
          <cx:pt idx="27480">First_Product_Purchased</cx:pt>
          <cx:pt idx="27481">First_Product_Purchased</cx:pt>
          <cx:pt idx="27482">First_Product_Purchased</cx:pt>
          <cx:pt idx="27483">First_Product_Purchased</cx:pt>
          <cx:pt idx="27484">First_Product_Purchased</cx:pt>
          <cx:pt idx="27485">Second_Product_Purchased</cx:pt>
          <cx:pt idx="27486">First_Product_Purchased</cx:pt>
          <cx:pt idx="27487">First_Product_Purchased</cx:pt>
          <cx:pt idx="27488">First_Product_Purchased</cx:pt>
          <cx:pt idx="27489">First_Product_Purchased</cx:pt>
          <cx:pt idx="27490">Second_Product_Purchased</cx:pt>
          <cx:pt idx="27491">First_Product_Purchased</cx:pt>
          <cx:pt idx="27492">Second_Product_Purchased</cx:pt>
          <cx:pt idx="27493">First_Product_Purchased</cx:pt>
          <cx:pt idx="27494">Second_Product_Purchased</cx:pt>
          <cx:pt idx="27495">Second_Product_Purchased</cx:pt>
          <cx:pt idx="27496">First_Product_Purchased</cx:pt>
          <cx:pt idx="27497">First_Product_Purchased</cx:pt>
          <cx:pt idx="27498">First_Product_Purchased</cx:pt>
          <cx:pt idx="27499">First_Product_Purchased</cx:pt>
          <cx:pt idx="27500">First_Product_Purchased</cx:pt>
          <cx:pt idx="27501">First_Product_Purchased</cx:pt>
          <cx:pt idx="27502">First_Product_Purchased</cx:pt>
          <cx:pt idx="27503">First_Product_Purchased</cx:pt>
          <cx:pt idx="27504">First_Product_Purchased</cx:pt>
          <cx:pt idx="27505">First_Product_Purchased</cx:pt>
          <cx:pt idx="27506">First_Product_Purchased</cx:pt>
          <cx:pt idx="27507">First_Product_Purchased</cx:pt>
          <cx:pt idx="27508">First_Product_Purchased</cx:pt>
          <cx:pt idx="27509">First_Product_Purchased</cx:pt>
          <cx:pt idx="27510">Second_Product_Purchased</cx:pt>
          <cx:pt idx="27511">Second_Product_Purchased</cx:pt>
          <cx:pt idx="27512">First_Product_Purchased</cx:pt>
          <cx:pt idx="27513">First_Product_Purchased</cx:pt>
          <cx:pt idx="27514">First_Product_Purchased</cx:pt>
          <cx:pt idx="27515">First_Product_Purchased</cx:pt>
          <cx:pt idx="27516">First_Product_Purchased</cx:pt>
          <cx:pt idx="27517">First_Product_Purchased</cx:pt>
          <cx:pt idx="27518">First_Product_Purchased</cx:pt>
          <cx:pt idx="27519">First_Product_Purchased</cx:pt>
          <cx:pt idx="27520">First_Product_Purchased</cx:pt>
          <cx:pt idx="27521">Second_Product_Purchased</cx:pt>
          <cx:pt idx="27522">First_Product_Purchased</cx:pt>
          <cx:pt idx="27523">Second_Product_Purchased</cx:pt>
          <cx:pt idx="27524">First_Product_Purchased</cx:pt>
          <cx:pt idx="27525">Second_Product_Purchased</cx:pt>
          <cx:pt idx="27526">First_Product_Purchased</cx:pt>
          <cx:pt idx="27527">First_Product_Purchased</cx:pt>
          <cx:pt idx="27528">First_Product_Purchased</cx:pt>
          <cx:pt idx="27529">First_Product_Purchased</cx:pt>
          <cx:pt idx="27530">First_Product_Purchased</cx:pt>
          <cx:pt idx="27531">First_Product_Purchased</cx:pt>
          <cx:pt idx="27532">Second_Product_Purchased</cx:pt>
          <cx:pt idx="27533">First_Product_Purchased</cx:pt>
          <cx:pt idx="27534">Second_Product_Purchased</cx:pt>
          <cx:pt idx="27535">Second_Product_Purchased</cx:pt>
          <cx:pt idx="27536">Second_Product_Purchased</cx:pt>
          <cx:pt idx="27537">First_Product_Purchased</cx:pt>
          <cx:pt idx="27538">First_Product_Purchased</cx:pt>
          <cx:pt idx="27539">First_Product_Purchased</cx:pt>
          <cx:pt idx="27540">First_Product_Purchased</cx:pt>
          <cx:pt idx="27541">First_Product_Purchased</cx:pt>
          <cx:pt idx="27542">First_Product_Purchased</cx:pt>
          <cx:pt idx="27543">First_Product_Purchased</cx:pt>
          <cx:pt idx="27544">First_Product_Purchased</cx:pt>
          <cx:pt idx="27545">First_Product_Purchased</cx:pt>
          <cx:pt idx="27546">First_Product_Purchased</cx:pt>
          <cx:pt idx="27547">First_Product_Purchased</cx:pt>
          <cx:pt idx="27548">Second_Product_Purchased</cx:pt>
          <cx:pt idx="27549">First_Product_Purchased</cx:pt>
          <cx:pt idx="27550">First_Product_Purchased</cx:pt>
          <cx:pt idx="27551">First_Product_Purchased</cx:pt>
          <cx:pt idx="27552">First_Product_Purchased</cx:pt>
          <cx:pt idx="27553">First_Product_Purchased</cx:pt>
          <cx:pt idx="27554">First_Product_Purchased</cx:pt>
          <cx:pt idx="27555">First_Product_Purchased</cx:pt>
          <cx:pt idx="27556">Second_Product_Purchased</cx:pt>
          <cx:pt idx="27557">First_Product_Purchased</cx:pt>
          <cx:pt idx="27558">Second_Product_Purchased</cx:pt>
          <cx:pt idx="27559">First_Product_Purchased</cx:pt>
          <cx:pt idx="27560">First_Product_Purchased</cx:pt>
          <cx:pt idx="27561">First_Product_Purchased</cx:pt>
          <cx:pt idx="27562">First_Product_Purchased</cx:pt>
          <cx:pt idx="27563">Second_Product_Purchased</cx:pt>
          <cx:pt idx="27564">Second_Product_Purchased</cx:pt>
          <cx:pt idx="27565">First_Product_Purchased</cx:pt>
          <cx:pt idx="27566">Second_Product_Purchased</cx:pt>
          <cx:pt idx="27567">First_Product_Purchased</cx:pt>
          <cx:pt idx="27568">First_Product_Purchased</cx:pt>
          <cx:pt idx="27569">First_Product_Purchased</cx:pt>
          <cx:pt idx="27570">First_Product_Purchased</cx:pt>
          <cx:pt idx="27571">Second_Product_Purchased</cx:pt>
          <cx:pt idx="27572">First_Product_Purchased</cx:pt>
          <cx:pt idx="27573">First_Product_Purchased</cx:pt>
          <cx:pt idx="27574">First_Product_Purchased</cx:pt>
          <cx:pt idx="27575">First_Product_Purchased</cx:pt>
          <cx:pt idx="27576">First_Product_Purchased</cx:pt>
          <cx:pt idx="27577">First_Product_Purchased</cx:pt>
          <cx:pt idx="27578">First_Product_Purchased</cx:pt>
          <cx:pt idx="27579">Second_Product_Purchased</cx:pt>
          <cx:pt idx="27580">First_Product_Purchased</cx:pt>
          <cx:pt idx="27581">First_Product_Purchased</cx:pt>
          <cx:pt idx="27582">First_Product_Purchased</cx:pt>
          <cx:pt idx="27583">First_Product_Purchased</cx:pt>
          <cx:pt idx="27584">First_Product_Purchased</cx:pt>
          <cx:pt idx="27585">First_Product_Purchased</cx:pt>
          <cx:pt idx="27586">First_Product_Purchased</cx:pt>
          <cx:pt idx="27587">First_Product_Purchased</cx:pt>
          <cx:pt idx="27588">First_Product_Purchased</cx:pt>
          <cx:pt idx="27589">First_Product_Purchased</cx:pt>
          <cx:pt idx="27590">Second_Product_Purchased</cx:pt>
          <cx:pt idx="27591">First_Product_Purchased</cx:pt>
          <cx:pt idx="27592">First_Product_Purchased</cx:pt>
          <cx:pt idx="27593">Second_Product_Purchased</cx:pt>
          <cx:pt idx="27594">First_Product_Purchased</cx:pt>
          <cx:pt idx="27595">First_Product_Purchased</cx:pt>
          <cx:pt idx="27596">First_Product_Purchased</cx:pt>
          <cx:pt idx="27597">Second_Product_Purchased</cx:pt>
          <cx:pt idx="27598">First_Product_Purchased</cx:pt>
          <cx:pt idx="27599">First_Product_Purchased</cx:pt>
          <cx:pt idx="27600">First_Product_Purchased</cx:pt>
          <cx:pt idx="27601">Second_Product_Purchased</cx:pt>
          <cx:pt idx="27602">First_Product_Purchased</cx:pt>
          <cx:pt idx="27603">Second_Product_Purchased</cx:pt>
          <cx:pt idx="27604">First_Product_Purchased</cx:pt>
          <cx:pt idx="27605">First_Product_Purchased</cx:pt>
          <cx:pt idx="27606">First_Product_Purchased</cx:pt>
          <cx:pt idx="27607">First_Product_Purchased</cx:pt>
          <cx:pt idx="27608">First_Product_Purchased</cx:pt>
          <cx:pt idx="27609">First_Product_Purchased</cx:pt>
          <cx:pt idx="27610">First_Product_Purchased</cx:pt>
          <cx:pt idx="27611">Second_Product_Purchased</cx:pt>
          <cx:pt idx="27612">First_Product_Purchased</cx:pt>
          <cx:pt idx="27613">First_Product_Purchased</cx:pt>
          <cx:pt idx="27614">First_Product_Purchased</cx:pt>
          <cx:pt idx="27615">First_Product_Purchased</cx:pt>
          <cx:pt idx="27616">First_Product_Purchased</cx:pt>
          <cx:pt idx="27617">First_Product_Purchased</cx:pt>
          <cx:pt idx="27618">First_Product_Purchased</cx:pt>
          <cx:pt idx="27619">First_Product_Purchased</cx:pt>
          <cx:pt idx="27620">First_Product_Purchased</cx:pt>
          <cx:pt idx="27621">Second_Product_Purchased</cx:pt>
          <cx:pt idx="27622">First_Product_Purchased</cx:pt>
          <cx:pt idx="27623">First_Product_Purchased</cx:pt>
          <cx:pt idx="27624">First_Product_Purchased</cx:pt>
          <cx:pt idx="27625">First_Product_Purchased</cx:pt>
          <cx:pt idx="27626">First_Product_Purchased</cx:pt>
          <cx:pt idx="27627">First_Product_Purchased</cx:pt>
          <cx:pt idx="27628">First_Product_Purchased</cx:pt>
          <cx:pt idx="27629">Second_Product_Purchased</cx:pt>
          <cx:pt idx="27630">First_Product_Purchased</cx:pt>
          <cx:pt idx="27631">First_Product_Purchased</cx:pt>
          <cx:pt idx="27632">First_Product_Purchased</cx:pt>
          <cx:pt idx="27633">First_Product_Purchased</cx:pt>
          <cx:pt idx="27634">First_Product_Purchased</cx:pt>
          <cx:pt idx="27635">First_Product_Purchased</cx:pt>
          <cx:pt idx="27636">First_Product_Purchased</cx:pt>
          <cx:pt idx="27637">First_Product_Purchased</cx:pt>
          <cx:pt idx="27638">Second_Product_Purchased</cx:pt>
          <cx:pt idx="27639">First_Product_Purchased</cx:pt>
          <cx:pt idx="27640">Second_Product_Purchased</cx:pt>
          <cx:pt idx="27641">First_Product_Purchased</cx:pt>
          <cx:pt idx="27642">First_Product_Purchased</cx:pt>
          <cx:pt idx="27643">First_Product_Purchased</cx:pt>
          <cx:pt idx="27644">Second_Product_Purchased</cx:pt>
          <cx:pt idx="27645">First_Product_Purchased</cx:pt>
          <cx:pt idx="27646">First_Product_Purchased</cx:pt>
          <cx:pt idx="27647">Second_Product_Purchased</cx:pt>
          <cx:pt idx="27648">Second_Product_Purchased</cx:pt>
          <cx:pt idx="27649">First_Product_Purchased</cx:pt>
          <cx:pt idx="27650">First_Product_Purchased</cx:pt>
          <cx:pt idx="27651">First_Product_Purchased</cx:pt>
          <cx:pt idx="27652">Second_Product_Purchased</cx:pt>
          <cx:pt idx="27653">Second_Product_Purchased</cx:pt>
          <cx:pt idx="27654">First_Product_Purchased</cx:pt>
          <cx:pt idx="27655">First_Product_Purchased</cx:pt>
          <cx:pt idx="27656">First_Product_Purchased</cx:pt>
          <cx:pt idx="27657">First_Product_Purchased</cx:pt>
          <cx:pt idx="27658">First_Product_Purchased</cx:pt>
          <cx:pt idx="27659">First_Product_Purchased</cx:pt>
          <cx:pt idx="27660">First_Product_Purchased</cx:pt>
          <cx:pt idx="27661">First_Product_Purchased</cx:pt>
          <cx:pt idx="27662">First_Product_Purchased</cx:pt>
          <cx:pt idx="27663">First_Product_Purchased</cx:pt>
          <cx:pt idx="27664">First_Product_Purchased</cx:pt>
          <cx:pt idx="27665">First_Product_Purchased</cx:pt>
          <cx:pt idx="27666">First_Product_Purchased</cx:pt>
          <cx:pt idx="27667">First_Product_Purchased</cx:pt>
          <cx:pt idx="27668">First_Product_Purchased</cx:pt>
          <cx:pt idx="27669">First_Product_Purchased</cx:pt>
          <cx:pt idx="27670">First_Product_Purchased</cx:pt>
          <cx:pt idx="27671">First_Product_Purchased</cx:pt>
          <cx:pt idx="27672">Second_Product_Purchased</cx:pt>
          <cx:pt idx="27673">Second_Product_Purchased</cx:pt>
          <cx:pt idx="27674">First_Product_Purchased</cx:pt>
          <cx:pt idx="27675">Second_Product_Purchased</cx:pt>
          <cx:pt idx="27676">First_Product_Purchased</cx:pt>
          <cx:pt idx="27677">First_Product_Purchased</cx:pt>
          <cx:pt idx="27678">First_Product_Purchased</cx:pt>
          <cx:pt idx="27679">First_Product_Purchased</cx:pt>
          <cx:pt idx="27680">Second_Product_Purchased</cx:pt>
          <cx:pt idx="27681">First_Product_Purchased</cx:pt>
          <cx:pt idx="27682">First_Product_Purchased</cx:pt>
          <cx:pt idx="27683">First_Product_Purchased</cx:pt>
          <cx:pt idx="27684">First_Product_Purchased</cx:pt>
          <cx:pt idx="27685">First_Product_Purchased</cx:pt>
          <cx:pt idx="27686">Second_Product_Purchased</cx:pt>
          <cx:pt idx="27687">Second_Product_Purchased</cx:pt>
          <cx:pt idx="27688">First_Product_Purchased</cx:pt>
          <cx:pt idx="27689">Second_Product_Purchased</cx:pt>
          <cx:pt idx="27690">First_Product_Purchased</cx:pt>
          <cx:pt idx="27691">First_Product_Purchased</cx:pt>
          <cx:pt idx="27692">First_Product_Purchased</cx:pt>
          <cx:pt idx="27693">First_Product_Purchased</cx:pt>
          <cx:pt idx="27694">First_Product_Purchased</cx:pt>
          <cx:pt idx="27695">First_Product_Purchased</cx:pt>
          <cx:pt idx="27696">First_Product_Purchased</cx:pt>
          <cx:pt idx="27697">Second_Product_Purchased</cx:pt>
          <cx:pt idx="27698">First_Product_Purchased</cx:pt>
          <cx:pt idx="27699">First_Product_Purchased</cx:pt>
          <cx:pt idx="27700">First_Product_Purchased</cx:pt>
          <cx:pt idx="27701">First_Product_Purchased</cx:pt>
          <cx:pt idx="27702">First_Product_Purchased</cx:pt>
          <cx:pt idx="27703">First_Product_Purchased</cx:pt>
          <cx:pt idx="27704">First_Product_Purchased</cx:pt>
          <cx:pt idx="27705">First_Product_Purchased</cx:pt>
          <cx:pt idx="27706">First_Product_Purchased</cx:pt>
          <cx:pt idx="27707">First_Product_Purchased</cx:pt>
          <cx:pt idx="27708">First_Product_Purchased</cx:pt>
          <cx:pt idx="27709">Second_Product_Purchased</cx:pt>
          <cx:pt idx="27710">First_Product_Purchased</cx:pt>
          <cx:pt idx="27711">First_Product_Purchased</cx:pt>
          <cx:pt idx="27712">First_Product_Purchased</cx:pt>
          <cx:pt idx="27713">First_Product_Purchased</cx:pt>
          <cx:pt idx="27714">First_Product_Purchased</cx:pt>
          <cx:pt idx="27715">First_Product_Purchased</cx:pt>
          <cx:pt idx="27716">Second_Product_Purchased</cx:pt>
          <cx:pt idx="27717">First_Product_Purchased</cx:pt>
          <cx:pt idx="27718">Second_Product_Purchased</cx:pt>
          <cx:pt idx="27719">First_Product_Purchased</cx:pt>
          <cx:pt idx="27720">First_Product_Purchased</cx:pt>
          <cx:pt idx="27721">Second_Product_Purchased</cx:pt>
          <cx:pt idx="27722">First_Product_Purchased</cx:pt>
          <cx:pt idx="27723">First_Product_Purchased</cx:pt>
          <cx:pt idx="27724">First_Product_Purchased</cx:pt>
          <cx:pt idx="27725">First_Product_Purchased</cx:pt>
          <cx:pt idx="27726">First_Product_Purchased</cx:pt>
          <cx:pt idx="27727">First_Product_Purchased</cx:pt>
          <cx:pt idx="27728">First_Product_Purchased</cx:pt>
          <cx:pt idx="27729">First_Product_Purchased</cx:pt>
          <cx:pt idx="27730">First_Product_Purchased</cx:pt>
          <cx:pt idx="27731">Second_Product_Purchased</cx:pt>
          <cx:pt idx="27732">Second_Product_Purchased</cx:pt>
          <cx:pt idx="27733">First_Product_Purchased</cx:pt>
          <cx:pt idx="27734">First_Product_Purchased</cx:pt>
          <cx:pt idx="27735">First_Product_Purchased</cx:pt>
          <cx:pt idx="27736">Second_Product_Purchased</cx:pt>
          <cx:pt idx="27737">First_Product_Purchased</cx:pt>
          <cx:pt idx="27738">First_Product_Purchased</cx:pt>
          <cx:pt idx="27739">First_Product_Purchased</cx:pt>
          <cx:pt idx="27740">Second_Product_Purchased</cx:pt>
          <cx:pt idx="27741">First_Product_Purchased</cx:pt>
          <cx:pt idx="27742">First_Product_Purchased</cx:pt>
          <cx:pt idx="27743">First_Product_Purchased</cx:pt>
          <cx:pt idx="27744">Second_Product_Purchased</cx:pt>
          <cx:pt idx="27745">First_Product_Purchased</cx:pt>
          <cx:pt idx="27746">First_Product_Purchased</cx:pt>
          <cx:pt idx="27747">First_Product_Purchased</cx:pt>
          <cx:pt idx="27748">Second_Product_Purchased</cx:pt>
          <cx:pt idx="27749">First_Product_Purchased</cx:pt>
          <cx:pt idx="27750">First_Product_Purchased</cx:pt>
          <cx:pt idx="27751">First_Product_Purchased</cx:pt>
          <cx:pt idx="27752">Second_Product_Purchased</cx:pt>
          <cx:pt idx="27753">First_Product_Purchased</cx:pt>
          <cx:pt idx="27754">First_Product_Purchased</cx:pt>
          <cx:pt idx="27755">First_Product_Purchased</cx:pt>
          <cx:pt idx="27756">Second_Product_Purchased</cx:pt>
          <cx:pt idx="27757">Second_Product_Purchased</cx:pt>
          <cx:pt idx="27758">First_Product_Purchased</cx:pt>
          <cx:pt idx="27759">First_Product_Purchased</cx:pt>
          <cx:pt idx="27760">First_Product_Purchased</cx:pt>
          <cx:pt idx="27761">First_Product_Purchased</cx:pt>
          <cx:pt idx="27762">First_Product_Purchased</cx:pt>
          <cx:pt idx="27763">First_Product_Purchased</cx:pt>
          <cx:pt idx="27764">First_Product_Purchased</cx:pt>
          <cx:pt idx="27765">First_Product_Purchased</cx:pt>
          <cx:pt idx="27766">First_Product_Purchased</cx:pt>
          <cx:pt idx="27767">First_Product_Purchased</cx:pt>
          <cx:pt idx="27768">First_Product_Purchased</cx:pt>
          <cx:pt idx="27769">Second_Product_Purchased</cx:pt>
          <cx:pt idx="27770">First_Product_Purchased</cx:pt>
          <cx:pt idx="27771">First_Product_Purchased</cx:pt>
          <cx:pt idx="27772">First_Product_Purchased</cx:pt>
          <cx:pt idx="27773">First_Product_Purchased</cx:pt>
          <cx:pt idx="27774">Second_Product_Purchased</cx:pt>
          <cx:pt idx="27775">First_Product_Purchased</cx:pt>
          <cx:pt idx="27776">First_Product_Purchased</cx:pt>
          <cx:pt idx="27777">First_Product_Purchased</cx:pt>
          <cx:pt idx="27778">First_Product_Purchased</cx:pt>
          <cx:pt idx="27779">First_Product_Purchased</cx:pt>
          <cx:pt idx="27780">First_Product_Purchased</cx:pt>
          <cx:pt idx="27781">First_Product_Purchased</cx:pt>
          <cx:pt idx="27782">First_Product_Purchased</cx:pt>
          <cx:pt idx="27783">First_Product_Purchased</cx:pt>
          <cx:pt idx="27784">Second_Product_Purchased</cx:pt>
          <cx:pt idx="27785">First_Product_Purchased</cx:pt>
          <cx:pt idx="27786">First_Product_Purchased</cx:pt>
          <cx:pt idx="27787">First_Product_Purchased</cx:pt>
          <cx:pt idx="27788">First_Product_Purchased</cx:pt>
          <cx:pt idx="27789">Second_Product_Purchased</cx:pt>
          <cx:pt idx="27790">First_Product_Purchased</cx:pt>
          <cx:pt idx="27791">First_Product_Purchased</cx:pt>
          <cx:pt idx="27792">First_Product_Purchased</cx:pt>
          <cx:pt idx="27793">Second_Product_Purchased</cx:pt>
          <cx:pt idx="27794">First_Product_Purchased</cx:pt>
          <cx:pt idx="27795">First_Product_Purchased</cx:pt>
          <cx:pt idx="27796">First_Product_Purchased</cx:pt>
          <cx:pt idx="27797">First_Product_Purchased</cx:pt>
          <cx:pt idx="27798">First_Product_Purchased</cx:pt>
          <cx:pt idx="27799">Second_Product_Purchased</cx:pt>
          <cx:pt idx="27800">First_Product_Purchased</cx:pt>
          <cx:pt idx="27801">First_Product_Purchased</cx:pt>
          <cx:pt idx="27802">First_Product_Purchased</cx:pt>
          <cx:pt idx="27803">First_Product_Purchased</cx:pt>
          <cx:pt idx="27804">First_Product_Purchased</cx:pt>
          <cx:pt idx="27805">Second_Product_Purchased</cx:pt>
          <cx:pt idx="27806">First_Product_Purchased</cx:pt>
          <cx:pt idx="27807">First_Product_Purchased</cx:pt>
          <cx:pt idx="27808">First_Product_Purchased</cx:pt>
          <cx:pt idx="27809">First_Product_Purchased</cx:pt>
          <cx:pt idx="27810">First_Product_Purchased</cx:pt>
          <cx:pt idx="27811">First_Product_Purchased</cx:pt>
          <cx:pt idx="27812">First_Product_Purchased</cx:pt>
          <cx:pt idx="27813">First_Product_Purchased</cx:pt>
          <cx:pt idx="27814">First_Product_Purchased</cx:pt>
          <cx:pt idx="27815">First_Product_Purchased</cx:pt>
          <cx:pt idx="27816">First_Product_Purchased</cx:pt>
          <cx:pt idx="27817">First_Product_Purchased</cx:pt>
          <cx:pt idx="27818">First_Product_Purchased</cx:pt>
          <cx:pt idx="27819">First_Product_Purchased</cx:pt>
          <cx:pt idx="27820">First_Product_Purchased</cx:pt>
          <cx:pt idx="27821">Second_Product_Purchased</cx:pt>
          <cx:pt idx="27822">First_Product_Purchased</cx:pt>
          <cx:pt idx="27823">First_Product_Purchased</cx:pt>
          <cx:pt idx="27824">First_Product_Purchased</cx:pt>
          <cx:pt idx="27825">Second_Product_Purchased</cx:pt>
          <cx:pt idx="27826">First_Product_Purchased</cx:pt>
          <cx:pt idx="27827">First_Product_Purchased</cx:pt>
          <cx:pt idx="27828">First_Product_Purchased</cx:pt>
          <cx:pt idx="27829">First_Product_Purchased</cx:pt>
          <cx:pt idx="27830">Second_Product_Purchased</cx:pt>
          <cx:pt idx="27831">First_Product_Purchased</cx:pt>
          <cx:pt idx="27832">First_Product_Purchased</cx:pt>
          <cx:pt idx="27833">First_Product_Purchased</cx:pt>
          <cx:pt idx="27834">First_Product_Purchased</cx:pt>
          <cx:pt idx="27835">First_Product_Purchased</cx:pt>
          <cx:pt idx="27836">Second_Product_Purchased</cx:pt>
          <cx:pt idx="27837">First_Product_Purchased</cx:pt>
          <cx:pt idx="27838">First_Product_Purchased</cx:pt>
          <cx:pt idx="27839">Second_Product_Purchased</cx:pt>
          <cx:pt idx="27840">First_Product_Purchased</cx:pt>
          <cx:pt idx="27841">Second_Product_Purchased</cx:pt>
          <cx:pt idx="27842">First_Product_Purchased</cx:pt>
          <cx:pt idx="27843">First_Product_Purchased</cx:pt>
          <cx:pt idx="27844">Second_Product_Purchased</cx:pt>
          <cx:pt idx="27845">First_Product_Purchased</cx:pt>
          <cx:pt idx="27846">Second_Product_Purchased</cx:pt>
          <cx:pt idx="27847">First_Product_Purchased</cx:pt>
          <cx:pt idx="27848">First_Product_Purchased</cx:pt>
          <cx:pt idx="27849">First_Product_Purchased</cx:pt>
          <cx:pt idx="27850">Second_Product_Purchased</cx:pt>
          <cx:pt idx="27851">First_Product_Purchased</cx:pt>
          <cx:pt idx="27852">First_Product_Purchased</cx:pt>
          <cx:pt idx="27853">First_Product_Purchased</cx:pt>
          <cx:pt idx="27854">First_Product_Purchased</cx:pt>
          <cx:pt idx="27855">Second_Product_Purchased</cx:pt>
          <cx:pt idx="27856">First_Product_Purchased</cx:pt>
          <cx:pt idx="27857">First_Product_Purchased</cx:pt>
          <cx:pt idx="27858">Second_Product_Purchased</cx:pt>
          <cx:pt idx="27859">First_Product_Purchased</cx:pt>
          <cx:pt idx="27860">Second_Product_Purchased</cx:pt>
          <cx:pt idx="27861">Second_Product_Purchased</cx:pt>
          <cx:pt idx="27862">First_Product_Purchased</cx:pt>
          <cx:pt idx="27863">First_Product_Purchased</cx:pt>
          <cx:pt idx="27864">First_Product_Purchased</cx:pt>
          <cx:pt idx="27865">First_Product_Purchased</cx:pt>
          <cx:pt idx="27866">First_Product_Purchased</cx:pt>
          <cx:pt idx="27867">First_Product_Purchased</cx:pt>
          <cx:pt idx="27868">First_Product_Purchased</cx:pt>
          <cx:pt idx="27869">First_Product_Purchased</cx:pt>
          <cx:pt idx="27870">First_Product_Purchased</cx:pt>
          <cx:pt idx="27871">First_Product_Purchased</cx:pt>
          <cx:pt idx="27872">First_Product_Purchased</cx:pt>
          <cx:pt idx="27873">First_Product_Purchased</cx:pt>
          <cx:pt idx="27874">Second_Product_Purchased</cx:pt>
          <cx:pt idx="27875">First_Product_Purchased</cx:pt>
          <cx:pt idx="27876">First_Product_Purchased</cx:pt>
          <cx:pt idx="27877">First_Product_Purchased</cx:pt>
          <cx:pt idx="27878">Second_Product_Purchased</cx:pt>
          <cx:pt idx="27879">Second_Product_Purchased</cx:pt>
          <cx:pt idx="27880">First_Product_Purchased</cx:pt>
          <cx:pt idx="27881">First_Product_Purchased</cx:pt>
          <cx:pt idx="27882">First_Product_Purchased</cx:pt>
          <cx:pt idx="27883">First_Product_Purchased</cx:pt>
          <cx:pt idx="27884">First_Product_Purchased</cx:pt>
          <cx:pt idx="27885">First_Product_Purchased</cx:pt>
          <cx:pt idx="27886">First_Product_Purchased</cx:pt>
          <cx:pt idx="27887">First_Product_Purchased</cx:pt>
          <cx:pt idx="27888">First_Product_Purchased</cx:pt>
          <cx:pt idx="27889">First_Product_Purchased</cx:pt>
          <cx:pt idx="27890">Second_Product_Purchased</cx:pt>
          <cx:pt idx="27891">First_Product_Purchased</cx:pt>
          <cx:pt idx="27892">First_Product_Purchased</cx:pt>
          <cx:pt idx="27893">First_Product_Purchased</cx:pt>
          <cx:pt idx="27894">First_Product_Purchased</cx:pt>
          <cx:pt idx="27895">First_Product_Purchased</cx:pt>
          <cx:pt idx="27896">First_Product_Purchased</cx:pt>
          <cx:pt idx="27897">First_Product_Purchased</cx:pt>
          <cx:pt idx="27898">Second_Product_Purchased</cx:pt>
          <cx:pt idx="27899">Second_Product_Purchased</cx:pt>
          <cx:pt idx="27900">First_Product_Purchased</cx:pt>
          <cx:pt idx="27901">First_Product_Purchased</cx:pt>
          <cx:pt idx="27902">First_Product_Purchased</cx:pt>
          <cx:pt idx="27903">Second_Product_Purchased</cx:pt>
          <cx:pt idx="27904">First_Product_Purchased</cx:pt>
          <cx:pt idx="27905">Second_Product_Purchased</cx:pt>
          <cx:pt idx="27906">First_Product_Purchased</cx:pt>
          <cx:pt idx="27907">First_Product_Purchased</cx:pt>
          <cx:pt idx="27908">First_Product_Purchased</cx:pt>
          <cx:pt idx="27909">First_Product_Purchased</cx:pt>
          <cx:pt idx="27910">First_Product_Purchased</cx:pt>
          <cx:pt idx="27911">First_Product_Purchased</cx:pt>
          <cx:pt idx="27912">First_Product_Purchased</cx:pt>
          <cx:pt idx="27913">First_Product_Purchased</cx:pt>
          <cx:pt idx="27914">First_Product_Purchased</cx:pt>
          <cx:pt idx="27915">First_Product_Purchased</cx:pt>
          <cx:pt idx="27916">Second_Product_Purchased</cx:pt>
          <cx:pt idx="27917">First_Product_Purchased</cx:pt>
          <cx:pt idx="27918">First_Product_Purchased</cx:pt>
          <cx:pt idx="27919">First_Product_Purchased</cx:pt>
          <cx:pt idx="27920">Second_Product_Purchased</cx:pt>
          <cx:pt idx="27921">Second_Product_Purchased</cx:pt>
          <cx:pt idx="27922">First_Product_Purchased</cx:pt>
          <cx:pt idx="27923">First_Product_Purchased</cx:pt>
          <cx:pt idx="27924">First_Product_Purchased</cx:pt>
          <cx:pt idx="27925">First_Product_Purchased</cx:pt>
          <cx:pt idx="27926">First_Product_Purchased</cx:pt>
          <cx:pt idx="27927">First_Product_Purchased</cx:pt>
          <cx:pt idx="27928">Second_Product_Purchased</cx:pt>
          <cx:pt idx="27929">First_Product_Purchased</cx:pt>
          <cx:pt idx="27930">First_Product_Purchased</cx:pt>
          <cx:pt idx="27931">First_Product_Purchased</cx:pt>
          <cx:pt idx="27932">First_Product_Purchased</cx:pt>
          <cx:pt idx="27933">First_Product_Purchased</cx:pt>
          <cx:pt idx="27934">First_Product_Purchased</cx:pt>
          <cx:pt idx="27935">First_Product_Purchased</cx:pt>
          <cx:pt idx="27936">Second_Product_Purchased</cx:pt>
          <cx:pt idx="27937">Second_Product_Purchased</cx:pt>
          <cx:pt idx="27938">Second_Product_Purchased</cx:pt>
          <cx:pt idx="27939">First_Product_Purchased</cx:pt>
          <cx:pt idx="27940">First_Product_Purchased</cx:pt>
          <cx:pt idx="27941">Second_Product_Purchased</cx:pt>
          <cx:pt idx="27942">First_Product_Purchased</cx:pt>
          <cx:pt idx="27943">Second_Product_Purchased</cx:pt>
          <cx:pt idx="27944">First_Product_Purchased</cx:pt>
          <cx:pt idx="27945">First_Product_Purchased</cx:pt>
          <cx:pt idx="27946">First_Product_Purchased</cx:pt>
          <cx:pt idx="27947">First_Product_Purchased</cx:pt>
          <cx:pt idx="27948">First_Product_Purchased</cx:pt>
          <cx:pt idx="27949">First_Product_Purchased</cx:pt>
          <cx:pt idx="27950">Second_Product_Purchased</cx:pt>
          <cx:pt idx="27951">First_Product_Purchased</cx:pt>
          <cx:pt idx="27952">First_Product_Purchased</cx:pt>
          <cx:pt idx="27953">First_Product_Purchased</cx:pt>
          <cx:pt idx="27954">First_Product_Purchased</cx:pt>
          <cx:pt idx="27955">First_Product_Purchased</cx:pt>
          <cx:pt idx="27956">First_Product_Purchased</cx:pt>
          <cx:pt idx="27957">Second_Product_Purchased</cx:pt>
          <cx:pt idx="27958">First_Product_Purchased</cx:pt>
          <cx:pt idx="27959">Second_Product_Purchased</cx:pt>
          <cx:pt idx="27960">First_Product_Purchased</cx:pt>
          <cx:pt idx="27961">First_Product_Purchased</cx:pt>
          <cx:pt idx="27962">First_Product_Purchased</cx:pt>
          <cx:pt idx="27963">First_Product_Purchased</cx:pt>
          <cx:pt idx="27964">First_Product_Purchased</cx:pt>
          <cx:pt idx="27965">First_Product_Purchased</cx:pt>
          <cx:pt idx="27966">Second_Product_Purchased</cx:pt>
          <cx:pt idx="27967">First_Product_Purchased</cx:pt>
          <cx:pt idx="27968">First_Product_Purchased</cx:pt>
          <cx:pt idx="27969">Second_Product_Purchased</cx:pt>
          <cx:pt idx="27970">First_Product_Purchased</cx:pt>
          <cx:pt idx="27971">First_Product_Purchased</cx:pt>
          <cx:pt idx="27972">First_Product_Purchased</cx:pt>
          <cx:pt idx="27973">First_Product_Purchased</cx:pt>
          <cx:pt idx="27974">First_Product_Purchased</cx:pt>
          <cx:pt idx="27975">First_Product_Purchased</cx:pt>
          <cx:pt idx="27976">Second_Product_Purchased</cx:pt>
          <cx:pt idx="27977">First_Product_Purchased</cx:pt>
          <cx:pt idx="27978">First_Product_Purchased</cx:pt>
          <cx:pt idx="27979">First_Product_Purchased</cx:pt>
          <cx:pt idx="27980">First_Product_Purchased</cx:pt>
          <cx:pt idx="27981">First_Product_Purchased</cx:pt>
          <cx:pt idx="27982">First_Product_Purchased</cx:pt>
          <cx:pt idx="27983">First_Product_Purchased</cx:pt>
          <cx:pt idx="27984">First_Product_Purchased</cx:pt>
          <cx:pt idx="27985">First_Product_Purchased</cx:pt>
          <cx:pt idx="27986">First_Product_Purchased</cx:pt>
          <cx:pt idx="27987">First_Product_Purchased</cx:pt>
          <cx:pt idx="27988">First_Product_Purchased</cx:pt>
          <cx:pt idx="27989">First_Product_Purchased</cx:pt>
          <cx:pt idx="27990">First_Product_Purchased</cx:pt>
          <cx:pt idx="27991">First_Product_Purchased</cx:pt>
          <cx:pt idx="27992">Second_Product_Purchased</cx:pt>
          <cx:pt idx="27993">First_Product_Purchased</cx:pt>
          <cx:pt idx="27994">Second_Product_Purchased</cx:pt>
          <cx:pt idx="27995">First_Product_Purchased</cx:pt>
          <cx:pt idx="27996">First_Product_Purchased</cx:pt>
          <cx:pt idx="27997">First_Product_Purchased</cx:pt>
          <cx:pt idx="27998">First_Product_Purchased</cx:pt>
          <cx:pt idx="27999">First_Product_Purchased</cx:pt>
          <cx:pt idx="28000">First_Product_Purchased</cx:pt>
          <cx:pt idx="28001">First_Product_Purchased</cx:pt>
          <cx:pt idx="28002">First_Product_Purchased</cx:pt>
          <cx:pt idx="28003">First_Product_Purchased</cx:pt>
          <cx:pt idx="28004">First_Product_Purchased</cx:pt>
          <cx:pt idx="28005">First_Product_Purchased</cx:pt>
          <cx:pt idx="28006">First_Product_Purchased</cx:pt>
          <cx:pt idx="28007">First_Product_Purchased</cx:pt>
          <cx:pt idx="28008">First_Product_Purchased</cx:pt>
          <cx:pt idx="28009">Second_Product_Purchased</cx:pt>
          <cx:pt idx="28010">First_Product_Purchased</cx:pt>
          <cx:pt idx="28011">First_Product_Purchased</cx:pt>
          <cx:pt idx="28012">First_Product_Purchased</cx:pt>
          <cx:pt idx="28013">Second_Product_Purchased</cx:pt>
          <cx:pt idx="28014">First_Product_Purchased</cx:pt>
          <cx:pt idx="28015">First_Product_Purchased</cx:pt>
          <cx:pt idx="28016">First_Product_Purchased</cx:pt>
          <cx:pt idx="28017">Second_Product_Purchased</cx:pt>
          <cx:pt idx="28018">First_Product_Purchased</cx:pt>
          <cx:pt idx="28019">First_Product_Purchased</cx:pt>
          <cx:pt idx="28020">First_Product_Purchased</cx:pt>
          <cx:pt idx="28021">Second_Product_Purchased</cx:pt>
          <cx:pt idx="28022">First_Product_Purchased</cx:pt>
          <cx:pt idx="28023">First_Product_Purchased</cx:pt>
          <cx:pt idx="28024">First_Product_Purchased</cx:pt>
          <cx:pt idx="28025">First_Product_Purchased</cx:pt>
          <cx:pt idx="28026">First_Product_Purchased</cx:pt>
          <cx:pt idx="28027">First_Product_Purchased</cx:pt>
          <cx:pt idx="28028">First_Product_Purchased</cx:pt>
          <cx:pt idx="28029">First_Product_Purchased</cx:pt>
          <cx:pt idx="28030">Second_Product_Purchased</cx:pt>
          <cx:pt idx="28031">First_Product_Purchased</cx:pt>
          <cx:pt idx="28032">Second_Product_Purchased</cx:pt>
          <cx:pt idx="28033">First_Product_Purchased</cx:pt>
          <cx:pt idx="28034">First_Product_Purchased</cx:pt>
          <cx:pt idx="28035">First_Product_Purchased</cx:pt>
          <cx:pt idx="28036">First_Product_Purchased</cx:pt>
          <cx:pt idx="28037">First_Product_Purchased</cx:pt>
          <cx:pt idx="28038">First_Product_Purchased</cx:pt>
          <cx:pt idx="28039">First_Product_Purchased</cx:pt>
          <cx:pt idx="28040">First_Product_Purchased</cx:pt>
          <cx:pt idx="28041">First_Product_Purchased</cx:pt>
          <cx:pt idx="28042">First_Product_Purchased</cx:pt>
          <cx:pt idx="28043">Second_Product_Purchased</cx:pt>
          <cx:pt idx="28044">First_Product_Purchased</cx:pt>
          <cx:pt idx="28045">Second_Product_Purchased</cx:pt>
          <cx:pt idx="28046">First_Product_Purchased</cx:pt>
          <cx:pt idx="28047">First_Product_Purchased</cx:pt>
          <cx:pt idx="28048">First_Product_Purchased</cx:pt>
          <cx:pt idx="28049">First_Product_Purchased</cx:pt>
          <cx:pt idx="28050">First_Product_Purchased</cx:pt>
          <cx:pt idx="28051">First_Product_Purchased</cx:pt>
          <cx:pt idx="28052">First_Product_Purchased</cx:pt>
          <cx:pt idx="28053">First_Product_Purchased</cx:pt>
          <cx:pt idx="28054">First_Product_Purchased</cx:pt>
          <cx:pt idx="28055">First_Product_Purchased</cx:pt>
          <cx:pt idx="28056">First_Product_Purchased</cx:pt>
          <cx:pt idx="28057">Second_Product_Purchased</cx:pt>
          <cx:pt idx="28058">First_Product_Purchased</cx:pt>
          <cx:pt idx="28059">First_Product_Purchased</cx:pt>
          <cx:pt idx="28060">First_Product_Purchased</cx:pt>
          <cx:pt idx="28061">First_Product_Purchased</cx:pt>
          <cx:pt idx="28062">First_Product_Purchased</cx:pt>
          <cx:pt idx="28063">First_Product_Purchased</cx:pt>
          <cx:pt idx="28064">First_Product_Purchased</cx:pt>
          <cx:pt idx="28065">First_Product_Purchased</cx:pt>
          <cx:pt idx="28066">First_Product_Purchased</cx:pt>
          <cx:pt idx="28067">First_Product_Purchased</cx:pt>
          <cx:pt idx="28068">First_Product_Purchased</cx:pt>
          <cx:pt idx="28069">First_Product_Purchased</cx:pt>
          <cx:pt idx="28070">First_Product_Purchased</cx:pt>
          <cx:pt idx="28071">First_Product_Purchased</cx:pt>
          <cx:pt idx="28072">First_Product_Purchased</cx:pt>
          <cx:pt idx="28073">First_Product_Purchased</cx:pt>
          <cx:pt idx="28074">First_Product_Purchased</cx:pt>
          <cx:pt idx="28075">Second_Product_Purchased</cx:pt>
          <cx:pt idx="28076">Second_Product_Purchased</cx:pt>
          <cx:pt idx="28077">First_Product_Purchased</cx:pt>
          <cx:pt idx="28078">First_Product_Purchased</cx:pt>
          <cx:pt idx="28079">First_Product_Purchased</cx:pt>
          <cx:pt idx="28080">First_Product_Purchased</cx:pt>
          <cx:pt idx="28081">Second_Product_Purchased</cx:pt>
          <cx:pt idx="28082">First_Product_Purchased</cx:pt>
          <cx:pt idx="28083">First_Product_Purchased</cx:pt>
          <cx:pt idx="28084">First_Product_Purchased</cx:pt>
          <cx:pt idx="28085">First_Product_Purchased</cx:pt>
          <cx:pt idx="28086">First_Product_Purchased</cx:pt>
          <cx:pt idx="28087">First_Product_Purchased</cx:pt>
          <cx:pt idx="28088">First_Product_Purchased</cx:pt>
          <cx:pt idx="28089">Second_Product_Purchased</cx:pt>
          <cx:pt idx="28090">First_Product_Purchased</cx:pt>
          <cx:pt idx="28091">First_Product_Purchased</cx:pt>
          <cx:pt idx="28092">First_Product_Purchased</cx:pt>
          <cx:pt idx="28093">First_Product_Purchased</cx:pt>
          <cx:pt idx="28094">First_Product_Purchased</cx:pt>
          <cx:pt idx="28095">First_Product_Purchased</cx:pt>
          <cx:pt idx="28096">First_Product_Purchased</cx:pt>
          <cx:pt idx="28097">First_Product_Purchased</cx:pt>
          <cx:pt idx="28098">First_Product_Purchased</cx:pt>
          <cx:pt idx="28099">First_Product_Purchased</cx:pt>
          <cx:pt idx="28100">Second_Product_Purchased</cx:pt>
          <cx:pt idx="28101">First_Product_Purchased</cx:pt>
          <cx:pt idx="28102">First_Product_Purchased</cx:pt>
          <cx:pt idx="28103">First_Product_Purchased</cx:pt>
          <cx:pt idx="28104">Second_Product_Purchased</cx:pt>
          <cx:pt idx="28105">First_Product_Purchased</cx:pt>
          <cx:pt idx="28106">First_Product_Purchased</cx:pt>
          <cx:pt idx="28107">First_Product_Purchased</cx:pt>
          <cx:pt idx="28108">Second_Product_Purchased</cx:pt>
          <cx:pt idx="28109">First_Product_Purchased</cx:pt>
          <cx:pt idx="28110">Second_Product_Purchased</cx:pt>
          <cx:pt idx="28111">First_Product_Purchased</cx:pt>
          <cx:pt idx="28112">First_Product_Purchased</cx:pt>
          <cx:pt idx="28113">Second_Product_Purchased</cx:pt>
          <cx:pt idx="28114">First_Product_Purchased</cx:pt>
          <cx:pt idx="28115">Second_Product_Purchased</cx:pt>
          <cx:pt idx="28116">Second_Product_Purchased</cx:pt>
          <cx:pt idx="28117">Second_Product_Purchased</cx:pt>
          <cx:pt idx="28118">First_Product_Purchased</cx:pt>
          <cx:pt idx="28119">First_Product_Purchased</cx:pt>
          <cx:pt idx="28120">First_Product_Purchased</cx:pt>
          <cx:pt idx="28121">First_Product_Purchased</cx:pt>
          <cx:pt idx="28122">Second_Product_Purchased</cx:pt>
          <cx:pt idx="28123">First_Product_Purchased</cx:pt>
          <cx:pt idx="28124">Second_Product_Purchased</cx:pt>
          <cx:pt idx="28125">Second_Product_Purchased</cx:pt>
          <cx:pt idx="28126">Second_Product_Purchased</cx:pt>
          <cx:pt idx="28127">First_Product_Purchased</cx:pt>
          <cx:pt idx="28128">Second_Product_Purchased</cx:pt>
          <cx:pt idx="28129">First_Product_Purchased</cx:pt>
          <cx:pt idx="28130">First_Product_Purchased</cx:pt>
          <cx:pt idx="28131">First_Product_Purchased</cx:pt>
          <cx:pt idx="28132">First_Product_Purchased</cx:pt>
          <cx:pt idx="28133">First_Product_Purchased</cx:pt>
          <cx:pt idx="28134">First_Product_Purchased</cx:pt>
          <cx:pt idx="28135">First_Product_Purchased</cx:pt>
          <cx:pt idx="28136">First_Product_Purchased</cx:pt>
          <cx:pt idx="28137">First_Product_Purchased</cx:pt>
          <cx:pt idx="28138">First_Product_Purchased</cx:pt>
          <cx:pt idx="28139">First_Product_Purchased</cx:pt>
          <cx:pt idx="28140">First_Product_Purchased</cx:pt>
          <cx:pt idx="28141">First_Product_Purchased</cx:pt>
          <cx:pt idx="28142">First_Product_Purchased</cx:pt>
          <cx:pt idx="28143">First_Product_Purchased</cx:pt>
          <cx:pt idx="28144">First_Product_Purchased</cx:pt>
          <cx:pt idx="28145">First_Product_Purchased</cx:pt>
          <cx:pt idx="28146">First_Product_Purchased</cx:pt>
          <cx:pt idx="28147">First_Product_Purchased</cx:pt>
          <cx:pt idx="28148">Second_Product_Purchased</cx:pt>
          <cx:pt idx="28149">First_Product_Purchased</cx:pt>
          <cx:pt idx="28150">Second_Product_Purchased</cx:pt>
          <cx:pt idx="28151">First_Product_Purchased</cx:pt>
          <cx:pt idx="28152">First_Product_Purchased</cx:pt>
          <cx:pt idx="28153">Second_Product_Purchased</cx:pt>
          <cx:pt idx="28154">First_Product_Purchased</cx:pt>
          <cx:pt idx="28155">First_Product_Purchased</cx:pt>
          <cx:pt idx="28156">First_Product_Purchased</cx:pt>
          <cx:pt idx="28157">First_Product_Purchased</cx:pt>
          <cx:pt idx="28158">First_Product_Purchased</cx:pt>
          <cx:pt idx="28159">First_Product_Purchased</cx:pt>
          <cx:pt idx="28160">First_Product_Purchased</cx:pt>
          <cx:pt idx="28161">First_Product_Purchased</cx:pt>
          <cx:pt idx="28162">First_Product_Purchased</cx:pt>
          <cx:pt idx="28163">First_Product_Purchased</cx:pt>
          <cx:pt idx="28164">First_Product_Purchased</cx:pt>
          <cx:pt idx="28165">First_Product_Purchased</cx:pt>
          <cx:pt idx="28166">First_Product_Purchased</cx:pt>
          <cx:pt idx="28167">Second_Product_Purchased</cx:pt>
          <cx:pt idx="28168">First_Product_Purchased</cx:pt>
          <cx:pt idx="28169">First_Product_Purchased</cx:pt>
          <cx:pt idx="28170">First_Product_Purchased</cx:pt>
          <cx:pt idx="28171">First_Product_Purchased</cx:pt>
          <cx:pt idx="28172">First_Product_Purchased</cx:pt>
          <cx:pt idx="28173">Second_Product_Purchased</cx:pt>
          <cx:pt idx="28174">Second_Product_Purchased</cx:pt>
          <cx:pt idx="28175">First_Product_Purchased</cx:pt>
          <cx:pt idx="28176">Second_Product_Purchased</cx:pt>
          <cx:pt idx="28177">First_Product_Purchased</cx:pt>
          <cx:pt idx="28178">First_Product_Purchased</cx:pt>
          <cx:pt idx="28179">First_Product_Purchased</cx:pt>
          <cx:pt idx="28180">First_Product_Purchased</cx:pt>
          <cx:pt idx="28181">First_Product_Purchased</cx:pt>
          <cx:pt idx="28182">First_Product_Purchased</cx:pt>
          <cx:pt idx="28183">Second_Product_Purchased</cx:pt>
          <cx:pt idx="28184">First_Product_Purchased</cx:pt>
          <cx:pt idx="28185">First_Product_Purchased</cx:pt>
          <cx:pt idx="28186">First_Product_Purchased</cx:pt>
          <cx:pt idx="28187">Second_Product_Purchased</cx:pt>
          <cx:pt idx="28188">First_Product_Purchased</cx:pt>
          <cx:pt idx="28189">First_Product_Purchased</cx:pt>
          <cx:pt idx="28190">First_Product_Purchased</cx:pt>
          <cx:pt idx="28191">Second_Product_Purchased</cx:pt>
          <cx:pt idx="28192">First_Product_Purchased</cx:pt>
          <cx:pt idx="28193">First_Product_Purchased</cx:pt>
          <cx:pt idx="28194">First_Product_Purchased</cx:pt>
          <cx:pt idx="28195">First_Product_Purchased</cx:pt>
          <cx:pt idx="28196">First_Product_Purchased</cx:pt>
          <cx:pt idx="28197">First_Product_Purchased</cx:pt>
          <cx:pt idx="28198">Second_Product_Purchased</cx:pt>
          <cx:pt idx="28199">Second_Product_Purchased</cx:pt>
          <cx:pt idx="28200">First_Product_Purchased</cx:pt>
          <cx:pt idx="28201">First_Product_Purchased</cx:pt>
          <cx:pt idx="28202">First_Product_Purchased</cx:pt>
          <cx:pt idx="28203">Second_Product_Purchased</cx:pt>
          <cx:pt idx="28204">First_Product_Purchased</cx:pt>
          <cx:pt idx="28205">First_Product_Purchased</cx:pt>
          <cx:pt idx="28206">First_Product_Purchased</cx:pt>
          <cx:pt idx="28207">First_Product_Purchased</cx:pt>
          <cx:pt idx="28208">First_Product_Purchased</cx:pt>
          <cx:pt idx="28209">Second_Product_Purchased</cx:pt>
          <cx:pt idx="28210">First_Product_Purchased</cx:pt>
          <cx:pt idx="28211">First_Product_Purchased</cx:pt>
          <cx:pt idx="28212">First_Product_Purchased</cx:pt>
          <cx:pt idx="28213">First_Product_Purchased</cx:pt>
          <cx:pt idx="28214">First_Product_Purchased</cx:pt>
          <cx:pt idx="28215">Second_Product_Purchased</cx:pt>
          <cx:pt idx="28216">First_Product_Purchased</cx:pt>
          <cx:pt idx="28217">First_Product_Purchased</cx:pt>
          <cx:pt idx="28218">Second_Product_Purchased</cx:pt>
          <cx:pt idx="28219">First_Product_Purchased</cx:pt>
          <cx:pt idx="28220">First_Product_Purchased</cx:pt>
          <cx:pt idx="28221">First_Product_Purchased</cx:pt>
          <cx:pt idx="28222">First_Product_Purchased</cx:pt>
          <cx:pt idx="28223">First_Product_Purchased</cx:pt>
          <cx:pt idx="28224">First_Product_Purchased</cx:pt>
          <cx:pt idx="28225">First_Product_Purchased</cx:pt>
          <cx:pt idx="28226">First_Product_Purchased</cx:pt>
          <cx:pt idx="28227">First_Product_Purchased</cx:pt>
          <cx:pt idx="28228">First_Product_Purchased</cx:pt>
          <cx:pt idx="28229">First_Product_Purchased</cx:pt>
          <cx:pt idx="28230">First_Product_Purchased</cx:pt>
          <cx:pt idx="28231">First_Product_Purchased</cx:pt>
          <cx:pt idx="28232">First_Product_Purchased</cx:pt>
          <cx:pt idx="28233">First_Product_Purchased</cx:pt>
          <cx:pt idx="28234">Second_Product_Purchased</cx:pt>
          <cx:pt idx="28235">First_Product_Purchased</cx:pt>
          <cx:pt idx="28236">First_Product_Purchased</cx:pt>
          <cx:pt idx="28237">First_Product_Purchased</cx:pt>
          <cx:pt idx="28238">First_Product_Purchased</cx:pt>
          <cx:pt idx="28239">First_Product_Purchased</cx:pt>
          <cx:pt idx="28240">First_Product_Purchased</cx:pt>
          <cx:pt idx="28241">Second_Product_Purchased</cx:pt>
          <cx:pt idx="28242">Second_Product_Purchased</cx:pt>
          <cx:pt idx="28243">First_Product_Purchased</cx:pt>
          <cx:pt idx="28244">First_Product_Purchased</cx:pt>
          <cx:pt idx="28245">First_Product_Purchased</cx:pt>
          <cx:pt idx="28246">First_Product_Purchased</cx:pt>
          <cx:pt idx="28247">First_Product_Purchased</cx:pt>
          <cx:pt idx="28248">First_Product_Purchased</cx:pt>
          <cx:pt idx="28249">First_Product_Purchased</cx:pt>
          <cx:pt idx="28250">Second_Product_Purchased</cx:pt>
          <cx:pt idx="28251">First_Product_Purchased</cx:pt>
          <cx:pt idx="28252">First_Product_Purchased</cx:pt>
          <cx:pt idx="28253">First_Product_Purchased</cx:pt>
          <cx:pt idx="28254">Second_Product_Purchased</cx:pt>
          <cx:pt idx="28255">First_Product_Purchased</cx:pt>
          <cx:pt idx="28256">First_Product_Purchased</cx:pt>
          <cx:pt idx="28257">Second_Product_Purchased</cx:pt>
          <cx:pt idx="28258">Second_Product_Purchased</cx:pt>
          <cx:pt idx="28259">First_Product_Purchased</cx:pt>
          <cx:pt idx="28260">Second_Product_Purchased</cx:pt>
          <cx:pt idx="28261">First_Product_Purchased</cx:pt>
          <cx:pt idx="28262">First_Product_Purchased</cx:pt>
          <cx:pt idx="28263">First_Product_Purchased</cx:pt>
          <cx:pt idx="28264">First_Product_Purchased</cx:pt>
          <cx:pt idx="28265">Second_Product_Purchased</cx:pt>
          <cx:pt idx="28266">First_Product_Purchased</cx:pt>
          <cx:pt idx="28267">First_Product_Purchased</cx:pt>
          <cx:pt idx="28268">First_Product_Purchased</cx:pt>
          <cx:pt idx="28269">First_Product_Purchased</cx:pt>
          <cx:pt idx="28270">First_Product_Purchased</cx:pt>
          <cx:pt idx="28271">First_Product_Purchased</cx:pt>
          <cx:pt idx="28272">First_Product_Purchased</cx:pt>
          <cx:pt idx="28273">First_Product_Purchased</cx:pt>
          <cx:pt idx="28274">First_Product_Purchased</cx:pt>
          <cx:pt idx="28275">First_Product_Purchased</cx:pt>
          <cx:pt idx="28276">First_Product_Purchased</cx:pt>
          <cx:pt idx="28277">First_Product_Purchased</cx:pt>
          <cx:pt idx="28278">Second_Product_Purchased</cx:pt>
          <cx:pt idx="28279">First_Product_Purchased</cx:pt>
          <cx:pt idx="28280">First_Product_Purchased</cx:pt>
          <cx:pt idx="28281">First_Product_Purchased</cx:pt>
          <cx:pt idx="28282">First_Product_Purchased</cx:pt>
          <cx:pt idx="28283">First_Product_Purchased</cx:pt>
          <cx:pt idx="28284">First_Product_Purchased</cx:pt>
          <cx:pt idx="28285">First_Product_Purchased</cx:pt>
          <cx:pt idx="28286">Second_Product_Purchased</cx:pt>
          <cx:pt idx="28287">First_Product_Purchased</cx:pt>
          <cx:pt idx="28288">Second_Product_Purchased</cx:pt>
          <cx:pt idx="28289">First_Product_Purchased</cx:pt>
          <cx:pt idx="28290">First_Product_Purchased</cx:pt>
          <cx:pt idx="28291">First_Product_Purchased</cx:pt>
          <cx:pt idx="28292">Second_Product_Purchased</cx:pt>
          <cx:pt idx="28293">Second_Product_Purchased</cx:pt>
          <cx:pt idx="28294">Second_Product_Purchased</cx:pt>
          <cx:pt idx="28295">First_Product_Purchased</cx:pt>
          <cx:pt idx="28296">First_Product_Purchased</cx:pt>
          <cx:pt idx="28297">Second_Product_Purchased</cx:pt>
          <cx:pt idx="28298">First_Product_Purchased</cx:pt>
          <cx:pt idx="28299">First_Product_Purchased</cx:pt>
          <cx:pt idx="28300">Second_Product_Purchased</cx:pt>
          <cx:pt idx="28301">Second_Product_Purchased</cx:pt>
          <cx:pt idx="28302">First_Product_Purchased</cx:pt>
          <cx:pt idx="28303">Second_Product_Purchased</cx:pt>
          <cx:pt idx="28304">First_Product_Purchased</cx:pt>
          <cx:pt idx="28305">First_Product_Purchased</cx:pt>
          <cx:pt idx="28306">First_Product_Purchased</cx:pt>
          <cx:pt idx="28307">First_Product_Purchased</cx:pt>
          <cx:pt idx="28308">Second_Product_Purchased</cx:pt>
          <cx:pt idx="28309">First_Product_Purchased</cx:pt>
          <cx:pt idx="28310">First_Product_Purchased</cx:pt>
          <cx:pt idx="28311">First_Product_Purchased</cx:pt>
          <cx:pt idx="28312">Second_Product_Purchased</cx:pt>
          <cx:pt idx="28313">First_Product_Purchased</cx:pt>
          <cx:pt idx="28314">Second_Product_Purchased</cx:pt>
          <cx:pt idx="28315">First_Product_Purchased</cx:pt>
          <cx:pt idx="28316">Second_Product_Purchased</cx:pt>
          <cx:pt idx="28317">Second_Product_Purchased</cx:pt>
          <cx:pt idx="28318">Second_Product_Purchased</cx:pt>
          <cx:pt idx="28319">First_Product_Purchased</cx:pt>
          <cx:pt idx="28320">First_Product_Purchased</cx:pt>
          <cx:pt idx="28321">First_Product_Purchased</cx:pt>
          <cx:pt idx="28322">First_Product_Purchased</cx:pt>
          <cx:pt idx="28323">Second_Product_Purchased</cx:pt>
          <cx:pt idx="28324">First_Product_Purchased</cx:pt>
          <cx:pt idx="28325">Second_Product_Purchased</cx:pt>
          <cx:pt idx="28326">Second_Product_Purchased</cx:pt>
          <cx:pt idx="28327">Second_Product_Purchased</cx:pt>
          <cx:pt idx="28328">First_Product_Purchased</cx:pt>
          <cx:pt idx="28329">First_Product_Purchased</cx:pt>
          <cx:pt idx="28330">First_Product_Purchased</cx:pt>
          <cx:pt idx="28331">First_Product_Purchased</cx:pt>
          <cx:pt idx="28332">First_Product_Purchased</cx:pt>
          <cx:pt idx="28333">First_Product_Purchased</cx:pt>
          <cx:pt idx="28334">First_Product_Purchased</cx:pt>
          <cx:pt idx="28335">First_Product_Purchased</cx:pt>
          <cx:pt idx="28336">Second_Product_Purchased</cx:pt>
          <cx:pt idx="28337">First_Product_Purchased</cx:pt>
          <cx:pt idx="28338">First_Product_Purchased</cx:pt>
          <cx:pt idx="28339">First_Product_Purchased</cx:pt>
          <cx:pt idx="28340">First_Product_Purchased</cx:pt>
          <cx:pt idx="28341">First_Product_Purchased</cx:pt>
          <cx:pt idx="28342">First_Product_Purchased</cx:pt>
          <cx:pt idx="28343">Second_Product_Purchased</cx:pt>
          <cx:pt idx="28344">Second_Product_Purchased</cx:pt>
          <cx:pt idx="28345">First_Product_Purchased</cx:pt>
          <cx:pt idx="28346">First_Product_Purchased</cx:pt>
          <cx:pt idx="28347">First_Product_Purchased</cx:pt>
          <cx:pt idx="28348">First_Product_Purchased</cx:pt>
          <cx:pt idx="28349">First_Product_Purchased</cx:pt>
          <cx:pt idx="28350">First_Product_Purchased</cx:pt>
          <cx:pt idx="28351">First_Product_Purchased</cx:pt>
          <cx:pt idx="28352">Second_Product_Purchased</cx:pt>
          <cx:pt idx="28353">First_Product_Purchased</cx:pt>
          <cx:pt idx="28354">First_Product_Purchased</cx:pt>
          <cx:pt idx="28355">First_Product_Purchased</cx:pt>
          <cx:pt idx="28356">First_Product_Purchased</cx:pt>
          <cx:pt idx="28357">First_Product_Purchased</cx:pt>
          <cx:pt idx="28358">First_Product_Purchased</cx:pt>
          <cx:pt idx="28359">First_Product_Purchased</cx:pt>
          <cx:pt idx="28360">First_Product_Purchased</cx:pt>
          <cx:pt idx="28361">First_Product_Purchased</cx:pt>
          <cx:pt idx="28362">First_Product_Purchased</cx:pt>
          <cx:pt idx="28363">First_Product_Purchased</cx:pt>
          <cx:pt idx="28364">First_Product_Purchased</cx:pt>
          <cx:pt idx="28365">First_Product_Purchased</cx:pt>
          <cx:pt idx="28366">Second_Product_Purchased</cx:pt>
          <cx:pt idx="28367">First_Product_Purchased</cx:pt>
          <cx:pt idx="28368">First_Product_Purchased</cx:pt>
          <cx:pt idx="28369">First_Product_Purchased</cx:pt>
          <cx:pt idx="28370">Second_Product_Purchased</cx:pt>
          <cx:pt idx="28371">First_Product_Purchased</cx:pt>
          <cx:pt idx="28372">First_Product_Purchased</cx:pt>
          <cx:pt idx="28373">First_Product_Purchased</cx:pt>
          <cx:pt idx="28374">First_Product_Purchased</cx:pt>
          <cx:pt idx="28375">First_Product_Purchased</cx:pt>
          <cx:pt idx="28376">First_Product_Purchased</cx:pt>
          <cx:pt idx="28377">First_Product_Purchased</cx:pt>
          <cx:pt idx="28378">Second_Product_Purchased</cx:pt>
          <cx:pt idx="28379">First_Product_Purchased</cx:pt>
          <cx:pt idx="28380">First_Product_Purchased</cx:pt>
          <cx:pt idx="28381">First_Product_Purchased</cx:pt>
          <cx:pt idx="28382">First_Product_Purchased</cx:pt>
          <cx:pt idx="28383">First_Product_Purchased</cx:pt>
          <cx:pt idx="28384">Second_Product_Purchased</cx:pt>
          <cx:pt idx="28385">First_Product_Purchased</cx:pt>
          <cx:pt idx="28386">Second_Product_Purchased</cx:pt>
          <cx:pt idx="28387">First_Product_Purchased</cx:pt>
          <cx:pt idx="28388">Second_Product_Purchased</cx:pt>
          <cx:pt idx="28389">First_Product_Purchased</cx:pt>
          <cx:pt idx="28390">First_Product_Purchased</cx:pt>
          <cx:pt idx="28391">Second_Product_Purchased</cx:pt>
          <cx:pt idx="28392">Second_Product_Purchased</cx:pt>
          <cx:pt idx="28393">First_Product_Purchased</cx:pt>
          <cx:pt idx="28394">First_Product_Purchased</cx:pt>
          <cx:pt idx="28395">First_Product_Purchased</cx:pt>
          <cx:pt idx="28396">First_Product_Purchased</cx:pt>
          <cx:pt idx="28397">First_Product_Purchased</cx:pt>
          <cx:pt idx="28398">First_Product_Purchased</cx:pt>
          <cx:pt idx="28399">First_Product_Purchased</cx:pt>
          <cx:pt idx="28400">First_Product_Purchased</cx:pt>
          <cx:pt idx="28401">First_Product_Purchased</cx:pt>
          <cx:pt idx="28402">First_Product_Purchased</cx:pt>
          <cx:pt idx="28403">First_Product_Purchased</cx:pt>
          <cx:pt idx="28404">Second_Product_Purchased</cx:pt>
          <cx:pt idx="28405">Second_Product_Purchased</cx:pt>
          <cx:pt idx="28406">First_Product_Purchased</cx:pt>
          <cx:pt idx="28407">First_Product_Purchased</cx:pt>
          <cx:pt idx="28408">First_Product_Purchased</cx:pt>
          <cx:pt idx="28409">Second_Product_Purchased</cx:pt>
          <cx:pt idx="28410">First_Product_Purchased</cx:pt>
          <cx:pt idx="28411">First_Product_Purchased</cx:pt>
          <cx:pt idx="28412">First_Product_Purchased</cx:pt>
          <cx:pt idx="28413">Second_Product_Purchased</cx:pt>
          <cx:pt idx="28414">Second_Product_Purchased</cx:pt>
          <cx:pt idx="28415">Second_Product_Purchased</cx:pt>
          <cx:pt idx="28416">First_Product_Purchased</cx:pt>
          <cx:pt idx="28417">First_Product_Purchased</cx:pt>
          <cx:pt idx="28418">Second_Product_Purchased</cx:pt>
          <cx:pt idx="28419">First_Product_Purchased</cx:pt>
          <cx:pt idx="28420">First_Product_Purchased</cx:pt>
          <cx:pt idx="28421">First_Product_Purchased</cx:pt>
          <cx:pt idx="28422">First_Product_Purchased</cx:pt>
          <cx:pt idx="28423">First_Product_Purchased</cx:pt>
          <cx:pt idx="28424">First_Product_Purchased</cx:pt>
          <cx:pt idx="28425">First_Product_Purchased</cx:pt>
          <cx:pt idx="28426">First_Product_Purchased</cx:pt>
          <cx:pt idx="28427">First_Product_Purchased</cx:pt>
          <cx:pt idx="28428">First_Product_Purchased</cx:pt>
          <cx:pt idx="28429">Second_Product_Purchased</cx:pt>
          <cx:pt idx="28430">Second_Product_Purchased</cx:pt>
          <cx:pt idx="28431">First_Product_Purchased</cx:pt>
          <cx:pt idx="28432">First_Product_Purchased</cx:pt>
          <cx:pt idx="28433">First_Product_Purchased</cx:pt>
          <cx:pt idx="28434">First_Product_Purchased</cx:pt>
          <cx:pt idx="28435">Second_Product_Purchased</cx:pt>
          <cx:pt idx="28436">Second_Product_Purchased</cx:pt>
          <cx:pt idx="28437">First_Product_Purchased</cx:pt>
          <cx:pt idx="28438">First_Product_Purchased</cx:pt>
          <cx:pt idx="28439">First_Product_Purchased</cx:pt>
          <cx:pt idx="28440">First_Product_Purchased</cx:pt>
          <cx:pt idx="28441">First_Product_Purchased</cx:pt>
          <cx:pt idx="28442">First_Product_Purchased</cx:pt>
          <cx:pt idx="28443">First_Product_Purchased</cx:pt>
          <cx:pt idx="28444">First_Product_Purchased</cx:pt>
          <cx:pt idx="28445">First_Product_Purchased</cx:pt>
          <cx:pt idx="28446">First_Product_Purchased</cx:pt>
          <cx:pt idx="28447">First_Product_Purchased</cx:pt>
          <cx:pt idx="28448">First_Product_Purchased</cx:pt>
          <cx:pt idx="28449">First_Product_Purchased</cx:pt>
          <cx:pt idx="28450">First_Product_Purchased</cx:pt>
          <cx:pt idx="28451">First_Product_Purchased</cx:pt>
          <cx:pt idx="28452">First_Product_Purchased</cx:pt>
          <cx:pt idx="28453">Second_Product_Purchased</cx:pt>
          <cx:pt idx="28454">First_Product_Purchased</cx:pt>
          <cx:pt idx="28455">Second_Product_Purchased</cx:pt>
          <cx:pt idx="28456">First_Product_Purchased</cx:pt>
          <cx:pt idx="28457">Second_Product_Purchased</cx:pt>
          <cx:pt idx="28458">Second_Product_Purchased</cx:pt>
          <cx:pt idx="28459">First_Product_Purchased</cx:pt>
          <cx:pt idx="28460">First_Product_Purchased</cx:pt>
          <cx:pt idx="28461">Second_Product_Purchased</cx:pt>
          <cx:pt idx="28462">First_Product_Purchased</cx:pt>
          <cx:pt idx="28463">First_Product_Purchased</cx:pt>
          <cx:pt idx="28464">Second_Product_Purchased</cx:pt>
          <cx:pt idx="28465">First_Product_Purchased</cx:pt>
          <cx:pt idx="28466">Second_Product_Purchased</cx:pt>
          <cx:pt idx="28467">First_Product_Purchased</cx:pt>
          <cx:pt idx="28468">First_Product_Purchased</cx:pt>
          <cx:pt idx="28469">Second_Product_Purchased</cx:pt>
          <cx:pt idx="28470">First_Product_Purchased</cx:pt>
          <cx:pt idx="28471">First_Product_Purchased</cx:pt>
          <cx:pt idx="28472">First_Product_Purchased</cx:pt>
          <cx:pt idx="28473">Second_Product_Purchased</cx:pt>
          <cx:pt idx="28474">First_Product_Purchased</cx:pt>
          <cx:pt idx="28475">First_Product_Purchased</cx:pt>
          <cx:pt idx="28476">Second_Product_Purchased</cx:pt>
          <cx:pt idx="28477">First_Product_Purchased</cx:pt>
          <cx:pt idx="28478">First_Product_Purchased</cx:pt>
          <cx:pt idx="28479">First_Product_Purchased</cx:pt>
          <cx:pt idx="28480">Second_Product_Purchased</cx:pt>
          <cx:pt idx="28481">First_Product_Purchased</cx:pt>
          <cx:pt idx="28482">First_Product_Purchased</cx:pt>
          <cx:pt idx="28483">First_Product_Purchased</cx:pt>
          <cx:pt idx="28484">First_Product_Purchased</cx:pt>
          <cx:pt idx="28485">First_Product_Purchased</cx:pt>
          <cx:pt idx="28486">Second_Product_Purchased</cx:pt>
          <cx:pt idx="28487">First_Product_Purchased</cx:pt>
          <cx:pt idx="28488">First_Product_Purchased</cx:pt>
          <cx:pt idx="28489">Second_Product_Purchased</cx:pt>
          <cx:pt idx="28490">First_Product_Purchased</cx:pt>
          <cx:pt idx="28491">First_Product_Purchased</cx:pt>
          <cx:pt idx="28492">Second_Product_Purchased</cx:pt>
          <cx:pt idx="28493">Second_Product_Purchased</cx:pt>
          <cx:pt idx="28494">First_Product_Purchased</cx:pt>
          <cx:pt idx="28495">First_Product_Purchased</cx:pt>
          <cx:pt idx="28496">First_Product_Purchased</cx:pt>
          <cx:pt idx="28497">First_Product_Purchased</cx:pt>
          <cx:pt idx="28498">First_Product_Purchased</cx:pt>
          <cx:pt idx="28499">First_Product_Purchased</cx:pt>
          <cx:pt idx="28500">First_Product_Purchased</cx:pt>
          <cx:pt idx="28501">Second_Product_Purchased</cx:pt>
          <cx:pt idx="28502">First_Product_Purchased</cx:pt>
          <cx:pt idx="28503">First_Product_Purchased</cx:pt>
          <cx:pt idx="28504">Second_Product_Purchased</cx:pt>
          <cx:pt idx="28505">First_Product_Purchased</cx:pt>
          <cx:pt idx="28506">First_Product_Purchased</cx:pt>
          <cx:pt idx="28507">Second_Product_Purchased</cx:pt>
          <cx:pt idx="28508">First_Product_Purchased</cx:pt>
          <cx:pt idx="28509">First_Product_Purchased</cx:pt>
          <cx:pt idx="28510">First_Product_Purchased</cx:pt>
          <cx:pt idx="28511">Second_Product_Purchased</cx:pt>
          <cx:pt idx="28512">First_Product_Purchased</cx:pt>
          <cx:pt idx="28513">First_Product_Purchased</cx:pt>
          <cx:pt idx="28514">First_Product_Purchased</cx:pt>
          <cx:pt idx="28515">First_Product_Purchased</cx:pt>
          <cx:pt idx="28516">First_Product_Purchased</cx:pt>
          <cx:pt idx="28517">First_Product_Purchased</cx:pt>
          <cx:pt idx="28518">Second_Product_Purchased</cx:pt>
          <cx:pt idx="28519">First_Product_Purchased</cx:pt>
          <cx:pt idx="28520">First_Product_Purchased</cx:pt>
          <cx:pt idx="28521">First_Product_Purchased</cx:pt>
          <cx:pt idx="28522">First_Product_Purchased</cx:pt>
          <cx:pt idx="28523">First_Product_Purchased</cx:pt>
          <cx:pt idx="28524">Second_Product_Purchased</cx:pt>
          <cx:pt idx="28525">First_Product_Purchased</cx:pt>
          <cx:pt idx="28526">First_Product_Purchased</cx:pt>
          <cx:pt idx="28527">Second_Product_Purchased</cx:pt>
          <cx:pt idx="28528">Second_Product_Purchased</cx:pt>
          <cx:pt idx="28529">First_Product_Purchased</cx:pt>
          <cx:pt idx="28530">First_Product_Purchased</cx:pt>
          <cx:pt idx="28531">Second_Product_Purchased</cx:pt>
          <cx:pt idx="28532">First_Product_Purchased</cx:pt>
          <cx:pt idx="28533">First_Product_Purchased</cx:pt>
          <cx:pt idx="28534">First_Product_Purchased</cx:pt>
          <cx:pt idx="28535">First_Product_Purchased</cx:pt>
          <cx:pt idx="28536">Second_Product_Purchased</cx:pt>
          <cx:pt idx="28537">First_Product_Purchased</cx:pt>
          <cx:pt idx="28538">First_Product_Purchased</cx:pt>
          <cx:pt idx="28539">First_Product_Purchased</cx:pt>
          <cx:pt idx="28540">First_Product_Purchased</cx:pt>
          <cx:pt idx="28541">First_Product_Purchased</cx:pt>
          <cx:pt idx="28542">First_Product_Purchased</cx:pt>
          <cx:pt idx="28543">First_Product_Purchased</cx:pt>
          <cx:pt idx="28544">First_Product_Purchased</cx:pt>
          <cx:pt idx="28545">First_Product_Purchased</cx:pt>
          <cx:pt idx="28546">Second_Product_Purchased</cx:pt>
          <cx:pt idx="28547">First_Product_Purchased</cx:pt>
          <cx:pt idx="28548">First_Product_Purchased</cx:pt>
          <cx:pt idx="28549">Second_Product_Purchased</cx:pt>
          <cx:pt idx="28550">First_Product_Purchased</cx:pt>
          <cx:pt idx="28551">First_Product_Purchased</cx:pt>
          <cx:pt idx="28552">First_Product_Purchased</cx:pt>
          <cx:pt idx="28553">First_Product_Purchased</cx:pt>
          <cx:pt idx="28554">First_Product_Purchased</cx:pt>
          <cx:pt idx="28555">First_Product_Purchased</cx:pt>
          <cx:pt idx="28556">Second_Product_Purchased</cx:pt>
          <cx:pt idx="28557">Second_Product_Purchased</cx:pt>
          <cx:pt idx="28558">First_Product_Purchased</cx:pt>
          <cx:pt idx="28559">First_Product_Purchased</cx:pt>
          <cx:pt idx="28560">First_Product_Purchased</cx:pt>
          <cx:pt idx="28561">Second_Product_Purchased</cx:pt>
          <cx:pt idx="28562">Second_Product_Purchased</cx:pt>
          <cx:pt idx="28563">Second_Product_Purchased</cx:pt>
          <cx:pt idx="28564">First_Product_Purchased</cx:pt>
          <cx:pt idx="28565">First_Product_Purchased</cx:pt>
          <cx:pt idx="28566">First_Product_Purchased</cx:pt>
          <cx:pt idx="28567">First_Product_Purchased</cx:pt>
          <cx:pt idx="28568">First_Product_Purchased</cx:pt>
          <cx:pt idx="28569">First_Product_Purchased</cx:pt>
          <cx:pt idx="28570">Second_Product_Purchased</cx:pt>
          <cx:pt idx="28571">First_Product_Purchased</cx:pt>
          <cx:pt idx="28572">First_Product_Purchased</cx:pt>
          <cx:pt idx="28573">Second_Product_Purchased</cx:pt>
          <cx:pt idx="28574">First_Product_Purchased</cx:pt>
          <cx:pt idx="28575">First_Product_Purchased</cx:pt>
          <cx:pt idx="28576">First_Product_Purchased</cx:pt>
          <cx:pt idx="28577">Second_Product_Purchased</cx:pt>
          <cx:pt idx="28578">First_Product_Purchased</cx:pt>
          <cx:pt idx="28579">First_Product_Purchased</cx:pt>
          <cx:pt idx="28580">Second_Product_Purchased</cx:pt>
          <cx:pt idx="28581">Second_Product_Purchased</cx:pt>
          <cx:pt idx="28582">Second_Product_Purchased</cx:pt>
          <cx:pt idx="28583">First_Product_Purchased</cx:pt>
          <cx:pt idx="28584">First_Product_Purchased</cx:pt>
          <cx:pt idx="28585">First_Product_Purchased</cx:pt>
          <cx:pt idx="28586">First_Product_Purchased</cx:pt>
          <cx:pt idx="28587">Second_Product_Purchased</cx:pt>
          <cx:pt idx="28588">First_Product_Purchased</cx:pt>
          <cx:pt idx="28589">First_Product_Purchased</cx:pt>
          <cx:pt idx="28590">Second_Product_Purchased</cx:pt>
          <cx:pt idx="28591">First_Product_Purchased</cx:pt>
          <cx:pt idx="28592">First_Product_Purchased</cx:pt>
          <cx:pt idx="28593">First_Product_Purchased</cx:pt>
          <cx:pt idx="28594">First_Product_Purchased</cx:pt>
          <cx:pt idx="28595">First_Product_Purchased</cx:pt>
          <cx:pt idx="28596">First_Product_Purchased</cx:pt>
          <cx:pt idx="28597">First_Product_Purchased</cx:pt>
          <cx:pt idx="28598">Second_Product_Purchased</cx:pt>
          <cx:pt idx="28599">Second_Product_Purchased</cx:pt>
          <cx:pt idx="28600">First_Product_Purchased</cx:pt>
          <cx:pt idx="28601">First_Product_Purchased</cx:pt>
          <cx:pt idx="28602">Second_Product_Purchased</cx:pt>
          <cx:pt idx="28603">First_Product_Purchased</cx:pt>
          <cx:pt idx="28604">Second_Product_Purchased</cx:pt>
          <cx:pt idx="28605">First_Product_Purchased</cx:pt>
          <cx:pt idx="28606">First_Product_Purchased</cx:pt>
          <cx:pt idx="28607">Second_Product_Purchased</cx:pt>
          <cx:pt idx="28608">First_Product_Purchased</cx:pt>
          <cx:pt idx="28609">First_Product_Purchased</cx:pt>
          <cx:pt idx="28610">First_Product_Purchased</cx:pt>
          <cx:pt idx="28611">Second_Product_Purchased</cx:pt>
          <cx:pt idx="28612">First_Product_Purchased</cx:pt>
          <cx:pt idx="28613">First_Product_Purchased</cx:pt>
          <cx:pt idx="28614">First_Product_Purchased</cx:pt>
          <cx:pt idx="28615">First_Product_Purchased</cx:pt>
          <cx:pt idx="28616">First_Product_Purchased</cx:pt>
          <cx:pt idx="28617">Second_Product_Purchased</cx:pt>
          <cx:pt idx="28618">Second_Product_Purchased</cx:pt>
          <cx:pt idx="28619">First_Product_Purchased</cx:pt>
          <cx:pt idx="28620">First_Product_Purchased</cx:pt>
          <cx:pt idx="28621">First_Product_Purchased</cx:pt>
          <cx:pt idx="28622">First_Product_Purchased</cx:pt>
          <cx:pt idx="28623">First_Product_Purchased</cx:pt>
          <cx:pt idx="28624">First_Product_Purchased</cx:pt>
          <cx:pt idx="28625">First_Product_Purchased</cx:pt>
          <cx:pt idx="28626">First_Product_Purchased</cx:pt>
          <cx:pt idx="28627">First_Product_Purchased</cx:pt>
          <cx:pt idx="28628">First_Product_Purchased</cx:pt>
          <cx:pt idx="28629">First_Product_Purchased</cx:pt>
          <cx:pt idx="28630">First_Product_Purchased</cx:pt>
          <cx:pt idx="28631">First_Product_Purchased</cx:pt>
          <cx:pt idx="28632">First_Product_Purchased</cx:pt>
          <cx:pt idx="28633">First_Product_Purchased</cx:pt>
          <cx:pt idx="28634">First_Product_Purchased</cx:pt>
          <cx:pt idx="28635">First_Product_Purchased</cx:pt>
          <cx:pt idx="28636">First_Product_Purchased</cx:pt>
          <cx:pt idx="28637">First_Product_Purchased</cx:pt>
          <cx:pt idx="28638">First_Product_Purchased</cx:pt>
          <cx:pt idx="28639">First_Product_Purchased</cx:pt>
          <cx:pt idx="28640">First_Product_Purchased</cx:pt>
          <cx:pt idx="28641">First_Product_Purchased</cx:pt>
          <cx:pt idx="28642">Second_Product_Purchased</cx:pt>
          <cx:pt idx="28643">First_Product_Purchased</cx:pt>
          <cx:pt idx="28644">Second_Product_Purchased</cx:pt>
          <cx:pt idx="28645">First_Product_Purchased</cx:pt>
          <cx:pt idx="28646">First_Product_Purchased</cx:pt>
          <cx:pt idx="28647">First_Product_Purchased</cx:pt>
          <cx:pt idx="28648">First_Product_Purchased</cx:pt>
          <cx:pt idx="28649">First_Product_Purchased</cx:pt>
          <cx:pt idx="28650">First_Product_Purchased</cx:pt>
          <cx:pt idx="28651">First_Product_Purchased</cx:pt>
          <cx:pt idx="28652">Second_Product_Purchased</cx:pt>
          <cx:pt idx="28653">Second_Product_Purchased</cx:pt>
          <cx:pt idx="28654">First_Product_Purchased</cx:pt>
          <cx:pt idx="28655">First_Product_Purchased</cx:pt>
          <cx:pt idx="28656">Second_Product_Purchased</cx:pt>
          <cx:pt idx="28657">First_Product_Purchased</cx:pt>
          <cx:pt idx="28658">Second_Product_Purchased</cx:pt>
          <cx:pt idx="28659">First_Product_Purchased</cx:pt>
          <cx:pt idx="28660">Second_Product_Purchased</cx:pt>
          <cx:pt idx="28661">Second_Product_Purchased</cx:pt>
          <cx:pt idx="28662">Second_Product_Purchased</cx:pt>
          <cx:pt idx="28663">First_Product_Purchased</cx:pt>
          <cx:pt idx="28664">Second_Product_Purchased</cx:pt>
          <cx:pt idx="28665">First_Product_Purchased</cx:pt>
          <cx:pt idx="28666">First_Product_Purchased</cx:pt>
          <cx:pt idx="28667">First_Product_Purchased</cx:pt>
          <cx:pt idx="28668">First_Product_Purchased</cx:pt>
          <cx:pt idx="28669">First_Product_Purchased</cx:pt>
          <cx:pt idx="28670">First_Product_Purchased</cx:pt>
          <cx:pt idx="28671">Second_Product_Purchased</cx:pt>
          <cx:pt idx="28672">First_Product_Purchased</cx:pt>
          <cx:pt idx="28673">First_Product_Purchased</cx:pt>
          <cx:pt idx="28674">First_Product_Purchased</cx:pt>
          <cx:pt idx="28675">First_Product_Purchased</cx:pt>
          <cx:pt idx="28676">Second_Product_Purchased</cx:pt>
          <cx:pt idx="28677">First_Product_Purchased</cx:pt>
          <cx:pt idx="28678">First_Product_Purchased</cx:pt>
          <cx:pt idx="28679">First_Product_Purchased</cx:pt>
          <cx:pt idx="28680">First_Product_Purchased</cx:pt>
          <cx:pt idx="28681">First_Product_Purchased</cx:pt>
          <cx:pt idx="28682">First_Product_Purchased</cx:pt>
          <cx:pt idx="28683">First_Product_Purchased</cx:pt>
          <cx:pt idx="28684">First_Product_Purchased</cx:pt>
          <cx:pt idx="28685">First_Product_Purchased</cx:pt>
          <cx:pt idx="28686">First_Product_Purchased</cx:pt>
          <cx:pt idx="28687">First_Product_Purchased</cx:pt>
          <cx:pt idx="28688">First_Product_Purchased</cx:pt>
          <cx:pt idx="28689">First_Product_Purchased</cx:pt>
          <cx:pt idx="28690">First_Product_Purchased</cx:pt>
          <cx:pt idx="28691">First_Product_Purchased</cx:pt>
          <cx:pt idx="28692">First_Product_Purchased</cx:pt>
          <cx:pt idx="28693">First_Product_Purchased</cx:pt>
          <cx:pt idx="28694">First_Product_Purchased</cx:pt>
          <cx:pt idx="28695">First_Product_Purchased</cx:pt>
          <cx:pt idx="28696">Second_Product_Purchased</cx:pt>
          <cx:pt idx="28697">First_Product_Purchased</cx:pt>
          <cx:pt idx="28698">First_Product_Purchased</cx:pt>
          <cx:pt idx="28699">First_Product_Purchased</cx:pt>
          <cx:pt idx="28700">First_Product_Purchased</cx:pt>
          <cx:pt idx="28701">First_Product_Purchased</cx:pt>
          <cx:pt idx="28702">First_Product_Purchased</cx:pt>
          <cx:pt idx="28703">First_Product_Purchased</cx:pt>
          <cx:pt idx="28704">First_Product_Purchased</cx:pt>
          <cx:pt idx="28705">First_Product_Purchased</cx:pt>
          <cx:pt idx="28706">First_Product_Purchased</cx:pt>
          <cx:pt idx="28707">First_Product_Purchased</cx:pt>
          <cx:pt idx="28708">Second_Product_Purchased</cx:pt>
          <cx:pt idx="28709">First_Product_Purchased</cx:pt>
          <cx:pt idx="28710">Second_Product_Purchased</cx:pt>
          <cx:pt idx="28711">Second_Product_Purchased</cx:pt>
          <cx:pt idx="28712">First_Product_Purchased</cx:pt>
          <cx:pt idx="28713">First_Product_Purchased</cx:pt>
          <cx:pt idx="28714">First_Product_Purchased</cx:pt>
          <cx:pt idx="28715">First_Product_Purchased</cx:pt>
          <cx:pt idx="28716">Second_Product_Purchased</cx:pt>
          <cx:pt idx="28717">First_Product_Purchased</cx:pt>
          <cx:pt idx="28718">First_Product_Purchased</cx:pt>
          <cx:pt idx="28719">First_Product_Purchased</cx:pt>
          <cx:pt idx="28720">Second_Product_Purchased</cx:pt>
          <cx:pt idx="28721">Second_Product_Purchased</cx:pt>
          <cx:pt idx="28722">First_Product_Purchased</cx:pt>
          <cx:pt idx="28723">First_Product_Purchased</cx:pt>
          <cx:pt idx="28724">First_Product_Purchased</cx:pt>
          <cx:pt idx="28725">First_Product_Purchased</cx:pt>
          <cx:pt idx="28726">Second_Product_Purchased</cx:pt>
          <cx:pt idx="28727">Second_Product_Purchased</cx:pt>
          <cx:pt idx="28728">First_Product_Purchased</cx:pt>
          <cx:pt idx="28729">Second_Product_Purchased</cx:pt>
          <cx:pt idx="28730">First_Product_Purchased</cx:pt>
          <cx:pt idx="28731">First_Product_Purchased</cx:pt>
          <cx:pt idx="28732">Second_Product_Purchased</cx:pt>
          <cx:pt idx="28733">First_Product_Purchased</cx:pt>
          <cx:pt idx="28734">Second_Product_Purchased</cx:pt>
          <cx:pt idx="28735">Second_Product_Purchased</cx:pt>
          <cx:pt idx="28736">First_Product_Purchased</cx:pt>
          <cx:pt idx="28737">First_Product_Purchased</cx:pt>
          <cx:pt idx="28738">First_Product_Purchased</cx:pt>
          <cx:pt idx="28739">First_Product_Purchased</cx:pt>
          <cx:pt idx="28740">First_Product_Purchased</cx:pt>
          <cx:pt idx="28741">First_Product_Purchased</cx:pt>
          <cx:pt idx="28742">First_Product_Purchased</cx:pt>
          <cx:pt idx="28743">First_Product_Purchased</cx:pt>
          <cx:pt idx="28744">First_Product_Purchased</cx:pt>
          <cx:pt idx="28745">Second_Product_Purchased</cx:pt>
          <cx:pt idx="28746">First_Product_Purchased</cx:pt>
          <cx:pt idx="28747">First_Product_Purchased</cx:pt>
          <cx:pt idx="28748">First_Product_Purchased</cx:pt>
          <cx:pt idx="28749">First_Product_Purchased</cx:pt>
          <cx:pt idx="28750">Second_Product_Purchased</cx:pt>
          <cx:pt idx="28751">First_Product_Purchased</cx:pt>
          <cx:pt idx="28752">Second_Product_Purchased</cx:pt>
          <cx:pt idx="28753">First_Product_Purchased</cx:pt>
          <cx:pt idx="28754">First_Product_Purchased</cx:pt>
          <cx:pt idx="28755">First_Product_Purchased</cx:pt>
          <cx:pt idx="28756">First_Product_Purchased</cx:pt>
          <cx:pt idx="28757">First_Product_Purchased</cx:pt>
          <cx:pt idx="28758">Second_Product_Purchased</cx:pt>
          <cx:pt idx="28759">Second_Product_Purchased</cx:pt>
          <cx:pt idx="28760">Second_Product_Purchased</cx:pt>
          <cx:pt idx="28761">First_Product_Purchased</cx:pt>
          <cx:pt idx="28762">First_Product_Purchased</cx:pt>
          <cx:pt idx="28763">First_Product_Purchased</cx:pt>
          <cx:pt idx="28764">First_Product_Purchased</cx:pt>
          <cx:pt idx="28765">First_Product_Purchased</cx:pt>
          <cx:pt idx="28766">First_Product_Purchased</cx:pt>
          <cx:pt idx="28767">First_Product_Purchased</cx:pt>
          <cx:pt idx="28768">First_Product_Purchased</cx:pt>
          <cx:pt idx="28769">First_Product_Purchased</cx:pt>
          <cx:pt idx="28770">First_Product_Purchased</cx:pt>
          <cx:pt idx="28771">First_Product_Purchased</cx:pt>
          <cx:pt idx="28772">Second_Product_Purchased</cx:pt>
          <cx:pt idx="28773">Second_Product_Purchased</cx:pt>
          <cx:pt idx="28774">First_Product_Purchased</cx:pt>
          <cx:pt idx="28775">Second_Product_Purchased</cx:pt>
          <cx:pt idx="28776">First_Product_Purchased</cx:pt>
          <cx:pt idx="28777">Second_Product_Purchased</cx:pt>
          <cx:pt idx="28778">Second_Product_Purchased</cx:pt>
          <cx:pt idx="28779">Second_Product_Purchased</cx:pt>
          <cx:pt idx="28780">First_Product_Purchased</cx:pt>
          <cx:pt idx="28781">First_Product_Purchased</cx:pt>
          <cx:pt idx="28782">First_Product_Purchased</cx:pt>
          <cx:pt idx="28783">First_Product_Purchased</cx:pt>
          <cx:pt idx="28784">First_Product_Purchased</cx:pt>
          <cx:pt idx="28785">Second_Product_Purchased</cx:pt>
          <cx:pt idx="28786">First_Product_Purchased</cx:pt>
          <cx:pt idx="28787">First_Product_Purchased</cx:pt>
          <cx:pt idx="28788">First_Product_Purchased</cx:pt>
          <cx:pt idx="28789">First_Product_Purchased</cx:pt>
          <cx:pt idx="28790">First_Product_Purchased</cx:pt>
          <cx:pt idx="28791">Second_Product_Purchased</cx:pt>
          <cx:pt idx="28792">First_Product_Purchased</cx:pt>
          <cx:pt idx="28793">First_Product_Purchased</cx:pt>
          <cx:pt idx="28794">Second_Product_Purchased</cx:pt>
          <cx:pt idx="28795">First_Product_Purchased</cx:pt>
          <cx:pt idx="28796">First_Product_Purchased</cx:pt>
          <cx:pt idx="28797">First_Product_Purchased</cx:pt>
          <cx:pt idx="28798">First_Product_Purchased</cx:pt>
          <cx:pt idx="28799">First_Product_Purchased</cx:pt>
          <cx:pt idx="28800">First_Product_Purchased</cx:pt>
          <cx:pt idx="28801">First_Product_Purchased</cx:pt>
          <cx:pt idx="28802">First_Product_Purchased</cx:pt>
          <cx:pt idx="28803">First_Product_Purchased</cx:pt>
          <cx:pt idx="28804">First_Product_Purchased</cx:pt>
          <cx:pt idx="28805">Second_Product_Purchased</cx:pt>
          <cx:pt idx="28806">First_Product_Purchased</cx:pt>
          <cx:pt idx="28807">First_Product_Purchased</cx:pt>
          <cx:pt idx="28808">First_Product_Purchased</cx:pt>
          <cx:pt idx="28809">Second_Product_Purchased</cx:pt>
          <cx:pt idx="28810">First_Product_Purchased</cx:pt>
          <cx:pt idx="28811">First_Product_Purchased</cx:pt>
          <cx:pt idx="28812">First_Product_Purchased</cx:pt>
          <cx:pt idx="28813">First_Product_Purchased</cx:pt>
          <cx:pt idx="28814">First_Product_Purchased</cx:pt>
          <cx:pt idx="28815">First_Product_Purchased</cx:pt>
          <cx:pt idx="28816">First_Product_Purchased</cx:pt>
          <cx:pt idx="28817">Second_Product_Purchased</cx:pt>
          <cx:pt idx="28818">First_Product_Purchased</cx:pt>
          <cx:pt idx="28819">First_Product_Purchased</cx:pt>
          <cx:pt idx="28820">First_Product_Purchased</cx:pt>
          <cx:pt idx="28821">First_Product_Purchased</cx:pt>
          <cx:pt idx="28822">First_Product_Purchased</cx:pt>
          <cx:pt idx="28823">Second_Product_Purchased</cx:pt>
          <cx:pt idx="28824">First_Product_Purchased</cx:pt>
          <cx:pt idx="28825">Second_Product_Purchased</cx:pt>
          <cx:pt idx="28826">First_Product_Purchased</cx:pt>
          <cx:pt idx="28827">First_Product_Purchased</cx:pt>
          <cx:pt idx="28828">First_Product_Purchased</cx:pt>
          <cx:pt idx="28829">Second_Product_Purchased</cx:pt>
          <cx:pt idx="28830">First_Product_Purchased</cx:pt>
          <cx:pt idx="28831">First_Product_Purchased</cx:pt>
          <cx:pt idx="28832">First_Product_Purchased</cx:pt>
          <cx:pt idx="28833">First_Product_Purchased</cx:pt>
          <cx:pt idx="28834">First_Product_Purchased</cx:pt>
          <cx:pt idx="28835">First_Product_Purchased</cx:pt>
          <cx:pt idx="28836">First_Product_Purchased</cx:pt>
          <cx:pt idx="28837">First_Product_Purchased</cx:pt>
          <cx:pt idx="28838">First_Product_Purchased</cx:pt>
          <cx:pt idx="28839">First_Product_Purchased</cx:pt>
          <cx:pt idx="28840">First_Product_Purchased</cx:pt>
          <cx:pt idx="28841">First_Product_Purchased</cx:pt>
          <cx:pt idx="28842">First_Product_Purchased</cx:pt>
          <cx:pt idx="28843">First_Product_Purchased</cx:pt>
          <cx:pt idx="28844">First_Product_Purchased</cx:pt>
          <cx:pt idx="28845">First_Product_Purchased</cx:pt>
          <cx:pt idx="28846">Second_Product_Purchased</cx:pt>
          <cx:pt idx="28847">First_Product_Purchased</cx:pt>
          <cx:pt idx="28848">First_Product_Purchased</cx:pt>
          <cx:pt idx="28849">Second_Product_Purchased</cx:pt>
          <cx:pt idx="28850">First_Product_Purchased</cx:pt>
          <cx:pt idx="28851">Second_Product_Purchased</cx:pt>
          <cx:pt idx="28852">Second_Product_Purchased</cx:pt>
          <cx:pt idx="28853">First_Product_Purchased</cx:pt>
          <cx:pt idx="28854">First_Product_Purchased</cx:pt>
          <cx:pt idx="28855">Second_Product_Purchased</cx:pt>
          <cx:pt idx="28856">First_Product_Purchased</cx:pt>
          <cx:pt idx="28857">First_Product_Purchased</cx:pt>
          <cx:pt idx="28858">First_Product_Purchased</cx:pt>
          <cx:pt idx="28859">Second_Product_Purchased</cx:pt>
          <cx:pt idx="28860">First_Product_Purchased</cx:pt>
          <cx:pt idx="28861">First_Product_Purchased</cx:pt>
          <cx:pt idx="28862">First_Product_Purchased</cx:pt>
          <cx:pt idx="28863">First_Product_Purchased</cx:pt>
          <cx:pt idx="28864">First_Product_Purchased</cx:pt>
          <cx:pt idx="28865">First_Product_Purchased</cx:pt>
          <cx:pt idx="28866">Second_Product_Purchased</cx:pt>
          <cx:pt idx="28867">First_Product_Purchased</cx:pt>
          <cx:pt idx="28868">Second_Product_Purchased</cx:pt>
          <cx:pt idx="28869">Second_Product_Purchased</cx:pt>
          <cx:pt idx="28870">First_Product_Purchased</cx:pt>
          <cx:pt idx="28871">Second_Product_Purchased</cx:pt>
          <cx:pt idx="28872">Second_Product_Purchased</cx:pt>
          <cx:pt idx="28873">First_Product_Purchased</cx:pt>
          <cx:pt idx="28874">First_Product_Purchased</cx:pt>
          <cx:pt idx="28875">First_Product_Purchased</cx:pt>
          <cx:pt idx="28876">First_Product_Purchased</cx:pt>
          <cx:pt idx="28877">First_Product_Purchased</cx:pt>
          <cx:pt idx="28878">First_Product_Purchased</cx:pt>
          <cx:pt idx="28879">First_Product_Purchased</cx:pt>
          <cx:pt idx="28880">Second_Product_Purchased</cx:pt>
          <cx:pt idx="28881">First_Product_Purchased</cx:pt>
          <cx:pt idx="28882">First_Product_Purchased</cx:pt>
          <cx:pt idx="28883">First_Product_Purchased</cx:pt>
          <cx:pt idx="28884">First_Product_Purchased</cx:pt>
          <cx:pt idx="28885">Second_Product_Purchased</cx:pt>
          <cx:pt idx="28886">First_Product_Purchased</cx:pt>
          <cx:pt idx="28887">Second_Product_Purchased</cx:pt>
          <cx:pt idx="28888">Second_Product_Purchased</cx:pt>
          <cx:pt idx="28889">First_Product_Purchased</cx:pt>
          <cx:pt idx="28890">Second_Product_Purchased</cx:pt>
          <cx:pt idx="28891">First_Product_Purchased</cx:pt>
          <cx:pt idx="28892">First_Product_Purchased</cx:pt>
          <cx:pt idx="28893">First_Product_Purchased</cx:pt>
          <cx:pt idx="28894">First_Product_Purchased</cx:pt>
          <cx:pt idx="28895">First_Product_Purchased</cx:pt>
          <cx:pt idx="28896">First_Product_Purchased</cx:pt>
          <cx:pt idx="28897">First_Product_Purchased</cx:pt>
          <cx:pt idx="28898">First_Product_Purchased</cx:pt>
          <cx:pt idx="28899">First_Product_Purchased</cx:pt>
          <cx:pt idx="28900">Second_Product_Purchased</cx:pt>
          <cx:pt idx="28901">Second_Product_Purchased</cx:pt>
          <cx:pt idx="28902">Second_Product_Purchased</cx:pt>
          <cx:pt idx="28903">First_Product_Purchased</cx:pt>
          <cx:pt idx="28904">First_Product_Purchased</cx:pt>
          <cx:pt idx="28905">First_Product_Purchased</cx:pt>
          <cx:pt idx="28906">First_Product_Purchased</cx:pt>
          <cx:pt idx="28907">Second_Product_Purchased</cx:pt>
          <cx:pt idx="28908">First_Product_Purchased</cx:pt>
          <cx:pt idx="28909">First_Product_Purchased</cx:pt>
          <cx:pt idx="28910">First_Product_Purchased</cx:pt>
          <cx:pt idx="28911">First_Product_Purchased</cx:pt>
          <cx:pt idx="28912">First_Product_Purchased</cx:pt>
          <cx:pt idx="28913">First_Product_Purchased</cx:pt>
          <cx:pt idx="28914">Second_Product_Purchased</cx:pt>
          <cx:pt idx="28915">First_Product_Purchased</cx:pt>
          <cx:pt idx="28916">First_Product_Purchased</cx:pt>
          <cx:pt idx="28917">First_Product_Purchased</cx:pt>
          <cx:pt idx="28918">Second_Product_Purchased</cx:pt>
          <cx:pt idx="28919">First_Product_Purchased</cx:pt>
          <cx:pt idx="28920">First_Product_Purchased</cx:pt>
          <cx:pt idx="28921">First_Product_Purchased</cx:pt>
          <cx:pt idx="28922">Second_Product_Purchased</cx:pt>
          <cx:pt idx="28923">Second_Product_Purchased</cx:pt>
          <cx:pt idx="28924">First_Product_Purchased</cx:pt>
          <cx:pt idx="28925">First_Product_Purchased</cx:pt>
          <cx:pt idx="28926">First_Product_Purchased</cx:pt>
          <cx:pt idx="28927">First_Product_Purchased</cx:pt>
          <cx:pt idx="28928">Second_Product_Purchased</cx:pt>
          <cx:pt idx="28929">Second_Product_Purchased</cx:pt>
          <cx:pt idx="28930">First_Product_Purchased</cx:pt>
          <cx:pt idx="28931">First_Product_Purchased</cx:pt>
          <cx:pt idx="28932">First_Product_Purchased</cx:pt>
          <cx:pt idx="28933">First_Product_Purchased</cx:pt>
          <cx:pt idx="28934">First_Product_Purchased</cx:pt>
          <cx:pt idx="28935">Second_Product_Purchased</cx:pt>
          <cx:pt idx="28936">First_Product_Purchased</cx:pt>
          <cx:pt idx="28937">Second_Product_Purchased</cx:pt>
          <cx:pt idx="28938">First_Product_Purchased</cx:pt>
          <cx:pt idx="28939">First_Product_Purchased</cx:pt>
          <cx:pt idx="28940">First_Product_Purchased</cx:pt>
          <cx:pt idx="28941">First_Product_Purchased</cx:pt>
          <cx:pt idx="28942">First_Product_Purchased</cx:pt>
          <cx:pt idx="28943">First_Product_Purchased</cx:pt>
          <cx:pt idx="28944">Second_Product_Purchased</cx:pt>
          <cx:pt idx="28945">First_Product_Purchased</cx:pt>
          <cx:pt idx="28946">First_Product_Purchased</cx:pt>
          <cx:pt idx="28947">Second_Product_Purchased</cx:pt>
          <cx:pt idx="28948">First_Product_Purchased</cx:pt>
          <cx:pt idx="28949">Second_Product_Purchased</cx:pt>
          <cx:pt idx="28950">Second_Product_Purchased</cx:pt>
          <cx:pt idx="28951">Second_Product_Purchased</cx:pt>
          <cx:pt idx="28952">First_Product_Purchased</cx:pt>
          <cx:pt idx="28953">First_Product_Purchased</cx:pt>
          <cx:pt idx="28954">First_Product_Purchased</cx:pt>
          <cx:pt idx="28955">First_Product_Purchased</cx:pt>
          <cx:pt idx="28956">First_Product_Purchased</cx:pt>
          <cx:pt idx="28957">First_Product_Purchased</cx:pt>
          <cx:pt idx="28958">Second_Product_Purchased</cx:pt>
          <cx:pt idx="28959">First_Product_Purchased</cx:pt>
          <cx:pt idx="28960">First_Product_Purchased</cx:pt>
          <cx:pt idx="28961">First_Product_Purchased</cx:pt>
          <cx:pt idx="28962">First_Product_Purchased</cx:pt>
          <cx:pt idx="28963">First_Product_Purchased</cx:pt>
          <cx:pt idx="28964">First_Product_Purchased</cx:pt>
          <cx:pt idx="28965">First_Product_Purchased</cx:pt>
          <cx:pt idx="28966">Second_Product_Purchased</cx:pt>
          <cx:pt idx="28967">First_Product_Purchased</cx:pt>
          <cx:pt idx="28968">Second_Product_Purchased</cx:pt>
          <cx:pt idx="28969">First_Product_Purchased</cx:pt>
          <cx:pt idx="28970">First_Product_Purchased</cx:pt>
          <cx:pt idx="28971">First_Product_Purchased</cx:pt>
          <cx:pt idx="28972">First_Product_Purchased</cx:pt>
          <cx:pt idx="28973">First_Product_Purchased</cx:pt>
          <cx:pt idx="28974">Second_Product_Purchased</cx:pt>
          <cx:pt idx="28975">Second_Product_Purchased</cx:pt>
          <cx:pt idx="28976">First_Product_Purchased</cx:pt>
          <cx:pt idx="28977">First_Product_Purchased</cx:pt>
          <cx:pt idx="28978">First_Product_Purchased</cx:pt>
          <cx:pt idx="28979">First_Product_Purchased</cx:pt>
          <cx:pt idx="28980">First_Product_Purchased</cx:pt>
          <cx:pt idx="28981">First_Product_Purchased</cx:pt>
          <cx:pt idx="28982">First_Product_Purchased</cx:pt>
          <cx:pt idx="28983">First_Product_Purchased</cx:pt>
          <cx:pt idx="28984">First_Product_Purchased</cx:pt>
          <cx:pt idx="28985">Second_Product_Purchased</cx:pt>
          <cx:pt idx="28986">Second_Product_Purchased</cx:pt>
          <cx:pt idx="28987">Second_Product_Purchased</cx:pt>
          <cx:pt idx="28988">First_Product_Purchased</cx:pt>
          <cx:pt idx="28989">First_Product_Purchased</cx:pt>
          <cx:pt idx="28990">First_Product_Purchased</cx:pt>
          <cx:pt idx="28991">First_Product_Purchased</cx:pt>
          <cx:pt idx="28992">Second_Product_Purchased</cx:pt>
          <cx:pt idx="28993">Second_Product_Purchased</cx:pt>
          <cx:pt idx="28994">First_Product_Purchased</cx:pt>
          <cx:pt idx="28995">Second_Product_Purchased</cx:pt>
          <cx:pt idx="28996">First_Product_Purchased</cx:pt>
          <cx:pt idx="28997">Second_Product_Purchased</cx:pt>
          <cx:pt idx="28998">Second_Product_Purchased</cx:pt>
          <cx:pt idx="28999">First_Product_Purchased</cx:pt>
          <cx:pt idx="29000">First_Product_Purchased</cx:pt>
          <cx:pt idx="29001">First_Product_Purchased</cx:pt>
          <cx:pt idx="29002">First_Product_Purchased</cx:pt>
          <cx:pt idx="29003">First_Product_Purchased</cx:pt>
          <cx:pt idx="29004">First_Product_Purchased</cx:pt>
          <cx:pt idx="29005">First_Product_Purchased</cx:pt>
          <cx:pt idx="29006">First_Product_Purchased</cx:pt>
          <cx:pt idx="29007">Second_Product_Purchased</cx:pt>
          <cx:pt idx="29008">First_Product_Purchased</cx:pt>
          <cx:pt idx="29009">First_Product_Purchased</cx:pt>
          <cx:pt idx="29010">First_Product_Purchased</cx:pt>
          <cx:pt idx="29011">First_Product_Purchased</cx:pt>
          <cx:pt idx="29012">First_Product_Purchased</cx:pt>
          <cx:pt idx="29013">First_Product_Purchased</cx:pt>
          <cx:pt idx="29014">First_Product_Purchased</cx:pt>
          <cx:pt idx="29015">First_Product_Purchased</cx:pt>
          <cx:pt idx="29016">First_Product_Purchased</cx:pt>
          <cx:pt idx="29017">First_Product_Purchased</cx:pt>
          <cx:pt idx="29018">First_Product_Purchased</cx:pt>
          <cx:pt idx="29019">First_Product_Purchased</cx:pt>
          <cx:pt idx="29020">First_Product_Purchased</cx:pt>
          <cx:pt idx="29021">First_Product_Purchased</cx:pt>
          <cx:pt idx="29022">First_Product_Purchased</cx:pt>
          <cx:pt idx="29023">First_Product_Purchased</cx:pt>
          <cx:pt idx="29024">First_Product_Purchased</cx:pt>
          <cx:pt idx="29025">First_Product_Purchased</cx:pt>
          <cx:pt idx="29026">First_Product_Purchased</cx:pt>
          <cx:pt idx="29027">First_Product_Purchased</cx:pt>
          <cx:pt idx="29028">First_Product_Purchased</cx:pt>
          <cx:pt idx="29029">First_Product_Purchased</cx:pt>
          <cx:pt idx="29030">Second_Product_Purchased</cx:pt>
          <cx:pt idx="29031">First_Product_Purchased</cx:pt>
          <cx:pt idx="29032">Second_Product_Purchased</cx:pt>
          <cx:pt idx="29033">First_Product_Purchased</cx:pt>
          <cx:pt idx="29034">Second_Product_Purchased</cx:pt>
          <cx:pt idx="29035">First_Product_Purchased</cx:pt>
          <cx:pt idx="29036">First_Product_Purchased</cx:pt>
          <cx:pt idx="29037">First_Product_Purchased</cx:pt>
          <cx:pt idx="29038">Second_Product_Purchased</cx:pt>
          <cx:pt idx="29039">Second_Product_Purchased</cx:pt>
          <cx:pt idx="29040">Second_Product_Purchased</cx:pt>
          <cx:pt idx="29041">First_Product_Purchased</cx:pt>
          <cx:pt idx="29042">Second_Product_Purchased</cx:pt>
          <cx:pt idx="29043">First_Product_Purchased</cx:pt>
          <cx:pt idx="29044">Second_Product_Purchased</cx:pt>
          <cx:pt idx="29045">First_Product_Purchased</cx:pt>
          <cx:pt idx="29046">Second_Product_Purchased</cx:pt>
          <cx:pt idx="29047">First_Product_Purchased</cx:pt>
          <cx:pt idx="29048">First_Product_Purchased</cx:pt>
          <cx:pt idx="29049">First_Product_Purchased</cx:pt>
          <cx:pt idx="29050">Second_Product_Purchased</cx:pt>
          <cx:pt idx="29051">First_Product_Purchased</cx:pt>
          <cx:pt idx="29052">First_Product_Purchased</cx:pt>
          <cx:pt idx="29053">First_Product_Purchased</cx:pt>
          <cx:pt idx="29054">First_Product_Purchased</cx:pt>
          <cx:pt idx="29055">First_Product_Purchased</cx:pt>
          <cx:pt idx="29056">First_Product_Purchased</cx:pt>
          <cx:pt idx="29057">First_Product_Purchased</cx:pt>
          <cx:pt idx="29058">First_Product_Purchased</cx:pt>
          <cx:pt idx="29059">First_Product_Purchased</cx:pt>
          <cx:pt idx="29060">Second_Product_Purchased</cx:pt>
          <cx:pt idx="29061">First_Product_Purchased</cx:pt>
          <cx:pt idx="29062">First_Product_Purchased</cx:pt>
          <cx:pt idx="29063">Second_Product_Purchased</cx:pt>
          <cx:pt idx="29064">First_Product_Purchased</cx:pt>
          <cx:pt idx="29065">First_Product_Purchased</cx:pt>
          <cx:pt idx="29066">First_Product_Purchased</cx:pt>
          <cx:pt idx="29067">First_Product_Purchased</cx:pt>
          <cx:pt idx="29068">Second_Product_Purchased</cx:pt>
          <cx:pt idx="29069">First_Product_Purchased</cx:pt>
          <cx:pt idx="29070">First_Product_Purchased</cx:pt>
          <cx:pt idx="29071">Second_Product_Purchased</cx:pt>
          <cx:pt idx="29072">First_Product_Purchased</cx:pt>
          <cx:pt idx="29073">First_Product_Purchased</cx:pt>
          <cx:pt idx="29074">Second_Product_Purchased</cx:pt>
          <cx:pt idx="29075">First_Product_Purchased</cx:pt>
          <cx:pt idx="29076">First_Product_Purchased</cx:pt>
          <cx:pt idx="29077">First_Product_Purchased</cx:pt>
          <cx:pt idx="29078">Second_Product_Purchased</cx:pt>
          <cx:pt idx="29079">First_Product_Purchased</cx:pt>
          <cx:pt idx="29080">Second_Product_Purchased</cx:pt>
          <cx:pt idx="29081">First_Product_Purchased</cx:pt>
          <cx:pt idx="29082">Second_Product_Purchased</cx:pt>
          <cx:pt idx="29083">Second_Product_Purchased</cx:pt>
          <cx:pt idx="29084">First_Product_Purchased</cx:pt>
          <cx:pt idx="29085">First_Product_Purchased</cx:pt>
          <cx:pt idx="29086">First_Product_Purchased</cx:pt>
          <cx:pt idx="29087">First_Product_Purchased</cx:pt>
          <cx:pt idx="29088">First_Product_Purchased</cx:pt>
          <cx:pt idx="29089">First_Product_Purchased</cx:pt>
          <cx:pt idx="29090">Second_Product_Purchased</cx:pt>
          <cx:pt idx="29091">First_Product_Purchased</cx:pt>
          <cx:pt idx="29092">First_Product_Purchased</cx:pt>
          <cx:pt idx="29093">Second_Product_Purchased</cx:pt>
          <cx:pt idx="29094">First_Product_Purchased</cx:pt>
          <cx:pt idx="29095">First_Product_Purchased</cx:pt>
          <cx:pt idx="29096">First_Product_Purchased</cx:pt>
          <cx:pt idx="29097">First_Product_Purchased</cx:pt>
          <cx:pt idx="29098">First_Product_Purchased</cx:pt>
          <cx:pt idx="29099">Second_Product_Purchased</cx:pt>
          <cx:pt idx="29100">First_Product_Purchased</cx:pt>
          <cx:pt idx="29101">First_Product_Purchased</cx:pt>
          <cx:pt idx="29102">First_Product_Purchased</cx:pt>
          <cx:pt idx="29103">First_Product_Purchased</cx:pt>
          <cx:pt idx="29104">First_Product_Purchased</cx:pt>
          <cx:pt idx="29105">First_Product_Purchased</cx:pt>
          <cx:pt idx="29106">Second_Product_Purchased</cx:pt>
          <cx:pt idx="29107">Second_Product_Purchased</cx:pt>
          <cx:pt idx="29108">First_Product_Purchased</cx:pt>
          <cx:pt idx="29109">First_Product_Purchased</cx:pt>
          <cx:pt idx="29110">First_Product_Purchased</cx:pt>
          <cx:pt idx="29111">First_Product_Purchased</cx:pt>
          <cx:pt idx="29112">First_Product_Purchased</cx:pt>
          <cx:pt idx="29113">First_Product_Purchased</cx:pt>
          <cx:pt idx="29114">Second_Product_Purchased</cx:pt>
          <cx:pt idx="29115">Second_Product_Purchased</cx:pt>
          <cx:pt idx="29116">Second_Product_Purchased</cx:pt>
          <cx:pt idx="29117">First_Product_Purchased</cx:pt>
          <cx:pt idx="29118">First_Product_Purchased</cx:pt>
          <cx:pt idx="29119">First_Product_Purchased</cx:pt>
          <cx:pt idx="29120">First_Product_Purchased</cx:pt>
          <cx:pt idx="29121">First_Product_Purchased</cx:pt>
          <cx:pt idx="29122">First_Product_Purchased</cx:pt>
          <cx:pt idx="29123">Second_Product_Purchased</cx:pt>
          <cx:pt idx="29124">Second_Product_Purchased</cx:pt>
          <cx:pt idx="29125">First_Product_Purchased</cx:pt>
          <cx:pt idx="29126">First_Product_Purchased</cx:pt>
          <cx:pt idx="29127">First_Product_Purchased</cx:pt>
          <cx:pt idx="29128">First_Product_Purchased</cx:pt>
          <cx:pt idx="29129">First_Product_Purchased</cx:pt>
          <cx:pt idx="29130">First_Product_Purchased</cx:pt>
          <cx:pt idx="29131">First_Product_Purchased</cx:pt>
          <cx:pt idx="29132">First_Product_Purchased</cx:pt>
          <cx:pt idx="29133">First_Product_Purchased</cx:pt>
          <cx:pt idx="29134">Second_Product_Purchased</cx:pt>
          <cx:pt idx="29135">Second_Product_Purchased</cx:pt>
          <cx:pt idx="29136">First_Product_Purchased</cx:pt>
          <cx:pt idx="29137">First_Product_Purchased</cx:pt>
          <cx:pt idx="29138">Second_Product_Purchased</cx:pt>
          <cx:pt idx="29139">First_Product_Purchased</cx:pt>
          <cx:pt idx="29140">First_Product_Purchased</cx:pt>
          <cx:pt idx="29141">First_Product_Purchased</cx:pt>
          <cx:pt idx="29142">First_Product_Purchased</cx:pt>
          <cx:pt idx="29143">Second_Product_Purchased</cx:pt>
          <cx:pt idx="29144">First_Product_Purchased</cx:pt>
          <cx:pt idx="29145">First_Product_Purchased</cx:pt>
          <cx:pt idx="29146">First_Product_Purchased</cx:pt>
          <cx:pt idx="29147">First_Product_Purchased</cx:pt>
          <cx:pt idx="29148">Second_Product_Purchased</cx:pt>
          <cx:pt idx="29149">First_Product_Purchased</cx:pt>
          <cx:pt idx="29150">First_Product_Purchased</cx:pt>
          <cx:pt idx="29151">First_Product_Purchased</cx:pt>
          <cx:pt idx="29152">First_Product_Purchased</cx:pt>
          <cx:pt idx="29153">First_Product_Purchased</cx:pt>
          <cx:pt idx="29154">Second_Product_Purchased</cx:pt>
          <cx:pt idx="29155">Second_Product_Purchased</cx:pt>
          <cx:pt idx="29156">First_Product_Purchased</cx:pt>
          <cx:pt idx="29157">First_Product_Purchased</cx:pt>
          <cx:pt idx="29158">First_Product_Purchased</cx:pt>
          <cx:pt idx="29159">First_Product_Purchased</cx:pt>
          <cx:pt idx="29160">First_Product_Purchased</cx:pt>
          <cx:pt idx="29161">First_Product_Purchased</cx:pt>
          <cx:pt idx="29162">First_Product_Purchased</cx:pt>
          <cx:pt idx="29163">First_Product_Purchased</cx:pt>
          <cx:pt idx="29164">Second_Product_Purchased</cx:pt>
          <cx:pt idx="29165">First_Product_Purchased</cx:pt>
          <cx:pt idx="29166">First_Product_Purchased</cx:pt>
          <cx:pt idx="29167">First_Product_Purchased</cx:pt>
          <cx:pt idx="29168">First_Product_Purchased</cx:pt>
          <cx:pt idx="29169">First_Product_Purchased</cx:pt>
          <cx:pt idx="29170">First_Product_Purchased</cx:pt>
          <cx:pt idx="29171">First_Product_Purchased</cx:pt>
          <cx:pt idx="29172">Second_Product_Purchased</cx:pt>
          <cx:pt idx="29173">First_Product_Purchased</cx:pt>
          <cx:pt idx="29174">Second_Product_Purchased</cx:pt>
          <cx:pt idx="29175">First_Product_Purchased</cx:pt>
          <cx:pt idx="29176">First_Product_Purchased</cx:pt>
          <cx:pt idx="29177">First_Product_Purchased</cx:pt>
          <cx:pt idx="29178">First_Product_Purchased</cx:pt>
          <cx:pt idx="29179">Second_Product_Purchased</cx:pt>
          <cx:pt idx="29180">First_Product_Purchased</cx:pt>
          <cx:pt idx="29181">First_Product_Purchased</cx:pt>
          <cx:pt idx="29182">Second_Product_Purchased</cx:pt>
          <cx:pt idx="29183">First_Product_Purchased</cx:pt>
          <cx:pt idx="29184">First_Product_Purchased</cx:pt>
          <cx:pt idx="29185">First_Product_Purchased</cx:pt>
          <cx:pt idx="29186">First_Product_Purchased</cx:pt>
          <cx:pt idx="29187">First_Product_Purchased</cx:pt>
          <cx:pt idx="29188">First_Product_Purchased</cx:pt>
          <cx:pt idx="29189">First_Product_Purchased</cx:pt>
          <cx:pt idx="29190">First_Product_Purchased</cx:pt>
          <cx:pt idx="29191">First_Product_Purchased</cx:pt>
          <cx:pt idx="29192">Second_Product_Purchased</cx:pt>
          <cx:pt idx="29193">First_Product_Purchased</cx:pt>
          <cx:pt idx="29194">First_Product_Purchased</cx:pt>
          <cx:pt idx="29195">First_Product_Purchased</cx:pt>
          <cx:pt idx="29196">Second_Product_Purchased</cx:pt>
          <cx:pt idx="29197">Second_Product_Purchased</cx:pt>
          <cx:pt idx="29198">Second_Product_Purchased</cx:pt>
          <cx:pt idx="29199">First_Product_Purchased</cx:pt>
          <cx:pt idx="29200">First_Product_Purchased</cx:pt>
          <cx:pt idx="29201">First_Product_Purchased</cx:pt>
          <cx:pt idx="29202">First_Product_Purchased</cx:pt>
          <cx:pt idx="29203">First_Product_Purchased</cx:pt>
          <cx:pt idx="29204">First_Product_Purchased</cx:pt>
          <cx:pt idx="29205">First_Product_Purchased</cx:pt>
          <cx:pt idx="29206">Second_Product_Purchased</cx:pt>
          <cx:pt idx="29207">First_Product_Purchased</cx:pt>
          <cx:pt idx="29208">First_Product_Purchased</cx:pt>
          <cx:pt idx="29209">First_Product_Purchased</cx:pt>
          <cx:pt idx="29210">First_Product_Purchased</cx:pt>
          <cx:pt idx="29211">First_Product_Purchased</cx:pt>
          <cx:pt idx="29212">First_Product_Purchased</cx:pt>
          <cx:pt idx="29213">First_Product_Purchased</cx:pt>
          <cx:pt idx="29214">First_Product_Purchased</cx:pt>
          <cx:pt idx="29215">First_Product_Purchased</cx:pt>
          <cx:pt idx="29216">First_Product_Purchased</cx:pt>
          <cx:pt idx="29217">Second_Product_Purchased</cx:pt>
          <cx:pt idx="29218">First_Product_Purchased</cx:pt>
          <cx:pt idx="29219">First_Product_Purchased</cx:pt>
          <cx:pt idx="29220">First_Product_Purchased</cx:pt>
          <cx:pt idx="29221">First_Product_Purchased</cx:pt>
          <cx:pt idx="29222">First_Product_Purchased</cx:pt>
          <cx:pt idx="29223">First_Product_Purchased</cx:pt>
          <cx:pt idx="29224">First_Product_Purchased</cx:pt>
          <cx:pt idx="29225">First_Product_Purchased</cx:pt>
          <cx:pt idx="29226">First_Product_Purchased</cx:pt>
          <cx:pt idx="29227">Second_Product_Purchased</cx:pt>
          <cx:pt idx="29228">First_Product_Purchased</cx:pt>
          <cx:pt idx="29229">First_Product_Purchased</cx:pt>
          <cx:pt idx="29230">First_Product_Purchased</cx:pt>
          <cx:pt idx="29231">Second_Product_Purchased</cx:pt>
          <cx:pt idx="29232">First_Product_Purchased</cx:pt>
          <cx:pt idx="29233">First_Product_Purchased</cx:pt>
          <cx:pt idx="29234">First_Product_Purchased</cx:pt>
          <cx:pt idx="29235">Second_Product_Purchased</cx:pt>
          <cx:pt idx="29236">First_Product_Purchased</cx:pt>
          <cx:pt idx="29237">Second_Product_Purchased</cx:pt>
          <cx:pt idx="29238">First_Product_Purchased</cx:pt>
          <cx:pt idx="29239">First_Product_Purchased</cx:pt>
          <cx:pt idx="29240">Second_Product_Purchased</cx:pt>
          <cx:pt idx="29241">First_Product_Purchased</cx:pt>
          <cx:pt idx="29242">Second_Product_Purchased</cx:pt>
          <cx:pt idx="29243">First_Product_Purchased</cx:pt>
          <cx:pt idx="29244">First_Product_Purchased</cx:pt>
          <cx:pt idx="29245">First_Product_Purchased</cx:pt>
          <cx:pt idx="29246">Second_Product_Purchased</cx:pt>
          <cx:pt idx="29247">First_Product_Purchased</cx:pt>
          <cx:pt idx="29248">First_Product_Purchased</cx:pt>
          <cx:pt idx="29249">First_Product_Purchased</cx:pt>
          <cx:pt idx="29250">First_Product_Purchased</cx:pt>
          <cx:pt idx="29251">First_Product_Purchased</cx:pt>
          <cx:pt idx="29252">First_Product_Purchased</cx:pt>
          <cx:pt idx="29253">First_Product_Purchased</cx:pt>
          <cx:pt idx="29254">First_Product_Purchased</cx:pt>
          <cx:pt idx="29255">First_Product_Purchased</cx:pt>
          <cx:pt idx="29256">First_Product_Purchased</cx:pt>
          <cx:pt idx="29257">First_Product_Purchased</cx:pt>
          <cx:pt idx="29258">First_Product_Purchased</cx:pt>
          <cx:pt idx="29259">First_Product_Purchased</cx:pt>
          <cx:pt idx="29260">First_Product_Purchased</cx:pt>
          <cx:pt idx="29261">First_Product_Purchased</cx:pt>
          <cx:pt idx="29262">First_Product_Purchased</cx:pt>
          <cx:pt idx="29263">First_Product_Purchased</cx:pt>
          <cx:pt idx="29264">First_Product_Purchased</cx:pt>
          <cx:pt idx="29265">First_Product_Purchased</cx:pt>
          <cx:pt idx="29266">Second_Product_Purchased</cx:pt>
          <cx:pt idx="29267">First_Product_Purchased</cx:pt>
          <cx:pt idx="29268">First_Product_Purchased</cx:pt>
          <cx:pt idx="29269">First_Product_Purchased</cx:pt>
          <cx:pt idx="29270">First_Product_Purchased</cx:pt>
          <cx:pt idx="29271">First_Product_Purchased</cx:pt>
          <cx:pt idx="29272">First_Product_Purchased</cx:pt>
          <cx:pt idx="29273">First_Product_Purchased</cx:pt>
          <cx:pt idx="29274">First_Product_Purchased</cx:pt>
          <cx:pt idx="29275">Second_Product_Purchased</cx:pt>
          <cx:pt idx="29276">First_Product_Purchased</cx:pt>
          <cx:pt idx="29277">First_Product_Purchased</cx:pt>
          <cx:pt idx="29278">First_Product_Purchased</cx:pt>
          <cx:pt idx="29279">First_Product_Purchased</cx:pt>
          <cx:pt idx="29280">First_Product_Purchased</cx:pt>
          <cx:pt idx="29281">First_Product_Purchased</cx:pt>
          <cx:pt idx="29282">Second_Product_Purchased</cx:pt>
          <cx:pt idx="29283">First_Product_Purchased</cx:pt>
          <cx:pt idx="29284">First_Product_Purchased</cx:pt>
          <cx:pt idx="29285">First_Product_Purchased</cx:pt>
          <cx:pt idx="29286">First_Product_Purchased</cx:pt>
          <cx:pt idx="29287">First_Product_Purchased</cx:pt>
          <cx:pt idx="29288">First_Product_Purchased</cx:pt>
          <cx:pt idx="29289">First_Product_Purchased</cx:pt>
          <cx:pt idx="29290">First_Product_Purchased</cx:pt>
          <cx:pt idx="29291">First_Product_Purchased</cx:pt>
          <cx:pt idx="29292">First_Product_Purchased</cx:pt>
          <cx:pt idx="29293">First_Product_Purchased</cx:pt>
          <cx:pt idx="29294">First_Product_Purchased</cx:pt>
          <cx:pt idx="29295">First_Product_Purchased</cx:pt>
          <cx:pt idx="29296">First_Product_Purchased</cx:pt>
          <cx:pt idx="29297">First_Product_Purchased</cx:pt>
          <cx:pt idx="29298">First_Product_Purchased</cx:pt>
          <cx:pt idx="29299">First_Product_Purchased</cx:pt>
          <cx:pt idx="29300">First_Product_Purchased</cx:pt>
          <cx:pt idx="29301">First_Product_Purchased</cx:pt>
          <cx:pt idx="29302">Second_Product_Purchased</cx:pt>
          <cx:pt idx="29303">First_Product_Purchased</cx:pt>
          <cx:pt idx="29304">First_Product_Purchased</cx:pt>
          <cx:pt idx="29305">First_Product_Purchased</cx:pt>
          <cx:pt idx="29306">First_Product_Purchased</cx:pt>
          <cx:pt idx="29307">First_Product_Purchased</cx:pt>
          <cx:pt idx="29308">First_Product_Purchased</cx:pt>
          <cx:pt idx="29309">First_Product_Purchased</cx:pt>
          <cx:pt idx="29310">First_Product_Purchased</cx:pt>
          <cx:pt idx="29311">First_Product_Purchased</cx:pt>
          <cx:pt idx="29312">First_Product_Purchased</cx:pt>
          <cx:pt idx="29313">First_Product_Purchased</cx:pt>
          <cx:pt idx="29314">First_Product_Purchased</cx:pt>
          <cx:pt idx="29315">First_Product_Purchased</cx:pt>
          <cx:pt idx="29316">First_Product_Purchased</cx:pt>
          <cx:pt idx="29317">First_Product_Purchased</cx:pt>
          <cx:pt idx="29318">First_Product_Purchased</cx:pt>
          <cx:pt idx="29319">First_Product_Purchased</cx:pt>
          <cx:pt idx="29320">First_Product_Purchased</cx:pt>
          <cx:pt idx="29321">First_Product_Purchased</cx:pt>
          <cx:pt idx="29322">First_Product_Purchased</cx:pt>
          <cx:pt idx="29323">First_Product_Purchased</cx:pt>
          <cx:pt idx="29324">First_Product_Purchased</cx:pt>
          <cx:pt idx="29325">First_Product_Purchased</cx:pt>
          <cx:pt idx="29326">First_Product_Purchased</cx:pt>
          <cx:pt idx="29327">First_Product_Purchased</cx:pt>
          <cx:pt idx="29328">First_Product_Purchased</cx:pt>
          <cx:pt idx="29329">Second_Product_Purchased</cx:pt>
          <cx:pt idx="29330">First_Product_Purchased</cx:pt>
          <cx:pt idx="29331">First_Product_Purchased</cx:pt>
          <cx:pt idx="29332">First_Product_Purchased</cx:pt>
          <cx:pt idx="29333">First_Product_Purchased</cx:pt>
          <cx:pt idx="29334">First_Product_Purchased</cx:pt>
          <cx:pt idx="29335">First_Product_Purchased</cx:pt>
          <cx:pt idx="29336">First_Product_Purchased</cx:pt>
          <cx:pt idx="29337">First_Product_Purchased</cx:pt>
          <cx:pt idx="29338">First_Product_Purchased</cx:pt>
          <cx:pt idx="29339">First_Product_Purchased</cx:pt>
          <cx:pt idx="29340">First_Product_Purchased</cx:pt>
          <cx:pt idx="29341">First_Product_Purchased</cx:pt>
          <cx:pt idx="29342">First_Product_Purchased</cx:pt>
          <cx:pt idx="29343">First_Product_Purchased</cx:pt>
          <cx:pt idx="29344">First_Product_Purchased</cx:pt>
          <cx:pt idx="29345">First_Product_Purchased</cx:pt>
          <cx:pt idx="29346">First_Product_Purchased</cx:pt>
          <cx:pt idx="29347">First_Product_Purchased</cx:pt>
          <cx:pt idx="29348">First_Product_Purchased</cx:pt>
          <cx:pt idx="29349">First_Product_Purchased</cx:pt>
          <cx:pt idx="29350">First_Product_Purchased</cx:pt>
          <cx:pt idx="29351">First_Product_Purchased</cx:pt>
          <cx:pt idx="29352">First_Product_Purchased</cx:pt>
          <cx:pt idx="29353">First_Product_Purchased</cx:pt>
          <cx:pt idx="29354">First_Product_Purchased</cx:pt>
          <cx:pt idx="29355">First_Product_Purchased</cx:pt>
          <cx:pt idx="29356">First_Product_Purchased</cx:pt>
          <cx:pt idx="29357">Second_Product_Purchased</cx:pt>
          <cx:pt idx="29358">First_Product_Purchased</cx:pt>
          <cx:pt idx="29359">First_Product_Purchased</cx:pt>
          <cx:pt idx="29360">First_Product_Purchased</cx:pt>
          <cx:pt idx="29361">First_Product_Purchased</cx:pt>
          <cx:pt idx="29362">First_Product_Purchased</cx:pt>
          <cx:pt idx="29363">First_Product_Purchased</cx:pt>
          <cx:pt idx="29364">First_Product_Purchased</cx:pt>
          <cx:pt idx="29365">First_Product_Purchased</cx:pt>
          <cx:pt idx="29366">First_Product_Purchased</cx:pt>
          <cx:pt idx="29367">First_Product_Purchased</cx:pt>
          <cx:pt idx="29368">First_Product_Purchased</cx:pt>
          <cx:pt idx="29369">First_Product_Purchased</cx:pt>
          <cx:pt idx="29370">First_Product_Purchased</cx:pt>
          <cx:pt idx="29371">First_Product_Purchased</cx:pt>
          <cx:pt idx="29372">First_Product_Purchased</cx:pt>
          <cx:pt idx="29373">First_Product_Purchased</cx:pt>
          <cx:pt idx="29374">First_Product_Purchased</cx:pt>
          <cx:pt idx="29375">First_Product_Purchased</cx:pt>
          <cx:pt idx="29376">First_Product_Purchased</cx:pt>
          <cx:pt idx="29377">First_Product_Purchased</cx:pt>
          <cx:pt idx="29378">First_Product_Purchased</cx:pt>
          <cx:pt idx="29379">First_Product_Purchased</cx:pt>
          <cx:pt idx="29380">First_Product_Purchased</cx:pt>
          <cx:pt idx="29381">First_Product_Purchased</cx:pt>
          <cx:pt idx="29382">First_Product_Purchased</cx:pt>
          <cx:pt idx="29383">First_Product_Purchased</cx:pt>
          <cx:pt idx="29384">First_Product_Purchased</cx:pt>
          <cx:pt idx="29385">First_Product_Purchased</cx:pt>
          <cx:pt idx="29386">First_Product_Purchased</cx:pt>
          <cx:pt idx="29387">First_Product_Purchased</cx:pt>
          <cx:pt idx="29388">First_Product_Purchased</cx:pt>
          <cx:pt idx="29389">First_Product_Purchased</cx:pt>
          <cx:pt idx="29390">First_Product_Purchased</cx:pt>
          <cx:pt idx="29391">First_Product_Purchased</cx:pt>
          <cx:pt idx="29392">First_Product_Purchased</cx:pt>
          <cx:pt idx="29393">First_Product_Purchased</cx:pt>
          <cx:pt idx="29394">First_Product_Purchased</cx:pt>
          <cx:pt idx="29395">First_Product_Purchased</cx:pt>
          <cx:pt idx="29396">First_Product_Purchased</cx:pt>
          <cx:pt idx="29397">First_Product_Purchased</cx:pt>
          <cx:pt idx="29398">First_Product_Purchased</cx:pt>
          <cx:pt idx="29399">First_Product_Purchased</cx:pt>
          <cx:pt idx="29400">First_Product_Purchased</cx:pt>
          <cx:pt idx="29401">First_Product_Purchased</cx:pt>
          <cx:pt idx="29402">First_Product_Purchased</cx:pt>
          <cx:pt idx="29403">First_Product_Purchased</cx:pt>
          <cx:pt idx="29404">First_Product_Purchased</cx:pt>
          <cx:pt idx="29405">First_Product_Purchased</cx:pt>
          <cx:pt idx="29406">First_Product_Purchased</cx:pt>
          <cx:pt idx="29407">First_Product_Purchased</cx:pt>
          <cx:pt idx="29408">First_Product_Purchased</cx:pt>
          <cx:pt idx="29409">First_Product_Purchased</cx:pt>
          <cx:pt idx="29410">First_Product_Purchased</cx:pt>
          <cx:pt idx="29411">First_Product_Purchased</cx:pt>
          <cx:pt idx="29412">First_Product_Purchased</cx:pt>
          <cx:pt idx="29413">First_Product_Purchased</cx:pt>
          <cx:pt idx="29414">First_Product_Purchased</cx:pt>
          <cx:pt idx="29415">First_Product_Purchased</cx:pt>
          <cx:pt idx="29416">First_Product_Purchased</cx:pt>
          <cx:pt idx="29417">First_Product_Purchased</cx:pt>
          <cx:pt idx="29418">Second_Product_Purchased</cx:pt>
          <cx:pt idx="29419">First_Product_Purchased</cx:pt>
          <cx:pt idx="29420">First_Product_Purchased</cx:pt>
          <cx:pt idx="29421">First_Product_Purchased</cx:pt>
          <cx:pt idx="29422">First_Product_Purchased</cx:pt>
          <cx:pt idx="29423">First_Product_Purchased</cx:pt>
          <cx:pt idx="29424">First_Product_Purchased</cx:pt>
          <cx:pt idx="29425">First_Product_Purchased</cx:pt>
          <cx:pt idx="29426">First_Product_Purchased</cx:pt>
          <cx:pt idx="29427">First_Product_Purchased</cx:pt>
          <cx:pt idx="29428">First_Product_Purchased</cx:pt>
          <cx:pt idx="29429">First_Product_Purchased</cx:pt>
          <cx:pt idx="29430">First_Product_Purchased</cx:pt>
          <cx:pt idx="29431">First_Product_Purchased</cx:pt>
          <cx:pt idx="29432">First_Product_Purchased</cx:pt>
          <cx:pt idx="29433">First_Product_Purchased</cx:pt>
          <cx:pt idx="29434">First_Product_Purchased</cx:pt>
          <cx:pt idx="29435">First_Product_Purchased</cx:pt>
          <cx:pt idx="29436">First_Product_Purchased</cx:pt>
          <cx:pt idx="29437">First_Product_Purchased</cx:pt>
          <cx:pt idx="29438">First_Product_Purchased</cx:pt>
          <cx:pt idx="29439">First_Product_Purchased</cx:pt>
          <cx:pt idx="29440">First_Product_Purchased</cx:pt>
          <cx:pt idx="29441">First_Product_Purchased</cx:pt>
          <cx:pt idx="29442">First_Product_Purchased</cx:pt>
          <cx:pt idx="29443">First_Product_Purchased</cx:pt>
          <cx:pt idx="29444">First_Product_Purchased</cx:pt>
          <cx:pt idx="29445">First_Product_Purchased</cx:pt>
          <cx:pt idx="29446">First_Product_Purchased</cx:pt>
          <cx:pt idx="29447">First_Product_Purchased</cx:pt>
          <cx:pt idx="29448">First_Product_Purchased</cx:pt>
          <cx:pt idx="29449">First_Product_Purchased</cx:pt>
          <cx:pt idx="29450">First_Product_Purchased</cx:pt>
          <cx:pt idx="29451">First_Product_Purchased</cx:pt>
          <cx:pt idx="29452">First_Product_Purchased</cx:pt>
          <cx:pt idx="29453">First_Product_Purchased</cx:pt>
          <cx:pt idx="29454">First_Product_Purchased</cx:pt>
          <cx:pt idx="29455">First_Product_Purchased</cx:pt>
          <cx:pt idx="29456">First_Product_Purchased</cx:pt>
          <cx:pt idx="29457">First_Product_Purchased</cx:pt>
          <cx:pt idx="29458">First_Product_Purchased</cx:pt>
          <cx:pt idx="29459">First_Product_Purchased</cx:pt>
          <cx:pt idx="29460">First_Product_Purchased</cx:pt>
          <cx:pt idx="29461">First_Product_Purchased</cx:pt>
          <cx:pt idx="29462">First_Product_Purchased</cx:pt>
          <cx:pt idx="29463">First_Product_Purchased</cx:pt>
          <cx:pt idx="29464">First_Product_Purchased</cx:pt>
          <cx:pt idx="29465">Second_Product_Purchased</cx:pt>
          <cx:pt idx="29466">First_Product_Purchased</cx:pt>
          <cx:pt idx="29467">First_Product_Purchased</cx:pt>
          <cx:pt idx="29468">First_Product_Purchased</cx:pt>
          <cx:pt idx="29469">First_Product_Purchased</cx:pt>
          <cx:pt idx="29470">First_Product_Purchased</cx:pt>
          <cx:pt idx="29471">First_Product_Purchased</cx:pt>
          <cx:pt idx="29472">First_Product_Purchased</cx:pt>
          <cx:pt idx="29473">First_Product_Purchased</cx:pt>
          <cx:pt idx="29474">First_Product_Purchased</cx:pt>
          <cx:pt idx="29475">First_Product_Purchased</cx:pt>
          <cx:pt idx="29476">First_Product_Purchased</cx:pt>
          <cx:pt idx="29477">First_Product_Purchased</cx:pt>
          <cx:pt idx="29478">First_Product_Purchased</cx:pt>
          <cx:pt idx="29479">First_Product_Purchased</cx:pt>
          <cx:pt idx="29480">First_Product_Purchased</cx:pt>
          <cx:pt idx="29481">First_Product_Purchased</cx:pt>
          <cx:pt idx="29482">First_Product_Purchased</cx:pt>
          <cx:pt idx="29483">First_Product_Purchased</cx:pt>
          <cx:pt idx="29484">First_Product_Purchased</cx:pt>
          <cx:pt idx="29485">First_Product_Purchased</cx:pt>
          <cx:pt idx="29486">First_Product_Purchased</cx:pt>
          <cx:pt idx="29487">First_Product_Purchased</cx:pt>
          <cx:pt idx="29488">First_Product_Purchased</cx:pt>
          <cx:pt idx="29489">First_Product_Purchased</cx:pt>
          <cx:pt idx="29490">First_Product_Purchased</cx:pt>
          <cx:pt idx="29491">First_Product_Purchased</cx:pt>
          <cx:pt idx="29492">First_Product_Purchased</cx:pt>
          <cx:pt idx="29493">First_Product_Purchased</cx:pt>
          <cx:pt idx="29494">First_Product_Purchased</cx:pt>
          <cx:pt idx="29495">First_Product_Purchased</cx:pt>
          <cx:pt idx="29496">First_Product_Purchased</cx:pt>
          <cx:pt idx="29497">First_Product_Purchased</cx:pt>
          <cx:pt idx="29498">First_Product_Purchased</cx:pt>
          <cx:pt idx="29499">First_Product_Purchased</cx:pt>
          <cx:pt idx="29500">First_Product_Purchased</cx:pt>
          <cx:pt idx="29501">First_Product_Purchased</cx:pt>
          <cx:pt idx="29502">First_Product_Purchased</cx:pt>
          <cx:pt idx="29503">First_Product_Purchased</cx:pt>
          <cx:pt idx="29504">First_Product_Purchased</cx:pt>
          <cx:pt idx="29505">First_Product_Purchased</cx:pt>
          <cx:pt idx="29506">First_Product_Purchased</cx:pt>
          <cx:pt idx="29507">First_Product_Purchased</cx:pt>
          <cx:pt idx="29508">First_Product_Purchased</cx:pt>
          <cx:pt idx="29509">First_Product_Purchased</cx:pt>
          <cx:pt idx="29510">First_Product_Purchased</cx:pt>
          <cx:pt idx="29511">First_Product_Purchased</cx:pt>
          <cx:pt idx="29512">First_Product_Purchased</cx:pt>
          <cx:pt idx="29513">First_Product_Purchased</cx:pt>
          <cx:pt idx="29514">First_Product_Purchased</cx:pt>
          <cx:pt idx="29515">First_Product_Purchased</cx:pt>
          <cx:pt idx="29516">First_Product_Purchased</cx:pt>
          <cx:pt idx="29517">Second_Product_Purchased</cx:pt>
          <cx:pt idx="29518">First_Product_Purchased</cx:pt>
          <cx:pt idx="29519">First_Product_Purchased</cx:pt>
          <cx:pt idx="29520">First_Product_Purchased</cx:pt>
          <cx:pt idx="29521">First_Product_Purchased</cx:pt>
          <cx:pt idx="29522">First_Product_Purchased</cx:pt>
          <cx:pt idx="29523">First_Product_Purchased</cx:pt>
          <cx:pt idx="29524">Second_Product_Purchased</cx:pt>
          <cx:pt idx="29525">First_Product_Purchased</cx:pt>
          <cx:pt idx="29526">First_Product_Purchased</cx:pt>
          <cx:pt idx="29527">First_Product_Purchased</cx:pt>
          <cx:pt idx="29528">First_Product_Purchased</cx:pt>
          <cx:pt idx="29529">First_Product_Purchased</cx:pt>
          <cx:pt idx="29530">First_Product_Purchased</cx:pt>
          <cx:pt idx="29531">First_Product_Purchased</cx:pt>
          <cx:pt idx="29532">First_Product_Purchased</cx:pt>
          <cx:pt idx="29533">First_Product_Purchased</cx:pt>
          <cx:pt idx="29534">Second_Product_Purchased</cx:pt>
          <cx:pt idx="29535">First_Product_Purchased</cx:pt>
          <cx:pt idx="29536">First_Product_Purchased</cx:pt>
          <cx:pt idx="29537">First_Product_Purchased</cx:pt>
          <cx:pt idx="29538">First_Product_Purchased</cx:pt>
          <cx:pt idx="29539">First_Product_Purchased</cx:pt>
          <cx:pt idx="29540">First_Product_Purchased</cx:pt>
          <cx:pt idx="29541">First_Product_Purchased</cx:pt>
          <cx:pt idx="29542">First_Product_Purchased</cx:pt>
          <cx:pt idx="29543">First_Product_Purchased</cx:pt>
          <cx:pt idx="29544">First_Product_Purchased</cx:pt>
          <cx:pt idx="29545">First_Product_Purchased</cx:pt>
          <cx:pt idx="29546">First_Product_Purchased</cx:pt>
          <cx:pt idx="29547">First_Product_Purchased</cx:pt>
          <cx:pt idx="29548">First_Product_Purchased</cx:pt>
          <cx:pt idx="29549">First_Product_Purchased</cx:pt>
          <cx:pt idx="29550">First_Product_Purchased</cx:pt>
          <cx:pt idx="29551">First_Product_Purchased</cx:pt>
          <cx:pt idx="29552">First_Product_Purchased</cx:pt>
          <cx:pt idx="29553">First_Product_Purchased</cx:pt>
          <cx:pt idx="29554">First_Product_Purchased</cx:pt>
          <cx:pt idx="29555">First_Product_Purchased</cx:pt>
          <cx:pt idx="29556">First_Product_Purchased</cx:pt>
          <cx:pt idx="29557">First_Product_Purchased</cx:pt>
          <cx:pt idx="29558">First_Product_Purchased</cx:pt>
          <cx:pt idx="29559">First_Product_Purchased</cx:pt>
          <cx:pt idx="29560">First_Product_Purchased</cx:pt>
          <cx:pt idx="29561">First_Product_Purchased</cx:pt>
          <cx:pt idx="29562">First_Product_Purchased</cx:pt>
          <cx:pt idx="29563">First_Product_Purchased</cx:pt>
          <cx:pt idx="29564">First_Product_Purchased</cx:pt>
          <cx:pt idx="29565">First_Product_Purchased</cx:pt>
          <cx:pt idx="29566">First_Product_Purchased</cx:pt>
          <cx:pt idx="29567">First_Product_Purchased</cx:pt>
          <cx:pt idx="29568">First_Product_Purchased</cx:pt>
          <cx:pt idx="29569">First_Product_Purchased</cx:pt>
          <cx:pt idx="29570">First_Product_Purchased</cx:pt>
          <cx:pt idx="29571">First_Product_Purchased</cx:pt>
          <cx:pt idx="29572">First_Product_Purchased</cx:pt>
          <cx:pt idx="29573">First_Product_Purchased</cx:pt>
          <cx:pt idx="29574">First_Product_Purchased</cx:pt>
          <cx:pt idx="29575">First_Product_Purchased</cx:pt>
          <cx:pt idx="29576">First_Product_Purchased</cx:pt>
          <cx:pt idx="29577">First_Product_Purchased</cx:pt>
          <cx:pt idx="29578">First_Product_Purchased</cx:pt>
          <cx:pt idx="29579">First_Product_Purchased</cx:pt>
          <cx:pt idx="29580">First_Product_Purchased</cx:pt>
          <cx:pt idx="29581">First_Product_Purchased</cx:pt>
          <cx:pt idx="29582">First_Product_Purchased</cx:pt>
          <cx:pt idx="29583">First_Product_Purchased</cx:pt>
          <cx:pt idx="29584">First_Product_Purchased</cx:pt>
          <cx:pt idx="29585">First_Product_Purchased</cx:pt>
          <cx:pt idx="29586">First_Product_Purchased</cx:pt>
          <cx:pt idx="29587">First_Product_Purchased</cx:pt>
          <cx:pt idx="29588">First_Product_Purchased</cx:pt>
          <cx:pt idx="29589">First_Product_Purchased</cx:pt>
          <cx:pt idx="29590">First_Product_Purchased</cx:pt>
          <cx:pt idx="29591">First_Product_Purchased</cx:pt>
          <cx:pt idx="29592">First_Product_Purchased</cx:pt>
          <cx:pt idx="29593">First_Product_Purchased</cx:pt>
          <cx:pt idx="29594">First_Product_Purchased</cx:pt>
          <cx:pt idx="29595">First_Product_Purchased</cx:pt>
          <cx:pt idx="29596">First_Product_Purchased</cx:pt>
          <cx:pt idx="29597">First_Product_Purchased</cx:pt>
          <cx:pt idx="29598">First_Product_Purchased</cx:pt>
          <cx:pt idx="29599">First_Product_Purchased</cx:pt>
          <cx:pt idx="29600">First_Product_Purchased</cx:pt>
          <cx:pt idx="29601">First_Product_Purchased</cx:pt>
          <cx:pt idx="29602">Second_Product_Purchased</cx:pt>
          <cx:pt idx="29603">First_Product_Purchased</cx:pt>
          <cx:pt idx="29604">First_Product_Purchased</cx:pt>
          <cx:pt idx="29605">First_Product_Purchased</cx:pt>
          <cx:pt idx="29606">First_Product_Purchased</cx:pt>
          <cx:pt idx="29607">First_Product_Purchased</cx:pt>
          <cx:pt idx="29608">First_Product_Purchased</cx:pt>
          <cx:pt idx="29609">First_Product_Purchased</cx:pt>
          <cx:pt idx="29610">First_Product_Purchased</cx:pt>
          <cx:pt idx="29611">First_Product_Purchased</cx:pt>
          <cx:pt idx="29612">First_Product_Purchased</cx:pt>
          <cx:pt idx="29613">First_Product_Purchased</cx:pt>
          <cx:pt idx="29614">First_Product_Purchased</cx:pt>
          <cx:pt idx="29615">First_Product_Purchased</cx:pt>
          <cx:pt idx="29616">First_Product_Purchased</cx:pt>
          <cx:pt idx="29617">First_Product_Purchased</cx:pt>
          <cx:pt idx="29618">First_Product_Purchased</cx:pt>
          <cx:pt idx="29619">First_Product_Purchased</cx:pt>
          <cx:pt idx="29620">First_Product_Purchased</cx:pt>
          <cx:pt idx="29621">First_Product_Purchased</cx:pt>
          <cx:pt idx="29622">First_Product_Purchased</cx:pt>
          <cx:pt idx="29623">First_Product_Purchased</cx:pt>
          <cx:pt idx="29624">First_Product_Purchased</cx:pt>
          <cx:pt idx="29625">First_Product_Purchased</cx:pt>
          <cx:pt idx="29626">First_Product_Purchased</cx:pt>
          <cx:pt idx="29627">First_Product_Purchased</cx:pt>
          <cx:pt idx="29628">First_Product_Purchased</cx:pt>
          <cx:pt idx="29629">First_Product_Purchased</cx:pt>
          <cx:pt idx="29630">First_Product_Purchased</cx:pt>
          <cx:pt idx="29631">First_Product_Purchased</cx:pt>
          <cx:pt idx="29632">First_Product_Purchased</cx:pt>
          <cx:pt idx="29633">First_Product_Purchased</cx:pt>
          <cx:pt idx="29634">First_Product_Purchased</cx:pt>
          <cx:pt idx="29635">First_Product_Purchased</cx:pt>
          <cx:pt idx="29636">First_Product_Purchased</cx:pt>
          <cx:pt idx="29637">First_Product_Purchased</cx:pt>
          <cx:pt idx="29638">First_Product_Purchased</cx:pt>
          <cx:pt idx="29639">First_Product_Purchased</cx:pt>
          <cx:pt idx="29640">First_Product_Purchased</cx:pt>
          <cx:pt idx="29641">First_Product_Purchased</cx:pt>
          <cx:pt idx="29642">First_Product_Purchased</cx:pt>
          <cx:pt idx="29643">First_Product_Purchased</cx:pt>
          <cx:pt idx="29644">First_Product_Purchased</cx:pt>
          <cx:pt idx="29645">Second_Product_Purchased</cx:pt>
          <cx:pt idx="29646">First_Product_Purchased</cx:pt>
          <cx:pt idx="29647">First_Product_Purchased</cx:pt>
          <cx:pt idx="29648">First_Product_Purchased</cx:pt>
          <cx:pt idx="29649">First_Product_Purchased</cx:pt>
          <cx:pt idx="29650">First_Product_Purchased</cx:pt>
          <cx:pt idx="29651">Second_Product_Purchased</cx:pt>
          <cx:pt idx="29652">First_Product_Purchased</cx:pt>
          <cx:pt idx="29653">First_Product_Purchased</cx:pt>
          <cx:pt idx="29654">First_Product_Purchased</cx:pt>
          <cx:pt idx="29655">First_Product_Purchased</cx:pt>
          <cx:pt idx="29656">First_Product_Purchased</cx:pt>
          <cx:pt idx="29657">First_Product_Purchased</cx:pt>
          <cx:pt idx="29658">Second_Product_Purchased</cx:pt>
          <cx:pt idx="29659">First_Product_Purchased</cx:pt>
          <cx:pt idx="29660">First_Product_Purchased</cx:pt>
          <cx:pt idx="29661">First_Product_Purchased</cx:pt>
          <cx:pt idx="29662">First_Product_Purchased</cx:pt>
          <cx:pt idx="29663">First_Product_Purchased</cx:pt>
          <cx:pt idx="29664">First_Product_Purchased</cx:pt>
          <cx:pt idx="29665">First_Product_Purchased</cx:pt>
          <cx:pt idx="29666">First_Product_Purchased</cx:pt>
          <cx:pt idx="29667">First_Product_Purchased</cx:pt>
          <cx:pt idx="29668">First_Product_Purchased</cx:pt>
          <cx:pt idx="29669">First_Product_Purchased</cx:pt>
          <cx:pt idx="29670">First_Product_Purchased</cx:pt>
          <cx:pt idx="29671">First_Product_Purchased</cx:pt>
          <cx:pt idx="29672">First_Product_Purchased</cx:pt>
          <cx:pt idx="29673">First_Product_Purchased</cx:pt>
          <cx:pt idx="29674">First_Product_Purchased</cx:pt>
          <cx:pt idx="29675">Second_Product_Purchased</cx:pt>
          <cx:pt idx="29676">Second_Product_Purchased</cx:pt>
          <cx:pt idx="29677">First_Product_Purchased</cx:pt>
          <cx:pt idx="29678">First_Product_Purchased</cx:pt>
          <cx:pt idx="29679">Second_Product_Purchased</cx:pt>
          <cx:pt idx="29680">First_Product_Purchased</cx:pt>
          <cx:pt idx="29681">Second_Product_Purchased</cx:pt>
          <cx:pt idx="29682">First_Product_Purchased</cx:pt>
          <cx:pt idx="29683">First_Product_Purchased</cx:pt>
          <cx:pt idx="29684">First_Product_Purchased</cx:pt>
          <cx:pt idx="29685">Second_Product_Purchased</cx:pt>
          <cx:pt idx="29686">Second_Product_Purchased</cx:pt>
          <cx:pt idx="29687">First_Product_Purchased</cx:pt>
          <cx:pt idx="29688">First_Product_Purchased</cx:pt>
          <cx:pt idx="29689">Second_Product_Purchased</cx:pt>
          <cx:pt idx="29690">Second_Product_Purchased</cx:pt>
          <cx:pt idx="29691">First_Product_Purchased</cx:pt>
          <cx:pt idx="29692">First_Product_Purchased</cx:pt>
          <cx:pt idx="29693">Second_Product_Purchased</cx:pt>
          <cx:pt idx="29694">First_Product_Purchased</cx:pt>
          <cx:pt idx="29695">First_Product_Purchased</cx:pt>
          <cx:pt idx="29696">First_Product_Purchased</cx:pt>
          <cx:pt idx="29697">First_Product_Purchased</cx:pt>
          <cx:pt idx="29698">Second_Product_Purchased</cx:pt>
          <cx:pt idx="29699">Second_Product_Purchased</cx:pt>
          <cx:pt idx="29700">First_Product_Purchased</cx:pt>
          <cx:pt idx="29701">First_Product_Purchased</cx:pt>
          <cx:pt idx="29702">First_Product_Purchased</cx:pt>
          <cx:pt idx="29703">Second_Product_Purchased</cx:pt>
          <cx:pt idx="29704">First_Product_Purchased</cx:pt>
          <cx:pt idx="29705">First_Product_Purchased</cx:pt>
          <cx:pt idx="29706">Second_Product_Purchased</cx:pt>
          <cx:pt idx="29707">First_Product_Purchased</cx:pt>
          <cx:pt idx="29708">First_Product_Purchased</cx:pt>
          <cx:pt idx="29709">First_Product_Purchased</cx:pt>
          <cx:pt idx="29710">Second_Product_Purchased</cx:pt>
          <cx:pt idx="29711">First_Product_Purchased</cx:pt>
          <cx:pt idx="29712">First_Product_Purchased</cx:pt>
          <cx:pt idx="29713">First_Product_Purchased</cx:pt>
          <cx:pt idx="29714">First_Product_Purchased</cx:pt>
          <cx:pt idx="29715">First_Product_Purchased</cx:pt>
          <cx:pt idx="29716">First_Product_Purchased</cx:pt>
          <cx:pt idx="29717">First_Product_Purchased</cx:pt>
          <cx:pt idx="29718">First_Product_Purchased</cx:pt>
          <cx:pt idx="29719">First_Product_Purchased</cx:pt>
          <cx:pt idx="29720">First_Product_Purchased</cx:pt>
          <cx:pt idx="29721">Second_Product_Purchased</cx:pt>
          <cx:pt idx="29722">First_Product_Purchased</cx:pt>
          <cx:pt idx="29723">Second_Product_Purchased</cx:pt>
          <cx:pt idx="29724">First_Product_Purchased</cx:pt>
          <cx:pt idx="29725">First_Product_Purchased</cx:pt>
          <cx:pt idx="29726">First_Product_Purchased</cx:pt>
          <cx:pt idx="29727">Second_Product_Purchased</cx:pt>
          <cx:pt idx="29728">First_Product_Purchased</cx:pt>
          <cx:pt idx="29729">First_Product_Purchased</cx:pt>
          <cx:pt idx="29730">First_Product_Purchased</cx:pt>
          <cx:pt idx="29731">First_Product_Purchased</cx:pt>
          <cx:pt idx="29732">First_Product_Purchased</cx:pt>
          <cx:pt idx="29733">First_Product_Purchased</cx:pt>
          <cx:pt idx="29734">First_Product_Purchased</cx:pt>
          <cx:pt idx="29735">Second_Product_Purchased</cx:pt>
          <cx:pt idx="29736">First_Product_Purchased</cx:pt>
          <cx:pt idx="29737">First_Product_Purchased</cx:pt>
          <cx:pt idx="29738">First_Product_Purchased</cx:pt>
          <cx:pt idx="29739">Second_Product_Purchased</cx:pt>
          <cx:pt idx="29740">First_Product_Purchased</cx:pt>
          <cx:pt idx="29741">First_Product_Purchased</cx:pt>
          <cx:pt idx="29742">First_Product_Purchased</cx:pt>
          <cx:pt idx="29743">First_Product_Purchased</cx:pt>
          <cx:pt idx="29744">Second_Product_Purchased</cx:pt>
          <cx:pt idx="29745">First_Product_Purchased</cx:pt>
          <cx:pt idx="29746">First_Product_Purchased</cx:pt>
          <cx:pt idx="29747">First_Product_Purchased</cx:pt>
          <cx:pt idx="29748">First_Product_Purchased</cx:pt>
          <cx:pt idx="29749">Second_Product_Purchased</cx:pt>
          <cx:pt idx="29750">First_Product_Purchased</cx:pt>
          <cx:pt idx="29751">Second_Product_Purchased</cx:pt>
          <cx:pt idx="29752">First_Product_Purchased</cx:pt>
          <cx:pt idx="29753">Second_Product_Purchased</cx:pt>
          <cx:pt idx="29754">First_Product_Purchased</cx:pt>
          <cx:pt idx="29755">First_Product_Purchased</cx:pt>
          <cx:pt idx="29756">First_Product_Purchased</cx:pt>
          <cx:pt idx="29757">First_Product_Purchased</cx:pt>
          <cx:pt idx="29758">Second_Product_Purchased</cx:pt>
          <cx:pt idx="29759">First_Product_Purchased</cx:pt>
          <cx:pt idx="29760">First_Product_Purchased</cx:pt>
          <cx:pt idx="29761">First_Product_Purchased</cx:pt>
          <cx:pt idx="29762">First_Product_Purchased</cx:pt>
          <cx:pt idx="29763">First_Product_Purchased</cx:pt>
          <cx:pt idx="29764">First_Product_Purchased</cx:pt>
          <cx:pt idx="29765">First_Product_Purchased</cx:pt>
          <cx:pt idx="29766">First_Product_Purchased</cx:pt>
          <cx:pt idx="29767">First_Product_Purchased</cx:pt>
          <cx:pt idx="29768">First_Product_Purchased</cx:pt>
          <cx:pt idx="29769">First_Product_Purchased</cx:pt>
          <cx:pt idx="29770">First_Product_Purchased</cx:pt>
          <cx:pt idx="29771">First_Product_Purchased</cx:pt>
          <cx:pt idx="29772">First_Product_Purchased</cx:pt>
          <cx:pt idx="29773">First_Product_Purchased</cx:pt>
          <cx:pt idx="29774">Second_Product_Purchased</cx:pt>
          <cx:pt idx="29775">First_Product_Purchased</cx:pt>
          <cx:pt idx="29776">First_Product_Purchased</cx:pt>
          <cx:pt idx="29777">First_Product_Purchased</cx:pt>
          <cx:pt idx="29778">First_Product_Purchased</cx:pt>
          <cx:pt idx="29779">Second_Product_Purchased</cx:pt>
          <cx:pt idx="29780">First_Product_Purchased</cx:pt>
          <cx:pt idx="29781">Second_Product_Purchased</cx:pt>
          <cx:pt idx="29782">First_Product_Purchased</cx:pt>
          <cx:pt idx="29783">First_Product_Purchased</cx:pt>
          <cx:pt idx="29784">First_Product_Purchased</cx:pt>
          <cx:pt idx="29785">Second_Product_Purchased</cx:pt>
          <cx:pt idx="29786">First_Product_Purchased</cx:pt>
          <cx:pt idx="29787">First_Product_Purchased</cx:pt>
          <cx:pt idx="29788">First_Product_Purchased</cx:pt>
          <cx:pt idx="29789">First_Product_Purchased</cx:pt>
          <cx:pt idx="29790">First_Product_Purchased</cx:pt>
          <cx:pt idx="29791">Second_Product_Purchased</cx:pt>
          <cx:pt idx="29792">First_Product_Purchased</cx:pt>
          <cx:pt idx="29793">First_Product_Purchased</cx:pt>
          <cx:pt idx="29794">First_Product_Purchased</cx:pt>
          <cx:pt idx="29795">Second_Product_Purchased</cx:pt>
          <cx:pt idx="29796">First_Product_Purchased</cx:pt>
          <cx:pt idx="29797">First_Product_Purchased</cx:pt>
          <cx:pt idx="29798">First_Product_Purchased</cx:pt>
          <cx:pt idx="29799">First_Product_Purchased</cx:pt>
          <cx:pt idx="29800">First_Product_Purchased</cx:pt>
          <cx:pt idx="29801">First_Product_Purchased</cx:pt>
          <cx:pt idx="29802">First_Product_Purchased</cx:pt>
          <cx:pt idx="29803">First_Product_Purchased</cx:pt>
          <cx:pt idx="29804">First_Product_Purchased</cx:pt>
          <cx:pt idx="29805">First_Product_Purchased</cx:pt>
          <cx:pt idx="29806">Second_Product_Purchased</cx:pt>
          <cx:pt idx="29807">Second_Product_Purchased</cx:pt>
          <cx:pt idx="29808">Second_Product_Purchased</cx:pt>
          <cx:pt idx="29809">First_Product_Purchased</cx:pt>
          <cx:pt idx="29810">Second_Product_Purchased</cx:pt>
          <cx:pt idx="29811">First_Product_Purchased</cx:pt>
          <cx:pt idx="29812">First_Product_Purchased</cx:pt>
          <cx:pt idx="29813">First_Product_Purchased</cx:pt>
          <cx:pt idx="29814">First_Product_Purchased</cx:pt>
          <cx:pt idx="29815">First_Product_Purchased</cx:pt>
          <cx:pt idx="29816">First_Product_Purchased</cx:pt>
          <cx:pt idx="29817">First_Product_Purchased</cx:pt>
          <cx:pt idx="29818">Second_Product_Purchased</cx:pt>
          <cx:pt idx="29819">Second_Product_Purchased</cx:pt>
          <cx:pt idx="29820">First_Product_Purchased</cx:pt>
          <cx:pt idx="29821">Second_Product_Purchased</cx:pt>
          <cx:pt idx="29822">Second_Product_Purchased</cx:pt>
          <cx:pt idx="29823">First_Product_Purchased</cx:pt>
          <cx:pt idx="29824">First_Product_Purchased</cx:pt>
          <cx:pt idx="29825">Second_Product_Purchased</cx:pt>
          <cx:pt idx="29826">First_Product_Purchased</cx:pt>
          <cx:pt idx="29827">Second_Product_Purchased</cx:pt>
          <cx:pt idx="29828">Second_Product_Purchased</cx:pt>
          <cx:pt idx="29829">First_Product_Purchased</cx:pt>
          <cx:pt idx="29830">First_Product_Purchased</cx:pt>
          <cx:pt idx="29831">First_Product_Purchased</cx:pt>
          <cx:pt idx="29832">First_Product_Purchased</cx:pt>
          <cx:pt idx="29833">First_Product_Purchased</cx:pt>
          <cx:pt idx="29834">Second_Product_Purchased</cx:pt>
          <cx:pt idx="29835">First_Product_Purchased</cx:pt>
          <cx:pt idx="29836">First_Product_Purchased</cx:pt>
          <cx:pt idx="29837">First_Product_Purchased</cx:pt>
          <cx:pt idx="29838">Second_Product_Purchased</cx:pt>
          <cx:pt idx="29839">First_Product_Purchased</cx:pt>
          <cx:pt idx="29840">First_Product_Purchased</cx:pt>
          <cx:pt idx="29841">First_Product_Purchased</cx:pt>
          <cx:pt idx="29842">First_Product_Purchased</cx:pt>
          <cx:pt idx="29843">First_Product_Purchased</cx:pt>
          <cx:pt idx="29844">Second_Product_Purchased</cx:pt>
          <cx:pt idx="29845">First_Product_Purchased</cx:pt>
          <cx:pt idx="29846">First_Product_Purchased</cx:pt>
          <cx:pt idx="29847">First_Product_Purchased</cx:pt>
          <cx:pt idx="29848">First_Product_Purchased</cx:pt>
          <cx:pt idx="29849">Second_Product_Purchased</cx:pt>
          <cx:pt idx="29850">First_Product_Purchased</cx:pt>
          <cx:pt idx="29851">First_Product_Purchased</cx:pt>
          <cx:pt idx="29852">First_Product_Purchased</cx:pt>
          <cx:pt idx="29853">First_Product_Purchased</cx:pt>
          <cx:pt idx="29854">First_Product_Purchased</cx:pt>
          <cx:pt idx="29855">First_Product_Purchased</cx:pt>
          <cx:pt idx="29856">First_Product_Purchased</cx:pt>
          <cx:pt idx="29857">First_Product_Purchased</cx:pt>
          <cx:pt idx="29858">First_Product_Purchased</cx:pt>
          <cx:pt idx="29859">First_Product_Purchased</cx:pt>
          <cx:pt idx="29860">First_Product_Purchased</cx:pt>
          <cx:pt idx="29861">First_Product_Purchased</cx:pt>
          <cx:pt idx="29862">Second_Product_Purchased</cx:pt>
          <cx:pt idx="29863">First_Product_Purchased</cx:pt>
          <cx:pt idx="29864">First_Product_Purchased</cx:pt>
          <cx:pt idx="29865">First_Product_Purchased</cx:pt>
          <cx:pt idx="29866">First_Product_Purchased</cx:pt>
          <cx:pt idx="29867">First_Product_Purchased</cx:pt>
          <cx:pt idx="29868">Second_Product_Purchased</cx:pt>
          <cx:pt idx="29869">Second_Product_Purchased</cx:pt>
          <cx:pt idx="29870">First_Product_Purchased</cx:pt>
          <cx:pt idx="29871">First_Product_Purchased</cx:pt>
          <cx:pt idx="29872">Second_Product_Purchased</cx:pt>
          <cx:pt idx="29873">First_Product_Purchased</cx:pt>
          <cx:pt idx="29874">First_Product_Purchased</cx:pt>
          <cx:pt idx="29875">First_Product_Purchased</cx:pt>
          <cx:pt idx="29876">First_Product_Purchased</cx:pt>
          <cx:pt idx="29877">First_Product_Purchased</cx:pt>
          <cx:pt idx="29878">First_Product_Purchased</cx:pt>
          <cx:pt idx="29879">First_Product_Purchased</cx:pt>
          <cx:pt idx="29880">First_Product_Purchased</cx:pt>
          <cx:pt idx="29881">First_Product_Purchased</cx:pt>
          <cx:pt idx="29882">Second_Product_Purchased</cx:pt>
          <cx:pt idx="29883">First_Product_Purchased</cx:pt>
          <cx:pt idx="29884">Second_Product_Purchased</cx:pt>
          <cx:pt idx="29885">First_Product_Purchased</cx:pt>
          <cx:pt idx="29886">Second_Product_Purchased</cx:pt>
          <cx:pt idx="29887">First_Product_Purchased</cx:pt>
          <cx:pt idx="29888">Second_Product_Purchased</cx:pt>
          <cx:pt idx="29889">Second_Product_Purchased</cx:pt>
          <cx:pt idx="29890">Second_Product_Purchased</cx:pt>
          <cx:pt idx="29891">First_Product_Purchased</cx:pt>
          <cx:pt idx="29892">First_Product_Purchased</cx:pt>
          <cx:pt idx="29893">First_Product_Purchased</cx:pt>
          <cx:pt idx="29894">Second_Product_Purchased</cx:pt>
          <cx:pt idx="29895">Second_Product_Purchased</cx:pt>
          <cx:pt idx="29896">First_Product_Purchased</cx:pt>
          <cx:pt idx="29897">Second_Product_Purchased</cx:pt>
          <cx:pt idx="29898">First_Product_Purchased</cx:pt>
          <cx:pt idx="29899">First_Product_Purchased</cx:pt>
          <cx:pt idx="29900">First_Product_Purchased</cx:pt>
          <cx:pt idx="29901">First_Product_Purchased</cx:pt>
          <cx:pt idx="29902">First_Product_Purchased</cx:pt>
          <cx:pt idx="29903">First_Product_Purchased</cx:pt>
          <cx:pt idx="29904">First_Product_Purchased</cx:pt>
          <cx:pt idx="29905">First_Product_Purchased</cx:pt>
          <cx:pt idx="29906">First_Product_Purchased</cx:pt>
          <cx:pt idx="29907">First_Product_Purchased</cx:pt>
          <cx:pt idx="29908">First_Product_Purchased</cx:pt>
          <cx:pt idx="29909">First_Product_Purchased</cx:pt>
          <cx:pt idx="29910">First_Product_Purchased</cx:pt>
          <cx:pt idx="29911">Second_Product_Purchased</cx:pt>
          <cx:pt idx="29912">Second_Product_Purchased</cx:pt>
          <cx:pt idx="29913">First_Product_Purchased</cx:pt>
          <cx:pt idx="29914">First_Product_Purchased</cx:pt>
          <cx:pt idx="29915">First_Product_Purchased</cx:pt>
          <cx:pt idx="29916">First_Product_Purchased</cx:pt>
          <cx:pt idx="29917">First_Product_Purchased</cx:pt>
          <cx:pt idx="29918">First_Product_Purchased</cx:pt>
          <cx:pt idx="29919">First_Product_Purchased</cx:pt>
          <cx:pt idx="29920">Second_Product_Purchased</cx:pt>
          <cx:pt idx="29921">First_Product_Purchased</cx:pt>
          <cx:pt idx="29922">First_Product_Purchased</cx:pt>
          <cx:pt idx="29923">First_Product_Purchased</cx:pt>
          <cx:pt idx="29924">First_Product_Purchased</cx:pt>
          <cx:pt idx="29925">First_Product_Purchased</cx:pt>
          <cx:pt idx="29926">First_Product_Purchased</cx:pt>
          <cx:pt idx="29927">Second_Product_Purchased</cx:pt>
          <cx:pt idx="29928">First_Product_Purchased</cx:pt>
          <cx:pt idx="29929">First_Product_Purchased</cx:pt>
          <cx:pt idx="29930">First_Product_Purchased</cx:pt>
          <cx:pt idx="29931">First_Product_Purchased</cx:pt>
          <cx:pt idx="29932">First_Product_Purchased</cx:pt>
          <cx:pt idx="29933">First_Product_Purchased</cx:pt>
          <cx:pt idx="29934">First_Product_Purchased</cx:pt>
          <cx:pt idx="29935">First_Product_Purchased</cx:pt>
          <cx:pt idx="29936">First_Product_Purchased</cx:pt>
          <cx:pt idx="29937">First_Product_Purchased</cx:pt>
          <cx:pt idx="29938">First_Product_Purchased</cx:pt>
          <cx:pt idx="29939">Second_Product_Purchased</cx:pt>
          <cx:pt idx="29940">First_Product_Purchased</cx:pt>
          <cx:pt idx="29941">First_Product_Purchased</cx:pt>
          <cx:pt idx="29942">First_Product_Purchased</cx:pt>
          <cx:pt idx="29943">Second_Product_Purchased</cx:pt>
          <cx:pt idx="29944">First_Product_Purchased</cx:pt>
          <cx:pt idx="29945">First_Product_Purchased</cx:pt>
          <cx:pt idx="29946">Second_Product_Purchased</cx:pt>
          <cx:pt idx="29947">Second_Product_Purchased</cx:pt>
          <cx:pt idx="29948">Second_Product_Purchased</cx:pt>
          <cx:pt idx="29949">First_Product_Purchased</cx:pt>
          <cx:pt idx="29950">First_Product_Purchased</cx:pt>
          <cx:pt idx="29951">First_Product_Purchased</cx:pt>
          <cx:pt idx="29952">Second_Product_Purchased</cx:pt>
          <cx:pt idx="29953">First_Product_Purchased</cx:pt>
          <cx:pt idx="29954">First_Product_Purchased</cx:pt>
          <cx:pt idx="29955">First_Product_Purchased</cx:pt>
          <cx:pt idx="29956">First_Product_Purchased</cx:pt>
          <cx:pt idx="29957">First_Product_Purchased</cx:pt>
          <cx:pt idx="29958">First_Product_Purchased</cx:pt>
          <cx:pt idx="29959">Second_Product_Purchased</cx:pt>
          <cx:pt idx="29960">First_Product_Purchased</cx:pt>
          <cx:pt idx="29961">First_Product_Purchased</cx:pt>
          <cx:pt idx="29962">First_Product_Purchased</cx:pt>
          <cx:pt idx="29963">Second_Product_Purchased</cx:pt>
          <cx:pt idx="29964">Second_Product_Purchased</cx:pt>
          <cx:pt idx="29965">First_Product_Purchased</cx:pt>
          <cx:pt idx="29966">Second_Product_Purchased</cx:pt>
          <cx:pt idx="29967">First_Product_Purchased</cx:pt>
          <cx:pt idx="29968">First_Product_Purchased</cx:pt>
          <cx:pt idx="29969">Second_Product_Purchased</cx:pt>
          <cx:pt idx="29970">First_Product_Purchased</cx:pt>
          <cx:pt idx="29971">First_Product_Purchased</cx:pt>
          <cx:pt idx="29972">Second_Product_Purchased</cx:pt>
          <cx:pt idx="29973">First_Product_Purchased</cx:pt>
          <cx:pt idx="29974">First_Product_Purchased</cx:pt>
          <cx:pt idx="29975">First_Product_Purchased</cx:pt>
          <cx:pt idx="29976">First_Product_Purchased</cx:pt>
          <cx:pt idx="29977">Second_Product_Purchased</cx:pt>
          <cx:pt idx="29978">First_Product_Purchased</cx:pt>
          <cx:pt idx="29979">First_Product_Purchased</cx:pt>
          <cx:pt idx="29980">First_Product_Purchased</cx:pt>
          <cx:pt idx="29981">Second_Product_Purchased</cx:pt>
          <cx:pt idx="29982">First_Product_Purchased</cx:pt>
          <cx:pt idx="29983">First_Product_Purchased</cx:pt>
          <cx:pt idx="29984">Second_Product_Purchased</cx:pt>
          <cx:pt idx="29985">First_Product_Purchased</cx:pt>
          <cx:pt idx="29986">First_Product_Purchased</cx:pt>
          <cx:pt idx="29987">Second_Product_Purchased</cx:pt>
          <cx:pt idx="29988">First_Product_Purchased</cx:pt>
          <cx:pt idx="29989">First_Product_Purchased</cx:pt>
          <cx:pt idx="29990">First_Product_Purchased</cx:pt>
          <cx:pt idx="29991">First_Product_Purchased</cx:pt>
          <cx:pt idx="29992">First_Product_Purchased</cx:pt>
          <cx:pt idx="29993">First_Product_Purchased</cx:pt>
          <cx:pt idx="29994">First_Product_Purchased</cx:pt>
          <cx:pt idx="29995">First_Product_Purchased</cx:pt>
          <cx:pt idx="29996">First_Product_Purchased</cx:pt>
          <cx:pt idx="29997">First_Product_Purchased</cx:pt>
          <cx:pt idx="29998">First_Product_Purchased</cx:pt>
          <cx:pt idx="29999">First_Product_Purchased</cx:pt>
          <cx:pt idx="30000">First_Product_Purchased</cx:pt>
          <cx:pt idx="30001">First_Product_Purchased</cx:pt>
          <cx:pt idx="30002">First_Product_Purchased</cx:pt>
          <cx:pt idx="30003">First_Product_Purchased</cx:pt>
          <cx:pt idx="30004">First_Product_Purchased</cx:pt>
          <cx:pt idx="30005">First_Product_Purchased</cx:pt>
          <cx:pt idx="30006">First_Product_Purchased</cx:pt>
          <cx:pt idx="30007">First_Product_Purchased</cx:pt>
          <cx:pt idx="30008">Second_Product_Purchased</cx:pt>
          <cx:pt idx="30009">First_Product_Purchased</cx:pt>
          <cx:pt idx="30010">First_Product_Purchased</cx:pt>
          <cx:pt idx="30011">First_Product_Purchased</cx:pt>
          <cx:pt idx="30012">First_Product_Purchased</cx:pt>
          <cx:pt idx="30013">First_Product_Purchased</cx:pt>
          <cx:pt idx="30014">First_Product_Purchased</cx:pt>
          <cx:pt idx="30015">First_Product_Purchased</cx:pt>
          <cx:pt idx="30016">First_Product_Purchased</cx:pt>
          <cx:pt idx="30017">First_Product_Purchased</cx:pt>
          <cx:pt idx="30018">First_Product_Purchased</cx:pt>
          <cx:pt idx="30019">Second_Product_Purchased</cx:pt>
          <cx:pt idx="30020">First_Product_Purchased</cx:pt>
          <cx:pt idx="30021">First_Product_Purchased</cx:pt>
          <cx:pt idx="30022">Second_Product_Purchased</cx:pt>
          <cx:pt idx="30023">First_Product_Purchased</cx:pt>
          <cx:pt idx="30024">First_Product_Purchased</cx:pt>
          <cx:pt idx="30025">First_Product_Purchased</cx:pt>
          <cx:pt idx="30026">First_Product_Purchased</cx:pt>
          <cx:pt idx="30027">First_Product_Purchased</cx:pt>
          <cx:pt idx="30028">First_Product_Purchased</cx:pt>
          <cx:pt idx="30029">Second_Product_Purchased</cx:pt>
          <cx:pt idx="30030">Second_Product_Purchased</cx:pt>
          <cx:pt idx="30031">First_Product_Purchased</cx:pt>
          <cx:pt idx="30032">First_Product_Purchased</cx:pt>
          <cx:pt idx="30033">First_Product_Purchased</cx:pt>
          <cx:pt idx="30034">Second_Product_Purchased</cx:pt>
          <cx:pt idx="30035">Second_Product_Purchased</cx:pt>
          <cx:pt idx="30036">Second_Product_Purchased</cx:pt>
          <cx:pt idx="30037">First_Product_Purchased</cx:pt>
          <cx:pt idx="30038">First_Product_Purchased</cx:pt>
          <cx:pt idx="30039">First_Product_Purchased</cx:pt>
          <cx:pt idx="30040">First_Product_Purchased</cx:pt>
          <cx:pt idx="30041">First_Product_Purchased</cx:pt>
          <cx:pt idx="30042">Second_Product_Purchased</cx:pt>
          <cx:pt idx="30043">Second_Product_Purchased</cx:pt>
          <cx:pt idx="30044">First_Product_Purchased</cx:pt>
          <cx:pt idx="30045">First_Product_Purchased</cx:pt>
          <cx:pt idx="30046">First_Product_Purchased</cx:pt>
          <cx:pt idx="30047">First_Product_Purchased</cx:pt>
          <cx:pt idx="30048">Second_Product_Purchased</cx:pt>
          <cx:pt idx="30049">First_Product_Purchased</cx:pt>
          <cx:pt idx="30050">First_Product_Purchased</cx:pt>
          <cx:pt idx="30051">Second_Product_Purchased</cx:pt>
          <cx:pt idx="30052">First_Product_Purchased</cx:pt>
          <cx:pt idx="30053">First_Product_Purchased</cx:pt>
          <cx:pt idx="30054">First_Product_Purchased</cx:pt>
          <cx:pt idx="30055">Second_Product_Purchased</cx:pt>
          <cx:pt idx="30056">Second_Product_Purchased</cx:pt>
          <cx:pt idx="30057">Second_Product_Purchased</cx:pt>
          <cx:pt idx="30058">Second_Product_Purchased</cx:pt>
          <cx:pt idx="30059">First_Product_Purchased</cx:pt>
          <cx:pt idx="30060">First_Product_Purchased</cx:pt>
          <cx:pt idx="30061">Second_Product_Purchased</cx:pt>
          <cx:pt idx="30062">First_Product_Purchased</cx:pt>
          <cx:pt idx="30063">First_Product_Purchased</cx:pt>
          <cx:pt idx="30064">First_Product_Purchased</cx:pt>
          <cx:pt idx="30065">First_Product_Purchased</cx:pt>
          <cx:pt idx="30066">First_Product_Purchased</cx:pt>
          <cx:pt idx="30067">First_Product_Purchased</cx:pt>
          <cx:pt idx="30068">First_Product_Purchased</cx:pt>
          <cx:pt idx="30069">Second_Product_Purchased</cx:pt>
          <cx:pt idx="30070">First_Product_Purchased</cx:pt>
          <cx:pt idx="30071">First_Product_Purchased</cx:pt>
          <cx:pt idx="30072">First_Product_Purchased</cx:pt>
          <cx:pt idx="30073">First_Product_Purchased</cx:pt>
          <cx:pt idx="30074">First_Product_Purchased</cx:pt>
          <cx:pt idx="30075">First_Product_Purchased</cx:pt>
          <cx:pt idx="30076">Second_Product_Purchased</cx:pt>
          <cx:pt idx="30077">First_Product_Purchased</cx:pt>
          <cx:pt idx="30078">First_Product_Purchased</cx:pt>
          <cx:pt idx="30079">First_Product_Purchased</cx:pt>
          <cx:pt idx="30080">First_Product_Purchased</cx:pt>
          <cx:pt idx="30081">Second_Product_Purchased</cx:pt>
          <cx:pt idx="30082">First_Product_Purchased</cx:pt>
          <cx:pt idx="30083">Second_Product_Purchased</cx:pt>
          <cx:pt idx="30084">First_Product_Purchased</cx:pt>
          <cx:pt idx="30085">First_Product_Purchased</cx:pt>
          <cx:pt idx="30086">First_Product_Purchased</cx:pt>
          <cx:pt idx="30087">First_Product_Purchased</cx:pt>
          <cx:pt idx="30088">First_Product_Purchased</cx:pt>
          <cx:pt idx="30089">Second_Product_Purchased</cx:pt>
          <cx:pt idx="30090">First_Product_Purchased</cx:pt>
          <cx:pt idx="30091">Second_Product_Purchased</cx:pt>
          <cx:pt idx="30092">First_Product_Purchased</cx:pt>
          <cx:pt idx="30093">Second_Product_Purchased</cx:pt>
          <cx:pt idx="30094">First_Product_Purchased</cx:pt>
          <cx:pt idx="30095">Second_Product_Purchased</cx:pt>
          <cx:pt idx="30096">First_Product_Purchased</cx:pt>
          <cx:pt idx="30097">First_Product_Purchased</cx:pt>
          <cx:pt idx="30098">First_Product_Purchased</cx:pt>
          <cx:pt idx="30099">First_Product_Purchased</cx:pt>
          <cx:pt idx="30100">First_Product_Purchased</cx:pt>
          <cx:pt idx="30101">Second_Product_Purchased</cx:pt>
          <cx:pt idx="30102">First_Product_Purchased</cx:pt>
          <cx:pt idx="30103">First_Product_Purchased</cx:pt>
          <cx:pt idx="30104">First_Product_Purchased</cx:pt>
          <cx:pt idx="30105">First_Product_Purchased</cx:pt>
          <cx:pt idx="30106">First_Product_Purchased</cx:pt>
          <cx:pt idx="30107">Second_Product_Purchased</cx:pt>
          <cx:pt idx="30108">First_Product_Purchased</cx:pt>
          <cx:pt idx="30109">Second_Product_Purchased</cx:pt>
          <cx:pt idx="30110">First_Product_Purchased</cx:pt>
          <cx:pt idx="30111">First_Product_Purchased</cx:pt>
          <cx:pt idx="30112">First_Product_Purchased</cx:pt>
          <cx:pt idx="30113">Second_Product_Purchased</cx:pt>
          <cx:pt idx="30114">First_Product_Purchased</cx:pt>
          <cx:pt idx="30115">First_Product_Purchased</cx:pt>
          <cx:pt idx="30116">First_Product_Purchased</cx:pt>
          <cx:pt idx="30117">First_Product_Purchased</cx:pt>
          <cx:pt idx="30118">First_Product_Purchased</cx:pt>
          <cx:pt idx="30119">First_Product_Purchased</cx:pt>
          <cx:pt idx="30120">Second_Product_Purchased</cx:pt>
          <cx:pt idx="30121">First_Product_Purchased</cx:pt>
          <cx:pt idx="30122">Second_Product_Purchased</cx:pt>
          <cx:pt idx="30123">First_Product_Purchased</cx:pt>
          <cx:pt idx="30124">First_Product_Purchased</cx:pt>
          <cx:pt idx="30125">First_Product_Purchased</cx:pt>
          <cx:pt idx="30126">First_Product_Purchased</cx:pt>
          <cx:pt idx="30127">Second_Product_Purchased</cx:pt>
          <cx:pt idx="30128">First_Product_Purchased</cx:pt>
          <cx:pt idx="30129">First_Product_Purchased</cx:pt>
          <cx:pt idx="30130">First_Product_Purchased</cx:pt>
          <cx:pt idx="30131">First_Product_Purchased</cx:pt>
          <cx:pt idx="30132">Second_Product_Purchased</cx:pt>
          <cx:pt idx="30133">Second_Product_Purchased</cx:pt>
          <cx:pt idx="30134">First_Product_Purchased</cx:pt>
          <cx:pt idx="30135">Second_Product_Purchased</cx:pt>
          <cx:pt idx="30136">First_Product_Purchased</cx:pt>
          <cx:pt idx="30137">First_Product_Purchased</cx:pt>
          <cx:pt idx="30138">Second_Product_Purchased</cx:pt>
          <cx:pt idx="30139">First_Product_Purchased</cx:pt>
          <cx:pt idx="30140">First_Product_Purchased</cx:pt>
          <cx:pt idx="30141">First_Product_Purchased</cx:pt>
          <cx:pt idx="30142">First_Product_Purchased</cx:pt>
          <cx:pt idx="30143">Second_Product_Purchased</cx:pt>
          <cx:pt idx="30144">First_Product_Purchased</cx:pt>
          <cx:pt idx="30145">First_Product_Purchased</cx:pt>
          <cx:pt idx="30146">First_Product_Purchased</cx:pt>
          <cx:pt idx="30147">Second_Product_Purchased</cx:pt>
          <cx:pt idx="30148">First_Product_Purchased</cx:pt>
          <cx:pt idx="30149">First_Product_Purchased</cx:pt>
          <cx:pt idx="30150">Second_Product_Purchased</cx:pt>
          <cx:pt idx="30151">First_Product_Purchased</cx:pt>
          <cx:pt idx="30152">First_Product_Purchased</cx:pt>
          <cx:pt idx="30153">First_Product_Purchased</cx:pt>
          <cx:pt idx="30154">First_Product_Purchased</cx:pt>
          <cx:pt idx="30155">First_Product_Purchased</cx:pt>
          <cx:pt idx="30156">First_Product_Purchased</cx:pt>
          <cx:pt idx="30157">First_Product_Purchased</cx:pt>
          <cx:pt idx="30158">First_Product_Purchased</cx:pt>
          <cx:pt idx="30159">Second_Product_Purchased</cx:pt>
          <cx:pt idx="30160">Second_Product_Purchased</cx:pt>
          <cx:pt idx="30161">First_Product_Purchased</cx:pt>
          <cx:pt idx="30162">First_Product_Purchased</cx:pt>
          <cx:pt idx="30163">First_Product_Purchased</cx:pt>
          <cx:pt idx="30164">Second_Product_Purchased</cx:pt>
          <cx:pt idx="30165">Second_Product_Purchased</cx:pt>
          <cx:pt idx="30166">Second_Product_Purchased</cx:pt>
          <cx:pt idx="30167">First_Product_Purchased</cx:pt>
          <cx:pt idx="30168">First_Product_Purchased</cx:pt>
          <cx:pt idx="30169">First_Product_Purchased</cx:pt>
          <cx:pt idx="30170">First_Product_Purchased</cx:pt>
          <cx:pt idx="30171">Second_Product_Purchased</cx:pt>
          <cx:pt idx="30172">First_Product_Purchased</cx:pt>
          <cx:pt idx="30173">Second_Product_Purchased</cx:pt>
          <cx:pt idx="30174">First_Product_Purchased</cx:pt>
          <cx:pt idx="30175">Second_Product_Purchased</cx:pt>
          <cx:pt idx="30176">First_Product_Purchased</cx:pt>
          <cx:pt idx="30177">First_Product_Purchased</cx:pt>
          <cx:pt idx="30178">First_Product_Purchased</cx:pt>
          <cx:pt idx="30179">First_Product_Purchased</cx:pt>
          <cx:pt idx="30180">First_Product_Purchased</cx:pt>
          <cx:pt idx="30181">First_Product_Purchased</cx:pt>
          <cx:pt idx="30182">First_Product_Purchased</cx:pt>
          <cx:pt idx="30183">First_Product_Purchased</cx:pt>
          <cx:pt idx="30184">First_Product_Purchased</cx:pt>
          <cx:pt idx="30185">Second_Product_Purchased</cx:pt>
          <cx:pt idx="30186">Second_Product_Purchased</cx:pt>
          <cx:pt idx="30187">First_Product_Purchased</cx:pt>
          <cx:pt idx="30188">First_Product_Purchased</cx:pt>
          <cx:pt idx="30189">Second_Product_Purchased</cx:pt>
          <cx:pt idx="30190">First_Product_Purchased</cx:pt>
          <cx:pt idx="30191">First_Product_Purchased</cx:pt>
          <cx:pt idx="30192">Second_Product_Purchased</cx:pt>
          <cx:pt idx="30193">First_Product_Purchased</cx:pt>
          <cx:pt idx="30194">First_Product_Purchased</cx:pt>
          <cx:pt idx="30195">Second_Product_Purchased</cx:pt>
          <cx:pt idx="30196">Second_Product_Purchased</cx:pt>
          <cx:pt idx="30197">Second_Product_Purchased</cx:pt>
          <cx:pt idx="30198">Second_Product_Purchased</cx:pt>
          <cx:pt idx="30199">First_Product_Purchased</cx:pt>
          <cx:pt idx="30200">First_Product_Purchased</cx:pt>
          <cx:pt idx="30201">First_Product_Purchased</cx:pt>
          <cx:pt idx="30202">First_Product_Purchased</cx:pt>
          <cx:pt idx="30203">First_Product_Purchased</cx:pt>
          <cx:pt idx="30204">First_Product_Purchased</cx:pt>
          <cx:pt idx="30205">First_Product_Purchased</cx:pt>
          <cx:pt idx="30206">Second_Product_Purchased</cx:pt>
          <cx:pt idx="30207">First_Product_Purchased</cx:pt>
          <cx:pt idx="30208">First_Product_Purchased</cx:pt>
          <cx:pt idx="30209">First_Product_Purchased</cx:pt>
          <cx:pt idx="30210">First_Product_Purchased</cx:pt>
          <cx:pt idx="30211">First_Product_Purchased</cx:pt>
          <cx:pt idx="30212">Second_Product_Purchased</cx:pt>
          <cx:pt idx="30213">Second_Product_Purchased</cx:pt>
          <cx:pt idx="30214">Second_Product_Purchased</cx:pt>
          <cx:pt idx="30215">Second_Product_Purchased</cx:pt>
          <cx:pt idx="30216">First_Product_Purchased</cx:pt>
          <cx:pt idx="30217">First_Product_Purchased</cx:pt>
          <cx:pt idx="30218">First_Product_Purchased</cx:pt>
          <cx:pt idx="30219">Second_Product_Purchased</cx:pt>
          <cx:pt idx="30220">Second_Product_Purchased</cx:pt>
          <cx:pt idx="30221">Second_Product_Purchased</cx:pt>
          <cx:pt idx="30222">Second_Product_Purchased</cx:pt>
          <cx:pt idx="30223">First_Product_Purchased</cx:pt>
          <cx:pt idx="30224">First_Product_Purchased</cx:pt>
          <cx:pt idx="30225">First_Product_Purchased</cx:pt>
          <cx:pt idx="30226">Second_Product_Purchased</cx:pt>
          <cx:pt idx="30227">Second_Product_Purchased</cx:pt>
          <cx:pt idx="30228">First_Product_Purchased</cx:pt>
          <cx:pt idx="30229">First_Product_Purchased</cx:pt>
          <cx:pt idx="30230">Second_Product_Purchased</cx:pt>
          <cx:pt idx="30231">First_Product_Purchased</cx:pt>
          <cx:pt idx="30232">Second_Product_Purchased</cx:pt>
          <cx:pt idx="30233">First_Product_Purchased</cx:pt>
          <cx:pt idx="30234">First_Product_Purchased</cx:pt>
          <cx:pt idx="30235">First_Product_Purchased</cx:pt>
          <cx:pt idx="30236">Second_Product_Purchased</cx:pt>
          <cx:pt idx="30237">Second_Product_Purchased</cx:pt>
          <cx:pt idx="30238">First_Product_Purchased</cx:pt>
          <cx:pt idx="30239">Second_Product_Purchased</cx:pt>
          <cx:pt idx="30240">First_Product_Purchased</cx:pt>
          <cx:pt idx="30241">First_Product_Purchased</cx:pt>
          <cx:pt idx="30242">Second_Product_Purchased</cx:pt>
          <cx:pt idx="30243">First_Product_Purchased</cx:pt>
          <cx:pt idx="30244">First_Product_Purchased</cx:pt>
          <cx:pt idx="30245">First_Product_Purchased</cx:pt>
          <cx:pt idx="30246">First_Product_Purchased</cx:pt>
          <cx:pt idx="30247">First_Product_Purchased</cx:pt>
          <cx:pt idx="30248">First_Product_Purchased</cx:pt>
          <cx:pt idx="30249">First_Product_Purchased</cx:pt>
          <cx:pt idx="30250">Second_Product_Purchased</cx:pt>
          <cx:pt idx="30251">Second_Product_Purchased</cx:pt>
          <cx:pt idx="30252">First_Product_Purchased</cx:pt>
          <cx:pt idx="30253">First_Product_Purchased</cx:pt>
          <cx:pt idx="30254">Second_Product_Purchased</cx:pt>
          <cx:pt idx="30255">Second_Product_Purchased</cx:pt>
          <cx:pt idx="30256">First_Product_Purchased</cx:pt>
          <cx:pt idx="30257">First_Product_Purchased</cx:pt>
          <cx:pt idx="30258">Second_Product_Purchased</cx:pt>
          <cx:pt idx="30259">First_Product_Purchased</cx:pt>
          <cx:pt idx="30260">First_Product_Purchased</cx:pt>
          <cx:pt idx="30261">Second_Product_Purchased</cx:pt>
          <cx:pt idx="30262">First_Product_Purchased</cx:pt>
          <cx:pt idx="30263">Second_Product_Purchased</cx:pt>
          <cx:pt idx="30264">Second_Product_Purchased</cx:pt>
          <cx:pt idx="30265">First_Product_Purchased</cx:pt>
          <cx:pt idx="30266">Second_Product_Purchased</cx:pt>
          <cx:pt idx="30267">Second_Product_Purchased</cx:pt>
          <cx:pt idx="30268">First_Product_Purchased</cx:pt>
          <cx:pt idx="30269">First_Product_Purchased</cx:pt>
          <cx:pt idx="30270">Second_Product_Purchased</cx:pt>
          <cx:pt idx="30271">Second_Product_Purchased</cx:pt>
          <cx:pt idx="30272">First_Product_Purchased</cx:pt>
          <cx:pt idx="30273">Second_Product_Purchased</cx:pt>
          <cx:pt idx="30274">First_Product_Purchased</cx:pt>
          <cx:pt idx="30275">Second_Product_Purchased</cx:pt>
          <cx:pt idx="30276">Second_Product_Purchased</cx:pt>
          <cx:pt idx="30277">First_Product_Purchased</cx:pt>
          <cx:pt idx="30278">First_Product_Purchased</cx:pt>
          <cx:pt idx="30279">Second_Product_Purchased</cx:pt>
          <cx:pt idx="30280">First_Product_Purchased</cx:pt>
          <cx:pt idx="30281">First_Product_Purchased</cx:pt>
          <cx:pt idx="30282">Second_Product_Purchased</cx:pt>
          <cx:pt idx="30283">Second_Product_Purchased</cx:pt>
          <cx:pt idx="30284">First_Product_Purchased</cx:pt>
          <cx:pt idx="30285">Second_Product_Purchased</cx:pt>
          <cx:pt idx="30286">First_Product_Purchased</cx:pt>
          <cx:pt idx="30287">First_Product_Purchased</cx:pt>
          <cx:pt idx="30288">First_Product_Purchased</cx:pt>
          <cx:pt idx="30289">First_Product_Purchased</cx:pt>
          <cx:pt idx="30290">First_Product_Purchased</cx:pt>
          <cx:pt idx="30291">Second_Product_Purchased</cx:pt>
          <cx:pt idx="30292">First_Product_Purchased</cx:pt>
          <cx:pt idx="30293">First_Product_Purchased</cx:pt>
          <cx:pt idx="30294">First_Product_Purchased</cx:pt>
          <cx:pt idx="30295">First_Product_Purchased</cx:pt>
          <cx:pt idx="30296">Second_Product_Purchased</cx:pt>
          <cx:pt idx="30297">First_Product_Purchased</cx:pt>
          <cx:pt idx="30298">First_Product_Purchased</cx:pt>
          <cx:pt idx="30299">Second_Product_Purchased</cx:pt>
          <cx:pt idx="30300">First_Product_Purchased</cx:pt>
          <cx:pt idx="30301">First_Product_Purchased</cx:pt>
          <cx:pt idx="30302">First_Product_Purchased</cx:pt>
          <cx:pt idx="30303">First_Product_Purchased</cx:pt>
          <cx:pt idx="30304">First_Product_Purchased</cx:pt>
          <cx:pt idx="30305">First_Product_Purchased</cx:pt>
          <cx:pt idx="30306">First_Product_Purchased</cx:pt>
          <cx:pt idx="30307">Second_Product_Purchased</cx:pt>
          <cx:pt idx="30308">Second_Product_Purchased</cx:pt>
          <cx:pt idx="30309">Second_Product_Purchased</cx:pt>
          <cx:pt idx="30310">First_Product_Purchased</cx:pt>
          <cx:pt idx="30311">Second_Product_Purchased</cx:pt>
          <cx:pt idx="30312">Second_Product_Purchased</cx:pt>
          <cx:pt idx="30313">Second_Product_Purchased</cx:pt>
          <cx:pt idx="30314">First_Product_Purchased</cx:pt>
          <cx:pt idx="30315">First_Product_Purchased</cx:pt>
          <cx:pt idx="30316">First_Product_Purchased</cx:pt>
          <cx:pt idx="30317">Second_Product_Purchased</cx:pt>
          <cx:pt idx="30318">First_Product_Purchased</cx:pt>
          <cx:pt idx="30319">Second_Product_Purchased</cx:pt>
          <cx:pt idx="30320">First_Product_Purchased</cx:pt>
          <cx:pt idx="30321">Second_Product_Purchased</cx:pt>
          <cx:pt idx="30322">First_Product_Purchased</cx:pt>
          <cx:pt idx="30323">First_Product_Purchased</cx:pt>
          <cx:pt idx="30324">First_Product_Purchased</cx:pt>
          <cx:pt idx="30325">Second_Product_Purchased</cx:pt>
          <cx:pt idx="30326">First_Product_Purchased</cx:pt>
          <cx:pt idx="30327">First_Product_Purchased</cx:pt>
          <cx:pt idx="30328">Second_Product_Purchased</cx:pt>
          <cx:pt idx="30329">First_Product_Purchased</cx:pt>
          <cx:pt idx="30330">First_Product_Purchased</cx:pt>
          <cx:pt idx="30331">First_Product_Purchased</cx:pt>
          <cx:pt idx="30332">First_Product_Purchased</cx:pt>
          <cx:pt idx="30333">First_Product_Purchased</cx:pt>
          <cx:pt idx="30334">Second_Product_Purchased</cx:pt>
          <cx:pt idx="30335">First_Product_Purchased</cx:pt>
          <cx:pt idx="30336">First_Product_Purchased</cx:pt>
          <cx:pt idx="30337">First_Product_Purchased</cx:pt>
          <cx:pt idx="30338">First_Product_Purchased</cx:pt>
          <cx:pt idx="30339">First_Product_Purchased</cx:pt>
          <cx:pt idx="30340">First_Product_Purchased</cx:pt>
          <cx:pt idx="30341">First_Product_Purchased</cx:pt>
          <cx:pt idx="30342">First_Product_Purchased</cx:pt>
          <cx:pt idx="30343">First_Product_Purchased</cx:pt>
          <cx:pt idx="30344">First_Product_Purchased</cx:pt>
          <cx:pt idx="30345">First_Product_Purchased</cx:pt>
          <cx:pt idx="30346">Second_Product_Purchased</cx:pt>
          <cx:pt idx="30347">First_Product_Purchased</cx:pt>
          <cx:pt idx="30348">First_Product_Purchased</cx:pt>
          <cx:pt idx="30349">First_Product_Purchased</cx:pt>
          <cx:pt idx="30350">Second_Product_Purchased</cx:pt>
          <cx:pt idx="30351">Second_Product_Purchased</cx:pt>
          <cx:pt idx="30352">Second_Product_Purchased</cx:pt>
          <cx:pt idx="30353">First_Product_Purchased</cx:pt>
          <cx:pt idx="30354">Second_Product_Purchased</cx:pt>
          <cx:pt idx="30355">Second_Product_Purchased</cx:pt>
          <cx:pt idx="30356">First_Product_Purchased</cx:pt>
          <cx:pt idx="30357">First_Product_Purchased</cx:pt>
          <cx:pt idx="30358">Second_Product_Purchased</cx:pt>
          <cx:pt idx="30359">Second_Product_Purchased</cx:pt>
          <cx:pt idx="30360">First_Product_Purchased</cx:pt>
          <cx:pt idx="30361">Second_Product_Purchased</cx:pt>
          <cx:pt idx="30362">First_Product_Purchased</cx:pt>
          <cx:pt idx="30363">First_Product_Purchased</cx:pt>
          <cx:pt idx="30364">Second_Product_Purchased</cx:pt>
          <cx:pt idx="30365">First_Product_Purchased</cx:pt>
          <cx:pt idx="30366">First_Product_Purchased</cx:pt>
          <cx:pt idx="30367">First_Product_Purchased</cx:pt>
          <cx:pt idx="30368">First_Product_Purchased</cx:pt>
          <cx:pt idx="30369">Second_Product_Purchased</cx:pt>
          <cx:pt idx="30370">First_Product_Purchased</cx:pt>
          <cx:pt idx="30371">First_Product_Purchased</cx:pt>
          <cx:pt idx="30372">First_Product_Purchased</cx:pt>
          <cx:pt idx="30373">First_Product_Purchased</cx:pt>
          <cx:pt idx="30374">First_Product_Purchased</cx:pt>
          <cx:pt idx="30375">First_Product_Purchased</cx:pt>
          <cx:pt idx="30376">First_Product_Purchased</cx:pt>
          <cx:pt idx="30377">Second_Product_Purchased</cx:pt>
          <cx:pt idx="30378">First_Product_Purchased</cx:pt>
          <cx:pt idx="30379">Second_Product_Purchased</cx:pt>
          <cx:pt idx="30380">First_Product_Purchased</cx:pt>
          <cx:pt idx="30381">Second_Product_Purchased</cx:pt>
          <cx:pt idx="30382">First_Product_Purchased</cx:pt>
          <cx:pt idx="30383">First_Product_Purchased</cx:pt>
          <cx:pt idx="30384">First_Product_Purchased</cx:pt>
          <cx:pt idx="30385">First_Product_Purchased</cx:pt>
          <cx:pt idx="30386">First_Product_Purchased</cx:pt>
          <cx:pt idx="30387">Second_Product_Purchased</cx:pt>
          <cx:pt idx="30388">First_Product_Purchased</cx:pt>
          <cx:pt idx="30389">First_Product_Purchased</cx:pt>
          <cx:pt idx="30390">First_Product_Purchased</cx:pt>
          <cx:pt idx="30391">Second_Product_Purchased</cx:pt>
          <cx:pt idx="30392">Second_Product_Purchased</cx:pt>
          <cx:pt idx="30393">First_Product_Purchased</cx:pt>
          <cx:pt idx="30394">First_Product_Purchased</cx:pt>
          <cx:pt idx="30395">First_Product_Purchased</cx:pt>
          <cx:pt idx="30396">First_Product_Purchased</cx:pt>
          <cx:pt idx="30397">Second_Product_Purchased</cx:pt>
          <cx:pt idx="30398">First_Product_Purchased</cx:pt>
          <cx:pt idx="30399">First_Product_Purchased</cx:pt>
          <cx:pt idx="30400">First_Product_Purchased</cx:pt>
          <cx:pt idx="30401">First_Product_Purchased</cx:pt>
          <cx:pt idx="30402">First_Product_Purchased</cx:pt>
          <cx:pt idx="30403">First_Product_Purchased</cx:pt>
          <cx:pt idx="30404">Second_Product_Purchased</cx:pt>
          <cx:pt idx="30405">First_Product_Purchased</cx:pt>
          <cx:pt idx="30406">First_Product_Purchased</cx:pt>
          <cx:pt idx="30407">Second_Product_Purchased</cx:pt>
          <cx:pt idx="30408">Second_Product_Purchased</cx:pt>
          <cx:pt idx="30409">Second_Product_Purchased</cx:pt>
          <cx:pt idx="30410">Second_Product_Purchased</cx:pt>
          <cx:pt idx="30411">First_Product_Purchased</cx:pt>
          <cx:pt idx="30412">First_Product_Purchased</cx:pt>
          <cx:pt idx="30413">Second_Product_Purchased</cx:pt>
          <cx:pt idx="30414">First_Product_Purchased</cx:pt>
          <cx:pt idx="30415">First_Product_Purchased</cx:pt>
          <cx:pt idx="30416">Second_Product_Purchased</cx:pt>
          <cx:pt idx="30417">Second_Product_Purchased</cx:pt>
          <cx:pt idx="30418">Second_Product_Purchased</cx:pt>
          <cx:pt idx="30419">First_Product_Purchased</cx:pt>
          <cx:pt idx="30420">First_Product_Purchased</cx:pt>
          <cx:pt idx="30421">First_Product_Purchased</cx:pt>
          <cx:pt idx="30422">First_Product_Purchased</cx:pt>
          <cx:pt idx="30423">Second_Product_Purchased</cx:pt>
          <cx:pt idx="30424">First_Product_Purchased</cx:pt>
          <cx:pt idx="30425">First_Product_Purchased</cx:pt>
          <cx:pt idx="30426">First_Product_Purchased</cx:pt>
          <cx:pt idx="30427">First_Product_Purchased</cx:pt>
          <cx:pt idx="30428">First_Product_Purchased</cx:pt>
          <cx:pt idx="30429">First_Product_Purchased</cx:pt>
          <cx:pt idx="30430">First_Product_Purchased</cx:pt>
          <cx:pt idx="30431">Second_Product_Purchased</cx:pt>
          <cx:pt idx="30432">Second_Product_Purchased</cx:pt>
          <cx:pt idx="30433">Second_Product_Purchased</cx:pt>
          <cx:pt idx="30434">First_Product_Purchased</cx:pt>
          <cx:pt idx="30435">Second_Product_Purchased</cx:pt>
          <cx:pt idx="30436">First_Product_Purchased</cx:pt>
          <cx:pt idx="30437">First_Product_Purchased</cx:pt>
          <cx:pt idx="30438">Second_Product_Purchased</cx:pt>
          <cx:pt idx="30439">Second_Product_Purchased</cx:pt>
          <cx:pt idx="30440">First_Product_Purchased</cx:pt>
          <cx:pt idx="30441">First_Product_Purchased</cx:pt>
          <cx:pt idx="30442">Second_Product_Purchased</cx:pt>
          <cx:pt idx="30443">Second_Product_Purchased</cx:pt>
          <cx:pt idx="30444">First_Product_Purchased</cx:pt>
          <cx:pt idx="30445">Second_Product_Purchased</cx:pt>
          <cx:pt idx="30446">Second_Product_Purchased</cx:pt>
          <cx:pt idx="30447">First_Product_Purchased</cx:pt>
          <cx:pt idx="30448">First_Product_Purchased</cx:pt>
          <cx:pt idx="30449">First_Product_Purchased</cx:pt>
          <cx:pt idx="30450">Second_Product_Purchased</cx:pt>
          <cx:pt idx="30451">First_Product_Purchased</cx:pt>
          <cx:pt idx="30452">Second_Product_Purchased</cx:pt>
          <cx:pt idx="30453">First_Product_Purchased</cx:pt>
          <cx:pt idx="30454">First_Product_Purchased</cx:pt>
          <cx:pt idx="30455">First_Product_Purchased</cx:pt>
          <cx:pt idx="30456">Second_Product_Purchased</cx:pt>
          <cx:pt idx="30457">Second_Product_Purchased</cx:pt>
          <cx:pt idx="30458">First_Product_Purchased</cx:pt>
          <cx:pt idx="30459">First_Product_Purchased</cx:pt>
          <cx:pt idx="30460">Second_Product_Purchased</cx:pt>
          <cx:pt idx="30461">First_Product_Purchased</cx:pt>
          <cx:pt idx="30462">Second_Product_Purchased</cx:pt>
          <cx:pt idx="30463">First_Product_Purchased</cx:pt>
          <cx:pt idx="30464">Second_Product_Purchased</cx:pt>
          <cx:pt idx="30465">Second_Product_Purchased</cx:pt>
          <cx:pt idx="30466">First_Product_Purchased</cx:pt>
          <cx:pt idx="30467">First_Product_Purchased</cx:pt>
          <cx:pt idx="30468">First_Product_Purchased</cx:pt>
          <cx:pt idx="30469">First_Product_Purchased</cx:pt>
          <cx:pt idx="30470">First_Product_Purchased</cx:pt>
          <cx:pt idx="30471">First_Product_Purchased</cx:pt>
          <cx:pt idx="30472">First_Product_Purchased</cx:pt>
          <cx:pt idx="30473">First_Product_Purchased</cx:pt>
          <cx:pt idx="30474">First_Product_Purchased</cx:pt>
          <cx:pt idx="30475">Second_Product_Purchased</cx:pt>
          <cx:pt idx="30476">Second_Product_Purchased</cx:pt>
          <cx:pt idx="30477">Second_Product_Purchased</cx:pt>
          <cx:pt idx="30478">First_Product_Purchased</cx:pt>
          <cx:pt idx="30479">Second_Product_Purchased</cx:pt>
          <cx:pt idx="30480">Second_Product_Purchased</cx:pt>
          <cx:pt idx="30481">Second_Product_Purchased</cx:pt>
          <cx:pt idx="30482">First_Product_Purchased</cx:pt>
          <cx:pt idx="30483">Second_Product_Purchased</cx:pt>
          <cx:pt idx="30484">Second_Product_Purchased</cx:pt>
          <cx:pt idx="30485">First_Product_Purchased</cx:pt>
          <cx:pt idx="30486">First_Product_Purchased</cx:pt>
          <cx:pt idx="30487">Second_Product_Purchased</cx:pt>
          <cx:pt idx="30488">First_Product_Purchased</cx:pt>
          <cx:pt idx="30489">First_Product_Purchased</cx:pt>
          <cx:pt idx="30490">Second_Product_Purchased</cx:pt>
          <cx:pt idx="30491">First_Product_Purchased</cx:pt>
          <cx:pt idx="30492">First_Product_Purchased</cx:pt>
          <cx:pt idx="30493">First_Product_Purchased</cx:pt>
          <cx:pt idx="30494">Second_Product_Purchased</cx:pt>
          <cx:pt idx="30495">Second_Product_Purchased</cx:pt>
          <cx:pt idx="30496">First_Product_Purchased</cx:pt>
          <cx:pt idx="30497">Second_Product_Purchased</cx:pt>
          <cx:pt idx="30498">First_Product_Purchased</cx:pt>
          <cx:pt idx="30499">First_Product_Purchased</cx:pt>
          <cx:pt idx="30500">First_Product_Purchased</cx:pt>
          <cx:pt idx="30501">Second_Product_Purchased</cx:pt>
          <cx:pt idx="30502">First_Product_Purchased</cx:pt>
          <cx:pt idx="30503">Second_Product_Purchased</cx:pt>
          <cx:pt idx="30504">First_Product_Purchased</cx:pt>
          <cx:pt idx="30505">First_Product_Purchased</cx:pt>
          <cx:pt idx="30506">Second_Product_Purchased</cx:pt>
          <cx:pt idx="30507">Second_Product_Purchased</cx:pt>
          <cx:pt idx="30508">Second_Product_Purchased</cx:pt>
          <cx:pt idx="30509">First_Product_Purchased</cx:pt>
          <cx:pt idx="30510">Second_Product_Purchased</cx:pt>
          <cx:pt idx="30511">First_Product_Purchased</cx:pt>
          <cx:pt idx="30512">Second_Product_Purchased</cx:pt>
          <cx:pt idx="30513">Second_Product_Purchased</cx:pt>
          <cx:pt idx="30514">First_Product_Purchased</cx:pt>
          <cx:pt idx="30515">First_Product_Purchased</cx:pt>
          <cx:pt idx="30516">Second_Product_Purchased</cx:pt>
          <cx:pt idx="30517">Second_Product_Purchased</cx:pt>
          <cx:pt idx="30518">First_Product_Purchased</cx:pt>
          <cx:pt idx="30519">Second_Product_Purchased</cx:pt>
          <cx:pt idx="30520">First_Product_Purchased</cx:pt>
          <cx:pt idx="30521">First_Product_Purchased</cx:pt>
          <cx:pt idx="30522">First_Product_Purchased</cx:pt>
          <cx:pt idx="30523">First_Product_Purchased</cx:pt>
          <cx:pt idx="30524">First_Product_Purchased</cx:pt>
          <cx:pt idx="30525">Second_Product_Purchased</cx:pt>
          <cx:pt idx="30526">First_Product_Purchased</cx:pt>
          <cx:pt idx="30527">Second_Product_Purchased</cx:pt>
          <cx:pt idx="30528">First_Product_Purchased</cx:pt>
          <cx:pt idx="30529">First_Product_Purchased</cx:pt>
          <cx:pt idx="30530">First_Product_Purchased</cx:pt>
          <cx:pt idx="30531">Second_Product_Purchased</cx:pt>
          <cx:pt idx="30532">First_Product_Purchased</cx:pt>
          <cx:pt idx="30533">First_Product_Purchased</cx:pt>
          <cx:pt idx="30534">Second_Product_Purchased</cx:pt>
          <cx:pt idx="30535">Second_Product_Purchased</cx:pt>
          <cx:pt idx="30536">Second_Product_Purchased</cx:pt>
          <cx:pt idx="30537">First_Product_Purchased</cx:pt>
          <cx:pt idx="30538">Second_Product_Purchased</cx:pt>
          <cx:pt idx="30539">First_Product_Purchased</cx:pt>
          <cx:pt idx="30540">First_Product_Purchased</cx:pt>
          <cx:pt idx="30541">First_Product_Purchased</cx:pt>
          <cx:pt idx="30542">Second_Product_Purchased</cx:pt>
          <cx:pt idx="30543">First_Product_Purchased</cx:pt>
          <cx:pt idx="30544">First_Product_Purchased</cx:pt>
          <cx:pt idx="30545">First_Product_Purchased</cx:pt>
          <cx:pt idx="30546">First_Product_Purchased</cx:pt>
          <cx:pt idx="30547">First_Product_Purchased</cx:pt>
          <cx:pt idx="30548">First_Product_Purchased</cx:pt>
          <cx:pt idx="30549">First_Product_Purchased</cx:pt>
          <cx:pt idx="30550">Second_Product_Purchased</cx:pt>
          <cx:pt idx="30551">First_Product_Purchased</cx:pt>
          <cx:pt idx="30552">First_Product_Purchased</cx:pt>
          <cx:pt idx="30553">First_Product_Purchased</cx:pt>
          <cx:pt idx="30554">First_Product_Purchased</cx:pt>
          <cx:pt idx="30555">First_Product_Purchased</cx:pt>
          <cx:pt idx="30556">Second_Product_Purchased</cx:pt>
          <cx:pt idx="30557">Second_Product_Purchased</cx:pt>
          <cx:pt idx="30558">Second_Product_Purchased</cx:pt>
          <cx:pt idx="30559">First_Product_Purchased</cx:pt>
          <cx:pt idx="30560">First_Product_Purchased</cx:pt>
          <cx:pt idx="30561">Second_Product_Purchased</cx:pt>
          <cx:pt idx="30562">Second_Product_Purchased</cx:pt>
          <cx:pt idx="30563">Second_Product_Purchased</cx:pt>
          <cx:pt idx="30564">Second_Product_Purchased</cx:pt>
          <cx:pt idx="30565">First_Product_Purchased</cx:pt>
          <cx:pt idx="30566">First_Product_Purchased</cx:pt>
          <cx:pt idx="30567">Second_Product_Purchased</cx:pt>
          <cx:pt idx="30568">First_Product_Purchased</cx:pt>
          <cx:pt idx="30569">Second_Product_Purchased</cx:pt>
          <cx:pt idx="30570">First_Product_Purchased</cx:pt>
          <cx:pt idx="30571">Second_Product_Purchased</cx:pt>
          <cx:pt idx="30572">First_Product_Purchased</cx:pt>
          <cx:pt idx="30573">First_Product_Purchased</cx:pt>
          <cx:pt idx="30574">Second_Product_Purchased</cx:pt>
          <cx:pt idx="30575">First_Product_Purchased</cx:pt>
          <cx:pt idx="30576">Second_Product_Purchased</cx:pt>
          <cx:pt idx="30577">First_Product_Purchased</cx:pt>
          <cx:pt idx="30578">Second_Product_Purchased</cx:pt>
          <cx:pt idx="30579">First_Product_Purchased</cx:pt>
          <cx:pt idx="30580">First_Product_Purchased</cx:pt>
          <cx:pt idx="30581">First_Product_Purchased</cx:pt>
          <cx:pt idx="30582">Second_Product_Purchased</cx:pt>
          <cx:pt idx="30583">First_Product_Purchased</cx:pt>
          <cx:pt idx="30584">First_Product_Purchased</cx:pt>
          <cx:pt idx="30585">Second_Product_Purchased</cx:pt>
          <cx:pt idx="30586">First_Product_Purchased</cx:pt>
          <cx:pt idx="30587">Second_Product_Purchased</cx:pt>
          <cx:pt idx="30588">First_Product_Purchased</cx:pt>
          <cx:pt idx="30589">First_Product_Purchased</cx:pt>
          <cx:pt idx="30590">First_Product_Purchased</cx:pt>
          <cx:pt idx="30591">Second_Product_Purchased</cx:pt>
          <cx:pt idx="30592">First_Product_Purchased</cx:pt>
          <cx:pt idx="30593">First_Product_Purchased</cx:pt>
          <cx:pt idx="30594">First_Product_Purchased</cx:pt>
          <cx:pt idx="30595">First_Product_Purchased</cx:pt>
          <cx:pt idx="30596">First_Product_Purchased</cx:pt>
          <cx:pt idx="30597">First_Product_Purchased</cx:pt>
          <cx:pt idx="30598">First_Product_Purchased</cx:pt>
          <cx:pt idx="30599">Second_Product_Purchased</cx:pt>
          <cx:pt idx="30600">Second_Product_Purchased</cx:pt>
          <cx:pt idx="30601">First_Product_Purchased</cx:pt>
          <cx:pt idx="30602">First_Product_Purchased</cx:pt>
          <cx:pt idx="30603">Second_Product_Purchased</cx:pt>
          <cx:pt idx="30604">First_Product_Purchased</cx:pt>
          <cx:pt idx="30605">Second_Product_Purchased</cx:pt>
          <cx:pt idx="30606">First_Product_Purchased</cx:pt>
          <cx:pt idx="30607">First_Product_Purchased</cx:pt>
          <cx:pt idx="30608">First_Product_Purchased</cx:pt>
          <cx:pt idx="30609">First_Product_Purchased</cx:pt>
          <cx:pt idx="30610">First_Product_Purchased</cx:pt>
          <cx:pt idx="30611">First_Product_Purchased</cx:pt>
          <cx:pt idx="30612">Second_Product_Purchased</cx:pt>
          <cx:pt idx="30613">First_Product_Purchased</cx:pt>
          <cx:pt idx="30614">Second_Product_Purchased</cx:pt>
          <cx:pt idx="30615">First_Product_Purchased</cx:pt>
          <cx:pt idx="30616">Second_Product_Purchased</cx:pt>
          <cx:pt idx="30617">First_Product_Purchased</cx:pt>
          <cx:pt idx="30618">First_Product_Purchased</cx:pt>
          <cx:pt idx="30619">First_Product_Purchased</cx:pt>
          <cx:pt idx="30620">First_Product_Purchased</cx:pt>
          <cx:pt idx="30621">Second_Product_Purchased</cx:pt>
          <cx:pt idx="30622">First_Product_Purchased</cx:pt>
          <cx:pt idx="30623">First_Product_Purchased</cx:pt>
          <cx:pt idx="30624">First_Product_Purchased</cx:pt>
          <cx:pt idx="30625">First_Product_Purchased</cx:pt>
          <cx:pt idx="30626">First_Product_Purchased</cx:pt>
          <cx:pt idx="30627">Second_Product_Purchased</cx:pt>
          <cx:pt idx="30628">Second_Product_Purchased</cx:pt>
          <cx:pt idx="30629">First_Product_Purchased</cx:pt>
          <cx:pt idx="30630">Second_Product_Purchased</cx:pt>
          <cx:pt idx="30631">First_Product_Purchased</cx:pt>
          <cx:pt idx="30632">First_Product_Purchased</cx:pt>
          <cx:pt idx="30633">Second_Product_Purchased</cx:pt>
          <cx:pt idx="30634">First_Product_Purchased</cx:pt>
          <cx:pt idx="30635">First_Product_Purchased</cx:pt>
          <cx:pt idx="30636">First_Product_Purchased</cx:pt>
          <cx:pt idx="30637">Second_Product_Purchased</cx:pt>
          <cx:pt idx="30638">Second_Product_Purchased</cx:pt>
          <cx:pt idx="30639">Second_Product_Purchased</cx:pt>
          <cx:pt idx="30640">Second_Product_Purchased</cx:pt>
          <cx:pt idx="30641">First_Product_Purchased</cx:pt>
          <cx:pt idx="30642">First_Product_Purchased</cx:pt>
          <cx:pt idx="30643">First_Product_Purchased</cx:pt>
          <cx:pt idx="30644">Second_Product_Purchased</cx:pt>
          <cx:pt idx="30645">First_Product_Purchased</cx:pt>
          <cx:pt idx="30646">First_Product_Purchased</cx:pt>
          <cx:pt idx="30647">First_Product_Purchased</cx:pt>
          <cx:pt idx="30648">Second_Product_Purchased</cx:pt>
          <cx:pt idx="30649">Second_Product_Purchased</cx:pt>
          <cx:pt idx="30650">First_Product_Purchased</cx:pt>
          <cx:pt idx="30651">Second_Product_Purchased</cx:pt>
          <cx:pt idx="30652">First_Product_Purchased</cx:pt>
          <cx:pt idx="30653">First_Product_Purchased</cx:pt>
          <cx:pt idx="30654">Second_Product_Purchased</cx:pt>
          <cx:pt idx="30655">First_Product_Purchased</cx:pt>
          <cx:pt idx="30656">First_Product_Purchased</cx:pt>
          <cx:pt idx="30657">Second_Product_Purchased</cx:pt>
          <cx:pt idx="30658">Second_Product_Purchased</cx:pt>
          <cx:pt idx="30659">First_Product_Purchased</cx:pt>
          <cx:pt idx="30660">Second_Product_Purchased</cx:pt>
          <cx:pt idx="30661">First_Product_Purchased</cx:pt>
          <cx:pt idx="30662">First_Product_Purchased</cx:pt>
          <cx:pt idx="30663">First_Product_Purchased</cx:pt>
          <cx:pt idx="30664">First_Product_Purchased</cx:pt>
          <cx:pt idx="30665">Second_Product_Purchased</cx:pt>
          <cx:pt idx="30666">First_Product_Purchased</cx:pt>
          <cx:pt idx="30667">Second_Product_Purchased</cx:pt>
          <cx:pt idx="30668">First_Product_Purchased</cx:pt>
          <cx:pt idx="30669">First_Product_Purchased</cx:pt>
          <cx:pt idx="30670">First_Product_Purchased</cx:pt>
          <cx:pt idx="30671">First_Product_Purchased</cx:pt>
          <cx:pt idx="30672">First_Product_Purchased</cx:pt>
          <cx:pt idx="30673">First_Product_Purchased</cx:pt>
          <cx:pt idx="30674">Second_Product_Purchased</cx:pt>
          <cx:pt idx="30675">Second_Product_Purchased</cx:pt>
          <cx:pt idx="30676">Second_Product_Purchased</cx:pt>
          <cx:pt idx="30677">First_Product_Purchased</cx:pt>
          <cx:pt idx="30678">First_Product_Purchased</cx:pt>
          <cx:pt idx="30679">First_Product_Purchased</cx:pt>
          <cx:pt idx="30680">First_Product_Purchased</cx:pt>
          <cx:pt idx="30681">Second_Product_Purchased</cx:pt>
          <cx:pt idx="30682">Second_Product_Purchased</cx:pt>
          <cx:pt idx="30683">First_Product_Purchased</cx:pt>
          <cx:pt idx="30684">Second_Product_Purchased</cx:pt>
          <cx:pt idx="30685">First_Product_Purchased</cx:pt>
          <cx:pt idx="30686">Second_Product_Purchased</cx:pt>
          <cx:pt idx="30687">Second_Product_Purchased</cx:pt>
          <cx:pt idx="30688">Second_Product_Purchased</cx:pt>
          <cx:pt idx="30689">Second_Product_Purchased</cx:pt>
          <cx:pt idx="30690">First_Product_Purchased</cx:pt>
          <cx:pt idx="30691">First_Product_Purchased</cx:pt>
          <cx:pt idx="30692">First_Product_Purchased</cx:pt>
          <cx:pt idx="30693">First_Product_Purchased</cx:pt>
          <cx:pt idx="30694">Second_Product_Purchased</cx:pt>
          <cx:pt idx="30695">Second_Product_Purchased</cx:pt>
          <cx:pt idx="30696">First_Product_Purchased</cx:pt>
          <cx:pt idx="30697">First_Product_Purchased</cx:pt>
          <cx:pt idx="30698">First_Product_Purchased</cx:pt>
          <cx:pt idx="30699">Second_Product_Purchased</cx:pt>
          <cx:pt idx="30700">First_Product_Purchased</cx:pt>
          <cx:pt idx="30701">Second_Product_Purchased</cx:pt>
          <cx:pt idx="30702">Second_Product_Purchased</cx:pt>
          <cx:pt idx="30703">First_Product_Purchased</cx:pt>
          <cx:pt idx="30704">First_Product_Purchased</cx:pt>
          <cx:pt idx="30705">First_Product_Purchased</cx:pt>
          <cx:pt idx="30706">First_Product_Purchased</cx:pt>
          <cx:pt idx="30707">Second_Product_Purchased</cx:pt>
          <cx:pt idx="30708">First_Product_Purchased</cx:pt>
          <cx:pt idx="30709">Second_Product_Purchased</cx:pt>
          <cx:pt idx="30710">First_Product_Purchased</cx:pt>
          <cx:pt idx="30711">First_Product_Purchased</cx:pt>
          <cx:pt idx="30712">Second_Product_Purchased</cx:pt>
          <cx:pt idx="30713">First_Product_Purchased</cx:pt>
          <cx:pt idx="30714">Second_Product_Purchased</cx:pt>
          <cx:pt idx="30715">Second_Product_Purchased</cx:pt>
          <cx:pt idx="30716">First_Product_Purchased</cx:pt>
          <cx:pt idx="30717">Second_Product_Purchased</cx:pt>
          <cx:pt idx="30718">First_Product_Purchased</cx:pt>
          <cx:pt idx="30719">First_Product_Purchased</cx:pt>
          <cx:pt idx="30720">First_Product_Purchased</cx:pt>
          <cx:pt idx="30721">First_Product_Purchased</cx:pt>
          <cx:pt idx="30722">First_Product_Purchased</cx:pt>
          <cx:pt idx="30723">Second_Product_Purchased</cx:pt>
          <cx:pt idx="30724">Second_Product_Purchased</cx:pt>
          <cx:pt idx="30725">Second_Product_Purchased</cx:pt>
          <cx:pt idx="30726">First_Product_Purchased</cx:pt>
          <cx:pt idx="30727">Second_Product_Purchased</cx:pt>
          <cx:pt idx="30728">Second_Product_Purchased</cx:pt>
          <cx:pt idx="30729">Second_Product_Purchased</cx:pt>
          <cx:pt idx="30730">Second_Product_Purchased</cx:pt>
          <cx:pt idx="30731">First_Product_Purchased</cx:pt>
          <cx:pt idx="30732">Second_Product_Purchased</cx:pt>
          <cx:pt idx="30733">Second_Product_Purchased</cx:pt>
          <cx:pt idx="30734">First_Product_Purchased</cx:pt>
          <cx:pt idx="30735">First_Product_Purchased</cx:pt>
          <cx:pt idx="30736">Second_Product_Purchased</cx:pt>
          <cx:pt idx="30737">Second_Product_Purchased</cx:pt>
          <cx:pt idx="30738">First_Product_Purchased</cx:pt>
          <cx:pt idx="30739">Second_Product_Purchased</cx:pt>
          <cx:pt idx="30740">First_Product_Purchased</cx:pt>
          <cx:pt idx="30741">Second_Product_Purchased</cx:pt>
          <cx:pt idx="30742">First_Product_Purchased</cx:pt>
          <cx:pt idx="30743">Second_Product_Purchased</cx:pt>
          <cx:pt idx="30744">First_Product_Purchased</cx:pt>
          <cx:pt idx="30745">First_Product_Purchased</cx:pt>
          <cx:pt idx="30746">First_Product_Purchased</cx:pt>
          <cx:pt idx="30747">First_Product_Purchased</cx:pt>
          <cx:pt idx="30748">Second_Product_Purchased</cx:pt>
          <cx:pt idx="30749">First_Product_Purchased</cx:pt>
          <cx:pt idx="30750">First_Product_Purchased</cx:pt>
          <cx:pt idx="30751">Second_Product_Purchased</cx:pt>
          <cx:pt idx="30752">First_Product_Purchased</cx:pt>
          <cx:pt idx="30753">Second_Product_Purchased</cx:pt>
          <cx:pt idx="30754">First_Product_Purchased</cx:pt>
          <cx:pt idx="30755">Second_Product_Purchased</cx:pt>
          <cx:pt idx="30756">Second_Product_Purchased</cx:pt>
          <cx:pt idx="30757">Second_Product_Purchased</cx:pt>
          <cx:pt idx="30758">First_Product_Purchased</cx:pt>
          <cx:pt idx="30759">First_Product_Purchased</cx:pt>
          <cx:pt idx="30760">Second_Product_Purchased</cx:pt>
          <cx:pt idx="30761">First_Product_Purchased</cx:pt>
          <cx:pt idx="30762">Second_Product_Purchased</cx:pt>
          <cx:pt idx="30763">First_Product_Purchased</cx:pt>
          <cx:pt idx="30764">First_Product_Purchased</cx:pt>
          <cx:pt idx="30765">First_Product_Purchased</cx:pt>
          <cx:pt idx="30766">First_Product_Purchased</cx:pt>
          <cx:pt idx="30767">Second_Product_Purchased</cx:pt>
          <cx:pt idx="30768">Second_Product_Purchased</cx:pt>
          <cx:pt idx="30769">First_Product_Purchased</cx:pt>
          <cx:pt idx="30770">First_Product_Purchased</cx:pt>
          <cx:pt idx="30771">First_Product_Purchased</cx:pt>
          <cx:pt idx="30772">First_Product_Purchased</cx:pt>
          <cx:pt idx="30773">First_Product_Purchased</cx:pt>
          <cx:pt idx="30774">Second_Product_Purchased</cx:pt>
          <cx:pt idx="30775">First_Product_Purchased</cx:pt>
          <cx:pt idx="30776">Second_Product_Purchased</cx:pt>
          <cx:pt idx="30777">Second_Product_Purchased</cx:pt>
          <cx:pt idx="30778">First_Product_Purchased</cx:pt>
          <cx:pt idx="30779">Second_Product_Purchased</cx:pt>
          <cx:pt idx="30780">Second_Product_Purchased</cx:pt>
          <cx:pt idx="30781">First_Product_Purchased</cx:pt>
          <cx:pt idx="30782">First_Product_Purchased</cx:pt>
          <cx:pt idx="30783">First_Product_Purchased</cx:pt>
          <cx:pt idx="30784">First_Product_Purchased</cx:pt>
          <cx:pt idx="30785">Second_Product_Purchased</cx:pt>
          <cx:pt idx="30786">Second_Product_Purchased</cx:pt>
          <cx:pt idx="30787">First_Product_Purchased</cx:pt>
          <cx:pt idx="30788">First_Product_Purchased</cx:pt>
          <cx:pt idx="30789">First_Product_Purchased</cx:pt>
          <cx:pt idx="30790">First_Product_Purchased</cx:pt>
          <cx:pt idx="30791">Second_Product_Purchased</cx:pt>
          <cx:pt idx="30792">First_Product_Purchased</cx:pt>
          <cx:pt idx="30793">Second_Product_Purchased</cx:pt>
          <cx:pt idx="30794">First_Product_Purchased</cx:pt>
          <cx:pt idx="30795">Second_Product_Purchased</cx:pt>
          <cx:pt idx="30796">Second_Product_Purchased</cx:pt>
          <cx:pt idx="30797">First_Product_Purchased</cx:pt>
          <cx:pt idx="30798">First_Product_Purchased</cx:pt>
          <cx:pt idx="30799">Second_Product_Purchased</cx:pt>
          <cx:pt idx="30800">Second_Product_Purchased</cx:pt>
          <cx:pt idx="30801">First_Product_Purchased</cx:pt>
          <cx:pt idx="30802">First_Product_Purchased</cx:pt>
          <cx:pt idx="30803">Second_Product_Purchased</cx:pt>
          <cx:pt idx="30804">First_Product_Purchased</cx:pt>
          <cx:pt idx="30805">First_Product_Purchased</cx:pt>
          <cx:pt idx="30806">Second_Product_Purchased</cx:pt>
          <cx:pt idx="30807">Second_Product_Purchased</cx:pt>
          <cx:pt idx="30808">First_Product_Purchased</cx:pt>
          <cx:pt idx="30809">Second_Product_Purchased</cx:pt>
          <cx:pt idx="30810">First_Product_Purchased</cx:pt>
          <cx:pt idx="30811">Second_Product_Purchased</cx:pt>
          <cx:pt idx="30812">Second_Product_Purchased</cx:pt>
          <cx:pt idx="30813">First_Product_Purchased</cx:pt>
          <cx:pt idx="30814">First_Product_Purchased</cx:pt>
          <cx:pt idx="30815">First_Product_Purchased</cx:pt>
          <cx:pt idx="30816">Second_Product_Purchased</cx:pt>
          <cx:pt idx="30817">First_Product_Purchased</cx:pt>
          <cx:pt idx="30818">First_Product_Purchased</cx:pt>
          <cx:pt idx="30819">First_Product_Purchased</cx:pt>
          <cx:pt idx="30820">Second_Product_Purchased</cx:pt>
          <cx:pt idx="30821">Second_Product_Purchased</cx:pt>
          <cx:pt idx="30822">Second_Product_Purchased</cx:pt>
          <cx:pt idx="30823">First_Product_Purchased</cx:pt>
          <cx:pt idx="30824">First_Product_Purchased</cx:pt>
          <cx:pt idx="30825">Second_Product_Purchased</cx:pt>
          <cx:pt idx="30826">First_Product_Purchased</cx:pt>
          <cx:pt idx="30827">First_Product_Purchased</cx:pt>
          <cx:pt idx="30828">First_Product_Purchased</cx:pt>
          <cx:pt idx="30829">First_Product_Purchased</cx:pt>
          <cx:pt idx="30830">First_Product_Purchased</cx:pt>
          <cx:pt idx="30831">First_Product_Purchased</cx:pt>
          <cx:pt idx="30832">First_Product_Purchased</cx:pt>
          <cx:pt idx="30833">First_Product_Purchased</cx:pt>
          <cx:pt idx="30834">First_Product_Purchased</cx:pt>
          <cx:pt idx="30835">Second_Product_Purchased</cx:pt>
          <cx:pt idx="30836">Second_Product_Purchased</cx:pt>
          <cx:pt idx="30837">Second_Product_Purchased</cx:pt>
          <cx:pt idx="30838">First_Product_Purchased</cx:pt>
          <cx:pt idx="30839">First_Product_Purchased</cx:pt>
          <cx:pt idx="30840">First_Product_Purchased</cx:pt>
          <cx:pt idx="30841">First_Product_Purchased</cx:pt>
          <cx:pt idx="30842">First_Product_Purchased</cx:pt>
          <cx:pt idx="30843">First_Product_Purchased</cx:pt>
          <cx:pt idx="30844">Second_Product_Purchased</cx:pt>
          <cx:pt idx="30845">First_Product_Purchased</cx:pt>
          <cx:pt idx="30846">Second_Product_Purchased</cx:pt>
          <cx:pt idx="30847">First_Product_Purchased</cx:pt>
          <cx:pt idx="30848">First_Product_Purchased</cx:pt>
          <cx:pt idx="30849">Second_Product_Purchased</cx:pt>
          <cx:pt idx="30850">Second_Product_Purchased</cx:pt>
          <cx:pt idx="30851">Second_Product_Purchased</cx:pt>
          <cx:pt idx="30852">First_Product_Purchased</cx:pt>
          <cx:pt idx="30853">First_Product_Purchased</cx:pt>
          <cx:pt idx="30854">First_Product_Purchased</cx:pt>
          <cx:pt idx="30855">First_Product_Purchased</cx:pt>
          <cx:pt idx="30856">Second_Product_Purchased</cx:pt>
          <cx:pt idx="30857">First_Product_Purchased</cx:pt>
          <cx:pt idx="30858">First_Product_Purchased</cx:pt>
          <cx:pt idx="30859">First_Product_Purchased</cx:pt>
          <cx:pt idx="30860">First_Product_Purchased</cx:pt>
          <cx:pt idx="30861">First_Product_Purchased</cx:pt>
          <cx:pt idx="30862">Second_Product_Purchased</cx:pt>
          <cx:pt idx="30863">First_Product_Purchased</cx:pt>
          <cx:pt idx="30864">First_Product_Purchased</cx:pt>
          <cx:pt idx="30865">Second_Product_Purchased</cx:pt>
          <cx:pt idx="30866">Second_Product_Purchased</cx:pt>
          <cx:pt idx="30867">First_Product_Purchased</cx:pt>
          <cx:pt idx="30868">Second_Product_Purchased</cx:pt>
          <cx:pt idx="30869">First_Product_Purchased</cx:pt>
          <cx:pt idx="30870">First_Product_Purchased</cx:pt>
          <cx:pt idx="30871">First_Product_Purchased</cx:pt>
          <cx:pt idx="30872">Second_Product_Purchased</cx:pt>
          <cx:pt idx="30873">First_Product_Purchased</cx:pt>
          <cx:pt idx="30874">First_Product_Purchased</cx:pt>
          <cx:pt idx="30875">Second_Product_Purchased</cx:pt>
          <cx:pt idx="30876">First_Product_Purchased</cx:pt>
          <cx:pt idx="30877">First_Product_Purchased</cx:pt>
          <cx:pt idx="30878">Second_Product_Purchased</cx:pt>
          <cx:pt idx="30879">First_Product_Purchased</cx:pt>
          <cx:pt idx="30880">First_Product_Purchased</cx:pt>
          <cx:pt idx="30881">First_Product_Purchased</cx:pt>
          <cx:pt idx="30882">First_Product_Purchased</cx:pt>
          <cx:pt idx="30883">First_Product_Purchased</cx:pt>
          <cx:pt idx="30884">First_Product_Purchased</cx:pt>
          <cx:pt idx="30885">Second_Product_Purchased</cx:pt>
          <cx:pt idx="30886">Second_Product_Purchased</cx:pt>
          <cx:pt idx="30887">First_Product_Purchased</cx:pt>
          <cx:pt idx="30888">First_Product_Purchased</cx:pt>
          <cx:pt idx="30889">Second_Product_Purchased</cx:pt>
          <cx:pt idx="30890">First_Product_Purchased</cx:pt>
          <cx:pt idx="30891">First_Product_Purchased</cx:pt>
          <cx:pt idx="30892">First_Product_Purchased</cx:pt>
          <cx:pt idx="30893">First_Product_Purchased</cx:pt>
          <cx:pt idx="30894">First_Product_Purchased</cx:pt>
          <cx:pt idx="30895">First_Product_Purchased</cx:pt>
          <cx:pt idx="30896">First_Product_Purchased</cx:pt>
          <cx:pt idx="30897">First_Product_Purchased</cx:pt>
          <cx:pt idx="30898">Second_Product_Purchased</cx:pt>
          <cx:pt idx="30899">First_Product_Purchased</cx:pt>
          <cx:pt idx="30900">First_Product_Purchased</cx:pt>
          <cx:pt idx="30901">First_Product_Purchased</cx:pt>
          <cx:pt idx="30902">Second_Product_Purchased</cx:pt>
          <cx:pt idx="30903">First_Product_Purchased</cx:pt>
          <cx:pt idx="30904">Second_Product_Purchased</cx:pt>
          <cx:pt idx="30905">First_Product_Purchased</cx:pt>
          <cx:pt idx="30906">First_Product_Purchased</cx:pt>
          <cx:pt idx="30907">First_Product_Purchased</cx:pt>
          <cx:pt idx="30908">Second_Product_Purchased</cx:pt>
          <cx:pt idx="30909">First_Product_Purchased</cx:pt>
          <cx:pt idx="30910">Second_Product_Purchased</cx:pt>
          <cx:pt idx="30911">Second_Product_Purchased</cx:pt>
          <cx:pt idx="30912">First_Product_Purchased</cx:pt>
          <cx:pt idx="30913">Second_Product_Purchased</cx:pt>
          <cx:pt idx="30914">First_Product_Purchased</cx:pt>
          <cx:pt idx="30915">First_Product_Purchased</cx:pt>
          <cx:pt idx="30916">Second_Product_Purchased</cx:pt>
          <cx:pt idx="30917">First_Product_Purchased</cx:pt>
          <cx:pt idx="30918">First_Product_Purchased</cx:pt>
          <cx:pt idx="30919">First_Product_Purchased</cx:pt>
          <cx:pt idx="30920">Second_Product_Purchased</cx:pt>
          <cx:pt idx="30921">Second_Product_Purchased</cx:pt>
          <cx:pt idx="30922">First_Product_Purchased</cx:pt>
          <cx:pt idx="30923">Second_Product_Purchased</cx:pt>
          <cx:pt idx="30924">First_Product_Purchased</cx:pt>
          <cx:pt idx="30925">Second_Product_Purchased</cx:pt>
          <cx:pt idx="30926">Second_Product_Purchased</cx:pt>
          <cx:pt idx="30927">Second_Product_Purchased</cx:pt>
          <cx:pt idx="30928">First_Product_Purchased</cx:pt>
          <cx:pt idx="30929">First_Product_Purchased</cx:pt>
          <cx:pt idx="30930">First_Product_Purchased</cx:pt>
          <cx:pt idx="30931">First_Product_Purchased</cx:pt>
          <cx:pt idx="30932">Second_Product_Purchased</cx:pt>
          <cx:pt idx="30933">First_Product_Purchased</cx:pt>
          <cx:pt idx="30934">First_Product_Purchased</cx:pt>
          <cx:pt idx="30935">First_Product_Purchased</cx:pt>
          <cx:pt idx="30936">Second_Product_Purchased</cx:pt>
          <cx:pt idx="30937">First_Product_Purchased</cx:pt>
          <cx:pt idx="30938">Second_Product_Purchased</cx:pt>
          <cx:pt idx="30939">First_Product_Purchased</cx:pt>
          <cx:pt idx="30940">Second_Product_Purchased</cx:pt>
          <cx:pt idx="30941">First_Product_Purchased</cx:pt>
          <cx:pt idx="30942">First_Product_Purchased</cx:pt>
          <cx:pt idx="30943">First_Product_Purchased</cx:pt>
          <cx:pt idx="30944">First_Product_Purchased</cx:pt>
          <cx:pt idx="30945">Second_Product_Purchased</cx:pt>
          <cx:pt idx="30946">First_Product_Purchased</cx:pt>
          <cx:pt idx="30947">First_Product_Purchased</cx:pt>
          <cx:pt idx="30948">First_Product_Purchased</cx:pt>
          <cx:pt idx="30949">First_Product_Purchased</cx:pt>
          <cx:pt idx="30950">First_Product_Purchased</cx:pt>
          <cx:pt idx="30951">Second_Product_Purchased</cx:pt>
          <cx:pt idx="30952">First_Product_Purchased</cx:pt>
          <cx:pt idx="30953">First_Product_Purchased</cx:pt>
          <cx:pt idx="30954">First_Product_Purchased</cx:pt>
          <cx:pt idx="30955">Second_Product_Purchased</cx:pt>
          <cx:pt idx="30956">First_Product_Purchased</cx:pt>
          <cx:pt idx="30957">Second_Product_Purchased</cx:pt>
          <cx:pt idx="30958">First_Product_Purchased</cx:pt>
          <cx:pt idx="30959">Second_Product_Purchased</cx:pt>
          <cx:pt idx="30960">First_Product_Purchased</cx:pt>
          <cx:pt idx="30961">Second_Product_Purchased</cx:pt>
          <cx:pt idx="30962">Second_Product_Purchased</cx:pt>
          <cx:pt idx="30963">Second_Product_Purchased</cx:pt>
          <cx:pt idx="30964">First_Product_Purchased</cx:pt>
          <cx:pt idx="30965">Second_Product_Purchased</cx:pt>
          <cx:pt idx="30966">First_Product_Purchased</cx:pt>
          <cx:pt idx="30967">Second_Product_Purchased</cx:pt>
          <cx:pt idx="30968">First_Product_Purchased</cx:pt>
          <cx:pt idx="30969">First_Product_Purchased</cx:pt>
          <cx:pt idx="30970">Second_Product_Purchased</cx:pt>
          <cx:pt idx="30971">Second_Product_Purchased</cx:pt>
          <cx:pt idx="30972">First_Product_Purchased</cx:pt>
          <cx:pt idx="30973">Second_Product_Purchased</cx:pt>
          <cx:pt idx="30974">First_Product_Purchased</cx:pt>
          <cx:pt idx="30975">First_Product_Purchased</cx:pt>
          <cx:pt idx="30976">First_Product_Purchased</cx:pt>
          <cx:pt idx="30977">Second_Product_Purchased</cx:pt>
          <cx:pt idx="30978">Second_Product_Purchased</cx:pt>
          <cx:pt idx="30979">Second_Product_Purchased</cx:pt>
          <cx:pt idx="30980">First_Product_Purchased</cx:pt>
          <cx:pt idx="30981">First_Product_Purchased</cx:pt>
          <cx:pt idx="30982">First_Product_Purchased</cx:pt>
          <cx:pt idx="30983">First_Product_Purchased</cx:pt>
          <cx:pt idx="30984">First_Product_Purchased</cx:pt>
          <cx:pt idx="30985">First_Product_Purchased</cx:pt>
          <cx:pt idx="30986">First_Product_Purchased</cx:pt>
          <cx:pt idx="30987">Second_Product_Purchased</cx:pt>
          <cx:pt idx="30988">First_Product_Purchased</cx:pt>
          <cx:pt idx="30989">First_Product_Purchased</cx:pt>
          <cx:pt idx="30990">First_Product_Purchased</cx:pt>
          <cx:pt idx="30991">First_Product_Purchased</cx:pt>
          <cx:pt idx="30992">Second_Product_Purchased</cx:pt>
          <cx:pt idx="30993">Second_Product_Purchased</cx:pt>
          <cx:pt idx="30994">Second_Product_Purchased</cx:pt>
          <cx:pt idx="30995">First_Product_Purchased</cx:pt>
          <cx:pt idx="30996">First_Product_Purchased</cx:pt>
          <cx:pt idx="30997">First_Product_Purchased</cx:pt>
          <cx:pt idx="30998">First_Product_Purchased</cx:pt>
          <cx:pt idx="30999">First_Product_Purchased</cx:pt>
          <cx:pt idx="31000">First_Product_Purchased</cx:pt>
          <cx:pt idx="31001">First_Product_Purchased</cx:pt>
          <cx:pt idx="31002">First_Product_Purchased</cx:pt>
          <cx:pt idx="31003">First_Product_Purchased</cx:pt>
          <cx:pt idx="31004">First_Product_Purchased</cx:pt>
          <cx:pt idx="31005">Second_Product_Purchased</cx:pt>
          <cx:pt idx="31006">First_Product_Purchased</cx:pt>
          <cx:pt idx="31007">First_Product_Purchased</cx:pt>
          <cx:pt idx="31008">First_Product_Purchased</cx:pt>
          <cx:pt idx="31009">First_Product_Purchased</cx:pt>
          <cx:pt idx="31010">First_Product_Purchased</cx:pt>
          <cx:pt idx="31011">First_Product_Purchased</cx:pt>
          <cx:pt idx="31012">First_Product_Purchased</cx:pt>
          <cx:pt idx="31013">Second_Product_Purchased</cx:pt>
          <cx:pt idx="31014">First_Product_Purchased</cx:pt>
          <cx:pt idx="31015">Second_Product_Purchased</cx:pt>
          <cx:pt idx="31016">First_Product_Purchased</cx:pt>
          <cx:pt idx="31017">Second_Product_Purchased</cx:pt>
          <cx:pt idx="31018">Second_Product_Purchased</cx:pt>
          <cx:pt idx="31019">First_Product_Purchased</cx:pt>
          <cx:pt idx="31020">First_Product_Purchased</cx:pt>
          <cx:pt idx="31021">First_Product_Purchased</cx:pt>
          <cx:pt idx="31022">First_Product_Purchased</cx:pt>
          <cx:pt idx="31023">Second_Product_Purchased</cx:pt>
          <cx:pt idx="31024">First_Product_Purchased</cx:pt>
          <cx:pt idx="31025">Second_Product_Purchased</cx:pt>
          <cx:pt idx="31026">First_Product_Purchased</cx:pt>
          <cx:pt idx="31027">Second_Product_Purchased</cx:pt>
          <cx:pt idx="31028">First_Product_Purchased</cx:pt>
          <cx:pt idx="31029">First_Product_Purchased</cx:pt>
          <cx:pt idx="31030">Second_Product_Purchased</cx:pt>
          <cx:pt idx="31031">First_Product_Purchased</cx:pt>
          <cx:pt idx="31032">First_Product_Purchased</cx:pt>
          <cx:pt idx="31033">First_Product_Purchased</cx:pt>
          <cx:pt idx="31034">First_Product_Purchased</cx:pt>
          <cx:pt idx="31035">Second_Product_Purchased</cx:pt>
          <cx:pt idx="31036">First_Product_Purchased</cx:pt>
          <cx:pt idx="31037">First_Product_Purchased</cx:pt>
          <cx:pt idx="31038">First_Product_Purchased</cx:pt>
          <cx:pt idx="31039">First_Product_Purchased</cx:pt>
          <cx:pt idx="31040">First_Product_Purchased</cx:pt>
          <cx:pt idx="31041">Second_Product_Purchased</cx:pt>
          <cx:pt idx="31042">First_Product_Purchased</cx:pt>
          <cx:pt idx="31043">First_Product_Purchased</cx:pt>
          <cx:pt idx="31044">First_Product_Purchased</cx:pt>
          <cx:pt idx="31045">First_Product_Purchased</cx:pt>
          <cx:pt idx="31046">Second_Product_Purchased</cx:pt>
          <cx:pt idx="31047">First_Product_Purchased</cx:pt>
          <cx:pt idx="31048">Second_Product_Purchased</cx:pt>
          <cx:pt idx="31049">First_Product_Purchased</cx:pt>
          <cx:pt idx="31050">Second_Product_Purchased</cx:pt>
          <cx:pt idx="31051">Second_Product_Purchased</cx:pt>
          <cx:pt idx="31052">First_Product_Purchased</cx:pt>
          <cx:pt idx="31053">First_Product_Purchased</cx:pt>
          <cx:pt idx="31054">First_Product_Purchased</cx:pt>
          <cx:pt idx="31055">First_Product_Purchased</cx:pt>
          <cx:pt idx="31056">First_Product_Purchased</cx:pt>
          <cx:pt idx="31057">Second_Product_Purchased</cx:pt>
          <cx:pt idx="31058">First_Product_Purchased</cx:pt>
          <cx:pt idx="31059">First_Product_Purchased</cx:pt>
          <cx:pt idx="31060">First_Product_Purchased</cx:pt>
          <cx:pt idx="31061">Second_Product_Purchased</cx:pt>
          <cx:pt idx="31062">First_Product_Purchased</cx:pt>
          <cx:pt idx="31063">Second_Product_Purchased</cx:pt>
          <cx:pt idx="31064">First_Product_Purchased</cx:pt>
          <cx:pt idx="31065">Second_Product_Purchased</cx:pt>
          <cx:pt idx="31066">First_Product_Purchased</cx:pt>
          <cx:pt idx="31067">First_Product_Purchased</cx:pt>
          <cx:pt idx="31068">First_Product_Purchased</cx:pt>
          <cx:pt idx="31069">Second_Product_Purchased</cx:pt>
          <cx:pt idx="31070">First_Product_Purchased</cx:pt>
          <cx:pt idx="31071">First_Product_Purchased</cx:pt>
          <cx:pt idx="31072">First_Product_Purchased</cx:pt>
          <cx:pt idx="31073">Second_Product_Purchased</cx:pt>
          <cx:pt idx="31074">Second_Product_Purchased</cx:pt>
          <cx:pt idx="31075">First_Product_Purchased</cx:pt>
          <cx:pt idx="31076">First_Product_Purchased</cx:pt>
          <cx:pt idx="31077">Second_Product_Purchased</cx:pt>
          <cx:pt idx="31078">Second_Product_Purchased</cx:pt>
          <cx:pt idx="31079">First_Product_Purchased</cx:pt>
          <cx:pt idx="31080">Second_Product_Purchased</cx:pt>
          <cx:pt idx="31081">First_Product_Purchased</cx:pt>
          <cx:pt idx="31082">First_Product_Purchased</cx:pt>
          <cx:pt idx="31083">First_Product_Purchased</cx:pt>
          <cx:pt idx="31084">Second_Product_Purchased</cx:pt>
          <cx:pt idx="31085">Second_Product_Purchased</cx:pt>
          <cx:pt idx="31086">First_Product_Purchased</cx:pt>
          <cx:pt idx="31087">First_Product_Purchased</cx:pt>
          <cx:pt idx="31088">Second_Product_Purchased</cx:pt>
          <cx:pt idx="31089">Second_Product_Purchased</cx:pt>
          <cx:pt idx="31090">First_Product_Purchased</cx:pt>
          <cx:pt idx="31091">First_Product_Purchased</cx:pt>
          <cx:pt idx="31092">First_Product_Purchased</cx:pt>
          <cx:pt idx="31093">Second_Product_Purchased</cx:pt>
          <cx:pt idx="31094">First_Product_Purchased</cx:pt>
          <cx:pt idx="31095">First_Product_Purchased</cx:pt>
          <cx:pt idx="31096">First_Product_Purchased</cx:pt>
          <cx:pt idx="31097">Second_Product_Purchased</cx:pt>
          <cx:pt idx="31098">First_Product_Purchased</cx:pt>
          <cx:pt idx="31099">First_Product_Purchased</cx:pt>
          <cx:pt idx="31100">Second_Product_Purchased</cx:pt>
          <cx:pt idx="31101">First_Product_Purchased</cx:pt>
          <cx:pt idx="31102">Second_Product_Purchased</cx:pt>
          <cx:pt idx="31103">First_Product_Purchased</cx:pt>
          <cx:pt idx="31104">First_Product_Purchased</cx:pt>
          <cx:pt idx="31105">First_Product_Purchased</cx:pt>
          <cx:pt idx="31106">Second_Product_Purchased</cx:pt>
          <cx:pt idx="31107">First_Product_Purchased</cx:pt>
          <cx:pt idx="31108">Second_Product_Purchased</cx:pt>
          <cx:pt idx="31109">Second_Product_Purchased</cx:pt>
          <cx:pt idx="31110">Second_Product_Purchased</cx:pt>
          <cx:pt idx="31111">Second_Product_Purchased</cx:pt>
          <cx:pt idx="31112">First_Product_Purchased</cx:pt>
          <cx:pt idx="31113">First_Product_Purchased</cx:pt>
          <cx:pt idx="31114">First_Product_Purchased</cx:pt>
          <cx:pt idx="31115">Second_Product_Purchased</cx:pt>
          <cx:pt idx="31116">First_Product_Purchased</cx:pt>
          <cx:pt idx="31117">First_Product_Purchased</cx:pt>
          <cx:pt idx="31118">Second_Product_Purchased</cx:pt>
          <cx:pt idx="31119">First_Product_Purchased</cx:pt>
          <cx:pt idx="31120">Second_Product_Purchased</cx:pt>
          <cx:pt idx="31121">Second_Product_Purchased</cx:pt>
          <cx:pt idx="31122">First_Product_Purchased</cx:pt>
          <cx:pt idx="31123">First_Product_Purchased</cx:pt>
          <cx:pt idx="31124">First_Product_Purchased</cx:pt>
          <cx:pt idx="31125">First_Product_Purchased</cx:pt>
          <cx:pt idx="31126">First_Product_Purchased</cx:pt>
          <cx:pt idx="31127">Second_Product_Purchased</cx:pt>
          <cx:pt idx="31128">Second_Product_Purchased</cx:pt>
          <cx:pt idx="31129">First_Product_Purchased</cx:pt>
          <cx:pt idx="31130">Second_Product_Purchased</cx:pt>
          <cx:pt idx="31131">First_Product_Purchased</cx:pt>
          <cx:pt idx="31132">Second_Product_Purchased</cx:pt>
          <cx:pt idx="31133">First_Product_Purchased</cx:pt>
          <cx:pt idx="31134">First_Product_Purchased</cx:pt>
          <cx:pt idx="31135">Second_Product_Purchased</cx:pt>
          <cx:pt idx="31136">First_Product_Purchased</cx:pt>
          <cx:pt idx="31137">Second_Product_Purchased</cx:pt>
          <cx:pt idx="31138">Second_Product_Purchased</cx:pt>
          <cx:pt idx="31139">First_Product_Purchased</cx:pt>
          <cx:pt idx="31140">Second_Product_Purchased</cx:pt>
          <cx:pt idx="31141">First_Product_Purchased</cx:pt>
          <cx:pt idx="31142">First_Product_Purchased</cx:pt>
          <cx:pt idx="31143">Second_Product_Purchased</cx:pt>
          <cx:pt idx="31144">First_Product_Purchased</cx:pt>
          <cx:pt idx="31145">First_Product_Purchased</cx:pt>
          <cx:pt idx="31146">Second_Product_Purchased</cx:pt>
          <cx:pt idx="31147">Second_Product_Purchased</cx:pt>
          <cx:pt idx="31148">First_Product_Purchased</cx:pt>
          <cx:pt idx="31149">First_Product_Purchased</cx:pt>
          <cx:pt idx="31150">Second_Product_Purchased</cx:pt>
          <cx:pt idx="31151">Second_Product_Purchased</cx:pt>
          <cx:pt idx="31152">Second_Product_Purchased</cx:pt>
          <cx:pt idx="31153">Second_Product_Purchased</cx:pt>
          <cx:pt idx="31154">Second_Product_Purchased</cx:pt>
          <cx:pt idx="31155">Second_Product_Purchased</cx:pt>
          <cx:pt idx="31156">Second_Product_Purchased</cx:pt>
          <cx:pt idx="31157">Second_Product_Purchased</cx:pt>
          <cx:pt idx="31158">First_Product_Purchased</cx:pt>
          <cx:pt idx="31159">First_Product_Purchased</cx:pt>
          <cx:pt idx="31160">First_Product_Purchased</cx:pt>
          <cx:pt idx="31161">Second_Product_Purchased</cx:pt>
          <cx:pt idx="31162">First_Product_Purchased</cx:pt>
          <cx:pt idx="31163">First_Product_Purchased</cx:pt>
          <cx:pt idx="31164">First_Product_Purchased</cx:pt>
          <cx:pt idx="31165">Second_Product_Purchased</cx:pt>
          <cx:pt idx="31166">Second_Product_Purchased</cx:pt>
          <cx:pt idx="31167">First_Product_Purchased</cx:pt>
          <cx:pt idx="31168">Second_Product_Purchased</cx:pt>
          <cx:pt idx="31169">First_Product_Purchased</cx:pt>
          <cx:pt idx="31170">First_Product_Purchased</cx:pt>
          <cx:pt idx="31171">First_Product_Purchased</cx:pt>
          <cx:pt idx="31172">First_Product_Purchased</cx:pt>
          <cx:pt idx="31173">Second_Product_Purchased</cx:pt>
          <cx:pt idx="31174">First_Product_Purchased</cx:pt>
          <cx:pt idx="31175">First_Product_Purchased</cx:pt>
          <cx:pt idx="31176">Second_Product_Purchased</cx:pt>
          <cx:pt idx="31177">First_Product_Purchased</cx:pt>
          <cx:pt idx="31178">Second_Product_Purchased</cx:pt>
          <cx:pt idx="31179">Second_Product_Purchased</cx:pt>
          <cx:pt idx="31180">First_Product_Purchased</cx:pt>
          <cx:pt idx="31181">First_Product_Purchased</cx:pt>
          <cx:pt idx="31182">First_Product_Purchased</cx:pt>
          <cx:pt idx="31183">First_Product_Purchased</cx:pt>
          <cx:pt idx="31184">First_Product_Purchased</cx:pt>
          <cx:pt idx="31185">First_Product_Purchased</cx:pt>
          <cx:pt idx="31186">Second_Product_Purchased</cx:pt>
          <cx:pt idx="31187">First_Product_Purchased</cx:pt>
          <cx:pt idx="31188">Second_Product_Purchased</cx:pt>
          <cx:pt idx="31189">Second_Product_Purchased</cx:pt>
          <cx:pt idx="31190">First_Product_Purchased</cx:pt>
          <cx:pt idx="31191">First_Product_Purchased</cx:pt>
          <cx:pt idx="31192">Second_Product_Purchased</cx:pt>
          <cx:pt idx="31193">Second_Product_Purchased</cx:pt>
          <cx:pt idx="31194">Second_Product_Purchased</cx:pt>
          <cx:pt idx="31195">First_Product_Purchased</cx:pt>
          <cx:pt idx="31196">Second_Product_Purchased</cx:pt>
          <cx:pt idx="31197">Second_Product_Purchased</cx:pt>
          <cx:pt idx="31198">First_Product_Purchased</cx:pt>
          <cx:pt idx="31199">Second_Product_Purchased</cx:pt>
          <cx:pt idx="31200">First_Product_Purchased</cx:pt>
          <cx:pt idx="31201">Second_Product_Purchased</cx:pt>
          <cx:pt idx="31202">First_Product_Purchased</cx:pt>
          <cx:pt idx="31203">First_Product_Purchased</cx:pt>
          <cx:pt idx="31204">First_Product_Purchased</cx:pt>
          <cx:pt idx="31205">Second_Product_Purchased</cx:pt>
          <cx:pt idx="31206">First_Product_Purchased</cx:pt>
          <cx:pt idx="31207">First_Product_Purchased</cx:pt>
          <cx:pt idx="31208">Second_Product_Purchased</cx:pt>
          <cx:pt idx="31209">Second_Product_Purchased</cx:pt>
          <cx:pt idx="31210">First_Product_Purchased</cx:pt>
          <cx:pt idx="31211">Second_Product_Purchased</cx:pt>
          <cx:pt idx="31212">Second_Product_Purchased</cx:pt>
          <cx:pt idx="31213">First_Product_Purchased</cx:pt>
          <cx:pt idx="31214">First_Product_Purchased</cx:pt>
          <cx:pt idx="31215">Second_Product_Purchased</cx:pt>
          <cx:pt idx="31216">First_Product_Purchased</cx:pt>
          <cx:pt idx="31217">First_Product_Purchased</cx:pt>
          <cx:pt idx="31218">First_Product_Purchased</cx:pt>
          <cx:pt idx="31219">First_Product_Purchased</cx:pt>
          <cx:pt idx="31220">First_Product_Purchased</cx:pt>
          <cx:pt idx="31221">Second_Product_Purchased</cx:pt>
          <cx:pt idx="31222">First_Product_Purchased</cx:pt>
          <cx:pt idx="31223">First_Product_Purchased</cx:pt>
          <cx:pt idx="31224">Second_Product_Purchased</cx:pt>
          <cx:pt idx="31225">Second_Product_Purchased</cx:pt>
          <cx:pt idx="31226">Second_Product_Purchased</cx:pt>
          <cx:pt idx="31227">Second_Product_Purchased</cx:pt>
          <cx:pt idx="31228">First_Product_Purchased</cx:pt>
          <cx:pt idx="31229">First_Product_Purchased</cx:pt>
          <cx:pt idx="31230">First_Product_Purchased</cx:pt>
          <cx:pt idx="31231">First_Product_Purchased</cx:pt>
          <cx:pt idx="31232">First_Product_Purchased</cx:pt>
          <cx:pt idx="31233">First_Product_Purchased</cx:pt>
          <cx:pt idx="31234">First_Product_Purchased</cx:pt>
          <cx:pt idx="31235">Second_Product_Purchased</cx:pt>
          <cx:pt idx="31236">Second_Product_Purchased</cx:pt>
          <cx:pt idx="31237">Second_Product_Purchased</cx:pt>
          <cx:pt idx="31238">First_Product_Purchased</cx:pt>
          <cx:pt idx="31239">First_Product_Purchased</cx:pt>
          <cx:pt idx="31240">First_Product_Purchased</cx:pt>
          <cx:pt idx="31241">Second_Product_Purchased</cx:pt>
          <cx:pt idx="31242">First_Product_Purchased</cx:pt>
          <cx:pt idx="31243">Second_Product_Purchased</cx:pt>
          <cx:pt idx="31244">First_Product_Purchased</cx:pt>
          <cx:pt idx="31245">First_Product_Purchased</cx:pt>
          <cx:pt idx="31246">Second_Product_Purchased</cx:pt>
          <cx:pt idx="31247">Second_Product_Purchased</cx:pt>
          <cx:pt idx="31248">Second_Product_Purchased</cx:pt>
          <cx:pt idx="31249">First_Product_Purchased</cx:pt>
          <cx:pt idx="31250">First_Product_Purchased</cx:pt>
          <cx:pt idx="31251">Second_Product_Purchased</cx:pt>
          <cx:pt idx="31252">Second_Product_Purchased</cx:pt>
          <cx:pt idx="31253">First_Product_Purchased</cx:pt>
          <cx:pt idx="31254">First_Product_Purchased</cx:pt>
          <cx:pt idx="31255">Second_Product_Purchased</cx:pt>
          <cx:pt idx="31256">First_Product_Purchased</cx:pt>
          <cx:pt idx="31257">Second_Product_Purchased</cx:pt>
          <cx:pt idx="31258">First_Product_Purchased</cx:pt>
          <cx:pt idx="31259">First_Product_Purchased</cx:pt>
          <cx:pt idx="31260">First_Product_Purchased</cx:pt>
          <cx:pt idx="31261">Second_Product_Purchased</cx:pt>
          <cx:pt idx="31262">Second_Product_Purchased</cx:pt>
          <cx:pt idx="31263">Second_Product_Purchased</cx:pt>
          <cx:pt idx="31264">First_Product_Purchased</cx:pt>
          <cx:pt idx="31265">First_Product_Purchased</cx:pt>
          <cx:pt idx="31266">Second_Product_Purchased</cx:pt>
          <cx:pt idx="31267">First_Product_Purchased</cx:pt>
          <cx:pt idx="31268">Second_Product_Purchased</cx:pt>
          <cx:pt idx="31269">First_Product_Purchased</cx:pt>
          <cx:pt idx="31270">First_Product_Purchased</cx:pt>
          <cx:pt idx="31271">Second_Product_Purchased</cx:pt>
          <cx:pt idx="31272">First_Product_Purchased</cx:pt>
          <cx:pt idx="31273">First_Product_Purchased</cx:pt>
          <cx:pt idx="31274">First_Product_Purchased</cx:pt>
          <cx:pt idx="31275">First_Product_Purchased</cx:pt>
          <cx:pt idx="31276">Second_Product_Purchased</cx:pt>
          <cx:pt idx="31277">First_Product_Purchased</cx:pt>
          <cx:pt idx="31278">Second_Product_Purchased</cx:pt>
          <cx:pt idx="31279">First_Product_Purchased</cx:pt>
          <cx:pt idx="31280">First_Product_Purchased</cx:pt>
          <cx:pt idx="31281">Second_Product_Purchased</cx:pt>
          <cx:pt idx="31282">First_Product_Purchased</cx:pt>
          <cx:pt idx="31283">First_Product_Purchased</cx:pt>
          <cx:pt idx="31284">Second_Product_Purchased</cx:pt>
          <cx:pt idx="31285">First_Product_Purchased</cx:pt>
          <cx:pt idx="31286">First_Product_Purchased</cx:pt>
          <cx:pt idx="31287">Second_Product_Purchased</cx:pt>
          <cx:pt idx="31288">Second_Product_Purchased</cx:pt>
          <cx:pt idx="31289">First_Product_Purchased</cx:pt>
          <cx:pt idx="31290">First_Product_Purchased</cx:pt>
          <cx:pt idx="31291">Second_Product_Purchased</cx:pt>
          <cx:pt idx="31292">First_Product_Purchased</cx:pt>
          <cx:pt idx="31293">First_Product_Purchased</cx:pt>
          <cx:pt idx="31294">First_Product_Purchased</cx:pt>
          <cx:pt idx="31295">First_Product_Purchased</cx:pt>
          <cx:pt idx="31296">Second_Product_Purchased</cx:pt>
          <cx:pt idx="31297">First_Product_Purchased</cx:pt>
          <cx:pt idx="31298">First_Product_Purchased</cx:pt>
          <cx:pt idx="31299">Second_Product_Purchased</cx:pt>
          <cx:pt idx="31300">Second_Product_Purchased</cx:pt>
          <cx:pt idx="31301">Second_Product_Purchased</cx:pt>
          <cx:pt idx="31302">First_Product_Purchased</cx:pt>
          <cx:pt idx="31303">First_Product_Purchased</cx:pt>
          <cx:pt idx="31304">Second_Product_Purchased</cx:pt>
          <cx:pt idx="31305">First_Product_Purchased</cx:pt>
          <cx:pt idx="31306">Second_Product_Purchased</cx:pt>
          <cx:pt idx="31307">First_Product_Purchased</cx:pt>
          <cx:pt idx="31308">First_Product_Purchased</cx:pt>
          <cx:pt idx="31309">Second_Product_Purchased</cx:pt>
          <cx:pt idx="31310">First_Product_Purchased</cx:pt>
          <cx:pt idx="31311">Second_Product_Purchased</cx:pt>
          <cx:pt idx="31312">Second_Product_Purchased</cx:pt>
          <cx:pt idx="31313">Second_Product_Purchased</cx:pt>
          <cx:pt idx="31314">First_Product_Purchased</cx:pt>
          <cx:pt idx="31315">Second_Product_Purchased</cx:pt>
          <cx:pt idx="31316">First_Product_Purchased</cx:pt>
          <cx:pt idx="31317">First_Product_Purchased</cx:pt>
          <cx:pt idx="31318">First_Product_Purchased</cx:pt>
          <cx:pt idx="31319">First_Product_Purchased</cx:pt>
          <cx:pt idx="31320">First_Product_Purchased</cx:pt>
          <cx:pt idx="31321">First_Product_Purchased</cx:pt>
          <cx:pt idx="31322">First_Product_Purchased</cx:pt>
          <cx:pt idx="31323">Second_Product_Purchased</cx:pt>
          <cx:pt idx="31324">First_Product_Purchased</cx:pt>
          <cx:pt idx="31325">Second_Product_Purchased</cx:pt>
          <cx:pt idx="31326">First_Product_Purchased</cx:pt>
          <cx:pt idx="31327">First_Product_Purchased</cx:pt>
          <cx:pt idx="31328">Second_Product_Purchased</cx:pt>
          <cx:pt idx="31329">First_Product_Purchased</cx:pt>
          <cx:pt idx="31330">Second_Product_Purchased</cx:pt>
          <cx:pt idx="31331">First_Product_Purchased</cx:pt>
          <cx:pt idx="31332">First_Product_Purchased</cx:pt>
          <cx:pt idx="31333">Second_Product_Purchased</cx:pt>
          <cx:pt idx="31334">First_Product_Purchased</cx:pt>
          <cx:pt idx="31335">Second_Product_Purchased</cx:pt>
          <cx:pt idx="31336">Second_Product_Purchased</cx:pt>
          <cx:pt idx="31337">Second_Product_Purchased</cx:pt>
          <cx:pt idx="31338">Second_Product_Purchased</cx:pt>
          <cx:pt idx="31339">Second_Product_Purchased</cx:pt>
          <cx:pt idx="31340">Second_Product_Purchased</cx:pt>
          <cx:pt idx="31341">First_Product_Purchased</cx:pt>
          <cx:pt idx="31342">Second_Product_Purchased</cx:pt>
          <cx:pt idx="31343">Second_Product_Purchased</cx:pt>
          <cx:pt idx="31344">First_Product_Purchased</cx:pt>
          <cx:pt idx="31345">Second_Product_Purchased</cx:pt>
          <cx:pt idx="31346">Second_Product_Purchased</cx:pt>
          <cx:pt idx="31347">Second_Product_Purchased</cx:pt>
          <cx:pt idx="31348">First_Product_Purchased</cx:pt>
          <cx:pt idx="31349">First_Product_Purchased</cx:pt>
          <cx:pt idx="31350">First_Product_Purchased</cx:pt>
          <cx:pt idx="31351">First_Product_Purchased</cx:pt>
          <cx:pt idx="31352">Second_Product_Purchased</cx:pt>
          <cx:pt idx="31353">Second_Product_Purchased</cx:pt>
          <cx:pt idx="31354">Second_Product_Purchased</cx:pt>
          <cx:pt idx="31355">Second_Product_Purchased</cx:pt>
          <cx:pt idx="31356">First_Product_Purchased</cx:pt>
          <cx:pt idx="31357">First_Product_Purchased</cx:pt>
          <cx:pt idx="31358">Second_Product_Purchased</cx:pt>
          <cx:pt idx="31359">Second_Product_Purchased</cx:pt>
          <cx:pt idx="31360">First_Product_Purchased</cx:pt>
          <cx:pt idx="31361">First_Product_Purchased</cx:pt>
          <cx:pt idx="31362">Second_Product_Purchased</cx:pt>
          <cx:pt idx="31363">Second_Product_Purchased</cx:pt>
          <cx:pt idx="31364">First_Product_Purchased</cx:pt>
          <cx:pt idx="31365">Second_Product_Purchased</cx:pt>
          <cx:pt idx="31366">Second_Product_Purchased</cx:pt>
          <cx:pt idx="31367">First_Product_Purchased</cx:pt>
          <cx:pt idx="31368">Second_Product_Purchased</cx:pt>
          <cx:pt idx="31369">First_Product_Purchased</cx:pt>
          <cx:pt idx="31370">First_Product_Purchased</cx:pt>
          <cx:pt idx="31371">First_Product_Purchased</cx:pt>
          <cx:pt idx="31372">Second_Product_Purchased</cx:pt>
          <cx:pt idx="31373">Second_Product_Purchased</cx:pt>
          <cx:pt idx="31374">Second_Product_Purchased</cx:pt>
          <cx:pt idx="31375">Second_Product_Purchased</cx:pt>
          <cx:pt idx="31376">First_Product_Purchased</cx:pt>
          <cx:pt idx="31377">Second_Product_Purchased</cx:pt>
          <cx:pt idx="31378">First_Product_Purchased</cx:pt>
          <cx:pt idx="31379">First_Product_Purchased</cx:pt>
          <cx:pt idx="31380">Second_Product_Purchased</cx:pt>
          <cx:pt idx="31381">First_Product_Purchased</cx:pt>
          <cx:pt idx="31382">Second_Product_Purchased</cx:pt>
          <cx:pt idx="31383">Second_Product_Purchased</cx:pt>
          <cx:pt idx="31384">First_Product_Purchased</cx:pt>
          <cx:pt idx="31385">First_Product_Purchased</cx:pt>
          <cx:pt idx="31386">Second_Product_Purchased</cx:pt>
          <cx:pt idx="31387">Second_Product_Purchased</cx:pt>
          <cx:pt idx="31388">Second_Product_Purchased</cx:pt>
          <cx:pt idx="31389">Second_Product_Purchased</cx:pt>
          <cx:pt idx="31390">Second_Product_Purchased</cx:pt>
          <cx:pt idx="31391">First_Product_Purchased</cx:pt>
          <cx:pt idx="31392">First_Product_Purchased</cx:pt>
          <cx:pt idx="31393">First_Product_Purchased</cx:pt>
          <cx:pt idx="31394">First_Product_Purchased</cx:pt>
          <cx:pt idx="31395">First_Product_Purchased</cx:pt>
          <cx:pt idx="31396">Second_Product_Purchased</cx:pt>
          <cx:pt idx="31397">First_Product_Purchased</cx:pt>
          <cx:pt idx="31398">Second_Product_Purchased</cx:pt>
          <cx:pt idx="31399">First_Product_Purchased</cx:pt>
          <cx:pt idx="31400">Second_Product_Purchased</cx:pt>
          <cx:pt idx="31401">First_Product_Purchased</cx:pt>
          <cx:pt idx="31402">First_Product_Purchased</cx:pt>
          <cx:pt idx="31403">First_Product_Purchased</cx:pt>
          <cx:pt idx="31404">First_Product_Purchased</cx:pt>
          <cx:pt idx="31405">Second_Product_Purchased</cx:pt>
          <cx:pt idx="31406">First_Product_Purchased</cx:pt>
          <cx:pt idx="31407">Second_Product_Purchased</cx:pt>
          <cx:pt idx="31408">First_Product_Purchased</cx:pt>
          <cx:pt idx="31409">Second_Product_Purchased</cx:pt>
          <cx:pt idx="31410">First_Product_Purchased</cx:pt>
          <cx:pt idx="31411">First_Product_Purchased</cx:pt>
          <cx:pt idx="31412">First_Product_Purchased</cx:pt>
          <cx:pt idx="31413">Second_Product_Purchased</cx:pt>
          <cx:pt idx="31414">Second_Product_Purchased</cx:pt>
          <cx:pt idx="31415">First_Product_Purchased</cx:pt>
          <cx:pt idx="31416">First_Product_Purchased</cx:pt>
          <cx:pt idx="31417">First_Product_Purchased</cx:pt>
          <cx:pt idx="31418">Second_Product_Purchased</cx:pt>
          <cx:pt idx="31419">Second_Product_Purchased</cx:pt>
          <cx:pt idx="31420">Second_Product_Purchased</cx:pt>
          <cx:pt idx="31421">Second_Product_Purchased</cx:pt>
          <cx:pt idx="31422">Second_Product_Purchased</cx:pt>
          <cx:pt idx="31423">First_Product_Purchased</cx:pt>
          <cx:pt idx="31424">First_Product_Purchased</cx:pt>
          <cx:pt idx="31425">Second_Product_Purchased</cx:pt>
          <cx:pt idx="31426">Second_Product_Purchased</cx:pt>
          <cx:pt idx="31427">First_Product_Purchased</cx:pt>
          <cx:pt idx="31428">Second_Product_Purchased</cx:pt>
          <cx:pt idx="31429">First_Product_Purchased</cx:pt>
          <cx:pt idx="31430">First_Product_Purchased</cx:pt>
          <cx:pt idx="31431">Second_Product_Purchased</cx:pt>
          <cx:pt idx="31432">First_Product_Purchased</cx:pt>
          <cx:pt idx="31433">Second_Product_Purchased</cx:pt>
          <cx:pt idx="31434">Second_Product_Purchased</cx:pt>
          <cx:pt idx="31435">Second_Product_Purchased</cx:pt>
          <cx:pt idx="31436">First_Product_Purchased</cx:pt>
          <cx:pt idx="31437">First_Product_Purchased</cx:pt>
          <cx:pt idx="31438">First_Product_Purchased</cx:pt>
          <cx:pt idx="31439">Second_Product_Purchased</cx:pt>
          <cx:pt idx="31440">First_Product_Purchased</cx:pt>
          <cx:pt idx="31441">Second_Product_Purchased</cx:pt>
          <cx:pt idx="31442">Second_Product_Purchased</cx:pt>
          <cx:pt idx="31443">Second_Product_Purchased</cx:pt>
          <cx:pt idx="31444">First_Product_Purchased</cx:pt>
          <cx:pt idx="31445">First_Product_Purchased</cx:pt>
          <cx:pt idx="31446">First_Product_Purchased</cx:pt>
          <cx:pt idx="31447">First_Product_Purchased</cx:pt>
          <cx:pt idx="31448">Second_Product_Purchased</cx:pt>
          <cx:pt idx="31449">First_Product_Purchased</cx:pt>
          <cx:pt idx="31450">First_Product_Purchased</cx:pt>
          <cx:pt idx="31451">First_Product_Purchased</cx:pt>
          <cx:pt idx="31452">First_Product_Purchased</cx:pt>
          <cx:pt idx="31453">Second_Product_Purchased</cx:pt>
          <cx:pt idx="31454">Second_Product_Purchased</cx:pt>
          <cx:pt idx="31455">First_Product_Purchased</cx:pt>
          <cx:pt idx="31456">Second_Product_Purchased</cx:pt>
          <cx:pt idx="31457">First_Product_Purchased</cx:pt>
          <cx:pt idx="31458">First_Product_Purchased</cx:pt>
          <cx:pt idx="31459">First_Product_Purchased</cx:pt>
          <cx:pt idx="31460">First_Product_Purchased</cx:pt>
          <cx:pt idx="31461">First_Product_Purchased</cx:pt>
          <cx:pt idx="31462">First_Product_Purchased</cx:pt>
          <cx:pt idx="31463">First_Product_Purchased</cx:pt>
          <cx:pt idx="31464">First_Product_Purchased</cx:pt>
          <cx:pt idx="31465">First_Product_Purchased</cx:pt>
          <cx:pt idx="31466">Second_Product_Purchased</cx:pt>
          <cx:pt idx="31467">First_Product_Purchased</cx:pt>
          <cx:pt idx="31468">First_Product_Purchased</cx:pt>
          <cx:pt idx="31469">Second_Product_Purchased</cx:pt>
          <cx:pt idx="31470">First_Product_Purchased</cx:pt>
          <cx:pt idx="31471">Second_Product_Purchased</cx:pt>
          <cx:pt idx="31472">Second_Product_Purchased</cx:pt>
          <cx:pt idx="31473">First_Product_Purchased</cx:pt>
          <cx:pt idx="31474">First_Product_Purchased</cx:pt>
          <cx:pt idx="31475">First_Product_Purchased</cx:pt>
          <cx:pt idx="31476">Second_Product_Purchased</cx:pt>
          <cx:pt idx="31477">First_Product_Purchased</cx:pt>
          <cx:pt idx="31478">Second_Product_Purchased</cx:pt>
          <cx:pt idx="31479">First_Product_Purchased</cx:pt>
          <cx:pt idx="31480">First_Product_Purchased</cx:pt>
          <cx:pt idx="31481">First_Product_Purchased</cx:pt>
          <cx:pt idx="31482">First_Product_Purchased</cx:pt>
          <cx:pt idx="31483">Second_Product_Purchased</cx:pt>
          <cx:pt idx="31484">First_Product_Purchased</cx:pt>
          <cx:pt idx="31485">Second_Product_Purchased</cx:pt>
          <cx:pt idx="31486">First_Product_Purchased</cx:pt>
          <cx:pt idx="31487">First_Product_Purchased</cx:pt>
          <cx:pt idx="31488">First_Product_Purchased</cx:pt>
          <cx:pt idx="31489">First_Product_Purchased</cx:pt>
          <cx:pt idx="31490">Second_Product_Purchased</cx:pt>
          <cx:pt idx="31491">Second_Product_Purchased</cx:pt>
          <cx:pt idx="31492">First_Product_Purchased</cx:pt>
          <cx:pt idx="31493">First_Product_Purchased</cx:pt>
          <cx:pt idx="31494">First_Product_Purchased</cx:pt>
          <cx:pt idx="31495">Second_Product_Purchased</cx:pt>
          <cx:pt idx="31496">Second_Product_Purchased</cx:pt>
          <cx:pt idx="31497">First_Product_Purchased</cx:pt>
          <cx:pt idx="31498">Second_Product_Purchased</cx:pt>
          <cx:pt idx="31499">First_Product_Purchased</cx:pt>
          <cx:pt idx="31500">Second_Product_Purchased</cx:pt>
          <cx:pt idx="31501">First_Product_Purchased</cx:pt>
          <cx:pt idx="31502">Second_Product_Purchased</cx:pt>
          <cx:pt idx="31503">Second_Product_Purchased</cx:pt>
          <cx:pt idx="31504">Second_Product_Purchased</cx:pt>
          <cx:pt idx="31505">First_Product_Purchased</cx:pt>
          <cx:pt idx="31506">First_Product_Purchased</cx:pt>
          <cx:pt idx="31507">Second_Product_Purchased</cx:pt>
          <cx:pt idx="31508">First_Product_Purchased</cx:pt>
          <cx:pt idx="31509">First_Product_Purchased</cx:pt>
          <cx:pt idx="31510">Second_Product_Purchased</cx:pt>
          <cx:pt idx="31511">First_Product_Purchased</cx:pt>
          <cx:pt idx="31512">First_Product_Purchased</cx:pt>
          <cx:pt idx="31513">First_Product_Purchased</cx:pt>
          <cx:pt idx="31514">First_Product_Purchased</cx:pt>
          <cx:pt idx="31515">First_Product_Purchased</cx:pt>
          <cx:pt idx="31516">First_Product_Purchased</cx:pt>
          <cx:pt idx="31517">First_Product_Purchased</cx:pt>
          <cx:pt idx="31518">Second_Product_Purchased</cx:pt>
          <cx:pt idx="31519">Second_Product_Purchased</cx:pt>
          <cx:pt idx="31520">First_Product_Purchased</cx:pt>
          <cx:pt idx="31521">First_Product_Purchased</cx:pt>
          <cx:pt idx="31522">Second_Product_Purchased</cx:pt>
          <cx:pt idx="31523">First_Product_Purchased</cx:pt>
          <cx:pt idx="31524">First_Product_Purchased</cx:pt>
          <cx:pt idx="31525">First_Product_Purchased</cx:pt>
          <cx:pt idx="31526">Second_Product_Purchased</cx:pt>
          <cx:pt idx="31527">Second_Product_Purchased</cx:pt>
          <cx:pt idx="31528">Second_Product_Purchased</cx:pt>
          <cx:pt idx="31529">First_Product_Purchased</cx:pt>
          <cx:pt idx="31530">First_Product_Purchased</cx:pt>
          <cx:pt idx="31531">First_Product_Purchased</cx:pt>
          <cx:pt idx="31532">Second_Product_Purchased</cx:pt>
          <cx:pt idx="31533">First_Product_Purchased</cx:pt>
          <cx:pt idx="31534">First_Product_Purchased</cx:pt>
          <cx:pt idx="31535">First_Product_Purchased</cx:pt>
          <cx:pt idx="31536">First_Product_Purchased</cx:pt>
          <cx:pt idx="31537">Second_Product_Purchased</cx:pt>
          <cx:pt idx="31538">First_Product_Purchased</cx:pt>
          <cx:pt idx="31539">First_Product_Purchased</cx:pt>
          <cx:pt idx="31540">First_Product_Purchased</cx:pt>
          <cx:pt idx="31541">First_Product_Purchased</cx:pt>
          <cx:pt idx="31542">First_Product_Purchased</cx:pt>
          <cx:pt idx="31543">First_Product_Purchased</cx:pt>
          <cx:pt idx="31544">Second_Product_Purchased</cx:pt>
          <cx:pt idx="31545">Second_Product_Purchased</cx:pt>
          <cx:pt idx="31546">First_Product_Purchased</cx:pt>
          <cx:pt idx="31547">Second_Product_Purchased</cx:pt>
          <cx:pt idx="31548">Second_Product_Purchased</cx:pt>
          <cx:pt idx="31549">First_Product_Purchased</cx:pt>
          <cx:pt idx="31550">Second_Product_Purchased</cx:pt>
          <cx:pt idx="31551">Second_Product_Purchased</cx:pt>
          <cx:pt idx="31552">First_Product_Purchased</cx:pt>
          <cx:pt idx="31553">First_Product_Purchased</cx:pt>
          <cx:pt idx="31554">Second_Product_Purchased</cx:pt>
          <cx:pt idx="31555">First_Product_Purchased</cx:pt>
          <cx:pt idx="31556">Second_Product_Purchased</cx:pt>
          <cx:pt idx="31557">First_Product_Purchased</cx:pt>
          <cx:pt idx="31558">First_Product_Purchased</cx:pt>
          <cx:pt idx="31559">First_Product_Purchased</cx:pt>
          <cx:pt idx="31560">First_Product_Purchased</cx:pt>
          <cx:pt idx="31561">Second_Product_Purchased</cx:pt>
          <cx:pt idx="31562">First_Product_Purchased</cx:pt>
          <cx:pt idx="31563">Second_Product_Purchased</cx:pt>
          <cx:pt idx="31564">First_Product_Purchased</cx:pt>
          <cx:pt idx="31565">First_Product_Purchased</cx:pt>
          <cx:pt idx="31566">First_Product_Purchased</cx:pt>
          <cx:pt idx="31567">First_Product_Purchased</cx:pt>
          <cx:pt idx="31568">Second_Product_Purchased</cx:pt>
          <cx:pt idx="31569">First_Product_Purchased</cx:pt>
          <cx:pt idx="31570">First_Product_Purchased</cx:pt>
          <cx:pt idx="31571">First_Product_Purchased</cx:pt>
          <cx:pt idx="31572">First_Product_Purchased</cx:pt>
          <cx:pt idx="31573">First_Product_Purchased</cx:pt>
          <cx:pt idx="31574">First_Product_Purchased</cx:pt>
          <cx:pt idx="31575">First_Product_Purchased</cx:pt>
          <cx:pt idx="31576">Second_Product_Purchased</cx:pt>
          <cx:pt idx="31577">Second_Product_Purchased</cx:pt>
          <cx:pt idx="31578">First_Product_Purchased</cx:pt>
          <cx:pt idx="31579">First_Product_Purchased</cx:pt>
          <cx:pt idx="31580">First_Product_Purchased</cx:pt>
          <cx:pt idx="31581">Second_Product_Purchased</cx:pt>
          <cx:pt idx="31582">Second_Product_Purchased</cx:pt>
          <cx:pt idx="31583">Second_Product_Purchased</cx:pt>
          <cx:pt idx="31584">First_Product_Purchased</cx:pt>
          <cx:pt idx="31585">First_Product_Purchased</cx:pt>
          <cx:pt idx="31586">First_Product_Purchased</cx:pt>
          <cx:pt idx="31587">First_Product_Purchased</cx:pt>
          <cx:pt idx="31588">Second_Product_Purchased</cx:pt>
          <cx:pt idx="31589">First_Product_Purchased</cx:pt>
          <cx:pt idx="31590">Second_Product_Purchased</cx:pt>
          <cx:pt idx="31591">First_Product_Purchased</cx:pt>
          <cx:pt idx="31592">First_Product_Purchased</cx:pt>
          <cx:pt idx="31593">Second_Product_Purchased</cx:pt>
          <cx:pt idx="31594">First_Product_Purchased</cx:pt>
          <cx:pt idx="31595">First_Product_Purchased</cx:pt>
          <cx:pt idx="31596">First_Product_Purchased</cx:pt>
          <cx:pt idx="31597">Second_Product_Purchased</cx:pt>
          <cx:pt idx="31598">Second_Product_Purchased</cx:pt>
          <cx:pt idx="31599">Second_Product_Purchased</cx:pt>
          <cx:pt idx="31600">Second_Product_Purchased</cx:pt>
          <cx:pt idx="31601">Second_Product_Purchased</cx:pt>
          <cx:pt idx="31602">First_Product_Purchased</cx:pt>
          <cx:pt idx="31603">Second_Product_Purchased</cx:pt>
          <cx:pt idx="31604">Second_Product_Purchased</cx:pt>
          <cx:pt idx="31605">First_Product_Purchased</cx:pt>
          <cx:pt idx="31606">Second_Product_Purchased</cx:pt>
          <cx:pt idx="31607">First_Product_Purchased</cx:pt>
          <cx:pt idx="31608">First_Product_Purchased</cx:pt>
          <cx:pt idx="31609">First_Product_Purchased</cx:pt>
          <cx:pt idx="31610">Second_Product_Purchased</cx:pt>
          <cx:pt idx="31611">Second_Product_Purchased</cx:pt>
          <cx:pt idx="31612">Second_Product_Purchased</cx:pt>
          <cx:pt idx="31613">First_Product_Purchased</cx:pt>
          <cx:pt idx="31614">First_Product_Purchased</cx:pt>
          <cx:pt idx="31615">First_Product_Purchased</cx:pt>
          <cx:pt idx="31616">First_Product_Purchased</cx:pt>
          <cx:pt idx="31617">First_Product_Purchased</cx:pt>
          <cx:pt idx="31618">First_Product_Purchased</cx:pt>
          <cx:pt idx="31619">Second_Product_Purchased</cx:pt>
          <cx:pt idx="31620">First_Product_Purchased</cx:pt>
          <cx:pt idx="31621">First_Product_Purchased</cx:pt>
          <cx:pt idx="31622">First_Product_Purchased</cx:pt>
          <cx:pt idx="31623">Second_Product_Purchased</cx:pt>
          <cx:pt idx="31624">Second_Product_Purchased</cx:pt>
          <cx:pt idx="31625">First_Product_Purchased</cx:pt>
          <cx:pt idx="31626">Second_Product_Purchased</cx:pt>
          <cx:pt idx="31627">First_Product_Purchased</cx:pt>
          <cx:pt idx="31628">First_Product_Purchased</cx:pt>
          <cx:pt idx="31629">First_Product_Purchased</cx:pt>
          <cx:pt idx="31630">Second_Product_Purchased</cx:pt>
          <cx:pt idx="31631">First_Product_Purchased</cx:pt>
          <cx:pt idx="31632">First_Product_Purchased</cx:pt>
          <cx:pt idx="31633">First_Product_Purchased</cx:pt>
          <cx:pt idx="31634">First_Product_Purchased</cx:pt>
          <cx:pt idx="31635">Second_Product_Purchased</cx:pt>
          <cx:pt idx="31636">First_Product_Purchased</cx:pt>
          <cx:pt idx="31637">Second_Product_Purchased</cx:pt>
          <cx:pt idx="31638">Second_Product_Purchased</cx:pt>
          <cx:pt idx="31639">First_Product_Purchased</cx:pt>
          <cx:pt idx="31640">Second_Product_Purchased</cx:pt>
          <cx:pt idx="31641">First_Product_Purchased</cx:pt>
          <cx:pt idx="31642">First_Product_Purchased</cx:pt>
          <cx:pt idx="31643">First_Product_Purchased</cx:pt>
          <cx:pt idx="31644">Second_Product_Purchased</cx:pt>
          <cx:pt idx="31645">First_Product_Purchased</cx:pt>
          <cx:pt idx="31646">First_Product_Purchased</cx:pt>
          <cx:pt idx="31647">First_Product_Purchased</cx:pt>
          <cx:pt idx="31648">First_Product_Purchased</cx:pt>
          <cx:pt idx="31649">Second_Product_Purchased</cx:pt>
          <cx:pt idx="31650">Second_Product_Purchased</cx:pt>
          <cx:pt idx="31651">First_Product_Purchased</cx:pt>
          <cx:pt idx="31652">First_Product_Purchased</cx:pt>
          <cx:pt idx="31653">First_Product_Purchased</cx:pt>
          <cx:pt idx="31654">Second_Product_Purchased</cx:pt>
          <cx:pt idx="31655">First_Product_Purchased</cx:pt>
          <cx:pt idx="31656">First_Product_Purchased</cx:pt>
          <cx:pt idx="31657">Second_Product_Purchased</cx:pt>
          <cx:pt idx="31658">First_Product_Purchased</cx:pt>
          <cx:pt idx="31659">Second_Product_Purchased</cx:pt>
          <cx:pt idx="31660">Second_Product_Purchased</cx:pt>
          <cx:pt idx="31661">First_Product_Purchased</cx:pt>
          <cx:pt idx="31662">First_Product_Purchased</cx:pt>
          <cx:pt idx="31663">First_Product_Purchased</cx:pt>
          <cx:pt idx="31664">Second_Product_Purchased</cx:pt>
          <cx:pt idx="31665">Second_Product_Purchased</cx:pt>
          <cx:pt idx="31666">First_Product_Purchased</cx:pt>
          <cx:pt idx="31667">Second_Product_Purchased</cx:pt>
          <cx:pt idx="31668">First_Product_Purchased</cx:pt>
          <cx:pt idx="31669">First_Product_Purchased</cx:pt>
          <cx:pt idx="31670">Second_Product_Purchased</cx:pt>
          <cx:pt idx="31671">Second_Product_Purchased</cx:pt>
          <cx:pt idx="31672">Second_Product_Purchased</cx:pt>
          <cx:pt idx="31673">First_Product_Purchased</cx:pt>
          <cx:pt idx="31674">First_Product_Purchased</cx:pt>
          <cx:pt idx="31675">First_Product_Purchased</cx:pt>
          <cx:pt idx="31676">First_Product_Purchased</cx:pt>
          <cx:pt idx="31677">First_Product_Purchased</cx:pt>
          <cx:pt idx="31678">Second_Product_Purchased</cx:pt>
          <cx:pt idx="31679">First_Product_Purchased</cx:pt>
          <cx:pt idx="31680">Second_Product_Purchased</cx:pt>
          <cx:pt idx="31681">Second_Product_Purchased</cx:pt>
          <cx:pt idx="31682">Second_Product_Purchased</cx:pt>
          <cx:pt idx="31683">Second_Product_Purchased</cx:pt>
          <cx:pt idx="31684">First_Product_Purchased</cx:pt>
          <cx:pt idx="31685">First_Product_Purchased</cx:pt>
          <cx:pt idx="31686">First_Product_Purchased</cx:pt>
          <cx:pt idx="31687">First_Product_Purchased</cx:pt>
          <cx:pt idx="31688">First_Product_Purchased</cx:pt>
          <cx:pt idx="31689">First_Product_Purchased</cx:pt>
          <cx:pt idx="31690">First_Product_Purchased</cx:pt>
          <cx:pt idx="31691">First_Product_Purchased</cx:pt>
          <cx:pt idx="31692">First_Product_Purchased</cx:pt>
          <cx:pt idx="31693">First_Product_Purchased</cx:pt>
          <cx:pt idx="31694">Second_Product_Purchased</cx:pt>
          <cx:pt idx="31695">Second_Product_Purchased</cx:pt>
          <cx:pt idx="31696">Second_Product_Purchased</cx:pt>
          <cx:pt idx="31697">Second_Product_Purchased</cx:pt>
          <cx:pt idx="31698">First_Product_Purchased</cx:pt>
          <cx:pt idx="31699">First_Product_Purchased</cx:pt>
          <cx:pt idx="31700">First_Product_Purchased</cx:pt>
          <cx:pt idx="31701">First_Product_Purchased</cx:pt>
          <cx:pt idx="31702">First_Product_Purchased</cx:pt>
          <cx:pt idx="31703">Second_Product_Purchased</cx:pt>
          <cx:pt idx="31704">Second_Product_Purchased</cx:pt>
          <cx:pt idx="31705">First_Product_Purchased</cx:pt>
          <cx:pt idx="31706">First_Product_Purchased</cx:pt>
          <cx:pt idx="31707">First_Product_Purchased</cx:pt>
          <cx:pt idx="31708">First_Product_Purchased</cx:pt>
          <cx:pt idx="31709">First_Product_Purchased</cx:pt>
          <cx:pt idx="31710">First_Product_Purchased</cx:pt>
          <cx:pt idx="31711">Second_Product_Purchased</cx:pt>
          <cx:pt idx="31712">First_Product_Purchased</cx:pt>
          <cx:pt idx="31713">Second_Product_Purchased</cx:pt>
          <cx:pt idx="31714">First_Product_Purchased</cx:pt>
          <cx:pt idx="31715">First_Product_Purchased</cx:pt>
          <cx:pt idx="31716">First_Product_Purchased</cx:pt>
          <cx:pt idx="31717">First_Product_Purchased</cx:pt>
          <cx:pt idx="31718">First_Product_Purchased</cx:pt>
          <cx:pt idx="31719">First_Product_Purchased</cx:pt>
          <cx:pt idx="31720">First_Product_Purchased</cx:pt>
          <cx:pt idx="31721">Second_Product_Purchased</cx:pt>
          <cx:pt idx="31722">Second_Product_Purchased</cx:pt>
          <cx:pt idx="31723">First_Product_Purchased</cx:pt>
          <cx:pt idx="31724">First_Product_Purchased</cx:pt>
          <cx:pt idx="31725">Second_Product_Purchased</cx:pt>
          <cx:pt idx="31726">First_Product_Purchased</cx:pt>
          <cx:pt idx="31727">Second_Product_Purchased</cx:pt>
          <cx:pt idx="31728">First_Product_Purchased</cx:pt>
          <cx:pt idx="31729">First_Product_Purchased</cx:pt>
          <cx:pt idx="31730">Second_Product_Purchased</cx:pt>
          <cx:pt idx="31731">First_Product_Purchased</cx:pt>
          <cx:pt idx="31732">First_Product_Purchased</cx:pt>
          <cx:pt idx="31733">First_Product_Purchased</cx:pt>
          <cx:pt idx="31734">First_Product_Purchased</cx:pt>
          <cx:pt idx="31735">First_Product_Purchased</cx:pt>
          <cx:pt idx="31736">Second_Product_Purchased</cx:pt>
          <cx:pt idx="31737">First_Product_Purchased</cx:pt>
          <cx:pt idx="31738">Second_Product_Purchased</cx:pt>
          <cx:pt idx="31739">First_Product_Purchased</cx:pt>
          <cx:pt idx="31740">Second_Product_Purchased</cx:pt>
          <cx:pt idx="31741">Second_Product_Purchased</cx:pt>
          <cx:pt idx="31742">First_Product_Purchased</cx:pt>
          <cx:pt idx="31743">First_Product_Purchased</cx:pt>
          <cx:pt idx="31744">Second_Product_Purchased</cx:pt>
          <cx:pt idx="31745">Second_Product_Purchased</cx:pt>
          <cx:pt idx="31746">Second_Product_Purchased</cx:pt>
          <cx:pt idx="31747">First_Product_Purchased</cx:pt>
          <cx:pt idx="31748">First_Product_Purchased</cx:pt>
          <cx:pt idx="31749">Second_Product_Purchased</cx:pt>
          <cx:pt idx="31750">First_Product_Purchased</cx:pt>
          <cx:pt idx="31751">Second_Product_Purchased</cx:pt>
          <cx:pt idx="31752">First_Product_Purchased</cx:pt>
          <cx:pt idx="31753">First_Product_Purchased</cx:pt>
          <cx:pt idx="31754">Second_Product_Purchased</cx:pt>
          <cx:pt idx="31755">Second_Product_Purchased</cx:pt>
          <cx:pt idx="31756">Second_Product_Purchased</cx:pt>
          <cx:pt idx="31757">Second_Product_Purchased</cx:pt>
          <cx:pt idx="31758">First_Product_Purchased</cx:pt>
          <cx:pt idx="31759">Second_Product_Purchased</cx:pt>
          <cx:pt idx="31760">Second_Product_Purchased</cx:pt>
          <cx:pt idx="31761">Second_Product_Purchased</cx:pt>
          <cx:pt idx="31762">First_Product_Purchased</cx:pt>
          <cx:pt idx="31763">First_Product_Purchased</cx:pt>
          <cx:pt idx="31764">Second_Product_Purchased</cx:pt>
          <cx:pt idx="31765">First_Product_Purchased</cx:pt>
          <cx:pt idx="31766">First_Product_Purchased</cx:pt>
          <cx:pt idx="31767">First_Product_Purchased</cx:pt>
          <cx:pt idx="31768">First_Product_Purchased</cx:pt>
          <cx:pt idx="31769">Second_Product_Purchased</cx:pt>
          <cx:pt idx="31770">Second_Product_Purchased</cx:pt>
          <cx:pt idx="31771">Second_Product_Purchased</cx:pt>
          <cx:pt idx="31772">Second_Product_Purchased</cx:pt>
          <cx:pt idx="31773">Second_Product_Purchased</cx:pt>
          <cx:pt idx="31774">First_Product_Purchased</cx:pt>
          <cx:pt idx="31775">Second_Product_Purchased</cx:pt>
          <cx:pt idx="31776">Second_Product_Purchased</cx:pt>
          <cx:pt idx="31777">Second_Product_Purchased</cx:pt>
          <cx:pt idx="31778">First_Product_Purchased</cx:pt>
          <cx:pt idx="31779">First_Product_Purchased</cx:pt>
          <cx:pt idx="31780">First_Product_Purchased</cx:pt>
          <cx:pt idx="31781">Second_Product_Purchased</cx:pt>
          <cx:pt idx="31782">Second_Product_Purchased</cx:pt>
          <cx:pt idx="31783">First_Product_Purchased</cx:pt>
          <cx:pt idx="31784">Second_Product_Purchased</cx:pt>
          <cx:pt idx="31785">Second_Product_Purchased</cx:pt>
          <cx:pt idx="31786">First_Product_Purchased</cx:pt>
          <cx:pt idx="31787">Second_Product_Purchased</cx:pt>
          <cx:pt idx="31788">Second_Product_Purchased</cx:pt>
          <cx:pt idx="31789">First_Product_Purchased</cx:pt>
          <cx:pt idx="31790">First_Product_Purchased</cx:pt>
          <cx:pt idx="31791">First_Product_Purchased</cx:pt>
          <cx:pt idx="31792">First_Product_Purchased</cx:pt>
          <cx:pt idx="31793">Second_Product_Purchased</cx:pt>
          <cx:pt idx="31794">First_Product_Purchased</cx:pt>
          <cx:pt idx="31795">Second_Product_Purchased</cx:pt>
          <cx:pt idx="31796">Second_Product_Purchased</cx:pt>
          <cx:pt idx="31797">First_Product_Purchased</cx:pt>
          <cx:pt idx="31798">First_Product_Purchased</cx:pt>
          <cx:pt idx="31799">First_Product_Purchased</cx:pt>
          <cx:pt idx="31800">First_Product_Purchased</cx:pt>
          <cx:pt idx="31801">First_Product_Purchased</cx:pt>
          <cx:pt idx="31802">First_Product_Purchased</cx:pt>
          <cx:pt idx="31803">First_Product_Purchased</cx:pt>
          <cx:pt idx="31804">First_Product_Purchased</cx:pt>
          <cx:pt idx="31805">Second_Product_Purchased</cx:pt>
          <cx:pt idx="31806">Second_Product_Purchased</cx:pt>
          <cx:pt idx="31807">First_Product_Purchased</cx:pt>
          <cx:pt idx="31808">Second_Product_Purchased</cx:pt>
          <cx:pt idx="31809">Second_Product_Purchased</cx:pt>
          <cx:pt idx="31810">First_Product_Purchased</cx:pt>
          <cx:pt idx="31811">First_Product_Purchased</cx:pt>
          <cx:pt idx="31812">First_Product_Purchased</cx:pt>
          <cx:pt idx="31813">First_Product_Purchased</cx:pt>
          <cx:pt idx="31814">First_Product_Purchased</cx:pt>
          <cx:pt idx="31815">Second_Product_Purchased</cx:pt>
          <cx:pt idx="31816">First_Product_Purchased</cx:pt>
          <cx:pt idx="31817">Second_Product_Purchased</cx:pt>
          <cx:pt idx="31818">First_Product_Purchased</cx:pt>
          <cx:pt idx="31819">First_Product_Purchased</cx:pt>
          <cx:pt idx="31820">First_Product_Purchased</cx:pt>
          <cx:pt idx="31821">First_Product_Purchased</cx:pt>
          <cx:pt idx="31822">Second_Product_Purchased</cx:pt>
          <cx:pt idx="31823">First_Product_Purchased</cx:pt>
          <cx:pt idx="31824">First_Product_Purchased</cx:pt>
          <cx:pt idx="31825">First_Product_Purchased</cx:pt>
          <cx:pt idx="31826">First_Product_Purchased</cx:pt>
          <cx:pt idx="31827">First_Product_Purchased</cx:pt>
          <cx:pt idx="31828">First_Product_Purchased</cx:pt>
          <cx:pt idx="31829">First_Product_Purchased</cx:pt>
          <cx:pt idx="31830">First_Product_Purchased</cx:pt>
          <cx:pt idx="31831">First_Product_Purchased</cx:pt>
          <cx:pt idx="31832">Second_Product_Purchased</cx:pt>
          <cx:pt idx="31833">First_Product_Purchased</cx:pt>
          <cx:pt idx="31834">Second_Product_Purchased</cx:pt>
          <cx:pt idx="31835">First_Product_Purchased</cx:pt>
          <cx:pt idx="31836">First_Product_Purchased</cx:pt>
          <cx:pt idx="31837">First_Product_Purchased</cx:pt>
          <cx:pt idx="31838">Second_Product_Purchased</cx:pt>
          <cx:pt idx="31839">Second_Product_Purchased</cx:pt>
          <cx:pt idx="31840">Second_Product_Purchased</cx:pt>
          <cx:pt idx="31841">Second_Product_Purchased</cx:pt>
          <cx:pt idx="31842">First_Product_Purchased</cx:pt>
          <cx:pt idx="31843">Second_Product_Purchased</cx:pt>
          <cx:pt idx="31844">First_Product_Purchased</cx:pt>
          <cx:pt idx="31845">First_Product_Purchased</cx:pt>
          <cx:pt idx="31846">First_Product_Purchased</cx:pt>
          <cx:pt idx="31847">First_Product_Purchased</cx:pt>
          <cx:pt idx="31848">Second_Product_Purchased</cx:pt>
          <cx:pt idx="31849">First_Product_Purchased</cx:pt>
          <cx:pt idx="31850">Second_Product_Purchased</cx:pt>
          <cx:pt idx="31851">Second_Product_Purchased</cx:pt>
          <cx:pt idx="31852">Second_Product_Purchased</cx:pt>
          <cx:pt idx="31853">First_Product_Purchased</cx:pt>
          <cx:pt idx="31854">Second_Product_Purchased</cx:pt>
          <cx:pt idx="31855">First_Product_Purchased</cx:pt>
          <cx:pt idx="31856">First_Product_Purchased</cx:pt>
          <cx:pt idx="31857">Second_Product_Purchased</cx:pt>
          <cx:pt idx="31858">Second_Product_Purchased</cx:pt>
          <cx:pt idx="31859">First_Product_Purchased</cx:pt>
          <cx:pt idx="31860">First_Product_Purchased</cx:pt>
          <cx:pt idx="31861">First_Product_Purchased</cx:pt>
          <cx:pt idx="31862">Second_Product_Purchased</cx:pt>
          <cx:pt idx="31863">First_Product_Purchased</cx:pt>
          <cx:pt idx="31864">Second_Product_Purchased</cx:pt>
          <cx:pt idx="31865">Second_Product_Purchased</cx:pt>
          <cx:pt idx="31866">Second_Product_Purchased</cx:pt>
          <cx:pt idx="31867">Second_Product_Purchased</cx:pt>
          <cx:pt idx="31868">Second_Product_Purchased</cx:pt>
          <cx:pt idx="31869">First_Product_Purchased</cx:pt>
          <cx:pt idx="31870">Second_Product_Purchased</cx:pt>
          <cx:pt idx="31871">Second_Product_Purchased</cx:pt>
          <cx:pt idx="31872">First_Product_Purchased</cx:pt>
          <cx:pt idx="31873">First_Product_Purchased</cx:pt>
          <cx:pt idx="31874">First_Product_Purchased</cx:pt>
          <cx:pt idx="31875">First_Product_Purchased</cx:pt>
          <cx:pt idx="31876">Second_Product_Purchased</cx:pt>
          <cx:pt idx="31877">Second_Product_Purchased</cx:pt>
          <cx:pt idx="31878">First_Product_Purchased</cx:pt>
          <cx:pt idx="31879">Second_Product_Purchased</cx:pt>
          <cx:pt idx="31880">First_Product_Purchased</cx:pt>
          <cx:pt idx="31881">Second_Product_Purchased</cx:pt>
          <cx:pt idx="31882">Second_Product_Purchased</cx:pt>
          <cx:pt idx="31883">First_Product_Purchased</cx:pt>
          <cx:pt idx="31884">Second_Product_Purchased</cx:pt>
          <cx:pt idx="31885">First_Product_Purchased</cx:pt>
          <cx:pt idx="31886">Second_Product_Purchased</cx:pt>
          <cx:pt idx="31887">Second_Product_Purchased</cx:pt>
          <cx:pt idx="31888">First_Product_Purchased</cx:pt>
          <cx:pt idx="31889">First_Product_Purchased</cx:pt>
          <cx:pt idx="31890">First_Product_Purchased</cx:pt>
          <cx:pt idx="31891">First_Product_Purchased</cx:pt>
          <cx:pt idx="31892">First_Product_Purchased</cx:pt>
          <cx:pt idx="31893">First_Product_Purchased</cx:pt>
          <cx:pt idx="31894">Second_Product_Purchased</cx:pt>
          <cx:pt idx="31895">First_Product_Purchased</cx:pt>
          <cx:pt idx="31896">First_Product_Purchased</cx:pt>
          <cx:pt idx="31897">First_Product_Purchased</cx:pt>
          <cx:pt idx="31898">First_Product_Purchased</cx:pt>
          <cx:pt idx="31899">First_Product_Purchased</cx:pt>
          <cx:pt idx="31900">Second_Product_Purchased</cx:pt>
          <cx:pt idx="31901">First_Product_Purchased</cx:pt>
          <cx:pt idx="31902">Second_Product_Purchased</cx:pt>
          <cx:pt idx="31903">First_Product_Purchased</cx:pt>
          <cx:pt idx="31904">First_Product_Purchased</cx:pt>
          <cx:pt idx="31905">First_Product_Purchased</cx:pt>
          <cx:pt idx="31906">First_Product_Purchased</cx:pt>
          <cx:pt idx="31907">First_Product_Purchased</cx:pt>
          <cx:pt idx="31908">Second_Product_Purchased</cx:pt>
          <cx:pt idx="31909">Second_Product_Purchased</cx:pt>
          <cx:pt idx="31910">First_Product_Purchased</cx:pt>
          <cx:pt idx="31911">Second_Product_Purchased</cx:pt>
          <cx:pt idx="31912">Second_Product_Purchased</cx:pt>
          <cx:pt idx="31913">Second_Product_Purchased</cx:pt>
          <cx:pt idx="31914">First_Product_Purchased</cx:pt>
          <cx:pt idx="31915">Second_Product_Purchased</cx:pt>
          <cx:pt idx="31916">Second_Product_Purchased</cx:pt>
          <cx:pt idx="31917">First_Product_Purchased</cx:pt>
          <cx:pt idx="31918">First_Product_Purchased</cx:pt>
          <cx:pt idx="31919">First_Product_Purchased</cx:pt>
          <cx:pt idx="31920">First_Product_Purchased</cx:pt>
          <cx:pt idx="31921">Second_Product_Purchased</cx:pt>
          <cx:pt idx="31922">First_Product_Purchased</cx:pt>
          <cx:pt idx="31923">First_Product_Purchased</cx:pt>
          <cx:pt idx="31924">Second_Product_Purchased</cx:pt>
          <cx:pt idx="31925">Second_Product_Purchased</cx:pt>
          <cx:pt idx="31926">First_Product_Purchased</cx:pt>
          <cx:pt idx="31927">Second_Product_Purchased</cx:pt>
          <cx:pt idx="31928">First_Product_Purchased</cx:pt>
          <cx:pt idx="31929">Second_Product_Purchased</cx:pt>
          <cx:pt idx="31930">First_Product_Purchased</cx:pt>
          <cx:pt idx="31931">First_Product_Purchased</cx:pt>
          <cx:pt idx="31932">Second_Product_Purchased</cx:pt>
          <cx:pt idx="31933">First_Product_Purchased</cx:pt>
          <cx:pt idx="31934">Second_Product_Purchased</cx:pt>
          <cx:pt idx="31935">First_Product_Purchased</cx:pt>
          <cx:pt idx="31936">First_Product_Purchased</cx:pt>
          <cx:pt idx="31937">First_Product_Purchased</cx:pt>
          <cx:pt idx="31938">First_Product_Purchased</cx:pt>
          <cx:pt idx="31939">First_Product_Purchased</cx:pt>
          <cx:pt idx="31940">First_Product_Purchased</cx:pt>
          <cx:pt idx="31941">First_Product_Purchased</cx:pt>
          <cx:pt idx="31942">First_Product_Purchased</cx:pt>
          <cx:pt idx="31943">Second_Product_Purchased</cx:pt>
          <cx:pt idx="31944">First_Product_Purchased</cx:pt>
          <cx:pt idx="31945">First_Product_Purchased</cx:pt>
          <cx:pt idx="31946">First_Product_Purchased</cx:pt>
          <cx:pt idx="31947">First_Product_Purchased</cx:pt>
          <cx:pt idx="31948">First_Product_Purchased</cx:pt>
          <cx:pt idx="31949">First_Product_Purchased</cx:pt>
          <cx:pt idx="31950">Second_Product_Purchased</cx:pt>
          <cx:pt idx="31951">Second_Product_Purchased</cx:pt>
          <cx:pt idx="31952">First_Product_Purchased</cx:pt>
          <cx:pt idx="31953">First_Product_Purchased</cx:pt>
          <cx:pt idx="31954">First_Product_Purchased</cx:pt>
          <cx:pt idx="31955">Second_Product_Purchased</cx:pt>
          <cx:pt idx="31956">First_Product_Purchased</cx:pt>
          <cx:pt idx="31957">Second_Product_Purchased</cx:pt>
          <cx:pt idx="31958">Second_Product_Purchased</cx:pt>
          <cx:pt idx="31959">First_Product_Purchased</cx:pt>
          <cx:pt idx="31960">First_Product_Purchased</cx:pt>
          <cx:pt idx="31961">First_Product_Purchased</cx:pt>
          <cx:pt idx="31962">First_Product_Purchased</cx:pt>
          <cx:pt idx="31963">Second_Product_Purchased</cx:pt>
          <cx:pt idx="31964">First_Product_Purchased</cx:pt>
          <cx:pt idx="31965">First_Product_Purchased</cx:pt>
          <cx:pt idx="31966">First_Product_Purchased</cx:pt>
          <cx:pt idx="31967">Second_Product_Purchased</cx:pt>
          <cx:pt idx="31968">Second_Product_Purchased</cx:pt>
          <cx:pt idx="31969">First_Product_Purchased</cx:pt>
          <cx:pt idx="31970">First_Product_Purchased</cx:pt>
          <cx:pt idx="31971">Second_Product_Purchased</cx:pt>
          <cx:pt idx="31972">First_Product_Purchased</cx:pt>
          <cx:pt idx="31973">First_Product_Purchased</cx:pt>
          <cx:pt idx="31974">First_Product_Purchased</cx:pt>
          <cx:pt idx="31975">Second_Product_Purchased</cx:pt>
          <cx:pt idx="31976">Second_Product_Purchased</cx:pt>
          <cx:pt idx="31977">First_Product_Purchased</cx:pt>
          <cx:pt idx="31978">First_Product_Purchased</cx:pt>
          <cx:pt idx="31979">First_Product_Purchased</cx:pt>
          <cx:pt idx="31980">First_Product_Purchased</cx:pt>
          <cx:pt idx="31981">Second_Product_Purchased</cx:pt>
          <cx:pt idx="31982">First_Product_Purchased</cx:pt>
          <cx:pt idx="31983">First_Product_Purchased</cx:pt>
          <cx:pt idx="31984">First_Product_Purchased</cx:pt>
          <cx:pt idx="31985">First_Product_Purchased</cx:pt>
          <cx:pt idx="31986">Second_Product_Purchased</cx:pt>
          <cx:pt idx="31987">First_Product_Purchased</cx:pt>
          <cx:pt idx="31988">First_Product_Purchased</cx:pt>
          <cx:pt idx="31989">Second_Product_Purchased</cx:pt>
          <cx:pt idx="31990">First_Product_Purchased</cx:pt>
          <cx:pt idx="31991">First_Product_Purchased</cx:pt>
          <cx:pt idx="31992">First_Product_Purchased</cx:pt>
          <cx:pt idx="31993">First_Product_Purchased</cx:pt>
          <cx:pt idx="31994">Second_Product_Purchased</cx:pt>
          <cx:pt idx="31995">First_Product_Purchased</cx:pt>
          <cx:pt idx="31996">First_Product_Purchased</cx:pt>
          <cx:pt idx="31997">Second_Product_Purchased</cx:pt>
          <cx:pt idx="31998">Second_Product_Purchased</cx:pt>
          <cx:pt idx="31999">First_Product_Purchased</cx:pt>
          <cx:pt idx="32000">First_Product_Purchased</cx:pt>
          <cx:pt idx="32001">First_Product_Purchased</cx:pt>
          <cx:pt idx="32002">First_Product_Purchased</cx:pt>
          <cx:pt idx="32003">First_Product_Purchased</cx:pt>
          <cx:pt idx="32004">Second_Product_Purchased</cx:pt>
          <cx:pt idx="32005">First_Product_Purchased</cx:pt>
          <cx:pt idx="32006">First_Product_Purchased</cx:pt>
          <cx:pt idx="32007">First_Product_Purchased</cx:pt>
          <cx:pt idx="32008">First_Product_Purchased</cx:pt>
          <cx:pt idx="32009">Second_Product_Purchased</cx:pt>
          <cx:pt idx="32010">Second_Product_Purchased</cx:pt>
          <cx:pt idx="32011">Second_Product_Purchased</cx:pt>
          <cx:pt idx="32012">Second_Product_Purchased</cx:pt>
          <cx:pt idx="32013">First_Product_Purchased</cx:pt>
          <cx:pt idx="32014">Second_Product_Purchased</cx:pt>
          <cx:pt idx="32015">First_Product_Purchased</cx:pt>
          <cx:pt idx="32016">First_Product_Purchased</cx:pt>
          <cx:pt idx="32017">Second_Product_Purchased</cx:pt>
          <cx:pt idx="32018">First_Product_Purchased</cx:pt>
          <cx:pt idx="32019">First_Product_Purchased</cx:pt>
          <cx:pt idx="32020">First_Product_Purchased</cx:pt>
          <cx:pt idx="32021">First_Product_Purchased</cx:pt>
          <cx:pt idx="32022">Second_Product_Purchased</cx:pt>
          <cx:pt idx="32023">First_Product_Purchased</cx:pt>
          <cx:pt idx="32024">First_Product_Purchased</cx:pt>
          <cx:pt idx="32025">First_Product_Purchased</cx:pt>
          <cx:pt idx="32026">First_Product_Purchased</cx:pt>
          <cx:pt idx="32027">First_Product_Purchased</cx:pt>
          <cx:pt idx="32028">First_Product_Purchased</cx:pt>
          <cx:pt idx="32029">First_Product_Purchased</cx:pt>
          <cx:pt idx="32030">First_Product_Purchased</cx:pt>
          <cx:pt idx="32031">First_Product_Purchased</cx:pt>
          <cx:pt idx="32032">Second_Product_Purchased</cx:pt>
          <cx:pt idx="32033">First_Product_Purchased</cx:pt>
          <cx:pt idx="32034">First_Product_Purchased</cx:pt>
          <cx:pt idx="32035">First_Product_Purchased</cx:pt>
          <cx:pt idx="32036">First_Product_Purchased</cx:pt>
          <cx:pt idx="32037">Second_Product_Purchased</cx:pt>
          <cx:pt idx="32038">First_Product_Purchased</cx:pt>
          <cx:pt idx="32039">First_Product_Purchased</cx:pt>
          <cx:pt idx="32040">First_Product_Purchased</cx:pt>
          <cx:pt idx="32041">First_Product_Purchased</cx:pt>
          <cx:pt idx="32042">First_Product_Purchased</cx:pt>
          <cx:pt idx="32043">Second_Product_Purchased</cx:pt>
          <cx:pt idx="32044">Second_Product_Purchased</cx:pt>
          <cx:pt idx="32045">First_Product_Purchased</cx:pt>
          <cx:pt idx="32046">First_Product_Purchased</cx:pt>
          <cx:pt idx="32047">First_Product_Purchased</cx:pt>
          <cx:pt idx="32048">First_Product_Purchased</cx:pt>
          <cx:pt idx="32049">First_Product_Purchased</cx:pt>
          <cx:pt idx="32050">First_Product_Purchased</cx:pt>
          <cx:pt idx="32051">First_Product_Purchased</cx:pt>
          <cx:pt idx="32052">Second_Product_Purchased</cx:pt>
          <cx:pt idx="32053">First_Product_Purchased</cx:pt>
          <cx:pt idx="32054">First_Product_Purchased</cx:pt>
          <cx:pt idx="32055">First_Product_Purchased</cx:pt>
          <cx:pt idx="32056">First_Product_Purchased</cx:pt>
          <cx:pt idx="32057">First_Product_Purchased</cx:pt>
          <cx:pt idx="32058">Second_Product_Purchased</cx:pt>
          <cx:pt idx="32059">First_Product_Purchased</cx:pt>
          <cx:pt idx="32060">Second_Product_Purchased</cx:pt>
          <cx:pt idx="32061">First_Product_Purchased</cx:pt>
          <cx:pt idx="32062">First_Product_Purchased</cx:pt>
          <cx:pt idx="32063">Second_Product_Purchased</cx:pt>
          <cx:pt idx="32064">First_Product_Purchased</cx:pt>
          <cx:pt idx="32065">First_Product_Purchased</cx:pt>
          <cx:pt idx="32066">First_Product_Purchased</cx:pt>
          <cx:pt idx="32067">Second_Product_Purchased</cx:pt>
          <cx:pt idx="32068">First_Product_Purchased</cx:pt>
          <cx:pt idx="32069">Second_Product_Purchased</cx:pt>
          <cx:pt idx="32070">First_Product_Purchased</cx:pt>
          <cx:pt idx="32071">First_Product_Purchased</cx:pt>
          <cx:pt idx="32072">Second_Product_Purchased</cx:pt>
          <cx:pt idx="32073">First_Product_Purchased</cx:pt>
          <cx:pt idx="32074">Second_Product_Purchased</cx:pt>
          <cx:pt idx="32075">First_Product_Purchased</cx:pt>
          <cx:pt idx="32076">First_Product_Purchased</cx:pt>
          <cx:pt idx="32077">First_Product_Purchased</cx:pt>
          <cx:pt idx="32078">First_Product_Purchased</cx:pt>
          <cx:pt idx="32079">Second_Product_Purchased</cx:pt>
          <cx:pt idx="32080">First_Product_Purchased</cx:pt>
          <cx:pt idx="32081">Second_Product_Purchased</cx:pt>
          <cx:pt idx="32082">First_Product_Purchased</cx:pt>
          <cx:pt idx="32083">Second_Product_Purchased</cx:pt>
          <cx:pt idx="32084">First_Product_Purchased</cx:pt>
          <cx:pt idx="32085">Second_Product_Purchased</cx:pt>
          <cx:pt idx="32086">First_Product_Purchased</cx:pt>
          <cx:pt idx="32087">Second_Product_Purchased</cx:pt>
          <cx:pt idx="32088">First_Product_Purchased</cx:pt>
          <cx:pt idx="32089">First_Product_Purchased</cx:pt>
          <cx:pt idx="32090">First_Product_Purchased</cx:pt>
          <cx:pt idx="32091">First_Product_Purchased</cx:pt>
          <cx:pt idx="32092">First_Product_Purchased</cx:pt>
          <cx:pt idx="32093">Second_Product_Purchased</cx:pt>
          <cx:pt idx="32094">First_Product_Purchased</cx:pt>
          <cx:pt idx="32095">First_Product_Purchased</cx:pt>
          <cx:pt idx="32096">Second_Product_Purchased</cx:pt>
          <cx:pt idx="32097">Second_Product_Purchased</cx:pt>
          <cx:pt idx="32098">First_Product_Purchased</cx:pt>
          <cx:pt idx="32099">First_Product_Purchased</cx:pt>
          <cx:pt idx="32100">First_Product_Purchased</cx:pt>
          <cx:pt idx="32101">First_Product_Purchased</cx:pt>
          <cx:pt idx="32102">First_Product_Purchased</cx:pt>
          <cx:pt idx="32103">Second_Product_Purchased</cx:pt>
          <cx:pt idx="32104">First_Product_Purchased</cx:pt>
          <cx:pt idx="32105">Second_Product_Purchased</cx:pt>
          <cx:pt idx="32106">First_Product_Purchased</cx:pt>
          <cx:pt idx="32107">First_Product_Purchased</cx:pt>
          <cx:pt idx="32108">First_Product_Purchased</cx:pt>
          <cx:pt idx="32109">Second_Product_Purchased</cx:pt>
          <cx:pt idx="32110">Second_Product_Purchased</cx:pt>
          <cx:pt idx="32111">Second_Product_Purchased</cx:pt>
          <cx:pt idx="32112">First_Product_Purchased</cx:pt>
          <cx:pt idx="32113">First_Product_Purchased</cx:pt>
          <cx:pt idx="32114">First_Product_Purchased</cx:pt>
          <cx:pt idx="32115">First_Product_Purchased</cx:pt>
          <cx:pt idx="32116">First_Product_Purchased</cx:pt>
          <cx:pt idx="32117">First_Product_Purchased</cx:pt>
          <cx:pt idx="32118">First_Product_Purchased</cx:pt>
          <cx:pt idx="32119">First_Product_Purchased</cx:pt>
          <cx:pt idx="32120">First_Product_Purchased</cx:pt>
          <cx:pt idx="32121">Second_Product_Purchased</cx:pt>
          <cx:pt idx="32122">First_Product_Purchased</cx:pt>
          <cx:pt idx="32123">First_Product_Purchased</cx:pt>
          <cx:pt idx="32124">First_Product_Purchased</cx:pt>
          <cx:pt idx="32125">Second_Product_Purchased</cx:pt>
          <cx:pt idx="32126">Second_Product_Purchased</cx:pt>
          <cx:pt idx="32127">First_Product_Purchased</cx:pt>
          <cx:pt idx="32128">Second_Product_Purchased</cx:pt>
          <cx:pt idx="32129">First_Product_Purchased</cx:pt>
          <cx:pt idx="32130">Second_Product_Purchased</cx:pt>
          <cx:pt idx="32131">First_Product_Purchased</cx:pt>
          <cx:pt idx="32132">First_Product_Purchased</cx:pt>
          <cx:pt idx="32133">First_Product_Purchased</cx:pt>
          <cx:pt idx="32134">First_Product_Purchased</cx:pt>
          <cx:pt idx="32135">Second_Product_Purchased</cx:pt>
          <cx:pt idx="32136">First_Product_Purchased</cx:pt>
          <cx:pt idx="32137">First_Product_Purchased</cx:pt>
          <cx:pt idx="32138">First_Product_Purchased</cx:pt>
          <cx:pt idx="32139">First_Product_Purchased</cx:pt>
          <cx:pt idx="32140">Second_Product_Purchased</cx:pt>
          <cx:pt idx="32141">First_Product_Purchased</cx:pt>
          <cx:pt idx="32142">First_Product_Purchased</cx:pt>
          <cx:pt idx="32143">Second_Product_Purchased</cx:pt>
          <cx:pt idx="32144">First_Product_Purchased</cx:pt>
          <cx:pt idx="32145">Second_Product_Purchased</cx:pt>
          <cx:pt idx="32146">First_Product_Purchased</cx:pt>
          <cx:pt idx="32147">First_Product_Purchased</cx:pt>
          <cx:pt idx="32148">First_Product_Purchased</cx:pt>
          <cx:pt idx="32149">Second_Product_Purchased</cx:pt>
          <cx:pt idx="32150">First_Product_Purchased</cx:pt>
          <cx:pt idx="32151">First_Product_Purchased</cx:pt>
          <cx:pt idx="32152">Second_Product_Purchased</cx:pt>
          <cx:pt idx="32153">Second_Product_Purchased</cx:pt>
          <cx:pt idx="32154">First_Product_Purchased</cx:pt>
          <cx:pt idx="32155">Second_Product_Purchased</cx:pt>
          <cx:pt idx="32156">Second_Product_Purchased</cx:pt>
          <cx:pt idx="32157">Second_Product_Purchased</cx:pt>
          <cx:pt idx="32158">First_Product_Purchased</cx:pt>
          <cx:pt idx="32159">First_Product_Purchased</cx:pt>
          <cx:pt idx="32160">First_Product_Purchased</cx:pt>
          <cx:pt idx="32161">First_Product_Purchased</cx:pt>
          <cx:pt idx="32162">First_Product_Purchased</cx:pt>
          <cx:pt idx="32163">First_Product_Purchased</cx:pt>
          <cx:pt idx="32164">First_Product_Purchased</cx:pt>
          <cx:pt idx="32165">First_Product_Purchased</cx:pt>
          <cx:pt idx="32166">Second_Product_Purchased</cx:pt>
          <cx:pt idx="32167">Second_Product_Purchased</cx:pt>
          <cx:pt idx="32168">First_Product_Purchased</cx:pt>
          <cx:pt idx="32169">First_Product_Purchased</cx:pt>
          <cx:pt idx="32170">Second_Product_Purchased</cx:pt>
          <cx:pt idx="32171">Second_Product_Purchased</cx:pt>
          <cx:pt idx="32172">Second_Product_Purchased</cx:pt>
          <cx:pt idx="32173">First_Product_Purchased</cx:pt>
          <cx:pt idx="32174">Second_Product_Purchased</cx:pt>
          <cx:pt idx="32175">Second_Product_Purchased</cx:pt>
          <cx:pt idx="32176">First_Product_Purchased</cx:pt>
          <cx:pt idx="32177">First_Product_Purchased</cx:pt>
          <cx:pt idx="32178">First_Product_Purchased</cx:pt>
          <cx:pt idx="32179">Second_Product_Purchased</cx:pt>
          <cx:pt idx="32180">Second_Product_Purchased</cx:pt>
          <cx:pt idx="32181">Second_Product_Purchased</cx:pt>
          <cx:pt idx="32182">First_Product_Purchased</cx:pt>
          <cx:pt idx="32183">Second_Product_Purchased</cx:pt>
          <cx:pt idx="32184">First_Product_Purchased</cx:pt>
          <cx:pt idx="32185">Second_Product_Purchased</cx:pt>
          <cx:pt idx="32186">Second_Product_Purchased</cx:pt>
          <cx:pt idx="32187">Second_Product_Purchased</cx:pt>
          <cx:pt idx="32188">First_Product_Purchased</cx:pt>
          <cx:pt idx="32189">Second_Product_Purchased</cx:pt>
          <cx:pt idx="32190">First_Product_Purchased</cx:pt>
          <cx:pt idx="32191">First_Product_Purchased</cx:pt>
          <cx:pt idx="32192">First_Product_Purchased</cx:pt>
          <cx:pt idx="32193">First_Product_Purchased</cx:pt>
          <cx:pt idx="32194">First_Product_Purchased</cx:pt>
          <cx:pt idx="32195">First_Product_Purchased</cx:pt>
          <cx:pt idx="32196">Second_Product_Purchased</cx:pt>
          <cx:pt idx="32197">Second_Product_Purchased</cx:pt>
          <cx:pt idx="32198">Second_Product_Purchased</cx:pt>
          <cx:pt idx="32199">Second_Product_Purchased</cx:pt>
          <cx:pt idx="32200">First_Product_Purchased</cx:pt>
          <cx:pt idx="32201">First_Product_Purchased</cx:pt>
          <cx:pt idx="32202">First_Product_Purchased</cx:pt>
          <cx:pt idx="32203">Second_Product_Purchased</cx:pt>
          <cx:pt idx="32204">First_Product_Purchased</cx:pt>
          <cx:pt idx="32205">First_Product_Purchased</cx:pt>
          <cx:pt idx="32206">First_Product_Purchased</cx:pt>
          <cx:pt idx="32207">First_Product_Purchased</cx:pt>
          <cx:pt idx="32208">First_Product_Purchased</cx:pt>
          <cx:pt idx="32209">First_Product_Purchased</cx:pt>
          <cx:pt idx="32210">Second_Product_Purchased</cx:pt>
          <cx:pt idx="32211">First_Product_Purchased</cx:pt>
          <cx:pt idx="32212">Second_Product_Purchased</cx:pt>
          <cx:pt idx="32213">Second_Product_Purchased</cx:pt>
          <cx:pt idx="32214">First_Product_Purchased</cx:pt>
          <cx:pt idx="32215">Second_Product_Purchased</cx:pt>
          <cx:pt idx="32216">Second_Product_Purchased</cx:pt>
          <cx:pt idx="32217">Second_Product_Purchased</cx:pt>
          <cx:pt idx="32218">First_Product_Purchased</cx:pt>
          <cx:pt idx="32219">Second_Product_Purchased</cx:pt>
          <cx:pt idx="32220">First_Product_Purchased</cx:pt>
          <cx:pt idx="32221">First_Product_Purchased</cx:pt>
          <cx:pt idx="32222">First_Product_Purchased</cx:pt>
          <cx:pt idx="32223">Second_Product_Purchased</cx:pt>
          <cx:pt idx="32224">Second_Product_Purchased</cx:pt>
          <cx:pt idx="32225">First_Product_Purchased</cx:pt>
          <cx:pt idx="32226">First_Product_Purchased</cx:pt>
          <cx:pt idx="32227">Second_Product_Purchased</cx:pt>
          <cx:pt idx="32228">First_Product_Purchased</cx:pt>
          <cx:pt idx="32229">Second_Product_Purchased</cx:pt>
          <cx:pt idx="32230">First_Product_Purchased</cx:pt>
          <cx:pt idx="32231">First_Product_Purchased</cx:pt>
          <cx:pt idx="32232">First_Product_Purchased</cx:pt>
          <cx:pt idx="32233">First_Product_Purchased</cx:pt>
          <cx:pt idx="32234">First_Product_Purchased</cx:pt>
          <cx:pt idx="32235">Second_Product_Purchased</cx:pt>
          <cx:pt idx="32236">First_Product_Purchased</cx:pt>
          <cx:pt idx="32237">First_Product_Purchased</cx:pt>
          <cx:pt idx="32238">First_Product_Purchased</cx:pt>
          <cx:pt idx="32239">First_Product_Purchased</cx:pt>
          <cx:pt idx="32240">Second_Product_Purchased</cx:pt>
          <cx:pt idx="32241">First_Product_Purchased</cx:pt>
          <cx:pt idx="32242">Second_Product_Purchased</cx:pt>
          <cx:pt idx="32243">Second_Product_Purchased</cx:pt>
          <cx:pt idx="32244">First_Product_Purchased</cx:pt>
          <cx:pt idx="32245">Second_Product_Purchased</cx:pt>
          <cx:pt idx="32246">First_Product_Purchased</cx:pt>
          <cx:pt idx="32247">Second_Product_Purchased</cx:pt>
          <cx:pt idx="32248">Second_Product_Purchased</cx:pt>
          <cx:pt idx="32249">Second_Product_Purchased</cx:pt>
          <cx:pt idx="32250">Second_Product_Purchased</cx:pt>
          <cx:pt idx="32251">Second_Product_Purchased</cx:pt>
          <cx:pt idx="32252">Second_Product_Purchased</cx:pt>
          <cx:pt idx="32253">First_Product_Purchased</cx:pt>
          <cx:pt idx="32254">First_Product_Purchased</cx:pt>
          <cx:pt idx="32255">First_Product_Purchased</cx:pt>
          <cx:pt idx="32256">First_Product_Purchased</cx:pt>
          <cx:pt idx="32257">First_Product_Purchased</cx:pt>
          <cx:pt idx="32258">First_Product_Purchased</cx:pt>
          <cx:pt idx="32259">First_Product_Purchased</cx:pt>
          <cx:pt idx="32260">First_Product_Purchased</cx:pt>
          <cx:pt idx="32261">First_Product_Purchased</cx:pt>
          <cx:pt idx="32262">Second_Product_Purchased</cx:pt>
          <cx:pt idx="32263">First_Product_Purchased</cx:pt>
          <cx:pt idx="32264">First_Product_Purchased</cx:pt>
          <cx:pt idx="32265">Second_Product_Purchased</cx:pt>
          <cx:pt idx="32266">First_Product_Purchased</cx:pt>
          <cx:pt idx="32267">First_Product_Purchased</cx:pt>
          <cx:pt idx="32268">Second_Product_Purchased</cx:pt>
          <cx:pt idx="32269">Second_Product_Purchased</cx:pt>
          <cx:pt idx="32270">Second_Product_Purchased</cx:pt>
          <cx:pt idx="32271">First_Product_Purchased</cx:pt>
          <cx:pt idx="32272">Second_Product_Purchased</cx:pt>
          <cx:pt idx="32273">First_Product_Purchased</cx:pt>
          <cx:pt idx="32274">First_Product_Purchased</cx:pt>
          <cx:pt idx="32275">Second_Product_Purchased</cx:pt>
          <cx:pt idx="32276">First_Product_Purchased</cx:pt>
          <cx:pt idx="32277">First_Product_Purchased</cx:pt>
          <cx:pt idx="32278">First_Product_Purchased</cx:pt>
          <cx:pt idx="32279">First_Product_Purchased</cx:pt>
          <cx:pt idx="32280">First_Product_Purchased</cx:pt>
          <cx:pt idx="32281">First_Product_Purchased</cx:pt>
          <cx:pt idx="32282">Second_Product_Purchased</cx:pt>
          <cx:pt idx="32283">First_Product_Purchased</cx:pt>
          <cx:pt idx="32284">First_Product_Purchased</cx:pt>
          <cx:pt idx="32285">First_Product_Purchased</cx:pt>
          <cx:pt idx="32286">First_Product_Purchased</cx:pt>
          <cx:pt idx="32287">First_Product_Purchased</cx:pt>
          <cx:pt idx="32288">Second_Product_Purchased</cx:pt>
          <cx:pt idx="32289">Second_Product_Purchased</cx:pt>
          <cx:pt idx="32290">Second_Product_Purchased</cx:pt>
          <cx:pt idx="32291">Second_Product_Purchased</cx:pt>
          <cx:pt idx="32292">First_Product_Purchased</cx:pt>
          <cx:pt idx="32293">First_Product_Purchased</cx:pt>
          <cx:pt idx="32294">First_Product_Purchased</cx:pt>
          <cx:pt idx="32295">First_Product_Purchased</cx:pt>
          <cx:pt idx="32296">First_Product_Purchased</cx:pt>
          <cx:pt idx="32297">First_Product_Purchased</cx:pt>
          <cx:pt idx="32298">First_Product_Purchased</cx:pt>
          <cx:pt idx="32299">First_Product_Purchased</cx:pt>
          <cx:pt idx="32300">Second_Product_Purchased</cx:pt>
          <cx:pt idx="32301">Second_Product_Purchased</cx:pt>
          <cx:pt idx="32302">First_Product_Purchased</cx:pt>
          <cx:pt idx="32303">Second_Product_Purchased</cx:pt>
          <cx:pt idx="32304">First_Product_Purchased</cx:pt>
          <cx:pt idx="32305">First_Product_Purchased</cx:pt>
          <cx:pt idx="32306">First_Product_Purchased</cx:pt>
          <cx:pt idx="32307">Second_Product_Purchased</cx:pt>
          <cx:pt idx="32308">First_Product_Purchased</cx:pt>
          <cx:pt idx="32309">Second_Product_Purchased</cx:pt>
          <cx:pt idx="32310">First_Product_Purchased</cx:pt>
          <cx:pt idx="32311">First_Product_Purchased</cx:pt>
          <cx:pt idx="32312">Second_Product_Purchased</cx:pt>
          <cx:pt idx="32313">Second_Product_Purchased</cx:pt>
          <cx:pt idx="32314">Second_Product_Purchased</cx:pt>
          <cx:pt idx="32315">Second_Product_Purchased</cx:pt>
          <cx:pt idx="32316">First_Product_Purchased</cx:pt>
          <cx:pt idx="32317">First_Product_Purchased</cx:pt>
          <cx:pt idx="32318">First_Product_Purchased</cx:pt>
          <cx:pt idx="32319">Second_Product_Purchased</cx:pt>
          <cx:pt idx="32320">Second_Product_Purchased</cx:pt>
          <cx:pt idx="32321">Second_Product_Purchased</cx:pt>
          <cx:pt idx="32322">Second_Product_Purchased</cx:pt>
          <cx:pt idx="32323">Second_Product_Purchased</cx:pt>
          <cx:pt idx="32324">Second_Product_Purchased</cx:pt>
          <cx:pt idx="32325">First_Product_Purchased</cx:pt>
          <cx:pt idx="32326">First_Product_Purchased</cx:pt>
          <cx:pt idx="32327">Second_Product_Purchased</cx:pt>
          <cx:pt idx="32328">Second_Product_Purchased</cx:pt>
          <cx:pt idx="32329">First_Product_Purchased</cx:pt>
          <cx:pt idx="32330">First_Product_Purchased</cx:pt>
          <cx:pt idx="32331">Second_Product_Purchased</cx:pt>
          <cx:pt idx="32332">Second_Product_Purchased</cx:pt>
          <cx:pt idx="32333">Second_Product_Purchased</cx:pt>
          <cx:pt idx="32334">First_Product_Purchased</cx:pt>
          <cx:pt idx="32335">First_Product_Purchased</cx:pt>
          <cx:pt idx="32336">First_Product_Purchased</cx:pt>
          <cx:pt idx="32337">First_Product_Purchased</cx:pt>
          <cx:pt idx="32338">First_Product_Purchased</cx:pt>
          <cx:pt idx="32339">First_Product_Purchased</cx:pt>
          <cx:pt idx="32340">Second_Product_Purchased</cx:pt>
          <cx:pt idx="32341">First_Product_Purchased</cx:pt>
          <cx:pt idx="32342">Second_Product_Purchased</cx:pt>
          <cx:pt idx="32343">Second_Product_Purchased</cx:pt>
          <cx:pt idx="32344">Second_Product_Purchased</cx:pt>
          <cx:pt idx="32345">Second_Product_Purchased</cx:pt>
          <cx:pt idx="32346">First_Product_Purchased</cx:pt>
          <cx:pt idx="32347">First_Product_Purchased</cx:pt>
          <cx:pt idx="32348">Second_Product_Purchased</cx:pt>
          <cx:pt idx="32349">Second_Product_Purchased</cx:pt>
          <cx:pt idx="32350">First_Product_Purchased</cx:pt>
          <cx:pt idx="32351">First_Product_Purchased</cx:pt>
          <cx:pt idx="32352">Second_Product_Purchased</cx:pt>
          <cx:pt idx="32353">First_Product_Purchased</cx:pt>
          <cx:pt idx="32354">First_Product_Purchased</cx:pt>
          <cx:pt idx="32355">First_Product_Purchased</cx:pt>
          <cx:pt idx="32356">First_Product_Purchased</cx:pt>
          <cx:pt idx="32357">Second_Product_Purchased</cx:pt>
          <cx:pt idx="32358">Second_Product_Purchased</cx:pt>
          <cx:pt idx="32359">Second_Product_Purchased</cx:pt>
          <cx:pt idx="32360">First_Product_Purchased</cx:pt>
          <cx:pt idx="32361">First_Product_Purchased</cx:pt>
          <cx:pt idx="32362">First_Product_Purchased</cx:pt>
          <cx:pt idx="32363">Second_Product_Purchased</cx:pt>
          <cx:pt idx="32364">First_Product_Purchased</cx:pt>
          <cx:pt idx="32365">First_Product_Purchased</cx:pt>
          <cx:pt idx="32366">Second_Product_Purchased</cx:pt>
          <cx:pt idx="32367">First_Product_Purchased</cx:pt>
          <cx:pt idx="32368">First_Product_Purchased</cx:pt>
          <cx:pt idx="32369">Second_Product_Purchased</cx:pt>
          <cx:pt idx="32370">First_Product_Purchased</cx:pt>
          <cx:pt idx="32371">Second_Product_Purchased</cx:pt>
          <cx:pt idx="32372">First_Product_Purchased</cx:pt>
          <cx:pt idx="32373">Second_Product_Purchased</cx:pt>
          <cx:pt idx="32374">First_Product_Purchased</cx:pt>
          <cx:pt idx="32375">First_Product_Purchased</cx:pt>
          <cx:pt idx="32376">First_Product_Purchased</cx:pt>
          <cx:pt idx="32377">First_Product_Purchased</cx:pt>
          <cx:pt idx="32378">Second_Product_Purchased</cx:pt>
          <cx:pt idx="32379">Second_Product_Purchased</cx:pt>
          <cx:pt idx="32380">First_Product_Purchased</cx:pt>
          <cx:pt idx="32381">First_Product_Purchased</cx:pt>
          <cx:pt idx="32382">First_Product_Purchased</cx:pt>
          <cx:pt idx="32383">Second_Product_Purchased</cx:pt>
          <cx:pt idx="32384">First_Product_Purchased</cx:pt>
          <cx:pt idx="32385">Second_Product_Purchased</cx:pt>
          <cx:pt idx="32386">Second_Product_Purchased</cx:pt>
          <cx:pt idx="32387">First_Product_Purchased</cx:pt>
          <cx:pt idx="32388">Second_Product_Purchased</cx:pt>
          <cx:pt idx="32389">Second_Product_Purchased</cx:pt>
          <cx:pt idx="32390">First_Product_Purchased</cx:pt>
          <cx:pt idx="32391">First_Product_Purchased</cx:pt>
          <cx:pt idx="32392">First_Product_Purchased</cx:pt>
          <cx:pt idx="32393">First_Product_Purchased</cx:pt>
          <cx:pt idx="32394">First_Product_Purchased</cx:pt>
          <cx:pt idx="32395">Second_Product_Purchased</cx:pt>
          <cx:pt idx="32396">Second_Product_Purchased</cx:pt>
          <cx:pt idx="32397">First_Product_Purchased</cx:pt>
          <cx:pt idx="32398">First_Product_Purchased</cx:pt>
          <cx:pt idx="32399">Second_Product_Purchased</cx:pt>
          <cx:pt idx="32400">First_Product_Purchased</cx:pt>
          <cx:pt idx="32401">First_Product_Purchased</cx:pt>
          <cx:pt idx="32402">First_Product_Purchased</cx:pt>
          <cx:pt idx="32403">Second_Product_Purchased</cx:pt>
          <cx:pt idx="32404">First_Product_Purchased</cx:pt>
          <cx:pt idx="32405">Second_Product_Purchased</cx:pt>
          <cx:pt idx="32406">First_Product_Purchased</cx:pt>
          <cx:pt idx="32407">Second_Product_Purchased</cx:pt>
          <cx:pt idx="32408">First_Product_Purchased</cx:pt>
          <cx:pt idx="32409">First_Product_Purchased</cx:pt>
          <cx:pt idx="32410">Second_Product_Purchased</cx:pt>
          <cx:pt idx="32411">Second_Product_Purchased</cx:pt>
          <cx:pt idx="32412">Second_Product_Purchased</cx:pt>
          <cx:pt idx="32413">First_Product_Purchased</cx:pt>
          <cx:pt idx="32414">First_Product_Purchased</cx:pt>
          <cx:pt idx="32415">First_Product_Purchased</cx:pt>
          <cx:pt idx="32416">Second_Product_Purchased</cx:pt>
          <cx:pt idx="32417">Second_Product_Purchased</cx:pt>
          <cx:pt idx="32418">First_Product_Purchased</cx:pt>
          <cx:pt idx="32419">First_Product_Purchased</cx:pt>
          <cx:pt idx="32420">First_Product_Purchased</cx:pt>
          <cx:pt idx="32421">First_Product_Purchased</cx:pt>
          <cx:pt idx="32422">Second_Product_Purchased</cx:pt>
          <cx:pt idx="32423">Second_Product_Purchased</cx:pt>
          <cx:pt idx="32424">First_Product_Purchased</cx:pt>
          <cx:pt idx="32425">First_Product_Purchased</cx:pt>
          <cx:pt idx="32426">Second_Product_Purchased</cx:pt>
          <cx:pt idx="32427">First_Product_Purchased</cx:pt>
          <cx:pt idx="32428">First_Product_Purchased</cx:pt>
          <cx:pt idx="32429">Second_Product_Purchased</cx:pt>
          <cx:pt idx="32430">First_Product_Purchased</cx:pt>
          <cx:pt idx="32431">First_Product_Purchased</cx:pt>
          <cx:pt idx="32432">Second_Product_Purchased</cx:pt>
          <cx:pt idx="32433">First_Product_Purchased</cx:pt>
          <cx:pt idx="32434">First_Product_Purchased</cx:pt>
          <cx:pt idx="32435">First_Product_Purchased</cx:pt>
          <cx:pt idx="32436">First_Product_Purchased</cx:pt>
          <cx:pt idx="32437">First_Product_Purchased</cx:pt>
          <cx:pt idx="32438">First_Product_Purchased</cx:pt>
          <cx:pt idx="32439">First_Product_Purchased</cx:pt>
          <cx:pt idx="32440">First_Product_Purchased</cx:pt>
          <cx:pt idx="32441">First_Product_Purchased</cx:pt>
          <cx:pt idx="32442">Second_Product_Purchased</cx:pt>
          <cx:pt idx="32443">Second_Product_Purchased</cx:pt>
          <cx:pt idx="32444">First_Product_Purchased</cx:pt>
          <cx:pt idx="32445">Second_Product_Purchased</cx:pt>
          <cx:pt idx="32446">Second_Product_Purchased</cx:pt>
          <cx:pt idx="32447">Second_Product_Purchased</cx:pt>
          <cx:pt idx="32448">Second_Product_Purchased</cx:pt>
          <cx:pt idx="32449">Second_Product_Purchased</cx:pt>
          <cx:pt idx="32450">First_Product_Purchased</cx:pt>
          <cx:pt idx="32451">First_Product_Purchased</cx:pt>
          <cx:pt idx="32452">Second_Product_Purchased</cx:pt>
          <cx:pt idx="32453">First_Product_Purchased</cx:pt>
          <cx:pt idx="32454">Second_Product_Purchased</cx:pt>
          <cx:pt idx="32455">First_Product_Purchased</cx:pt>
          <cx:pt idx="32456">First_Product_Purchased</cx:pt>
          <cx:pt idx="32457">Second_Product_Purchased</cx:pt>
          <cx:pt idx="32458">Second_Product_Purchased</cx:pt>
          <cx:pt idx="32459">First_Product_Purchased</cx:pt>
          <cx:pt idx="32460">First_Product_Purchased</cx:pt>
          <cx:pt idx="32461">First_Product_Purchased</cx:pt>
          <cx:pt idx="32462">First_Product_Purchased</cx:pt>
          <cx:pt idx="32463">Second_Product_Purchased</cx:pt>
          <cx:pt idx="32464">First_Product_Purchased</cx:pt>
          <cx:pt idx="32465">Second_Product_Purchased</cx:pt>
          <cx:pt idx="32466">First_Product_Purchased</cx:pt>
          <cx:pt idx="32467">Second_Product_Purchased</cx:pt>
          <cx:pt idx="32468">First_Product_Purchased</cx:pt>
          <cx:pt idx="32469">Second_Product_Purchased</cx:pt>
          <cx:pt idx="32470">First_Product_Purchased</cx:pt>
          <cx:pt idx="32471">First_Product_Purchased</cx:pt>
          <cx:pt idx="32472">First_Product_Purchased</cx:pt>
          <cx:pt idx="32473">First_Product_Purchased</cx:pt>
          <cx:pt idx="32474">First_Product_Purchased</cx:pt>
          <cx:pt idx="32475">First_Product_Purchased</cx:pt>
          <cx:pt idx="32476">Second_Product_Purchased</cx:pt>
          <cx:pt idx="32477">First_Product_Purchased</cx:pt>
          <cx:pt idx="32478">Second_Product_Purchased</cx:pt>
          <cx:pt idx="32479">First_Product_Purchased</cx:pt>
          <cx:pt idx="32480">Second_Product_Purchased</cx:pt>
          <cx:pt idx="32481">Second_Product_Purchased</cx:pt>
          <cx:pt idx="32482">First_Product_Purchased</cx:pt>
          <cx:pt idx="32483">First_Product_Purchased</cx:pt>
          <cx:pt idx="32484">Second_Product_Purchased</cx:pt>
          <cx:pt idx="32485">First_Product_Purchased</cx:pt>
          <cx:pt idx="32486">First_Product_Purchased</cx:pt>
          <cx:pt idx="32487">First_Product_Purchased</cx:pt>
          <cx:pt idx="32488">First_Product_Purchased</cx:pt>
          <cx:pt idx="32489">First_Product_Purchased</cx:pt>
          <cx:pt idx="32490">Second_Product_Purchased</cx:pt>
          <cx:pt idx="32491">First_Product_Purchased</cx:pt>
          <cx:pt idx="32492">First_Product_Purchased</cx:pt>
          <cx:pt idx="32493">Second_Product_Purchased</cx:pt>
          <cx:pt idx="32494">Second_Product_Purchased</cx:pt>
          <cx:pt idx="32495">Second_Product_Purchased</cx:pt>
          <cx:pt idx="32496">First_Product_Purchased</cx:pt>
          <cx:pt idx="32497">Second_Product_Purchased</cx:pt>
          <cx:pt idx="32498">First_Product_Purchased</cx:pt>
          <cx:pt idx="32499">First_Product_Purchased</cx:pt>
          <cx:pt idx="32500">Second_Product_Purchased</cx:pt>
          <cx:pt idx="32501">First_Product_Purchased</cx:pt>
          <cx:pt idx="32502">Second_Product_Purchased</cx:pt>
          <cx:pt idx="32503">Second_Product_Purchased</cx:pt>
          <cx:pt idx="32504">First_Product_Purchased</cx:pt>
          <cx:pt idx="32505">First_Product_Purchased</cx:pt>
          <cx:pt idx="32506">Second_Product_Purchased</cx:pt>
          <cx:pt idx="32507">Second_Product_Purchased</cx:pt>
          <cx:pt idx="32508">First_Product_Purchased</cx:pt>
          <cx:pt idx="32509">Second_Product_Purchased</cx:pt>
          <cx:pt idx="32510">First_Product_Purchased</cx:pt>
          <cx:pt idx="32511">Second_Product_Purchased</cx:pt>
          <cx:pt idx="32512">First_Product_Purchased</cx:pt>
          <cx:pt idx="32513">Second_Product_Purchased</cx:pt>
          <cx:pt idx="32514">Second_Product_Purchased</cx:pt>
          <cx:pt idx="32515">First_Product_Purchased</cx:pt>
          <cx:pt idx="32516">First_Product_Purchased</cx:pt>
          <cx:pt idx="32517">Second_Product_Purchased</cx:pt>
          <cx:pt idx="32518">Second_Product_Purchased</cx:pt>
          <cx:pt idx="32519">First_Product_Purchased</cx:pt>
          <cx:pt idx="32520">First_Product_Purchased</cx:pt>
          <cx:pt idx="32521">First_Product_Purchased</cx:pt>
          <cx:pt idx="32522">Second_Product_Purchased</cx:pt>
          <cx:pt idx="32523">Second_Product_Purchased</cx:pt>
          <cx:pt idx="32524">Second_Product_Purchased</cx:pt>
          <cx:pt idx="32525">Second_Product_Purchased</cx:pt>
          <cx:pt idx="32526">Second_Product_Purchased</cx:pt>
          <cx:pt idx="32527">First_Product_Purchased</cx:pt>
          <cx:pt idx="32528">Second_Product_Purchased</cx:pt>
          <cx:pt idx="32529">First_Product_Purchased</cx:pt>
          <cx:pt idx="32530">First_Product_Purchased</cx:pt>
          <cx:pt idx="32531">Second_Product_Purchased</cx:pt>
          <cx:pt idx="32532">First_Product_Purchased</cx:pt>
          <cx:pt idx="32533">First_Product_Purchased</cx:pt>
          <cx:pt idx="32534">First_Product_Purchased</cx:pt>
          <cx:pt idx="32535">First_Product_Purchased</cx:pt>
          <cx:pt idx="32536">Second_Product_Purchased</cx:pt>
          <cx:pt idx="32537">First_Product_Purchased</cx:pt>
          <cx:pt idx="32538">Second_Product_Purchased</cx:pt>
          <cx:pt idx="32539">First_Product_Purchased</cx:pt>
          <cx:pt idx="32540">First_Product_Purchased</cx:pt>
          <cx:pt idx="32541">Second_Product_Purchased</cx:pt>
          <cx:pt idx="32542">First_Product_Purchased</cx:pt>
          <cx:pt idx="32543">First_Product_Purchased</cx:pt>
          <cx:pt idx="32544">First_Product_Purchased</cx:pt>
          <cx:pt idx="32545">Second_Product_Purchased</cx:pt>
          <cx:pt idx="32546">First_Product_Purchased</cx:pt>
          <cx:pt idx="32547">First_Product_Purchased</cx:pt>
          <cx:pt idx="32548">Second_Product_Purchased</cx:pt>
          <cx:pt idx="32549">First_Product_Purchased</cx:pt>
          <cx:pt idx="32550">First_Product_Purchased</cx:pt>
          <cx:pt idx="32551">Second_Product_Purchased</cx:pt>
          <cx:pt idx="32552">First_Product_Purchased</cx:pt>
          <cx:pt idx="32553">Second_Product_Purchased</cx:pt>
          <cx:pt idx="32554">First_Product_Purchased</cx:pt>
          <cx:pt idx="32555">First_Product_Purchased</cx:pt>
          <cx:pt idx="32556">Second_Product_Purchased</cx:pt>
          <cx:pt idx="32557">Second_Product_Purchased</cx:pt>
          <cx:pt idx="32558">First_Product_Purchased</cx:pt>
          <cx:pt idx="32559">Second_Product_Purchased</cx:pt>
          <cx:pt idx="32560">First_Product_Purchased</cx:pt>
          <cx:pt idx="32561">First_Product_Purchased</cx:pt>
          <cx:pt idx="32562">First_Product_Purchased</cx:pt>
          <cx:pt idx="32563">Second_Product_Purchased</cx:pt>
          <cx:pt idx="32564">First_Product_Purchased</cx:pt>
          <cx:pt idx="32565">Second_Product_Purchased</cx:pt>
          <cx:pt idx="32566">First_Product_Purchased</cx:pt>
          <cx:pt idx="32567">First_Product_Purchased</cx:pt>
          <cx:pt idx="32568">Second_Product_Purchased</cx:pt>
          <cx:pt idx="32569">First_Product_Purchased</cx:pt>
          <cx:pt idx="32570">Second_Product_Purchased</cx:pt>
          <cx:pt idx="32571">Second_Product_Purchased</cx:pt>
          <cx:pt idx="32572">First_Product_Purchased</cx:pt>
          <cx:pt idx="32573">First_Product_Purchased</cx:pt>
          <cx:pt idx="32574">First_Product_Purchased</cx:pt>
          <cx:pt idx="32575">First_Product_Purchased</cx:pt>
          <cx:pt idx="32576">First_Product_Purchased</cx:pt>
          <cx:pt idx="32577">First_Product_Purchased</cx:pt>
          <cx:pt idx="32578">Second_Product_Purchased</cx:pt>
          <cx:pt idx="32579">First_Product_Purchased</cx:pt>
          <cx:pt idx="32580">First_Product_Purchased</cx:pt>
          <cx:pt idx="32581">First_Product_Purchased</cx:pt>
          <cx:pt idx="32582">Second_Product_Purchased</cx:pt>
          <cx:pt idx="32583">First_Product_Purchased</cx:pt>
          <cx:pt idx="32584">First_Product_Purchased</cx:pt>
          <cx:pt idx="32585">First_Product_Purchased</cx:pt>
          <cx:pt idx="32586">Second_Product_Purchased</cx:pt>
          <cx:pt idx="32587">First_Product_Purchased</cx:pt>
          <cx:pt idx="32588">Second_Product_Purchased</cx:pt>
          <cx:pt idx="32589">First_Product_Purchased</cx:pt>
          <cx:pt idx="32590">First_Product_Purchased</cx:pt>
          <cx:pt idx="32591">Second_Product_Purchased</cx:pt>
          <cx:pt idx="32592">Second_Product_Purchased</cx:pt>
          <cx:pt idx="32593">First_Product_Purchased</cx:pt>
          <cx:pt idx="32594">First_Product_Purchased</cx:pt>
          <cx:pt idx="32595">First_Product_Purchased</cx:pt>
          <cx:pt idx="32596">First_Product_Purchased</cx:pt>
          <cx:pt idx="32597">Second_Product_Purchased</cx:pt>
          <cx:pt idx="32598">First_Product_Purchased</cx:pt>
          <cx:pt idx="32599">First_Product_Purchased</cx:pt>
          <cx:pt idx="32600">First_Product_Purchased</cx:pt>
          <cx:pt idx="32601">Second_Product_Purchased</cx:pt>
          <cx:pt idx="32602">First_Product_Purchased</cx:pt>
          <cx:pt idx="32603">Second_Product_Purchased</cx:pt>
          <cx:pt idx="32604">Second_Product_Purchased</cx:pt>
          <cx:pt idx="32605">First_Product_Purchased</cx:pt>
          <cx:pt idx="32606">First_Product_Purchased</cx:pt>
          <cx:pt idx="32607">Second_Product_Purchased</cx:pt>
          <cx:pt idx="32608">First_Product_Purchased</cx:pt>
          <cx:pt idx="32609">First_Product_Purchased</cx:pt>
          <cx:pt idx="32610">First_Product_Purchased</cx:pt>
          <cx:pt idx="32611">First_Product_Purchased</cx:pt>
          <cx:pt idx="32612">Second_Product_Purchased</cx:pt>
          <cx:pt idx="32613">Second_Product_Purchased</cx:pt>
          <cx:pt idx="32614">Second_Product_Purchased</cx:pt>
          <cx:pt idx="32615">First_Product_Purchased</cx:pt>
          <cx:pt idx="32616">First_Product_Purchased</cx:pt>
          <cx:pt idx="32617">First_Product_Purchased</cx:pt>
          <cx:pt idx="32618">Second_Product_Purchased</cx:pt>
          <cx:pt idx="32619">First_Product_Purchased</cx:pt>
          <cx:pt idx="32620">First_Product_Purchased</cx:pt>
          <cx:pt idx="32621">First_Product_Purchased</cx:pt>
          <cx:pt idx="32622">First_Product_Purchased</cx:pt>
          <cx:pt idx="32623">First_Product_Purchased</cx:pt>
          <cx:pt idx="32624">First_Product_Purchased</cx:pt>
          <cx:pt idx="32625">First_Product_Purchased</cx:pt>
          <cx:pt idx="32626">Second_Product_Purchased</cx:pt>
          <cx:pt idx="32627">First_Product_Purchased</cx:pt>
          <cx:pt idx="32628">First_Product_Purchased</cx:pt>
          <cx:pt idx="32629">First_Product_Purchased</cx:pt>
          <cx:pt idx="32630">First_Product_Purchased</cx:pt>
          <cx:pt idx="32631">First_Product_Purchased</cx:pt>
          <cx:pt idx="32632">First_Product_Purchased</cx:pt>
          <cx:pt idx="32633">Second_Product_Purchased</cx:pt>
          <cx:pt idx="32634">Second_Product_Purchased</cx:pt>
          <cx:pt idx="32635">Second_Product_Purchased</cx:pt>
          <cx:pt idx="32636">First_Product_Purchased</cx:pt>
          <cx:pt idx="32637">First_Product_Purchased</cx:pt>
          <cx:pt idx="32638">First_Product_Purchased</cx:pt>
          <cx:pt idx="32639">First_Product_Purchased</cx:pt>
          <cx:pt idx="32640">First_Product_Purchased</cx:pt>
          <cx:pt idx="32641">First_Product_Purchased</cx:pt>
          <cx:pt idx="32642">Second_Product_Purchased</cx:pt>
          <cx:pt idx="32643">First_Product_Purchased</cx:pt>
          <cx:pt idx="32644">First_Product_Purchased</cx:pt>
          <cx:pt idx="32645">Second_Product_Purchased</cx:pt>
          <cx:pt idx="32646">Second_Product_Purchased</cx:pt>
          <cx:pt idx="32647">Second_Product_Purchased</cx:pt>
          <cx:pt idx="32648">Second_Product_Purchased</cx:pt>
          <cx:pt idx="32649">Second_Product_Purchased</cx:pt>
          <cx:pt idx="32650">First_Product_Purchased</cx:pt>
          <cx:pt idx="32651">Second_Product_Purchased</cx:pt>
          <cx:pt idx="32652">Second_Product_Purchased</cx:pt>
          <cx:pt idx="32653">First_Product_Purchased</cx:pt>
          <cx:pt idx="32654">First_Product_Purchased</cx:pt>
          <cx:pt idx="32655">Second_Product_Purchased</cx:pt>
          <cx:pt idx="32656">First_Product_Purchased</cx:pt>
          <cx:pt idx="32657">First_Product_Purchased</cx:pt>
          <cx:pt idx="32658">Second_Product_Purchased</cx:pt>
          <cx:pt idx="32659">First_Product_Purchased</cx:pt>
          <cx:pt idx="32660">First_Product_Purchased</cx:pt>
          <cx:pt idx="32661">Second_Product_Purchased</cx:pt>
          <cx:pt idx="32662">First_Product_Purchased</cx:pt>
          <cx:pt idx="32663">First_Product_Purchased</cx:pt>
          <cx:pt idx="32664">First_Product_Purchased</cx:pt>
          <cx:pt idx="32665">Second_Product_Purchased</cx:pt>
          <cx:pt idx="32666">Second_Product_Purchased</cx:pt>
          <cx:pt idx="32667">First_Product_Purchased</cx:pt>
          <cx:pt idx="32668">Second_Product_Purchased</cx:pt>
          <cx:pt idx="32669">Second_Product_Purchased</cx:pt>
          <cx:pt idx="32670">First_Product_Purchased</cx:pt>
          <cx:pt idx="32671">Second_Product_Purchased</cx:pt>
          <cx:pt idx="32672">Second_Product_Purchased</cx:pt>
          <cx:pt idx="32673">First_Product_Purchased</cx:pt>
          <cx:pt idx="32674">Second_Product_Purchased</cx:pt>
          <cx:pt idx="32675">Second_Product_Purchased</cx:pt>
          <cx:pt idx="32676">First_Product_Purchased</cx:pt>
          <cx:pt idx="32677">First_Product_Purchased</cx:pt>
          <cx:pt idx="32678">First_Product_Purchased</cx:pt>
          <cx:pt idx="32679">Second_Product_Purchased</cx:pt>
          <cx:pt idx="32680">First_Product_Purchased</cx:pt>
          <cx:pt idx="32681">First_Product_Purchased</cx:pt>
          <cx:pt idx="32682">Second_Product_Purchased</cx:pt>
          <cx:pt idx="32683">First_Product_Purchased</cx:pt>
          <cx:pt idx="32684">Second_Product_Purchased</cx:pt>
          <cx:pt idx="32685">Second_Product_Purchased</cx:pt>
          <cx:pt idx="32686">First_Product_Purchased</cx:pt>
          <cx:pt idx="32687">First_Product_Purchased</cx:pt>
          <cx:pt idx="32688">First_Product_Purchased</cx:pt>
          <cx:pt idx="32689">First_Product_Purchased</cx:pt>
          <cx:pt idx="32690">First_Product_Purchased</cx:pt>
          <cx:pt idx="32691">Second_Product_Purchased</cx:pt>
          <cx:pt idx="32692">Second_Product_Purchased</cx:pt>
          <cx:pt idx="32693">Second_Product_Purchased</cx:pt>
          <cx:pt idx="32694">First_Product_Purchased</cx:pt>
          <cx:pt idx="32695">Second_Product_Purchased</cx:pt>
          <cx:pt idx="32696">First_Product_Purchased</cx:pt>
          <cx:pt idx="32697">Second_Product_Purchased</cx:pt>
          <cx:pt idx="32698">Second_Product_Purchased</cx:pt>
          <cx:pt idx="32699">Second_Product_Purchased</cx:pt>
          <cx:pt idx="32700">First_Product_Purchased</cx:pt>
          <cx:pt idx="32701">Second_Product_Purchased</cx:pt>
          <cx:pt idx="32702">Second_Product_Purchased</cx:pt>
          <cx:pt idx="32703">Second_Product_Purchased</cx:pt>
          <cx:pt idx="32704">First_Product_Purchased</cx:pt>
          <cx:pt idx="32705">First_Product_Purchased</cx:pt>
          <cx:pt idx="32706">First_Product_Purchased</cx:pt>
          <cx:pt idx="32707">First_Product_Purchased</cx:pt>
          <cx:pt idx="32708">First_Product_Purchased</cx:pt>
          <cx:pt idx="32709">First_Product_Purchased</cx:pt>
          <cx:pt idx="32710">First_Product_Purchased</cx:pt>
          <cx:pt idx="32711">First_Product_Purchased</cx:pt>
          <cx:pt idx="32712">Second_Product_Purchased</cx:pt>
          <cx:pt idx="32713">First_Product_Purchased</cx:pt>
          <cx:pt idx="32714">Second_Product_Purchased</cx:pt>
          <cx:pt idx="32715">First_Product_Purchased</cx:pt>
          <cx:pt idx="32716">First_Product_Purchased</cx:pt>
          <cx:pt idx="32717">First_Product_Purchased</cx:pt>
          <cx:pt idx="32718">Second_Product_Purchased</cx:pt>
          <cx:pt idx="32719">First_Product_Purchased</cx:pt>
          <cx:pt idx="32720">Second_Product_Purchased</cx:pt>
          <cx:pt idx="32721">First_Product_Purchased</cx:pt>
          <cx:pt idx="32722">First_Product_Purchased</cx:pt>
          <cx:pt idx="32723">First_Product_Purchased</cx:pt>
          <cx:pt idx="32724">Second_Product_Purchased</cx:pt>
          <cx:pt idx="32725">First_Product_Purchased</cx:pt>
          <cx:pt idx="32726">First_Product_Purchased</cx:pt>
          <cx:pt idx="32727">Second_Product_Purchased</cx:pt>
          <cx:pt idx="32728">First_Product_Purchased</cx:pt>
          <cx:pt idx="32729">First_Product_Purchased</cx:pt>
          <cx:pt idx="32730">First_Product_Purchased</cx:pt>
          <cx:pt idx="32731">Second_Product_Purchased</cx:pt>
          <cx:pt idx="32732">First_Product_Purchased</cx:pt>
          <cx:pt idx="32733">First_Product_Purchased</cx:pt>
          <cx:pt idx="32734">First_Product_Purchased</cx:pt>
          <cx:pt idx="32735">Second_Product_Purchased</cx:pt>
          <cx:pt idx="32736">First_Product_Purchased</cx:pt>
          <cx:pt idx="32737">First_Product_Purchased</cx:pt>
          <cx:pt idx="32738">Second_Product_Purchased</cx:pt>
          <cx:pt idx="32739">First_Product_Purchased</cx:pt>
          <cx:pt idx="32740">First_Product_Purchased</cx:pt>
          <cx:pt idx="32741">First_Product_Purchased</cx:pt>
          <cx:pt idx="32742">Second_Product_Purchased</cx:pt>
          <cx:pt idx="32743">First_Product_Purchased</cx:pt>
          <cx:pt idx="32744">Second_Product_Purchased</cx:pt>
          <cx:pt idx="32745">First_Product_Purchased</cx:pt>
          <cx:pt idx="32746">First_Product_Purchased</cx:pt>
          <cx:pt idx="32747">First_Product_Purchased</cx:pt>
          <cx:pt idx="32748">Second_Product_Purchased</cx:pt>
          <cx:pt idx="32749">First_Product_Purchased</cx:pt>
          <cx:pt idx="32750">First_Product_Purchased</cx:pt>
          <cx:pt idx="32751">First_Product_Purchased</cx:pt>
          <cx:pt idx="32752">First_Product_Purchased</cx:pt>
          <cx:pt idx="32753">Second_Product_Purchased</cx:pt>
          <cx:pt idx="32754">First_Product_Purchased</cx:pt>
          <cx:pt idx="32755">First_Product_Purchased</cx:pt>
          <cx:pt idx="32756">First_Product_Purchased</cx:pt>
          <cx:pt idx="32757">Second_Product_Purchased</cx:pt>
          <cx:pt idx="32758">Second_Product_Purchased</cx:pt>
          <cx:pt idx="32759">Second_Product_Purchased</cx:pt>
          <cx:pt idx="32760">First_Product_Purchased</cx:pt>
          <cx:pt idx="32761">First_Product_Purchased</cx:pt>
          <cx:pt idx="32762">First_Product_Purchased</cx:pt>
          <cx:pt idx="32763">First_Product_Purchased</cx:pt>
          <cx:pt idx="32764">Second_Product_Purchased</cx:pt>
          <cx:pt idx="32765">Second_Product_Purchased</cx:pt>
          <cx:pt idx="32766">Second_Product_Purchased</cx:pt>
          <cx:pt idx="32767">First_Product_Purchased</cx:pt>
          <cx:pt idx="32768">Second_Product_Purchased</cx:pt>
          <cx:pt idx="32769">First_Product_Purchased</cx:pt>
          <cx:pt idx="32770">Second_Product_Purchased</cx:pt>
          <cx:pt idx="32771">Second_Product_Purchased</cx:pt>
          <cx:pt idx="32772">First_Product_Purchased</cx:pt>
          <cx:pt idx="32773">Second_Product_Purchased</cx:pt>
          <cx:pt idx="32774">First_Product_Purchased</cx:pt>
          <cx:pt idx="32775">First_Product_Purchased</cx:pt>
          <cx:pt idx="32776">First_Product_Purchased</cx:pt>
          <cx:pt idx="32777">First_Product_Purchased</cx:pt>
          <cx:pt idx="32778">Second_Product_Purchased</cx:pt>
          <cx:pt idx="32779">First_Product_Purchased</cx:pt>
          <cx:pt idx="32780">Second_Product_Purchased</cx:pt>
          <cx:pt idx="32781">First_Product_Purchased</cx:pt>
          <cx:pt idx="32782">First_Product_Purchased</cx:pt>
          <cx:pt idx="32783">First_Product_Purchased</cx:pt>
          <cx:pt idx="32784">Second_Product_Purchased</cx:pt>
          <cx:pt idx="32785">First_Product_Purchased</cx:pt>
          <cx:pt idx="32786">First_Product_Purchased</cx:pt>
          <cx:pt idx="32787">First_Product_Purchased</cx:pt>
          <cx:pt idx="32788">Second_Product_Purchased</cx:pt>
          <cx:pt idx="32789">First_Product_Purchased</cx:pt>
          <cx:pt idx="32790">First_Product_Purchased</cx:pt>
          <cx:pt idx="32791">First_Product_Purchased</cx:pt>
          <cx:pt idx="32792">First_Product_Purchased</cx:pt>
          <cx:pt idx="32793">First_Product_Purchased</cx:pt>
          <cx:pt idx="32794">Second_Product_Purchased</cx:pt>
          <cx:pt idx="32795">Second_Product_Purchased</cx:pt>
          <cx:pt idx="32796">Second_Product_Purchased</cx:pt>
          <cx:pt idx="32797">First_Product_Purchased</cx:pt>
          <cx:pt idx="32798">First_Product_Purchased</cx:pt>
          <cx:pt idx="32799">First_Product_Purchased</cx:pt>
          <cx:pt idx="32800">Second_Product_Purchased</cx:pt>
          <cx:pt idx="32801">Second_Product_Purchased</cx:pt>
          <cx:pt idx="32802">First_Product_Purchased</cx:pt>
          <cx:pt idx="32803">First_Product_Purchased</cx:pt>
          <cx:pt idx="32804">First_Product_Purchased</cx:pt>
          <cx:pt idx="32805">First_Product_Purchased</cx:pt>
          <cx:pt idx="32806">First_Product_Purchased</cx:pt>
          <cx:pt idx="32807">First_Product_Purchased</cx:pt>
          <cx:pt idx="32808">First_Product_Purchased</cx:pt>
          <cx:pt idx="32809">First_Product_Purchased</cx:pt>
          <cx:pt idx="32810">Second_Product_Purchased</cx:pt>
          <cx:pt idx="32811">First_Product_Purchased</cx:pt>
          <cx:pt idx="32812">First_Product_Purchased</cx:pt>
          <cx:pt idx="32813">First_Product_Purchased</cx:pt>
          <cx:pt idx="32814">Second_Product_Purchased</cx:pt>
          <cx:pt idx="32815">First_Product_Purchased</cx:pt>
          <cx:pt idx="32816">Second_Product_Purchased</cx:pt>
          <cx:pt idx="32817">First_Product_Purchased</cx:pt>
          <cx:pt idx="32818">First_Product_Purchased</cx:pt>
          <cx:pt idx="32819">First_Product_Purchased</cx:pt>
          <cx:pt idx="32820">First_Product_Purchased</cx:pt>
          <cx:pt idx="32821">First_Product_Purchased</cx:pt>
          <cx:pt idx="32822">Second_Product_Purchased</cx:pt>
          <cx:pt idx="32823">First_Product_Purchased</cx:pt>
          <cx:pt idx="32824">Second_Product_Purchased</cx:pt>
          <cx:pt idx="32825">First_Product_Purchased</cx:pt>
          <cx:pt idx="32826">First_Product_Purchased</cx:pt>
          <cx:pt idx="32827">First_Product_Purchased</cx:pt>
          <cx:pt idx="32828">Second_Product_Purchased</cx:pt>
          <cx:pt idx="32829">First_Product_Purchased</cx:pt>
          <cx:pt idx="32830">Second_Product_Purchased</cx:pt>
          <cx:pt idx="32831">First_Product_Purchased</cx:pt>
          <cx:pt idx="32832">First_Product_Purchased</cx:pt>
          <cx:pt idx="32833">First_Product_Purchased</cx:pt>
          <cx:pt idx="32834">Second_Product_Purchased</cx:pt>
          <cx:pt idx="32835">Second_Product_Purchased</cx:pt>
          <cx:pt idx="32836">First_Product_Purchased</cx:pt>
          <cx:pt idx="32837">First_Product_Purchased</cx:pt>
          <cx:pt idx="32838">First_Product_Purchased</cx:pt>
          <cx:pt idx="32839">First_Product_Purchased</cx:pt>
          <cx:pt idx="32840">First_Product_Purchased</cx:pt>
          <cx:pt idx="32841">First_Product_Purchased</cx:pt>
          <cx:pt idx="32842">First_Product_Purchased</cx:pt>
          <cx:pt idx="32843">First_Product_Purchased</cx:pt>
          <cx:pt idx="32844">First_Product_Purchased</cx:pt>
          <cx:pt idx="32845">First_Product_Purchased</cx:pt>
          <cx:pt idx="32846">First_Product_Purchased</cx:pt>
          <cx:pt idx="32847">Second_Product_Purchased</cx:pt>
          <cx:pt idx="32848">First_Product_Purchased</cx:pt>
          <cx:pt idx="32849">First_Product_Purchased</cx:pt>
          <cx:pt idx="32850">Second_Product_Purchased</cx:pt>
          <cx:pt idx="32851">First_Product_Purchased</cx:pt>
          <cx:pt idx="32852">First_Product_Purchased</cx:pt>
          <cx:pt idx="32853">Second_Product_Purchased</cx:pt>
          <cx:pt idx="32854">First_Product_Purchased</cx:pt>
          <cx:pt idx="32855">First_Product_Purchased</cx:pt>
          <cx:pt idx="32856">Second_Product_Purchased</cx:pt>
          <cx:pt idx="32857">First_Product_Purchased</cx:pt>
          <cx:pt idx="32858">Second_Product_Purchased</cx:pt>
          <cx:pt idx="32859">First_Product_Purchased</cx:pt>
          <cx:pt idx="32860">First_Product_Purchased</cx:pt>
          <cx:pt idx="32861">Second_Product_Purchased</cx:pt>
          <cx:pt idx="32862">First_Product_Purchased</cx:pt>
          <cx:pt idx="32863">First_Product_Purchased</cx:pt>
          <cx:pt idx="32864">First_Product_Purchased</cx:pt>
          <cx:pt idx="32865">First_Product_Purchased</cx:pt>
          <cx:pt idx="32866">First_Product_Purchased</cx:pt>
          <cx:pt idx="32867">First_Product_Purchased</cx:pt>
          <cx:pt idx="32868">First_Product_Purchased</cx:pt>
          <cx:pt idx="32869">Second_Product_Purchased</cx:pt>
          <cx:pt idx="32870">Second_Product_Purchased</cx:pt>
          <cx:pt idx="32871">Second_Product_Purchased</cx:pt>
          <cx:pt idx="32872">First_Product_Purchased</cx:pt>
          <cx:pt idx="32873">First_Product_Purchased</cx:pt>
          <cx:pt idx="32874">First_Product_Purchased</cx:pt>
          <cx:pt idx="32875">Second_Product_Purchased</cx:pt>
          <cx:pt idx="32876">First_Product_Purchased</cx:pt>
          <cx:pt idx="32877">Second_Product_Purchased</cx:pt>
          <cx:pt idx="32878">First_Product_Purchased</cx:pt>
          <cx:pt idx="32879">First_Product_Purchased</cx:pt>
          <cx:pt idx="32880">First_Product_Purchased</cx:pt>
          <cx:pt idx="32881">Second_Product_Purchased</cx:pt>
          <cx:pt idx="32882">Second_Product_Purchased</cx:pt>
          <cx:pt idx="32883">First_Product_Purchased</cx:pt>
          <cx:pt idx="32884">First_Product_Purchased</cx:pt>
          <cx:pt idx="32885">First_Product_Purchased</cx:pt>
          <cx:pt idx="32886">Second_Product_Purchased</cx:pt>
          <cx:pt idx="32887">Second_Product_Purchased</cx:pt>
          <cx:pt idx="32888">First_Product_Purchased</cx:pt>
          <cx:pt idx="32889">Second_Product_Purchased</cx:pt>
          <cx:pt idx="32890">Second_Product_Purchased</cx:pt>
          <cx:pt idx="32891">First_Product_Purchased</cx:pt>
          <cx:pt idx="32892">First_Product_Purchased</cx:pt>
          <cx:pt idx="32893">First_Product_Purchased</cx:pt>
          <cx:pt idx="32894">First_Product_Purchased</cx:pt>
          <cx:pt idx="32895">Second_Product_Purchased</cx:pt>
          <cx:pt idx="32896">First_Product_Purchased</cx:pt>
          <cx:pt idx="32897">Second_Product_Purchased</cx:pt>
          <cx:pt idx="32898">First_Product_Purchased</cx:pt>
          <cx:pt idx="32899">First_Product_Purchased</cx:pt>
          <cx:pt idx="32900">Second_Product_Purchased</cx:pt>
          <cx:pt idx="32901">First_Product_Purchased</cx:pt>
          <cx:pt idx="32902">Second_Product_Purchased</cx:pt>
          <cx:pt idx="32903">First_Product_Purchased</cx:pt>
          <cx:pt idx="32904">First_Product_Purchased</cx:pt>
          <cx:pt idx="32905">Second_Product_Purchased</cx:pt>
          <cx:pt idx="32906">First_Product_Purchased</cx:pt>
          <cx:pt idx="32907">Second_Product_Purchased</cx:pt>
          <cx:pt idx="32908">First_Product_Purchased</cx:pt>
          <cx:pt idx="32909">Second_Product_Purchased</cx:pt>
          <cx:pt idx="32910">First_Product_Purchased</cx:pt>
          <cx:pt idx="32911">Second_Product_Purchased</cx:pt>
          <cx:pt idx="32912">Second_Product_Purchased</cx:pt>
          <cx:pt idx="32913">Second_Product_Purchased</cx:pt>
          <cx:pt idx="32914">Second_Product_Purchased</cx:pt>
          <cx:pt idx="32915">Second_Product_Purchased</cx:pt>
          <cx:pt idx="32916">Second_Product_Purchased</cx:pt>
          <cx:pt idx="32917">Second_Product_Purchased</cx:pt>
          <cx:pt idx="32918">First_Product_Purchased</cx:pt>
          <cx:pt idx="32919">Second_Product_Purchased</cx:pt>
          <cx:pt idx="32920">First_Product_Purchased</cx:pt>
          <cx:pt idx="32921">Second_Product_Purchased</cx:pt>
          <cx:pt idx="32922">First_Product_Purchased</cx:pt>
          <cx:pt idx="32923">First_Product_Purchased</cx:pt>
          <cx:pt idx="32924">First_Product_Purchased</cx:pt>
          <cx:pt idx="32925">First_Product_Purchased</cx:pt>
          <cx:pt idx="32926">First_Product_Purchased</cx:pt>
          <cx:pt idx="32927">Second_Product_Purchased</cx:pt>
          <cx:pt idx="32928">First_Product_Purchased</cx:pt>
          <cx:pt idx="32929">Second_Product_Purchased</cx:pt>
          <cx:pt idx="32930">First_Product_Purchased</cx:pt>
          <cx:pt idx="32931">Second_Product_Purchased</cx:pt>
          <cx:pt idx="32932">First_Product_Purchased</cx:pt>
          <cx:pt idx="32933">Second_Product_Purchased</cx:pt>
          <cx:pt idx="32934">First_Product_Purchased</cx:pt>
          <cx:pt idx="32935">First_Product_Purchased</cx:pt>
          <cx:pt idx="32936">First_Product_Purchased</cx:pt>
          <cx:pt idx="32937">Second_Product_Purchased</cx:pt>
          <cx:pt idx="32938">Second_Product_Purchased</cx:pt>
          <cx:pt idx="32939">First_Product_Purchased</cx:pt>
          <cx:pt idx="32940">First_Product_Purchased</cx:pt>
          <cx:pt idx="32941">First_Product_Purchased</cx:pt>
          <cx:pt idx="32942">First_Product_Purchased</cx:pt>
          <cx:pt idx="32943">First_Product_Purchased</cx:pt>
          <cx:pt idx="32944">First_Product_Purchased</cx:pt>
          <cx:pt idx="32945">First_Product_Purchased</cx:pt>
          <cx:pt idx="32946">Second_Product_Purchased</cx:pt>
          <cx:pt idx="32947">First_Product_Purchased</cx:pt>
          <cx:pt idx="32948">Second_Product_Purchased</cx:pt>
          <cx:pt idx="32949">Second_Product_Purchased</cx:pt>
          <cx:pt idx="32950">First_Product_Purchased</cx:pt>
          <cx:pt idx="32951">First_Product_Purchased</cx:pt>
          <cx:pt idx="32952">First_Product_Purchased</cx:pt>
          <cx:pt idx="32953">Second_Product_Purchased</cx:pt>
          <cx:pt idx="32954">Second_Product_Purchased</cx:pt>
          <cx:pt idx="32955">First_Product_Purchased</cx:pt>
          <cx:pt idx="32956">Second_Product_Purchased</cx:pt>
          <cx:pt idx="32957">Second_Product_Purchased</cx:pt>
          <cx:pt idx="32958">Second_Product_Purchased</cx:pt>
          <cx:pt idx="32959">First_Product_Purchased</cx:pt>
          <cx:pt idx="32960">Second_Product_Purchased</cx:pt>
          <cx:pt idx="32961">First_Product_Purchased</cx:pt>
          <cx:pt idx="32962">First_Product_Purchased</cx:pt>
          <cx:pt idx="32963">Second_Product_Purchased</cx:pt>
          <cx:pt idx="32964">First_Product_Purchased</cx:pt>
          <cx:pt idx="32965">First_Product_Purchased</cx:pt>
          <cx:pt idx="32966">First_Product_Purchased</cx:pt>
          <cx:pt idx="32967">First_Product_Purchased</cx:pt>
          <cx:pt idx="32968">First_Product_Purchased</cx:pt>
          <cx:pt idx="32969">First_Product_Purchased</cx:pt>
          <cx:pt idx="32970">First_Product_Purchased</cx:pt>
          <cx:pt idx="32971">First_Product_Purchased</cx:pt>
          <cx:pt idx="32972">Second_Product_Purchased</cx:pt>
          <cx:pt idx="32973">Second_Product_Purchased</cx:pt>
          <cx:pt idx="32974">First_Product_Purchased</cx:pt>
          <cx:pt idx="32975">Second_Product_Purchased</cx:pt>
          <cx:pt idx="32976">Second_Product_Purchased</cx:pt>
          <cx:pt idx="32977">First_Product_Purchased</cx:pt>
          <cx:pt idx="32978">First_Product_Purchased</cx:pt>
          <cx:pt idx="32979">First_Product_Purchased</cx:pt>
          <cx:pt idx="32980">First_Product_Purchased</cx:pt>
          <cx:pt idx="32981">First_Product_Purchased</cx:pt>
          <cx:pt idx="32982">First_Product_Purchased</cx:pt>
          <cx:pt idx="32983">Second_Product_Purchased</cx:pt>
          <cx:pt idx="32984">First_Product_Purchased</cx:pt>
          <cx:pt idx="32985">First_Product_Purchased</cx:pt>
          <cx:pt idx="32986">Second_Product_Purchased</cx:pt>
          <cx:pt idx="32987">First_Product_Purchased</cx:pt>
          <cx:pt idx="32988">First_Product_Purchased</cx:pt>
          <cx:pt idx="32989">Second_Product_Purchased</cx:pt>
          <cx:pt idx="32990">Second_Product_Purchased</cx:pt>
          <cx:pt idx="32991">First_Product_Purchased</cx:pt>
          <cx:pt idx="32992">Second_Product_Purchased</cx:pt>
          <cx:pt idx="32993">First_Product_Purchased</cx:pt>
          <cx:pt idx="32994">First_Product_Purchased</cx:pt>
          <cx:pt idx="32995">First_Product_Purchased</cx:pt>
          <cx:pt idx="32996">First_Product_Purchased</cx:pt>
          <cx:pt idx="32997">First_Product_Purchased</cx:pt>
          <cx:pt idx="32998">Second_Product_Purchased</cx:pt>
          <cx:pt idx="32999">First_Product_Purchased</cx:pt>
          <cx:pt idx="33000">First_Product_Purchased</cx:pt>
          <cx:pt idx="33001">First_Product_Purchased</cx:pt>
          <cx:pt idx="33002">Second_Product_Purchased</cx:pt>
          <cx:pt idx="33003">First_Product_Purchased</cx:pt>
          <cx:pt idx="33004">First_Product_Purchased</cx:pt>
          <cx:pt idx="33005">First_Product_Purchased</cx:pt>
          <cx:pt idx="33006">Second_Product_Purchased</cx:pt>
          <cx:pt idx="33007">First_Product_Purchased</cx:pt>
          <cx:pt idx="33008">First_Product_Purchased</cx:pt>
          <cx:pt idx="33009">First_Product_Purchased</cx:pt>
          <cx:pt idx="33010">First_Product_Purchased</cx:pt>
          <cx:pt idx="33011">First_Product_Purchased</cx:pt>
          <cx:pt idx="33012">First_Product_Purchased</cx:pt>
          <cx:pt idx="33013">First_Product_Purchased</cx:pt>
          <cx:pt idx="33014">First_Product_Purchased</cx:pt>
          <cx:pt idx="33015">Second_Product_Purchased</cx:pt>
          <cx:pt idx="33016">First_Product_Purchased</cx:pt>
          <cx:pt idx="33017">First_Product_Purchased</cx:pt>
          <cx:pt idx="33018">First_Product_Purchased</cx:pt>
          <cx:pt idx="33019">First_Product_Purchased</cx:pt>
          <cx:pt idx="33020">First_Product_Purchased</cx:pt>
          <cx:pt idx="33021">First_Product_Purchased</cx:pt>
          <cx:pt idx="33022">First_Product_Purchased</cx:pt>
          <cx:pt idx="33023">First_Product_Purchased</cx:pt>
          <cx:pt idx="33024">First_Product_Purchased</cx:pt>
          <cx:pt idx="33025">Second_Product_Purchased</cx:pt>
          <cx:pt idx="33026">Second_Product_Purchased</cx:pt>
          <cx:pt idx="33027">Second_Product_Purchased</cx:pt>
          <cx:pt idx="33028">First_Product_Purchased</cx:pt>
          <cx:pt idx="33029">Second_Product_Purchased</cx:pt>
          <cx:pt idx="33030">Second_Product_Purchased</cx:pt>
          <cx:pt idx="33031">Second_Product_Purchased</cx:pt>
          <cx:pt idx="33032">First_Product_Purchased</cx:pt>
          <cx:pt idx="33033">Second_Product_Purchased</cx:pt>
          <cx:pt idx="33034">Second_Product_Purchased</cx:pt>
          <cx:pt idx="33035">Second_Product_Purchased</cx:pt>
          <cx:pt idx="33036">Second_Product_Purchased</cx:pt>
          <cx:pt idx="33037">First_Product_Purchased</cx:pt>
          <cx:pt idx="33038">Second_Product_Purchased</cx:pt>
          <cx:pt idx="33039">First_Product_Purchased</cx:pt>
          <cx:pt idx="33040">First_Product_Purchased</cx:pt>
          <cx:pt idx="33041">First_Product_Purchased</cx:pt>
          <cx:pt idx="33042">Second_Product_Purchased</cx:pt>
          <cx:pt idx="33043">Second_Product_Purchased</cx:pt>
          <cx:pt idx="33044">First_Product_Purchased</cx:pt>
          <cx:pt idx="33045">First_Product_Purchased</cx:pt>
          <cx:pt idx="33046">First_Product_Purchased</cx:pt>
          <cx:pt idx="33047">Second_Product_Purchased</cx:pt>
          <cx:pt idx="33048">First_Product_Purchased</cx:pt>
          <cx:pt idx="33049">First_Product_Purchased</cx:pt>
          <cx:pt idx="33050">Second_Product_Purchased</cx:pt>
          <cx:pt idx="33051">First_Product_Purchased</cx:pt>
          <cx:pt idx="33052">Second_Product_Purchased</cx:pt>
          <cx:pt idx="33053">First_Product_Purchased</cx:pt>
          <cx:pt idx="33054">First_Product_Purchased</cx:pt>
          <cx:pt idx="33055">First_Product_Purchased</cx:pt>
          <cx:pt idx="33056">First_Product_Purchased</cx:pt>
          <cx:pt idx="33057">First_Product_Purchased</cx:pt>
          <cx:pt idx="33058">First_Product_Purchased</cx:pt>
          <cx:pt idx="33059">First_Product_Purchased</cx:pt>
          <cx:pt idx="33060">First_Product_Purchased</cx:pt>
          <cx:pt idx="33061">First_Product_Purchased</cx:pt>
          <cx:pt idx="33062">Second_Product_Purchased</cx:pt>
          <cx:pt idx="33063">First_Product_Purchased</cx:pt>
          <cx:pt idx="33064">First_Product_Purchased</cx:pt>
          <cx:pt idx="33065">First_Product_Purchased</cx:pt>
          <cx:pt idx="33066">First_Product_Purchased</cx:pt>
          <cx:pt idx="33067">First_Product_Purchased</cx:pt>
          <cx:pt idx="33068">Second_Product_Purchased</cx:pt>
          <cx:pt idx="33069">First_Product_Purchased</cx:pt>
          <cx:pt idx="33070">Second_Product_Purchased</cx:pt>
          <cx:pt idx="33071">First_Product_Purchased</cx:pt>
          <cx:pt idx="33072">Second_Product_Purchased</cx:pt>
          <cx:pt idx="33073">First_Product_Purchased</cx:pt>
          <cx:pt idx="33074">First_Product_Purchased</cx:pt>
          <cx:pt idx="33075">First_Product_Purchased</cx:pt>
          <cx:pt idx="33076">First_Product_Purchased</cx:pt>
          <cx:pt idx="33077">Second_Product_Purchased</cx:pt>
          <cx:pt idx="33078">Second_Product_Purchased</cx:pt>
          <cx:pt idx="33079">First_Product_Purchased</cx:pt>
          <cx:pt idx="33080">First_Product_Purchased</cx:pt>
          <cx:pt idx="33081">Second_Product_Purchased</cx:pt>
          <cx:pt idx="33082">Second_Product_Purchased</cx:pt>
          <cx:pt idx="33083">First_Product_Purchased</cx:pt>
          <cx:pt idx="33084">First_Product_Purchased</cx:pt>
          <cx:pt idx="33085">Second_Product_Purchased</cx:pt>
          <cx:pt idx="33086">Second_Product_Purchased</cx:pt>
          <cx:pt idx="33087">First_Product_Purchased</cx:pt>
          <cx:pt idx="33088">First_Product_Purchased</cx:pt>
          <cx:pt idx="33089">Second_Product_Purchased</cx:pt>
          <cx:pt idx="33090">Second_Product_Purchased</cx:pt>
          <cx:pt idx="33091">Second_Product_Purchased</cx:pt>
          <cx:pt idx="33092">Second_Product_Purchased</cx:pt>
          <cx:pt idx="33093">First_Product_Purchased</cx:pt>
          <cx:pt idx="33094">Second_Product_Purchased</cx:pt>
          <cx:pt idx="33095">First_Product_Purchased</cx:pt>
          <cx:pt idx="33096">Second_Product_Purchased</cx:pt>
          <cx:pt idx="33097">Second_Product_Purchased</cx:pt>
          <cx:pt idx="33098">First_Product_Purchased</cx:pt>
          <cx:pt idx="33099">Second_Product_Purchased</cx:pt>
          <cx:pt idx="33100">First_Product_Purchased</cx:pt>
          <cx:pt idx="33101">First_Product_Purchased</cx:pt>
          <cx:pt idx="33102">Second_Product_Purchased</cx:pt>
          <cx:pt idx="33103">Second_Product_Purchased</cx:pt>
          <cx:pt idx="33104">First_Product_Purchased</cx:pt>
          <cx:pt idx="33105">First_Product_Purchased</cx:pt>
          <cx:pt idx="33106">First_Product_Purchased</cx:pt>
          <cx:pt idx="33107">First_Product_Purchased</cx:pt>
          <cx:pt idx="33108">First_Product_Purchased</cx:pt>
          <cx:pt idx="33109">First_Product_Purchased</cx:pt>
          <cx:pt idx="33110">First_Product_Purchased</cx:pt>
          <cx:pt idx="33111">Second_Product_Purchased</cx:pt>
          <cx:pt idx="33112">Second_Product_Purchased</cx:pt>
          <cx:pt idx="33113">First_Product_Purchased</cx:pt>
          <cx:pt idx="33114">First_Product_Purchased</cx:pt>
          <cx:pt idx="33115">First_Product_Purchased</cx:pt>
          <cx:pt idx="33116">Second_Product_Purchased</cx:pt>
          <cx:pt idx="33117">First_Product_Purchased</cx:pt>
          <cx:pt idx="33118">First_Product_Purchased</cx:pt>
          <cx:pt idx="33119">First_Product_Purchased</cx:pt>
          <cx:pt idx="33120">Second_Product_Purchased</cx:pt>
          <cx:pt idx="33121">Second_Product_Purchased</cx:pt>
          <cx:pt idx="33122">Second_Product_Purchased</cx:pt>
          <cx:pt idx="33123">Second_Product_Purchased</cx:pt>
          <cx:pt idx="33124">First_Product_Purchased</cx:pt>
          <cx:pt idx="33125">Second_Product_Purchased</cx:pt>
          <cx:pt idx="33126">Second_Product_Purchased</cx:pt>
          <cx:pt idx="33127">First_Product_Purchased</cx:pt>
          <cx:pt idx="33128">Second_Product_Purchased</cx:pt>
          <cx:pt idx="33129">First_Product_Purchased</cx:pt>
          <cx:pt idx="33130">First_Product_Purchased</cx:pt>
          <cx:pt idx="33131">First_Product_Purchased</cx:pt>
          <cx:pt idx="33132">First_Product_Purchased</cx:pt>
          <cx:pt idx="33133">First_Product_Purchased</cx:pt>
          <cx:pt idx="33134">First_Product_Purchased</cx:pt>
          <cx:pt idx="33135">First_Product_Purchased</cx:pt>
          <cx:pt idx="33136">First_Product_Purchased</cx:pt>
          <cx:pt idx="33137">First_Product_Purchased</cx:pt>
          <cx:pt idx="33138">Second_Product_Purchased</cx:pt>
          <cx:pt idx="33139">Second_Product_Purchased</cx:pt>
          <cx:pt idx="33140">Second_Product_Purchased</cx:pt>
          <cx:pt idx="33141">First_Product_Purchased</cx:pt>
          <cx:pt idx="33142">First_Product_Purchased</cx:pt>
          <cx:pt idx="33143">Second_Product_Purchased</cx:pt>
          <cx:pt idx="33144">First_Product_Purchased</cx:pt>
          <cx:pt idx="33145">First_Product_Purchased</cx:pt>
          <cx:pt idx="33146">First_Product_Purchased</cx:pt>
          <cx:pt idx="33147">First_Product_Purchased</cx:pt>
          <cx:pt idx="33148">First_Product_Purchased</cx:pt>
          <cx:pt idx="33149">First_Product_Purchased</cx:pt>
          <cx:pt idx="33150">First_Product_Purchased</cx:pt>
          <cx:pt idx="33151">First_Product_Purchased</cx:pt>
          <cx:pt idx="33152">Second_Product_Purchased</cx:pt>
          <cx:pt idx="33153">Second_Product_Purchased</cx:pt>
          <cx:pt idx="33154">Second_Product_Purchased</cx:pt>
          <cx:pt idx="33155">First_Product_Purchased</cx:pt>
          <cx:pt idx="33156">Second_Product_Purchased</cx:pt>
          <cx:pt idx="33157">First_Product_Purchased</cx:pt>
          <cx:pt idx="33158">First_Product_Purchased</cx:pt>
          <cx:pt idx="33159">Second_Product_Purchased</cx:pt>
          <cx:pt idx="33160">First_Product_Purchased</cx:pt>
          <cx:pt idx="33161">First_Product_Purchased</cx:pt>
          <cx:pt idx="33162">Second_Product_Purchased</cx:pt>
          <cx:pt idx="33163">First_Product_Purchased</cx:pt>
          <cx:pt idx="33164">Second_Product_Purchased</cx:pt>
          <cx:pt idx="33165">Second_Product_Purchased</cx:pt>
          <cx:pt idx="33166">First_Product_Purchased</cx:pt>
          <cx:pt idx="33167">First_Product_Purchased</cx:pt>
          <cx:pt idx="33168">Second_Product_Purchased</cx:pt>
          <cx:pt idx="33169">First_Product_Purchased</cx:pt>
          <cx:pt idx="33170">First_Product_Purchased</cx:pt>
          <cx:pt idx="33171">First_Product_Purchased</cx:pt>
          <cx:pt idx="33172">Second_Product_Purchased</cx:pt>
          <cx:pt idx="33173">Second_Product_Purchased</cx:pt>
          <cx:pt idx="33174">First_Product_Purchased</cx:pt>
          <cx:pt idx="33175">Second_Product_Purchased</cx:pt>
          <cx:pt idx="33176">First_Product_Purchased</cx:pt>
          <cx:pt idx="33177">Second_Product_Purchased</cx:pt>
          <cx:pt idx="33178">First_Product_Purchased</cx:pt>
          <cx:pt idx="33179">First_Product_Purchased</cx:pt>
          <cx:pt idx="33180">First_Product_Purchased</cx:pt>
          <cx:pt idx="33181">Second_Product_Purchased</cx:pt>
          <cx:pt idx="33182">Second_Product_Purchased</cx:pt>
          <cx:pt idx="33183">First_Product_Purchased</cx:pt>
          <cx:pt idx="33184">First_Product_Purchased</cx:pt>
          <cx:pt idx="33185">First_Product_Purchased</cx:pt>
          <cx:pt idx="33186">First_Product_Purchased</cx:pt>
          <cx:pt idx="33187">First_Product_Purchased</cx:pt>
          <cx:pt idx="33188">Second_Product_Purchased</cx:pt>
          <cx:pt idx="33189">First_Product_Purchased</cx:pt>
          <cx:pt idx="33190">Second_Product_Purchased</cx:pt>
          <cx:pt idx="33191">First_Product_Purchased</cx:pt>
          <cx:pt idx="33192">First_Product_Purchased</cx:pt>
          <cx:pt idx="33193">First_Product_Purchased</cx:pt>
          <cx:pt idx="33194">First_Product_Purchased</cx:pt>
          <cx:pt idx="33195">First_Product_Purchased</cx:pt>
          <cx:pt idx="33196">First_Product_Purchased</cx:pt>
          <cx:pt idx="33197">First_Product_Purchased</cx:pt>
          <cx:pt idx="33198">First_Product_Purchased</cx:pt>
          <cx:pt idx="33199">Second_Product_Purchased</cx:pt>
          <cx:pt idx="33200">First_Product_Purchased</cx:pt>
          <cx:pt idx="33201">Second_Product_Purchased</cx:pt>
          <cx:pt idx="33202">First_Product_Purchased</cx:pt>
          <cx:pt idx="33203">First_Product_Purchased</cx:pt>
          <cx:pt idx="33204">First_Product_Purchased</cx:pt>
          <cx:pt idx="33205">First_Product_Purchased</cx:pt>
          <cx:pt idx="33206">Second_Product_Purchased</cx:pt>
          <cx:pt idx="33207">Second_Product_Purchased</cx:pt>
          <cx:pt idx="33208">Second_Product_Purchased</cx:pt>
          <cx:pt idx="33209">First_Product_Purchased</cx:pt>
          <cx:pt idx="33210">First_Product_Purchased</cx:pt>
          <cx:pt idx="33211">First_Product_Purchased</cx:pt>
          <cx:pt idx="33212">First_Product_Purchased</cx:pt>
          <cx:pt idx="33213">Second_Product_Purchased</cx:pt>
          <cx:pt idx="33214">Second_Product_Purchased</cx:pt>
          <cx:pt idx="33215">First_Product_Purchased</cx:pt>
          <cx:pt idx="33216">First_Product_Purchased</cx:pt>
          <cx:pt idx="33217">Second_Product_Purchased</cx:pt>
          <cx:pt idx="33218">Second_Product_Purchased</cx:pt>
          <cx:pt idx="33219">First_Product_Purchased</cx:pt>
          <cx:pt idx="33220">Second_Product_Purchased</cx:pt>
          <cx:pt idx="33221">First_Product_Purchased</cx:pt>
          <cx:pt idx="33222">First_Product_Purchased</cx:pt>
          <cx:pt idx="33223">First_Product_Purchased</cx:pt>
          <cx:pt idx="33224">First_Product_Purchased</cx:pt>
          <cx:pt idx="33225">First_Product_Purchased</cx:pt>
          <cx:pt idx="33226">Second_Product_Purchased</cx:pt>
          <cx:pt idx="33227">First_Product_Purchased</cx:pt>
          <cx:pt idx="33228">First_Product_Purchased</cx:pt>
          <cx:pt idx="33229">First_Product_Purchased</cx:pt>
          <cx:pt idx="33230">First_Product_Purchased</cx:pt>
          <cx:pt idx="33231">First_Product_Purchased</cx:pt>
          <cx:pt idx="33232">First_Product_Purchased</cx:pt>
          <cx:pt idx="33233">First_Product_Purchased</cx:pt>
          <cx:pt idx="33234">First_Product_Purchased</cx:pt>
          <cx:pt idx="33235">First_Product_Purchased</cx:pt>
          <cx:pt idx="33236">Second_Product_Purchased</cx:pt>
          <cx:pt idx="33237">First_Product_Purchased</cx:pt>
          <cx:pt idx="33238">Second_Product_Purchased</cx:pt>
          <cx:pt idx="33239">First_Product_Purchased</cx:pt>
          <cx:pt idx="33240">First_Product_Purchased</cx:pt>
          <cx:pt idx="33241">Second_Product_Purchased</cx:pt>
          <cx:pt idx="33242">First_Product_Purchased</cx:pt>
          <cx:pt idx="33243">Second_Product_Purchased</cx:pt>
          <cx:pt idx="33244">Second_Product_Purchased</cx:pt>
          <cx:pt idx="33245">First_Product_Purchased</cx:pt>
          <cx:pt idx="33246">First_Product_Purchased</cx:pt>
          <cx:pt idx="33247">Second_Product_Purchased</cx:pt>
          <cx:pt idx="33248">First_Product_Purchased</cx:pt>
          <cx:pt idx="33249">Second_Product_Purchased</cx:pt>
          <cx:pt idx="33250">Second_Product_Purchased</cx:pt>
          <cx:pt idx="33251">Second_Product_Purchased</cx:pt>
          <cx:pt idx="33252">First_Product_Purchased</cx:pt>
          <cx:pt idx="33253">First_Product_Purchased</cx:pt>
          <cx:pt idx="33254">Second_Product_Purchased</cx:pt>
          <cx:pt idx="33255">Second_Product_Purchased</cx:pt>
          <cx:pt idx="33256">First_Product_Purchased</cx:pt>
          <cx:pt idx="33257">Second_Product_Purchased</cx:pt>
          <cx:pt idx="33258">First_Product_Purchased</cx:pt>
          <cx:pt idx="33259">First_Product_Purchased</cx:pt>
          <cx:pt idx="33260">First_Product_Purchased</cx:pt>
          <cx:pt idx="33261">Second_Product_Purchased</cx:pt>
          <cx:pt idx="33262">First_Product_Purchased</cx:pt>
          <cx:pt idx="33263">First_Product_Purchased</cx:pt>
          <cx:pt idx="33264">Second_Product_Purchased</cx:pt>
          <cx:pt idx="33265">First_Product_Purchased</cx:pt>
          <cx:pt idx="33266">First_Product_Purchased</cx:pt>
          <cx:pt idx="33267">First_Product_Purchased</cx:pt>
          <cx:pt idx="33268">Second_Product_Purchased</cx:pt>
          <cx:pt idx="33269">Second_Product_Purchased</cx:pt>
          <cx:pt idx="33270">Second_Product_Purchased</cx:pt>
          <cx:pt idx="33271">Second_Product_Purchased</cx:pt>
          <cx:pt idx="33272">First_Product_Purchased</cx:pt>
          <cx:pt idx="33273">Second_Product_Purchased</cx:pt>
          <cx:pt idx="33274">First_Product_Purchased</cx:pt>
          <cx:pt idx="33275">First_Product_Purchased</cx:pt>
          <cx:pt idx="33276">First_Product_Purchased</cx:pt>
          <cx:pt idx="33277">First_Product_Purchased</cx:pt>
          <cx:pt idx="33278">Second_Product_Purchased</cx:pt>
          <cx:pt idx="33279">First_Product_Purchased</cx:pt>
          <cx:pt idx="33280">First_Product_Purchased</cx:pt>
          <cx:pt idx="33281">First_Product_Purchased</cx:pt>
          <cx:pt idx="33282">First_Product_Purchased</cx:pt>
          <cx:pt idx="33283">First_Product_Purchased</cx:pt>
          <cx:pt idx="33284">First_Product_Purchased</cx:pt>
          <cx:pt idx="33285">Second_Product_Purchased</cx:pt>
          <cx:pt idx="33286">First_Product_Purchased</cx:pt>
          <cx:pt idx="33287">First_Product_Purchased</cx:pt>
          <cx:pt idx="33288">First_Product_Purchased</cx:pt>
          <cx:pt idx="33289">Second_Product_Purchased</cx:pt>
          <cx:pt idx="33290">Second_Product_Purchased</cx:pt>
          <cx:pt idx="33291">First_Product_Purchased</cx:pt>
          <cx:pt idx="33292">First_Product_Purchased</cx:pt>
          <cx:pt idx="33293">First_Product_Purchased</cx:pt>
          <cx:pt idx="33294">First_Product_Purchased</cx:pt>
          <cx:pt idx="33295">First_Product_Purchased</cx:pt>
          <cx:pt idx="33296">First_Product_Purchased</cx:pt>
          <cx:pt idx="33297">First_Product_Purchased</cx:pt>
          <cx:pt idx="33298">Second_Product_Purchased</cx:pt>
          <cx:pt idx="33299">First_Product_Purchased</cx:pt>
          <cx:pt idx="33300">Second_Product_Purchased</cx:pt>
          <cx:pt idx="33301">Second_Product_Purchased</cx:pt>
          <cx:pt idx="33302">Second_Product_Purchased</cx:pt>
          <cx:pt idx="33303">Second_Product_Purchased</cx:pt>
          <cx:pt idx="33304">First_Product_Purchased</cx:pt>
          <cx:pt idx="33305">First_Product_Purchased</cx:pt>
          <cx:pt idx="33306">Second_Product_Purchased</cx:pt>
          <cx:pt idx="33307">First_Product_Purchased</cx:pt>
          <cx:pt idx="33308">First_Product_Purchased</cx:pt>
          <cx:pt idx="33309">Second_Product_Purchased</cx:pt>
          <cx:pt idx="33310">Second_Product_Purchased</cx:pt>
          <cx:pt idx="33311">Second_Product_Purchased</cx:pt>
          <cx:pt idx="33312">First_Product_Purchased</cx:pt>
          <cx:pt idx="33313">Second_Product_Purchased</cx:pt>
          <cx:pt idx="33314">First_Product_Purchased</cx:pt>
          <cx:pt idx="33315">Second_Product_Purchased</cx:pt>
          <cx:pt idx="33316">Second_Product_Purchased</cx:pt>
          <cx:pt idx="33317">First_Product_Purchased</cx:pt>
          <cx:pt idx="33318">First_Product_Purchased</cx:pt>
          <cx:pt idx="33319">Second_Product_Purchased</cx:pt>
          <cx:pt idx="33320">First_Product_Purchased</cx:pt>
          <cx:pt idx="33321">First_Product_Purchased</cx:pt>
          <cx:pt idx="33322">Second_Product_Purchased</cx:pt>
          <cx:pt idx="33323">First_Product_Purchased</cx:pt>
          <cx:pt idx="33324">First_Product_Purchased</cx:pt>
          <cx:pt idx="33325">First_Product_Purchased</cx:pt>
          <cx:pt idx="33326">Second_Product_Purchased</cx:pt>
          <cx:pt idx="33327">Second_Product_Purchased</cx:pt>
          <cx:pt idx="33328">First_Product_Purchased</cx:pt>
          <cx:pt idx="33329">Second_Product_Purchased</cx:pt>
          <cx:pt idx="33330">Second_Product_Purchased</cx:pt>
          <cx:pt idx="33331">Second_Product_Purchased</cx:pt>
          <cx:pt idx="33332">First_Product_Purchased</cx:pt>
          <cx:pt idx="33333">First_Product_Purchased</cx:pt>
          <cx:pt idx="33334">First_Product_Purchased</cx:pt>
          <cx:pt idx="33335">First_Product_Purchased</cx:pt>
          <cx:pt idx="33336">Second_Product_Purchased</cx:pt>
          <cx:pt idx="33337">First_Product_Purchased</cx:pt>
          <cx:pt idx="33338">Second_Product_Purchased</cx:pt>
          <cx:pt idx="33339">Second_Product_Purchased</cx:pt>
          <cx:pt idx="33340">First_Product_Purchased</cx:pt>
          <cx:pt idx="33341">First_Product_Purchased</cx:pt>
          <cx:pt idx="33342">Second_Product_Purchased</cx:pt>
          <cx:pt idx="33343">Second_Product_Purchased</cx:pt>
          <cx:pt idx="33344">Second_Product_Purchased</cx:pt>
          <cx:pt idx="33345">First_Product_Purchased</cx:pt>
          <cx:pt idx="33346">First_Product_Purchased</cx:pt>
          <cx:pt idx="33347">Second_Product_Purchased</cx:pt>
          <cx:pt idx="33348">Second_Product_Purchased</cx:pt>
          <cx:pt idx="33349">Second_Product_Purchased</cx:pt>
          <cx:pt idx="33350">First_Product_Purchased</cx:pt>
          <cx:pt idx="33351">Second_Product_Purchased</cx:pt>
          <cx:pt idx="33352">Second_Product_Purchased</cx:pt>
          <cx:pt idx="33353">First_Product_Purchased</cx:pt>
          <cx:pt idx="33354">Second_Product_Purchased</cx:pt>
          <cx:pt idx="33355">Second_Product_Purchased</cx:pt>
          <cx:pt idx="33356">Second_Product_Purchased</cx:pt>
          <cx:pt idx="33357">Second_Product_Purchased</cx:pt>
          <cx:pt idx="33358">First_Product_Purchased</cx:pt>
          <cx:pt idx="33359">Second_Product_Purchased</cx:pt>
          <cx:pt idx="33360">First_Product_Purchased</cx:pt>
          <cx:pt idx="33361">First_Product_Purchased</cx:pt>
          <cx:pt idx="33362">First_Product_Purchased</cx:pt>
          <cx:pt idx="33363">First_Product_Purchased</cx:pt>
          <cx:pt idx="33364">First_Product_Purchased</cx:pt>
          <cx:pt idx="33365">Second_Product_Purchased</cx:pt>
          <cx:pt idx="33366">First_Product_Purchased</cx:pt>
          <cx:pt idx="33367">First_Product_Purchased</cx:pt>
          <cx:pt idx="33368">First_Product_Purchased</cx:pt>
          <cx:pt idx="33369">Second_Product_Purchased</cx:pt>
          <cx:pt idx="33370">First_Product_Purchased</cx:pt>
          <cx:pt idx="33371">First_Product_Purchased</cx:pt>
          <cx:pt idx="33372">Second_Product_Purchased</cx:pt>
          <cx:pt idx="33373">Second_Product_Purchased</cx:pt>
          <cx:pt idx="33374">Second_Product_Purchased</cx:pt>
          <cx:pt idx="33375">Second_Product_Purchased</cx:pt>
          <cx:pt idx="33376">Second_Product_Purchased</cx:pt>
          <cx:pt idx="33377">First_Product_Purchased</cx:pt>
          <cx:pt idx="33378">Second_Product_Purchased</cx:pt>
          <cx:pt idx="33379">First_Product_Purchased</cx:pt>
          <cx:pt idx="33380">First_Product_Purchased</cx:pt>
          <cx:pt idx="33381">First_Product_Purchased</cx:pt>
          <cx:pt idx="33382">First_Product_Purchased</cx:pt>
          <cx:pt idx="33383">Second_Product_Purchased</cx:pt>
          <cx:pt idx="33384">First_Product_Purchased</cx:pt>
          <cx:pt idx="33385">First_Product_Purchased</cx:pt>
          <cx:pt idx="33386">Second_Product_Purchased</cx:pt>
          <cx:pt idx="33387">First_Product_Purchased</cx:pt>
          <cx:pt idx="33388">First_Product_Purchased</cx:pt>
          <cx:pt idx="33389">Second_Product_Purchased</cx:pt>
          <cx:pt idx="33390">First_Product_Purchased</cx:pt>
          <cx:pt idx="33391">Second_Product_Purchased</cx:pt>
          <cx:pt idx="33392">Second_Product_Purchased</cx:pt>
          <cx:pt idx="33393">First_Product_Purchased</cx:pt>
          <cx:pt idx="33394">Second_Product_Purchased</cx:pt>
          <cx:pt idx="33395">Second_Product_Purchased</cx:pt>
          <cx:pt idx="33396">First_Product_Purchased</cx:pt>
          <cx:pt idx="33397">First_Product_Purchased</cx:pt>
          <cx:pt idx="33398">Second_Product_Purchased</cx:pt>
          <cx:pt idx="33399">First_Product_Purchased</cx:pt>
          <cx:pt idx="33400">First_Product_Purchased</cx:pt>
          <cx:pt idx="33401">First_Product_Purchased</cx:pt>
          <cx:pt idx="33402">Second_Product_Purchased</cx:pt>
          <cx:pt idx="33403">Second_Product_Purchased</cx:pt>
          <cx:pt idx="33404">Second_Product_Purchased</cx:pt>
          <cx:pt idx="33405">First_Product_Purchased</cx:pt>
          <cx:pt idx="33406">First_Product_Purchased</cx:pt>
          <cx:pt idx="33407">Second_Product_Purchased</cx:pt>
          <cx:pt idx="33408">First_Product_Purchased</cx:pt>
          <cx:pt idx="33409">Second_Product_Purchased</cx:pt>
          <cx:pt idx="33410">Second_Product_Purchased</cx:pt>
          <cx:pt idx="33411">Second_Product_Purchased</cx:pt>
          <cx:pt idx="33412">Second_Product_Purchased</cx:pt>
          <cx:pt idx="33413">Second_Product_Purchased</cx:pt>
          <cx:pt idx="33414">First_Product_Purchased</cx:pt>
          <cx:pt idx="33415">Second_Product_Purchased</cx:pt>
          <cx:pt idx="33416">First_Product_Purchased</cx:pt>
          <cx:pt idx="33417">First_Product_Purchased</cx:pt>
          <cx:pt idx="33418">First_Product_Purchased</cx:pt>
          <cx:pt idx="33419">First_Product_Purchased</cx:pt>
          <cx:pt idx="33420">Second_Product_Purchased</cx:pt>
          <cx:pt idx="33421">Second_Product_Purchased</cx:pt>
          <cx:pt idx="33422">First_Product_Purchased</cx:pt>
          <cx:pt idx="33423">Second_Product_Purchased</cx:pt>
          <cx:pt idx="33424">Second_Product_Purchased</cx:pt>
          <cx:pt idx="33425">Second_Product_Purchased</cx:pt>
          <cx:pt idx="33426">Second_Product_Purchased</cx:pt>
          <cx:pt idx="33427">First_Product_Purchased</cx:pt>
          <cx:pt idx="33428">First_Product_Purchased</cx:pt>
          <cx:pt idx="33429">Second_Product_Purchased</cx:pt>
          <cx:pt idx="33430">First_Product_Purchased</cx:pt>
          <cx:pt idx="33431">Second_Product_Purchased</cx:pt>
          <cx:pt idx="33432">Second_Product_Purchased</cx:pt>
          <cx:pt idx="33433">Second_Product_Purchased</cx:pt>
          <cx:pt idx="33434">First_Product_Purchased</cx:pt>
          <cx:pt idx="33435">First_Product_Purchased</cx:pt>
          <cx:pt idx="33436">Second_Product_Purchased</cx:pt>
          <cx:pt idx="33437">First_Product_Purchased</cx:pt>
          <cx:pt idx="33438">Second_Product_Purchased</cx:pt>
          <cx:pt idx="33439">First_Product_Purchased</cx:pt>
          <cx:pt idx="33440">First_Product_Purchased</cx:pt>
          <cx:pt idx="33441">First_Product_Purchased</cx:pt>
          <cx:pt idx="33442">First_Product_Purchased</cx:pt>
          <cx:pt idx="33443">First_Product_Purchased</cx:pt>
          <cx:pt idx="33444">First_Product_Purchased</cx:pt>
          <cx:pt idx="33445">Second_Product_Purchased</cx:pt>
          <cx:pt idx="33446">First_Product_Purchased</cx:pt>
          <cx:pt idx="33447">Second_Product_Purchased</cx:pt>
          <cx:pt idx="33448">First_Product_Purchased</cx:pt>
          <cx:pt idx="33449">Second_Product_Purchased</cx:pt>
          <cx:pt idx="33450">First_Product_Purchased</cx:pt>
          <cx:pt idx="33451">First_Product_Purchased</cx:pt>
          <cx:pt idx="33452">First_Product_Purchased</cx:pt>
          <cx:pt idx="33453">First_Product_Purchased</cx:pt>
          <cx:pt idx="33454">First_Product_Purchased</cx:pt>
          <cx:pt idx="33455">First_Product_Purchased</cx:pt>
          <cx:pt idx="33456">First_Product_Purchased</cx:pt>
          <cx:pt idx="33457">First_Product_Purchased</cx:pt>
          <cx:pt idx="33458">First_Product_Purchased</cx:pt>
          <cx:pt idx="33459">First_Product_Purchased</cx:pt>
          <cx:pt idx="33460">Second_Product_Purchased</cx:pt>
          <cx:pt idx="33461">Second_Product_Purchased</cx:pt>
          <cx:pt idx="33462">First_Product_Purchased</cx:pt>
          <cx:pt idx="33463">First_Product_Purchased</cx:pt>
          <cx:pt idx="33464">Second_Product_Purchased</cx:pt>
          <cx:pt idx="33465">Second_Product_Purchased</cx:pt>
          <cx:pt idx="33466">Second_Product_Purchased</cx:pt>
          <cx:pt idx="33467">First_Product_Purchased</cx:pt>
          <cx:pt idx="33468">First_Product_Purchased</cx:pt>
          <cx:pt idx="33469">First_Product_Purchased</cx:pt>
          <cx:pt idx="33470">First_Product_Purchased</cx:pt>
          <cx:pt idx="33471">First_Product_Purchased</cx:pt>
          <cx:pt idx="33472">First_Product_Purchased</cx:pt>
          <cx:pt idx="33473">Second_Product_Purchased</cx:pt>
          <cx:pt idx="33474">First_Product_Purchased</cx:pt>
          <cx:pt idx="33475">First_Product_Purchased</cx:pt>
          <cx:pt idx="33476">First_Product_Purchased</cx:pt>
          <cx:pt idx="33477">First_Product_Purchased</cx:pt>
          <cx:pt idx="33478">First_Product_Purchased</cx:pt>
          <cx:pt idx="33479">First_Product_Purchased</cx:pt>
          <cx:pt idx="33480">Second_Product_Purchased</cx:pt>
          <cx:pt idx="33481">Second_Product_Purchased</cx:pt>
          <cx:pt idx="33482">First_Product_Purchased</cx:pt>
          <cx:pt idx="33483">First_Product_Purchased</cx:pt>
          <cx:pt idx="33484">First_Product_Purchased</cx:pt>
          <cx:pt idx="33485">Second_Product_Purchased</cx:pt>
          <cx:pt idx="33486">Second_Product_Purchased</cx:pt>
          <cx:pt idx="33487">Second_Product_Purchased</cx:pt>
          <cx:pt idx="33488">Second_Product_Purchased</cx:pt>
          <cx:pt idx="33489">Second_Product_Purchased</cx:pt>
          <cx:pt idx="33490">First_Product_Purchased</cx:pt>
          <cx:pt idx="33491">First_Product_Purchased</cx:pt>
          <cx:pt idx="33492">First_Product_Purchased</cx:pt>
          <cx:pt idx="33493">Second_Product_Purchased</cx:pt>
          <cx:pt idx="33494">First_Product_Purchased</cx:pt>
          <cx:pt idx="33495">Second_Product_Purchased</cx:pt>
          <cx:pt idx="33496">First_Product_Purchased</cx:pt>
          <cx:pt idx="33497">First_Product_Purchased</cx:pt>
          <cx:pt idx="33498">First_Product_Purchased</cx:pt>
          <cx:pt idx="33499">Second_Product_Purchased</cx:pt>
          <cx:pt idx="33500">Second_Product_Purchased</cx:pt>
          <cx:pt idx="33501">First_Product_Purchased</cx:pt>
          <cx:pt idx="33502">First_Product_Purchased</cx:pt>
          <cx:pt idx="33503">Second_Product_Purchased</cx:pt>
          <cx:pt idx="33504">First_Product_Purchased</cx:pt>
          <cx:pt idx="33505">Second_Product_Purchased</cx:pt>
          <cx:pt idx="33506">First_Product_Purchased</cx:pt>
          <cx:pt idx="33507">First_Product_Purchased</cx:pt>
          <cx:pt idx="33508">First_Product_Purchased</cx:pt>
          <cx:pt idx="33509">First_Product_Purchased</cx:pt>
          <cx:pt idx="33510">First_Product_Purchased</cx:pt>
          <cx:pt idx="33511">First_Product_Purchased</cx:pt>
          <cx:pt idx="33512">First_Product_Purchased</cx:pt>
          <cx:pt idx="33513">Second_Product_Purchased</cx:pt>
          <cx:pt idx="33514">First_Product_Purchased</cx:pt>
          <cx:pt idx="33515">Second_Product_Purchased</cx:pt>
          <cx:pt idx="33516">First_Product_Purchased</cx:pt>
          <cx:pt idx="33517">Second_Product_Purchased</cx:pt>
          <cx:pt idx="33518">Second_Product_Purchased</cx:pt>
          <cx:pt idx="33519">First_Product_Purchased</cx:pt>
          <cx:pt idx="33520">Second_Product_Purchased</cx:pt>
          <cx:pt idx="33521">Second_Product_Purchased</cx:pt>
          <cx:pt idx="33522">First_Product_Purchased</cx:pt>
          <cx:pt idx="33523">Second_Product_Purchased</cx:pt>
          <cx:pt idx="33524">First_Product_Purchased</cx:pt>
          <cx:pt idx="33525">First_Product_Purchased</cx:pt>
          <cx:pt idx="33526">Second_Product_Purchased</cx:pt>
          <cx:pt idx="33527">Second_Product_Purchased</cx:pt>
          <cx:pt idx="33528">First_Product_Purchased</cx:pt>
          <cx:pt idx="33529">First_Product_Purchased</cx:pt>
          <cx:pt idx="33530">Second_Product_Purchased</cx:pt>
          <cx:pt idx="33531">First_Product_Purchased</cx:pt>
          <cx:pt idx="33532">Second_Product_Purchased</cx:pt>
          <cx:pt idx="33533">First_Product_Purchased</cx:pt>
          <cx:pt idx="33534">First_Product_Purchased</cx:pt>
          <cx:pt idx="33535">First_Product_Purchased</cx:pt>
          <cx:pt idx="33536">Second_Product_Purchased</cx:pt>
          <cx:pt idx="33537">First_Product_Purchased</cx:pt>
          <cx:pt idx="33538">First_Product_Purchased</cx:pt>
          <cx:pt idx="33539">First_Product_Purchased</cx:pt>
          <cx:pt idx="33540">First_Product_Purchased</cx:pt>
          <cx:pt idx="33541">First_Product_Purchased</cx:pt>
          <cx:pt idx="33542">First_Product_Purchased</cx:pt>
          <cx:pt idx="33543">First_Product_Purchased</cx:pt>
          <cx:pt idx="33544">Second_Product_Purchased</cx:pt>
          <cx:pt idx="33545">First_Product_Purchased</cx:pt>
          <cx:pt idx="33546">First_Product_Purchased</cx:pt>
          <cx:pt idx="33547">First_Product_Purchased</cx:pt>
          <cx:pt idx="33548">Second_Product_Purchased</cx:pt>
          <cx:pt idx="33549">Second_Product_Purchased</cx:pt>
          <cx:pt idx="33550">Second_Product_Purchased</cx:pt>
          <cx:pt idx="33551">First_Product_Purchased</cx:pt>
          <cx:pt idx="33552">Second_Product_Purchased</cx:pt>
          <cx:pt idx="33553">Second_Product_Purchased</cx:pt>
          <cx:pt idx="33554">Second_Product_Purchased</cx:pt>
          <cx:pt idx="33555">Second_Product_Purchased</cx:pt>
          <cx:pt idx="33556">First_Product_Purchased</cx:pt>
          <cx:pt idx="33557">Second_Product_Purchased</cx:pt>
          <cx:pt idx="33558">First_Product_Purchased</cx:pt>
          <cx:pt idx="33559">First_Product_Purchased</cx:pt>
          <cx:pt idx="33560">First_Product_Purchased</cx:pt>
          <cx:pt idx="33561">First_Product_Purchased</cx:pt>
          <cx:pt idx="33562">First_Product_Purchased</cx:pt>
          <cx:pt idx="33563">Second_Product_Purchased</cx:pt>
          <cx:pt idx="33564">Second_Product_Purchased</cx:pt>
          <cx:pt idx="33565">First_Product_Purchased</cx:pt>
          <cx:pt idx="33566">Second_Product_Purchased</cx:pt>
          <cx:pt idx="33567">First_Product_Purchased</cx:pt>
          <cx:pt idx="33568">Second_Product_Purchased</cx:pt>
          <cx:pt idx="33569">Second_Product_Purchased</cx:pt>
          <cx:pt idx="33570">First_Product_Purchased</cx:pt>
          <cx:pt idx="33571">First_Product_Purchased</cx:pt>
          <cx:pt idx="33572">First_Product_Purchased</cx:pt>
          <cx:pt idx="33573">First_Product_Purchased</cx:pt>
          <cx:pt idx="33574">First_Product_Purchased</cx:pt>
          <cx:pt idx="33575">First_Product_Purchased</cx:pt>
          <cx:pt idx="33576">First_Product_Purchased</cx:pt>
          <cx:pt idx="33577">Second_Product_Purchased</cx:pt>
          <cx:pt idx="33578">First_Product_Purchased</cx:pt>
          <cx:pt idx="33579">Second_Product_Purchased</cx:pt>
          <cx:pt idx="33580">First_Product_Purchased</cx:pt>
          <cx:pt idx="33581">First_Product_Purchased</cx:pt>
          <cx:pt idx="33582">First_Product_Purchased</cx:pt>
          <cx:pt idx="33583">Second_Product_Purchased</cx:pt>
          <cx:pt idx="33584">Second_Product_Purchased</cx:pt>
          <cx:pt idx="33585">First_Product_Purchased</cx:pt>
          <cx:pt idx="33586">Second_Product_Purchased</cx:pt>
          <cx:pt idx="33587">First_Product_Purchased</cx:pt>
          <cx:pt idx="33588">Second_Product_Purchased</cx:pt>
          <cx:pt idx="33589">First_Product_Purchased</cx:pt>
          <cx:pt idx="33590">First_Product_Purchased</cx:pt>
          <cx:pt idx="33591">First_Product_Purchased</cx:pt>
          <cx:pt idx="33592">Second_Product_Purchased</cx:pt>
          <cx:pt idx="33593">First_Product_Purchased</cx:pt>
          <cx:pt idx="33594">Second_Product_Purchased</cx:pt>
          <cx:pt idx="33595">Second_Product_Purchased</cx:pt>
          <cx:pt idx="33596">Second_Product_Purchased</cx:pt>
          <cx:pt idx="33597">First_Product_Purchased</cx:pt>
          <cx:pt idx="33598">First_Product_Purchased</cx:pt>
          <cx:pt idx="33599">First_Product_Purchased</cx:pt>
          <cx:pt idx="33600">First_Product_Purchased</cx:pt>
          <cx:pt idx="33601">First_Product_Purchased</cx:pt>
          <cx:pt idx="33602">First_Product_Purchased</cx:pt>
          <cx:pt idx="33603">First_Product_Purchased</cx:pt>
          <cx:pt idx="33604">First_Product_Purchased</cx:pt>
          <cx:pt idx="33605">First_Product_Purchased</cx:pt>
          <cx:pt idx="33606">First_Product_Purchased</cx:pt>
          <cx:pt idx="33607">Second_Product_Purchased</cx:pt>
          <cx:pt idx="33608">First_Product_Purchased</cx:pt>
          <cx:pt idx="33609">Second_Product_Purchased</cx:pt>
          <cx:pt idx="33610">First_Product_Purchased</cx:pt>
          <cx:pt idx="33611">Second_Product_Purchased</cx:pt>
          <cx:pt idx="33612">Second_Product_Purchased</cx:pt>
          <cx:pt idx="33613">First_Product_Purchased</cx:pt>
          <cx:pt idx="33614">First_Product_Purchased</cx:pt>
          <cx:pt idx="33615">Second_Product_Purchased</cx:pt>
          <cx:pt idx="33616">Second_Product_Purchased</cx:pt>
          <cx:pt idx="33617">First_Product_Purchased</cx:pt>
          <cx:pt idx="33618">Second_Product_Purchased</cx:pt>
          <cx:pt idx="33619">First_Product_Purchased</cx:pt>
          <cx:pt idx="33620">First_Product_Purchased</cx:pt>
          <cx:pt idx="33621">Second_Product_Purchased</cx:pt>
          <cx:pt idx="33622">First_Product_Purchased</cx:pt>
          <cx:pt idx="33623">First_Product_Purchased</cx:pt>
          <cx:pt idx="33624">First_Product_Purchased</cx:pt>
          <cx:pt idx="33625">Second_Product_Purchased</cx:pt>
          <cx:pt idx="33626">Second_Product_Purchased</cx:pt>
          <cx:pt idx="33627">First_Product_Purchased</cx:pt>
          <cx:pt idx="33628">First_Product_Purchased</cx:pt>
          <cx:pt idx="33629">First_Product_Purchased</cx:pt>
          <cx:pt idx="33630">First_Product_Purchased</cx:pt>
          <cx:pt idx="33631">First_Product_Purchased</cx:pt>
          <cx:pt idx="33632">First_Product_Purchased</cx:pt>
          <cx:pt idx="33633">First_Product_Purchased</cx:pt>
          <cx:pt idx="33634">Second_Product_Purchased</cx:pt>
          <cx:pt idx="33635">Second_Product_Purchased</cx:pt>
          <cx:pt idx="33636">Second_Product_Purchased</cx:pt>
          <cx:pt idx="33637">First_Product_Purchased</cx:pt>
          <cx:pt idx="33638">First_Product_Purchased</cx:pt>
          <cx:pt idx="33639">First_Product_Purchased</cx:pt>
          <cx:pt idx="33640">First_Product_Purchased</cx:pt>
          <cx:pt idx="33641">Second_Product_Purchased</cx:pt>
          <cx:pt idx="33642">Second_Product_Purchased</cx:pt>
          <cx:pt idx="33643">First_Product_Purchased</cx:pt>
          <cx:pt idx="33644">Second_Product_Purchased</cx:pt>
          <cx:pt idx="33645">Second_Product_Purchased</cx:pt>
          <cx:pt idx="33646">First_Product_Purchased</cx:pt>
          <cx:pt idx="33647">First_Product_Purchased</cx:pt>
          <cx:pt idx="33648">Second_Product_Purchased</cx:pt>
          <cx:pt idx="33649">First_Product_Purchased</cx:pt>
          <cx:pt idx="33650">Second_Product_Purchased</cx:pt>
          <cx:pt idx="33651">First_Product_Purchased</cx:pt>
          <cx:pt idx="33652">First_Product_Purchased</cx:pt>
          <cx:pt idx="33653">First_Product_Purchased</cx:pt>
          <cx:pt idx="33654">First_Product_Purchased</cx:pt>
          <cx:pt idx="33655">First_Product_Purchased</cx:pt>
          <cx:pt idx="33656">Second_Product_Purchased</cx:pt>
          <cx:pt idx="33657">First_Product_Purchased</cx:pt>
          <cx:pt idx="33658">Second_Product_Purchased</cx:pt>
          <cx:pt idx="33659">Second_Product_Purchased</cx:pt>
          <cx:pt idx="33660">Second_Product_Purchased</cx:pt>
          <cx:pt idx="33661">First_Product_Purchased</cx:pt>
          <cx:pt idx="33662">First_Product_Purchased</cx:pt>
          <cx:pt idx="33663">Second_Product_Purchased</cx:pt>
          <cx:pt idx="33664">Second_Product_Purchased</cx:pt>
          <cx:pt idx="33665">Second_Product_Purchased</cx:pt>
          <cx:pt idx="33666">First_Product_Purchased</cx:pt>
          <cx:pt idx="33667">First_Product_Purchased</cx:pt>
          <cx:pt idx="33668">First_Product_Purchased</cx:pt>
          <cx:pt idx="33669">First_Product_Purchased</cx:pt>
          <cx:pt idx="33670">Second_Product_Purchased</cx:pt>
          <cx:pt idx="33671">First_Product_Purchased</cx:pt>
          <cx:pt idx="33672">Second_Product_Purchased</cx:pt>
          <cx:pt idx="33673">First_Product_Purchased</cx:pt>
          <cx:pt idx="33674">First_Product_Purchased</cx:pt>
          <cx:pt idx="33675">First_Product_Purchased</cx:pt>
          <cx:pt idx="33676">First_Product_Purchased</cx:pt>
          <cx:pt idx="33677">First_Product_Purchased</cx:pt>
          <cx:pt idx="33678">First_Product_Purchased</cx:pt>
          <cx:pt idx="33679">First_Product_Purchased</cx:pt>
          <cx:pt idx="33680">First_Product_Purchased</cx:pt>
          <cx:pt idx="33681">First_Product_Purchased</cx:pt>
          <cx:pt idx="33682">First_Product_Purchased</cx:pt>
          <cx:pt idx="33683">First_Product_Purchased</cx:pt>
          <cx:pt idx="33684">Second_Product_Purchased</cx:pt>
          <cx:pt idx="33685">First_Product_Purchased</cx:pt>
          <cx:pt idx="33686">Second_Product_Purchased</cx:pt>
          <cx:pt idx="33687">First_Product_Purchased</cx:pt>
          <cx:pt idx="33688">First_Product_Purchased</cx:pt>
          <cx:pt idx="33689">Second_Product_Purchased</cx:pt>
          <cx:pt idx="33690">First_Product_Purchased</cx:pt>
          <cx:pt idx="33691">First_Product_Purchased</cx:pt>
          <cx:pt idx="33692">Second_Product_Purchased</cx:pt>
          <cx:pt idx="33693">First_Product_Purchased</cx:pt>
          <cx:pt idx="33694">First_Product_Purchased</cx:pt>
          <cx:pt idx="33695">First_Product_Purchased</cx:pt>
          <cx:pt idx="33696">Second_Product_Purchased</cx:pt>
          <cx:pt idx="33697">First_Product_Purchased</cx:pt>
          <cx:pt idx="33698">Second_Product_Purchased</cx:pt>
          <cx:pt idx="33699">Second_Product_Purchased</cx:pt>
          <cx:pt idx="33700">First_Product_Purchased</cx:pt>
          <cx:pt idx="33701">First_Product_Purchased</cx:pt>
          <cx:pt idx="33702">Second_Product_Purchased</cx:pt>
          <cx:pt idx="33703">First_Product_Purchased</cx:pt>
          <cx:pt idx="33704">Second_Product_Purchased</cx:pt>
          <cx:pt idx="33705">Second_Product_Purchased</cx:pt>
          <cx:pt idx="33706">First_Product_Purchased</cx:pt>
          <cx:pt idx="33707">Second_Product_Purchased</cx:pt>
          <cx:pt idx="33708">First_Product_Purchased</cx:pt>
          <cx:pt idx="33709">First_Product_Purchased</cx:pt>
          <cx:pt idx="33710">Second_Product_Purchased</cx:pt>
          <cx:pt idx="33711">First_Product_Purchased</cx:pt>
          <cx:pt idx="33712">First_Product_Purchased</cx:pt>
          <cx:pt idx="33713">First_Product_Purchased</cx:pt>
          <cx:pt idx="33714">First_Product_Purchased</cx:pt>
          <cx:pt idx="33715">First_Product_Purchased</cx:pt>
          <cx:pt idx="33716">First_Product_Purchased</cx:pt>
          <cx:pt idx="33717">Second_Product_Purchased</cx:pt>
          <cx:pt idx="33718">Second_Product_Purchased</cx:pt>
          <cx:pt idx="33719">Second_Product_Purchased</cx:pt>
          <cx:pt idx="33720">First_Product_Purchased</cx:pt>
          <cx:pt idx="33721">First_Product_Purchased</cx:pt>
          <cx:pt idx="33722">First_Product_Purchased</cx:pt>
          <cx:pt idx="33723">First_Product_Purchased</cx:pt>
          <cx:pt idx="33724">Second_Product_Purchased</cx:pt>
          <cx:pt idx="33725">First_Product_Purchased</cx:pt>
          <cx:pt idx="33726">First_Product_Purchased</cx:pt>
          <cx:pt idx="33727">First_Product_Purchased</cx:pt>
          <cx:pt idx="33728">First_Product_Purchased</cx:pt>
          <cx:pt idx="33729">First_Product_Purchased</cx:pt>
          <cx:pt idx="33730">Second_Product_Purchased</cx:pt>
          <cx:pt idx="33731">Second_Product_Purchased</cx:pt>
          <cx:pt idx="33732">First_Product_Purchased</cx:pt>
          <cx:pt idx="33733">Second_Product_Purchased</cx:pt>
          <cx:pt idx="33734">Second_Product_Purchased</cx:pt>
          <cx:pt idx="33735">Second_Product_Purchased</cx:pt>
          <cx:pt idx="33736">First_Product_Purchased</cx:pt>
          <cx:pt idx="33737">First_Product_Purchased</cx:pt>
          <cx:pt idx="33738">Second_Product_Purchased</cx:pt>
          <cx:pt idx="33739">First_Product_Purchased</cx:pt>
          <cx:pt idx="33740">Second_Product_Purchased</cx:pt>
          <cx:pt idx="33741">Second_Product_Purchased</cx:pt>
          <cx:pt idx="33742">Second_Product_Purchased</cx:pt>
          <cx:pt idx="33743">Second_Product_Purchased</cx:pt>
          <cx:pt idx="33744">First_Product_Purchased</cx:pt>
          <cx:pt idx="33745">Second_Product_Purchased</cx:pt>
          <cx:pt idx="33746">First_Product_Purchased</cx:pt>
          <cx:pt idx="33747">First_Product_Purchased</cx:pt>
          <cx:pt idx="33748">First_Product_Purchased</cx:pt>
          <cx:pt idx="33749">First_Product_Purchased</cx:pt>
          <cx:pt idx="33750">First_Product_Purchased</cx:pt>
          <cx:pt idx="33751">First_Product_Purchased</cx:pt>
          <cx:pt idx="33752">Second_Product_Purchased</cx:pt>
          <cx:pt idx="33753">Second_Product_Purchased</cx:pt>
          <cx:pt idx="33754">Second_Product_Purchased</cx:pt>
          <cx:pt idx="33755">First_Product_Purchased</cx:pt>
          <cx:pt idx="33756">Second_Product_Purchased</cx:pt>
          <cx:pt idx="33757">First_Product_Purchased</cx:pt>
          <cx:pt idx="33758">Second_Product_Purchased</cx:pt>
          <cx:pt idx="33759">First_Product_Purchased</cx:pt>
          <cx:pt idx="33760">Second_Product_Purchased</cx:pt>
          <cx:pt idx="33761">Second_Product_Purchased</cx:pt>
          <cx:pt idx="33762">First_Product_Purchased</cx:pt>
          <cx:pt idx="33763">Second_Product_Purchased</cx:pt>
          <cx:pt idx="33764">Second_Product_Purchased</cx:pt>
          <cx:pt idx="33765">First_Product_Purchased</cx:pt>
          <cx:pt idx="33766">Second_Product_Purchased</cx:pt>
          <cx:pt idx="33767">Second_Product_Purchased</cx:pt>
          <cx:pt idx="33768">First_Product_Purchased</cx:pt>
          <cx:pt idx="33769">First_Product_Purchased</cx:pt>
          <cx:pt idx="33770">Second_Product_Purchased</cx:pt>
          <cx:pt idx="33771">First_Product_Purchased</cx:pt>
          <cx:pt idx="33772">First_Product_Purchased</cx:pt>
          <cx:pt idx="33773">First_Product_Purchased</cx:pt>
          <cx:pt idx="33774">First_Product_Purchased</cx:pt>
          <cx:pt idx="33775">Second_Product_Purchased</cx:pt>
          <cx:pt idx="33776">First_Product_Purchased</cx:pt>
          <cx:pt idx="33777">First_Product_Purchased</cx:pt>
          <cx:pt idx="33778">First_Product_Purchased</cx:pt>
          <cx:pt idx="33779">First_Product_Purchased</cx:pt>
          <cx:pt idx="33780">First_Product_Purchased</cx:pt>
          <cx:pt idx="33781">First_Product_Purchased</cx:pt>
          <cx:pt idx="33782">First_Product_Purchased</cx:pt>
          <cx:pt idx="33783">Second_Product_Purchased</cx:pt>
          <cx:pt idx="33784">First_Product_Purchased</cx:pt>
          <cx:pt idx="33785">Second_Product_Purchased</cx:pt>
          <cx:pt idx="33786">Second_Product_Purchased</cx:pt>
          <cx:pt idx="33787">Second_Product_Purchased</cx:pt>
          <cx:pt idx="33788">First_Product_Purchased</cx:pt>
          <cx:pt idx="33789">First_Product_Purchased</cx:pt>
          <cx:pt idx="33790">First_Product_Purchased</cx:pt>
          <cx:pt idx="33791">First_Product_Purchased</cx:pt>
          <cx:pt idx="33792">Second_Product_Purchased</cx:pt>
          <cx:pt idx="33793">Second_Product_Purchased</cx:pt>
          <cx:pt idx="33794">First_Product_Purchased</cx:pt>
          <cx:pt idx="33795">First_Product_Purchased</cx:pt>
          <cx:pt idx="33796">First_Product_Purchased</cx:pt>
          <cx:pt idx="33797">First_Product_Purchased</cx:pt>
          <cx:pt idx="33798">First_Product_Purchased</cx:pt>
          <cx:pt idx="33799">First_Product_Purchased</cx:pt>
          <cx:pt idx="33800">First_Product_Purchased</cx:pt>
          <cx:pt idx="33801">Second_Product_Purchased</cx:pt>
          <cx:pt idx="33802">Second_Product_Purchased</cx:pt>
          <cx:pt idx="33803">First_Product_Purchased</cx:pt>
          <cx:pt idx="33804">First_Product_Purchased</cx:pt>
          <cx:pt idx="33805">Second_Product_Purchased</cx:pt>
          <cx:pt idx="33806">Second_Product_Purchased</cx:pt>
          <cx:pt idx="33807">First_Product_Purchased</cx:pt>
          <cx:pt idx="33808">Second_Product_Purchased</cx:pt>
          <cx:pt idx="33809">First_Product_Purchased</cx:pt>
          <cx:pt idx="33810">Second_Product_Purchased</cx:pt>
          <cx:pt idx="33811">First_Product_Purchased</cx:pt>
          <cx:pt idx="33812">Second_Product_Purchased</cx:pt>
          <cx:pt idx="33813">First_Product_Purchased</cx:pt>
          <cx:pt idx="33814">Second_Product_Purchased</cx:pt>
          <cx:pt idx="33815">First_Product_Purchased</cx:pt>
          <cx:pt idx="33816">First_Product_Purchased</cx:pt>
          <cx:pt idx="33817">First_Product_Purchased</cx:pt>
          <cx:pt idx="33818">First_Product_Purchased</cx:pt>
          <cx:pt idx="33819">First_Product_Purchased</cx:pt>
          <cx:pt idx="33820">First_Product_Purchased</cx:pt>
          <cx:pt idx="33821">First_Product_Purchased</cx:pt>
          <cx:pt idx="33822">First_Product_Purchased</cx:pt>
          <cx:pt idx="33823">First_Product_Purchased</cx:pt>
          <cx:pt idx="33824">Second_Product_Purchased</cx:pt>
          <cx:pt idx="33825">First_Product_Purchased</cx:pt>
          <cx:pt idx="33826">Second_Product_Purchased</cx:pt>
          <cx:pt idx="33827">Second_Product_Purchased</cx:pt>
          <cx:pt idx="33828">First_Product_Purchased</cx:pt>
          <cx:pt idx="33829">Second_Product_Purchased</cx:pt>
          <cx:pt idx="33830">Second_Product_Purchased</cx:pt>
          <cx:pt idx="33831">Second_Product_Purchased</cx:pt>
          <cx:pt idx="33832">First_Product_Purchased</cx:pt>
          <cx:pt idx="33833">Second_Product_Purchased</cx:pt>
          <cx:pt idx="33834">Second_Product_Purchased</cx:pt>
          <cx:pt idx="33835">Second_Product_Purchased</cx:pt>
          <cx:pt idx="33836">First_Product_Purchased</cx:pt>
          <cx:pt idx="33837">Second_Product_Purchased</cx:pt>
          <cx:pt idx="33838">Second_Product_Purchased</cx:pt>
          <cx:pt idx="33839">First_Product_Purchased</cx:pt>
          <cx:pt idx="33840">First_Product_Purchased</cx:pt>
          <cx:pt idx="33841">Second_Product_Purchased</cx:pt>
          <cx:pt idx="33842">Second_Product_Purchased</cx:pt>
          <cx:pt idx="33843">Second_Product_Purchased</cx:pt>
          <cx:pt idx="33844">Second_Product_Purchased</cx:pt>
          <cx:pt idx="33845">Second_Product_Purchased</cx:pt>
          <cx:pt idx="33846">First_Product_Purchased</cx:pt>
          <cx:pt idx="33847">Second_Product_Purchased</cx:pt>
          <cx:pt idx="33848">Second_Product_Purchased</cx:pt>
          <cx:pt idx="33849">Second_Product_Purchased</cx:pt>
          <cx:pt idx="33850">Second_Product_Purchased</cx:pt>
          <cx:pt idx="33851">Second_Product_Purchased</cx:pt>
          <cx:pt idx="33852">First_Product_Purchased</cx:pt>
          <cx:pt idx="33853">Second_Product_Purchased</cx:pt>
          <cx:pt idx="33854">Second_Product_Purchased</cx:pt>
          <cx:pt idx="33855">Second_Product_Purchased</cx:pt>
          <cx:pt idx="33856">First_Product_Purchased</cx:pt>
          <cx:pt idx="33857">Second_Product_Purchased</cx:pt>
          <cx:pt idx="33858">First_Product_Purchased</cx:pt>
          <cx:pt idx="33859">First_Product_Purchased</cx:pt>
          <cx:pt idx="33860">Second_Product_Purchased</cx:pt>
          <cx:pt idx="33861">Second_Product_Purchased</cx:pt>
          <cx:pt idx="33862">First_Product_Purchased</cx:pt>
          <cx:pt idx="33863">First_Product_Purchased</cx:pt>
          <cx:pt idx="33864">First_Product_Purchased</cx:pt>
          <cx:pt idx="33865">First_Product_Purchased</cx:pt>
          <cx:pt idx="33866">Second_Product_Purchased</cx:pt>
          <cx:pt idx="33867">First_Product_Purchased</cx:pt>
          <cx:pt idx="33868">First_Product_Purchased</cx:pt>
          <cx:pt idx="33869">Second_Product_Purchased</cx:pt>
          <cx:pt idx="33870">Second_Product_Purchased</cx:pt>
          <cx:pt idx="33871">Second_Product_Purchased</cx:pt>
          <cx:pt idx="33872">Second_Product_Purchased</cx:pt>
          <cx:pt idx="33873">Second_Product_Purchased</cx:pt>
          <cx:pt idx="33874">First_Product_Purchased</cx:pt>
          <cx:pt idx="33875">First_Product_Purchased</cx:pt>
          <cx:pt idx="33876">First_Product_Purchased</cx:pt>
          <cx:pt idx="33877">Second_Product_Purchased</cx:pt>
          <cx:pt idx="33878">First_Product_Purchased</cx:pt>
          <cx:pt idx="33879">First_Product_Purchased</cx:pt>
          <cx:pt idx="33880">Second_Product_Purchased</cx:pt>
          <cx:pt idx="33881">Second_Product_Purchased</cx:pt>
          <cx:pt idx="33882">Second_Product_Purchased</cx:pt>
          <cx:pt idx="33883">First_Product_Purchased</cx:pt>
          <cx:pt idx="33884">First_Product_Purchased</cx:pt>
          <cx:pt idx="33885">Second_Product_Purchased</cx:pt>
          <cx:pt idx="33886">First_Product_Purchased</cx:pt>
          <cx:pt idx="33887">First_Product_Purchased</cx:pt>
          <cx:pt idx="33888">Second_Product_Purchased</cx:pt>
          <cx:pt idx="33889">Second_Product_Purchased</cx:pt>
          <cx:pt idx="33890">First_Product_Purchased</cx:pt>
          <cx:pt idx="33891">First_Product_Purchased</cx:pt>
          <cx:pt idx="33892">First_Product_Purchased</cx:pt>
          <cx:pt idx="33893">Second_Product_Purchased</cx:pt>
          <cx:pt idx="33894">First_Product_Purchased</cx:pt>
          <cx:pt idx="33895">First_Product_Purchased</cx:pt>
          <cx:pt idx="33896">First_Product_Purchased</cx:pt>
          <cx:pt idx="33897">First_Product_Purchased</cx:pt>
          <cx:pt idx="33898">First_Product_Purchased</cx:pt>
          <cx:pt idx="33899">First_Product_Purchased</cx:pt>
          <cx:pt idx="33900">Second_Product_Purchased</cx:pt>
          <cx:pt idx="33901">Second_Product_Purchased</cx:pt>
          <cx:pt idx="33902">First_Product_Purchased</cx:pt>
          <cx:pt idx="33903">First_Product_Purchased</cx:pt>
          <cx:pt idx="33904">First_Product_Purchased</cx:pt>
          <cx:pt idx="33905">First_Product_Purchased</cx:pt>
          <cx:pt idx="33906">First_Product_Purchased</cx:pt>
          <cx:pt idx="33907">Second_Product_Purchased</cx:pt>
          <cx:pt idx="33908">First_Product_Purchased</cx:pt>
          <cx:pt idx="33909">First_Product_Purchased</cx:pt>
          <cx:pt idx="33910">First_Product_Purchased</cx:pt>
          <cx:pt idx="33911">First_Product_Purchased</cx:pt>
          <cx:pt idx="33912">First_Product_Purchased</cx:pt>
          <cx:pt idx="33913">First_Product_Purchased</cx:pt>
          <cx:pt idx="33914">First_Product_Purchased</cx:pt>
          <cx:pt idx="33915">Second_Product_Purchased</cx:pt>
          <cx:pt idx="33916">Second_Product_Purchased</cx:pt>
          <cx:pt idx="33917">First_Product_Purchased</cx:pt>
          <cx:pt idx="33918">First_Product_Purchased</cx:pt>
          <cx:pt idx="33919">Second_Product_Purchased</cx:pt>
          <cx:pt idx="33920">First_Product_Purchased</cx:pt>
          <cx:pt idx="33921">Second_Product_Purchased</cx:pt>
          <cx:pt idx="33922">First_Product_Purchased</cx:pt>
          <cx:pt idx="33923">First_Product_Purchased</cx:pt>
          <cx:pt idx="33924">First_Product_Purchased</cx:pt>
          <cx:pt idx="33925">First_Product_Purchased</cx:pt>
          <cx:pt idx="33926">First_Product_Purchased</cx:pt>
          <cx:pt idx="33927">First_Product_Purchased</cx:pt>
          <cx:pt idx="33928">First_Product_Purchased</cx:pt>
          <cx:pt idx="33929">Second_Product_Purchased</cx:pt>
          <cx:pt idx="33930">Second_Product_Purchased</cx:pt>
          <cx:pt idx="33931">First_Product_Purchased</cx:pt>
          <cx:pt idx="33932">Second_Product_Purchased</cx:pt>
          <cx:pt idx="33933">Second_Product_Purchased</cx:pt>
          <cx:pt idx="33934">First_Product_Purchased</cx:pt>
          <cx:pt idx="33935">First_Product_Purchased</cx:pt>
          <cx:pt idx="33936">First_Product_Purchased</cx:pt>
          <cx:pt idx="33937">First_Product_Purchased</cx:pt>
          <cx:pt idx="33938">First_Product_Purchased</cx:pt>
          <cx:pt idx="33939">Second_Product_Purchased</cx:pt>
          <cx:pt idx="33940">First_Product_Purchased</cx:pt>
          <cx:pt idx="33941">Second_Product_Purchased</cx:pt>
          <cx:pt idx="33942">Second_Product_Purchased</cx:pt>
          <cx:pt idx="33943">Second_Product_Purchased</cx:pt>
          <cx:pt idx="33944">Second_Product_Purchased</cx:pt>
          <cx:pt idx="33945">First_Product_Purchased</cx:pt>
          <cx:pt idx="33946">Second_Product_Purchased</cx:pt>
          <cx:pt idx="33947">First_Product_Purchased</cx:pt>
          <cx:pt idx="33948">Second_Product_Purchased</cx:pt>
          <cx:pt idx="33949">First_Product_Purchased</cx:pt>
          <cx:pt idx="33950">First_Product_Purchased</cx:pt>
          <cx:pt idx="33951">First_Product_Purchased</cx:pt>
          <cx:pt idx="33952">First_Product_Purchased</cx:pt>
          <cx:pt idx="33953">First_Product_Purchased</cx:pt>
          <cx:pt idx="33954">First_Product_Purchased</cx:pt>
          <cx:pt idx="33955">Second_Product_Purchased</cx:pt>
          <cx:pt idx="33956">First_Product_Purchased</cx:pt>
          <cx:pt idx="33957">First_Product_Purchased</cx:pt>
          <cx:pt idx="33958">First_Product_Purchased</cx:pt>
          <cx:pt idx="33959">Second_Product_Purchased</cx:pt>
          <cx:pt idx="33960">First_Product_Purchased</cx:pt>
          <cx:pt idx="33961">First_Product_Purchased</cx:pt>
          <cx:pt idx="33962">First_Product_Purchased</cx:pt>
          <cx:pt idx="33963">First_Product_Purchased</cx:pt>
          <cx:pt idx="33964">First_Product_Purchased</cx:pt>
          <cx:pt idx="33965">First_Product_Purchased</cx:pt>
          <cx:pt idx="33966">First_Product_Purchased</cx:pt>
          <cx:pt idx="33967">First_Product_Purchased</cx:pt>
          <cx:pt idx="33968">First_Product_Purchased</cx:pt>
          <cx:pt idx="33969">First_Product_Purchased</cx:pt>
          <cx:pt idx="33970">First_Product_Purchased</cx:pt>
          <cx:pt idx="33971">First_Product_Purchased</cx:pt>
          <cx:pt idx="33972">Second_Product_Purchased</cx:pt>
          <cx:pt idx="33973">First_Product_Purchased</cx:pt>
          <cx:pt idx="33974">Second_Product_Purchased</cx:pt>
          <cx:pt idx="33975">Second_Product_Purchased</cx:pt>
          <cx:pt idx="33976">First_Product_Purchased</cx:pt>
          <cx:pt idx="33977">First_Product_Purchased</cx:pt>
          <cx:pt idx="33978">First_Product_Purchased</cx:pt>
          <cx:pt idx="33979">First_Product_Purchased</cx:pt>
          <cx:pt idx="33980">First_Product_Purchased</cx:pt>
          <cx:pt idx="33981">Second_Product_Purchased</cx:pt>
          <cx:pt idx="33982">Second_Product_Purchased</cx:pt>
          <cx:pt idx="33983">Second_Product_Purchased</cx:pt>
          <cx:pt idx="33984">First_Product_Purchased</cx:pt>
          <cx:pt idx="33985">First_Product_Purchased</cx:pt>
          <cx:pt idx="33986">Second_Product_Purchased</cx:pt>
          <cx:pt idx="33987">Second_Product_Purchased</cx:pt>
          <cx:pt idx="33988">First_Product_Purchased</cx:pt>
          <cx:pt idx="33989">First_Product_Purchased</cx:pt>
          <cx:pt idx="33990">Second_Product_Purchased</cx:pt>
          <cx:pt idx="33991">First_Product_Purchased</cx:pt>
          <cx:pt idx="33992">First_Product_Purchased</cx:pt>
          <cx:pt idx="33993">First_Product_Purchased</cx:pt>
          <cx:pt idx="33994">Second_Product_Purchased</cx:pt>
          <cx:pt idx="33995">Second_Product_Purchased</cx:pt>
          <cx:pt idx="33996">First_Product_Purchased</cx:pt>
          <cx:pt idx="33997">First_Product_Purchased</cx:pt>
          <cx:pt idx="33998">Second_Product_Purchased</cx:pt>
          <cx:pt idx="33999">Second_Product_Purchased</cx:pt>
          <cx:pt idx="34000">First_Product_Purchased</cx:pt>
          <cx:pt idx="34001">First_Product_Purchased</cx:pt>
          <cx:pt idx="34002">First_Product_Purchased</cx:pt>
          <cx:pt idx="34003">First_Product_Purchased</cx:pt>
          <cx:pt idx="34004">First_Product_Purchased</cx:pt>
          <cx:pt idx="34005">Second_Product_Purchased</cx:pt>
          <cx:pt idx="34006">First_Product_Purchased</cx:pt>
          <cx:pt idx="34007">First_Product_Purchased</cx:pt>
          <cx:pt idx="34008">Second_Product_Purchased</cx:pt>
          <cx:pt idx="34009">Second_Product_Purchased</cx:pt>
          <cx:pt idx="34010">Second_Product_Purchased</cx:pt>
          <cx:pt idx="34011">First_Product_Purchased</cx:pt>
          <cx:pt idx="34012">First_Product_Purchased</cx:pt>
          <cx:pt idx="34013">Second_Product_Purchased</cx:pt>
          <cx:pt idx="34014">First_Product_Purchased</cx:pt>
          <cx:pt idx="34015">Second_Product_Purchased</cx:pt>
          <cx:pt idx="34016">Second_Product_Purchased</cx:pt>
          <cx:pt idx="34017">Second_Product_Purchased</cx:pt>
          <cx:pt idx="34018">First_Product_Purchased</cx:pt>
          <cx:pt idx="34019">First_Product_Purchased</cx:pt>
          <cx:pt idx="34020">First_Product_Purchased</cx:pt>
          <cx:pt idx="34021">Second_Product_Purchased</cx:pt>
          <cx:pt idx="34022">First_Product_Purchased</cx:pt>
          <cx:pt idx="34023">First_Product_Purchased</cx:pt>
          <cx:pt idx="34024">First_Product_Purchased</cx:pt>
          <cx:pt idx="34025">Second_Product_Purchased</cx:pt>
          <cx:pt idx="34026">First_Product_Purchased</cx:pt>
          <cx:pt idx="34027">First_Product_Purchased</cx:pt>
          <cx:pt idx="34028">First_Product_Purchased</cx:pt>
          <cx:pt idx="34029">Second_Product_Purchased</cx:pt>
          <cx:pt idx="34030">Second_Product_Purchased</cx:pt>
          <cx:pt idx="34031">First_Product_Purchased</cx:pt>
          <cx:pt idx="34032">Second_Product_Purchased</cx:pt>
          <cx:pt idx="34033">First_Product_Purchased</cx:pt>
          <cx:pt idx="34034">Second_Product_Purchased</cx:pt>
          <cx:pt idx="34035">First_Product_Purchased</cx:pt>
          <cx:pt idx="34036">First_Product_Purchased</cx:pt>
          <cx:pt idx="34037">Second_Product_Purchased</cx:pt>
          <cx:pt idx="34038">First_Product_Purchased</cx:pt>
          <cx:pt idx="34039">Second_Product_Purchased</cx:pt>
          <cx:pt idx="34040">First_Product_Purchased</cx:pt>
          <cx:pt idx="34041">First_Product_Purchased</cx:pt>
          <cx:pt idx="34042">First_Product_Purchased</cx:pt>
          <cx:pt idx="34043">Second_Product_Purchased</cx:pt>
          <cx:pt idx="34044">Second_Product_Purchased</cx:pt>
          <cx:pt idx="34045">First_Product_Purchased</cx:pt>
          <cx:pt idx="34046">First_Product_Purchased</cx:pt>
          <cx:pt idx="34047">First_Product_Purchased</cx:pt>
          <cx:pt idx="34048">Second_Product_Purchased</cx:pt>
          <cx:pt idx="34049">First_Product_Purchased</cx:pt>
          <cx:pt idx="34050">First_Product_Purchased</cx:pt>
          <cx:pt idx="34051">First_Product_Purchased</cx:pt>
          <cx:pt idx="34052">First_Product_Purchased</cx:pt>
          <cx:pt idx="34053">First_Product_Purchased</cx:pt>
          <cx:pt idx="34054">First_Product_Purchased</cx:pt>
          <cx:pt idx="34055">First_Product_Purchased</cx:pt>
          <cx:pt idx="34056">Second_Product_Purchased</cx:pt>
          <cx:pt idx="34057">First_Product_Purchased</cx:pt>
          <cx:pt idx="34058">First_Product_Purchased</cx:pt>
          <cx:pt idx="34059">Second_Product_Purchased</cx:pt>
          <cx:pt idx="34060">Second_Product_Purchased</cx:pt>
          <cx:pt idx="34061">Second_Product_Purchased</cx:pt>
          <cx:pt idx="34062">Second_Product_Purchased</cx:pt>
          <cx:pt idx="34063">First_Product_Purchased</cx:pt>
          <cx:pt idx="34064">First_Product_Purchased</cx:pt>
          <cx:pt idx="34065">First_Product_Purchased</cx:pt>
          <cx:pt idx="34066">First_Product_Purchased</cx:pt>
          <cx:pt idx="34067">First_Product_Purchased</cx:pt>
          <cx:pt idx="34068">First_Product_Purchased</cx:pt>
          <cx:pt idx="34069">First_Product_Purchased</cx:pt>
          <cx:pt idx="34070">First_Product_Purchased</cx:pt>
          <cx:pt idx="34071">First_Product_Purchased</cx:pt>
          <cx:pt idx="34072">Second_Product_Purchased</cx:pt>
          <cx:pt idx="34073">First_Product_Purchased</cx:pt>
          <cx:pt idx="34074">First_Product_Purchased</cx:pt>
          <cx:pt idx="34075">Second_Product_Purchased</cx:pt>
          <cx:pt idx="34076">First_Product_Purchased</cx:pt>
          <cx:pt idx="34077">First_Product_Purchased</cx:pt>
          <cx:pt idx="34078">Second_Product_Purchased</cx:pt>
          <cx:pt idx="34079">Second_Product_Purchased</cx:pt>
          <cx:pt idx="34080">First_Product_Purchased</cx:pt>
          <cx:pt idx="34081">First_Product_Purchased</cx:pt>
          <cx:pt idx="34082">First_Product_Purchased</cx:pt>
          <cx:pt idx="34083">Second_Product_Purchased</cx:pt>
          <cx:pt idx="34084">Second_Product_Purchased</cx:pt>
          <cx:pt idx="34085">Second_Product_Purchased</cx:pt>
          <cx:pt idx="34086">First_Product_Purchased</cx:pt>
          <cx:pt idx="34087">First_Product_Purchased</cx:pt>
          <cx:pt idx="34088">First_Product_Purchased</cx:pt>
          <cx:pt idx="34089">Second_Product_Purchased</cx:pt>
          <cx:pt idx="34090">Second_Product_Purchased</cx:pt>
          <cx:pt idx="34091">Second_Product_Purchased</cx:pt>
          <cx:pt idx="34092">First_Product_Purchased</cx:pt>
          <cx:pt idx="34093">First_Product_Purchased</cx:pt>
          <cx:pt idx="34094">First_Product_Purchased</cx:pt>
          <cx:pt idx="34095">First_Product_Purchased</cx:pt>
          <cx:pt idx="34096">First_Product_Purchased</cx:pt>
          <cx:pt idx="34097">First_Product_Purchased</cx:pt>
          <cx:pt idx="34098">Second_Product_Purchased</cx:pt>
          <cx:pt idx="34099">Second_Product_Purchased</cx:pt>
          <cx:pt idx="34100">First_Product_Purchased</cx:pt>
          <cx:pt idx="34101">First_Product_Purchased</cx:pt>
          <cx:pt idx="34102">First_Product_Purchased</cx:pt>
          <cx:pt idx="34103">First_Product_Purchased</cx:pt>
          <cx:pt idx="34104">First_Product_Purchased</cx:pt>
          <cx:pt idx="34105">First_Product_Purchased</cx:pt>
          <cx:pt idx="34106">First_Product_Purchased</cx:pt>
          <cx:pt idx="34107">First_Product_Purchased</cx:pt>
          <cx:pt idx="34108">First_Product_Purchased</cx:pt>
          <cx:pt idx="34109">Second_Product_Purchased</cx:pt>
          <cx:pt idx="34110">Second_Product_Purchased</cx:pt>
          <cx:pt idx="34111">First_Product_Purchased</cx:pt>
          <cx:pt idx="34112">First_Product_Purchased</cx:pt>
          <cx:pt idx="34113">First_Product_Purchased</cx:pt>
          <cx:pt idx="34114">First_Product_Purchased</cx:pt>
          <cx:pt idx="34115">Second_Product_Purchased</cx:pt>
          <cx:pt idx="34116">Second_Product_Purchased</cx:pt>
          <cx:pt idx="34117">First_Product_Purchased</cx:pt>
          <cx:pt idx="34118">Second_Product_Purchased</cx:pt>
          <cx:pt idx="34119">First_Product_Purchased</cx:pt>
          <cx:pt idx="34120">First_Product_Purchased</cx:pt>
          <cx:pt idx="34121">Second_Product_Purchased</cx:pt>
          <cx:pt idx="34122">Second_Product_Purchased</cx:pt>
          <cx:pt idx="34123">Second_Product_Purchased</cx:pt>
          <cx:pt idx="34124">Second_Product_Purchased</cx:pt>
          <cx:pt idx="34125">First_Product_Purchased</cx:pt>
          <cx:pt idx="34126">Second_Product_Purchased</cx:pt>
          <cx:pt idx="34127">First_Product_Purchased</cx:pt>
          <cx:pt idx="34128">First_Product_Purchased</cx:pt>
          <cx:pt idx="34129">Second_Product_Purchased</cx:pt>
          <cx:pt idx="34130">First_Product_Purchased</cx:pt>
          <cx:pt idx="34131">First_Product_Purchased</cx:pt>
          <cx:pt idx="34132">Second_Product_Purchased</cx:pt>
          <cx:pt idx="34133">Second_Product_Purchased</cx:pt>
          <cx:pt idx="34134">First_Product_Purchased</cx:pt>
          <cx:pt idx="34135">First_Product_Purchased</cx:pt>
          <cx:pt idx="34136">Second_Product_Purchased</cx:pt>
          <cx:pt idx="34137">First_Product_Purchased</cx:pt>
          <cx:pt idx="34138">First_Product_Purchased</cx:pt>
          <cx:pt idx="34139">First_Product_Purchased</cx:pt>
          <cx:pt idx="34140">First_Product_Purchased</cx:pt>
          <cx:pt idx="34141">Second_Product_Purchased</cx:pt>
          <cx:pt idx="34142">Second_Product_Purchased</cx:pt>
          <cx:pt idx="34143">Second_Product_Purchased</cx:pt>
          <cx:pt idx="34144">First_Product_Purchased</cx:pt>
          <cx:pt idx="34145">Second_Product_Purchased</cx:pt>
          <cx:pt idx="34146">Second_Product_Purchased</cx:pt>
          <cx:pt idx="34147">First_Product_Purchased</cx:pt>
          <cx:pt idx="34148">First_Product_Purchased</cx:pt>
          <cx:pt idx="34149">First_Product_Purchased</cx:pt>
          <cx:pt idx="34150">Second_Product_Purchased</cx:pt>
          <cx:pt idx="34151">Second_Product_Purchased</cx:pt>
          <cx:pt idx="34152">Second_Product_Purchased</cx:pt>
          <cx:pt idx="34153">Second_Product_Purchased</cx:pt>
          <cx:pt idx="34154">First_Product_Purchased</cx:pt>
          <cx:pt idx="34155">First_Product_Purchased</cx:pt>
          <cx:pt idx="34156">Second_Product_Purchased</cx:pt>
          <cx:pt idx="34157">First_Product_Purchased</cx:pt>
          <cx:pt idx="34158">Second_Product_Purchased</cx:pt>
          <cx:pt idx="34159">First_Product_Purchased</cx:pt>
          <cx:pt idx="34160">First_Product_Purchased</cx:pt>
          <cx:pt idx="34161">First_Product_Purchased</cx:pt>
          <cx:pt idx="34162">Second_Product_Purchased</cx:pt>
          <cx:pt idx="34163">Second_Product_Purchased</cx:pt>
          <cx:pt idx="34164">Second_Product_Purchased</cx:pt>
          <cx:pt idx="34165">First_Product_Purchased</cx:pt>
          <cx:pt idx="34166">First_Product_Purchased</cx:pt>
          <cx:pt idx="34167">Second_Product_Purchased</cx:pt>
          <cx:pt idx="34168">First_Product_Purchased</cx:pt>
          <cx:pt idx="34169">First_Product_Purchased</cx:pt>
          <cx:pt idx="34170">Second_Product_Purchased</cx:pt>
          <cx:pt idx="34171">Second_Product_Purchased</cx:pt>
          <cx:pt idx="34172">First_Product_Purchased</cx:pt>
          <cx:pt idx="34173">Second_Product_Purchased</cx:pt>
          <cx:pt idx="34174">First_Product_Purchased</cx:pt>
          <cx:pt idx="34175">First_Product_Purchased</cx:pt>
          <cx:pt idx="34176">First_Product_Purchased</cx:pt>
          <cx:pt idx="34177">Second_Product_Purchased</cx:pt>
          <cx:pt idx="34178">Second_Product_Purchased</cx:pt>
          <cx:pt idx="34179">Second_Product_Purchased</cx:pt>
          <cx:pt idx="34180">First_Product_Purchased</cx:pt>
          <cx:pt idx="34181">First_Product_Purchased</cx:pt>
          <cx:pt idx="34182">Second_Product_Purchased</cx:pt>
          <cx:pt idx="34183">Second_Product_Purchased</cx:pt>
          <cx:pt idx="34184">First_Product_Purchased</cx:pt>
          <cx:pt idx="34185">First_Product_Purchased</cx:pt>
          <cx:pt idx="34186">First_Product_Purchased</cx:pt>
          <cx:pt idx="34187">Second_Product_Purchased</cx:pt>
          <cx:pt idx="34188">Second_Product_Purchased</cx:pt>
          <cx:pt idx="34189">Second_Product_Purchased</cx:pt>
          <cx:pt idx="34190">Second_Product_Purchased</cx:pt>
          <cx:pt idx="34191">First_Product_Purchased</cx:pt>
          <cx:pt idx="34192">Second_Product_Purchased</cx:pt>
          <cx:pt idx="34193">Second_Product_Purchased</cx:pt>
          <cx:pt idx="34194">First_Product_Purchased</cx:pt>
          <cx:pt idx="34195">First_Product_Purchased</cx:pt>
          <cx:pt idx="34196">Second_Product_Purchased</cx:pt>
          <cx:pt idx="34197">Second_Product_Purchased</cx:pt>
          <cx:pt idx="34198">First_Product_Purchased</cx:pt>
          <cx:pt idx="34199">Second_Product_Purchased</cx:pt>
          <cx:pt idx="34200">First_Product_Purchased</cx:pt>
          <cx:pt idx="34201">First_Product_Purchased</cx:pt>
          <cx:pt idx="34202">First_Product_Purchased</cx:pt>
          <cx:pt idx="34203">Second_Product_Purchased</cx:pt>
          <cx:pt idx="34204">Second_Product_Purchased</cx:pt>
          <cx:pt idx="34205">First_Product_Purchased</cx:pt>
          <cx:pt idx="34206">First_Product_Purchased</cx:pt>
          <cx:pt idx="34207">Second_Product_Purchased</cx:pt>
          <cx:pt idx="34208">Second_Product_Purchased</cx:pt>
          <cx:pt idx="34209">First_Product_Purchased</cx:pt>
          <cx:pt idx="34210">First_Product_Purchased</cx:pt>
          <cx:pt idx="34211">Second_Product_Purchased</cx:pt>
          <cx:pt idx="34212">First_Product_Purchased</cx:pt>
          <cx:pt idx="34213">First_Product_Purchased</cx:pt>
          <cx:pt idx="34214">First_Product_Purchased</cx:pt>
          <cx:pt idx="34215">First_Product_Purchased</cx:pt>
          <cx:pt idx="34216">Second_Product_Purchased</cx:pt>
          <cx:pt idx="34217">Second_Product_Purchased</cx:pt>
          <cx:pt idx="34218">Second_Product_Purchased</cx:pt>
          <cx:pt idx="34219">First_Product_Purchased</cx:pt>
          <cx:pt idx="34220">First_Product_Purchased</cx:pt>
          <cx:pt idx="34221">First_Product_Purchased</cx:pt>
          <cx:pt idx="34222">Second_Product_Purchased</cx:pt>
          <cx:pt idx="34223">First_Product_Purchased</cx:pt>
          <cx:pt idx="34224">First_Product_Purchased</cx:pt>
          <cx:pt idx="34225">First_Product_Purchased</cx:pt>
          <cx:pt idx="34226">First_Product_Purchased</cx:pt>
          <cx:pt idx="34227">First_Product_Purchased</cx:pt>
          <cx:pt idx="34228">Second_Product_Purchased</cx:pt>
          <cx:pt idx="34229">Second_Product_Purchased</cx:pt>
          <cx:pt idx="34230">First_Product_Purchased</cx:pt>
          <cx:pt idx="34231">First_Product_Purchased</cx:pt>
          <cx:pt idx="34232">Second_Product_Purchased</cx:pt>
          <cx:pt idx="34233">First_Product_Purchased</cx:pt>
          <cx:pt idx="34234">Second_Product_Purchased</cx:pt>
          <cx:pt idx="34235">Second_Product_Purchased</cx:pt>
          <cx:pt idx="34236">Second_Product_Purchased</cx:pt>
          <cx:pt idx="34237">First_Product_Purchased</cx:pt>
          <cx:pt idx="34238">Second_Product_Purchased</cx:pt>
          <cx:pt idx="34239">Second_Product_Purchased</cx:pt>
          <cx:pt idx="34240">Second_Product_Purchased</cx:pt>
          <cx:pt idx="34241">Second_Product_Purchased</cx:pt>
          <cx:pt idx="34242">First_Product_Purchased</cx:pt>
          <cx:pt idx="34243">Second_Product_Purchased</cx:pt>
          <cx:pt idx="34244">First_Product_Purchased</cx:pt>
          <cx:pt idx="34245">First_Product_Purchased</cx:pt>
          <cx:pt idx="34246">First_Product_Purchased</cx:pt>
          <cx:pt idx="34247">First_Product_Purchased</cx:pt>
          <cx:pt idx="34248">First_Product_Purchased</cx:pt>
          <cx:pt idx="34249">Second_Product_Purchased</cx:pt>
          <cx:pt idx="34250">First_Product_Purchased</cx:pt>
          <cx:pt idx="34251">First_Product_Purchased</cx:pt>
          <cx:pt idx="34252">First_Product_Purchased</cx:pt>
          <cx:pt idx="34253">First_Product_Purchased</cx:pt>
          <cx:pt idx="34254">Second_Product_Purchased</cx:pt>
          <cx:pt idx="34255">First_Product_Purchased</cx:pt>
          <cx:pt idx="34256">First_Product_Purchased</cx:pt>
          <cx:pt idx="34257">First_Product_Purchased</cx:pt>
          <cx:pt idx="34258">First_Product_Purchased</cx:pt>
          <cx:pt idx="34259">First_Product_Purchased</cx:pt>
          <cx:pt idx="34260">First_Product_Purchased</cx:pt>
          <cx:pt idx="34261">Second_Product_Purchased</cx:pt>
          <cx:pt idx="34262">First_Product_Purchased</cx:pt>
          <cx:pt idx="34263">First_Product_Purchased</cx:pt>
          <cx:pt idx="34264">First_Product_Purchased</cx:pt>
          <cx:pt idx="34265">First_Product_Purchased</cx:pt>
          <cx:pt idx="34266">First_Product_Purchased</cx:pt>
          <cx:pt idx="34267">Second_Product_Purchased</cx:pt>
          <cx:pt idx="34268">First_Product_Purchased</cx:pt>
          <cx:pt idx="34269">First_Product_Purchased</cx:pt>
          <cx:pt idx="34270">First_Product_Purchased</cx:pt>
          <cx:pt idx="34271">First_Product_Purchased</cx:pt>
          <cx:pt idx="34272">First_Product_Purchased</cx:pt>
          <cx:pt idx="34273">Second_Product_Purchased</cx:pt>
          <cx:pt idx="34274">Second_Product_Purchased</cx:pt>
          <cx:pt idx="34275">Second_Product_Purchased</cx:pt>
          <cx:pt idx="34276">Second_Product_Purchased</cx:pt>
          <cx:pt idx="34277">Second_Product_Purchased</cx:pt>
          <cx:pt idx="34278">Second_Product_Purchased</cx:pt>
          <cx:pt idx="34279">First_Product_Purchased</cx:pt>
          <cx:pt idx="34280">Second_Product_Purchased</cx:pt>
          <cx:pt idx="34281">Second_Product_Purchased</cx:pt>
          <cx:pt idx="34282">Second_Product_Purchased</cx:pt>
          <cx:pt idx="34283">First_Product_Purchased</cx:pt>
          <cx:pt idx="34284">First_Product_Purchased</cx:pt>
          <cx:pt idx="34285">First_Product_Purchased</cx:pt>
          <cx:pt idx="34286">Second_Product_Purchased</cx:pt>
          <cx:pt idx="34287">First_Product_Purchased</cx:pt>
          <cx:pt idx="34288">First_Product_Purchased</cx:pt>
          <cx:pt idx="34289">First_Product_Purchased</cx:pt>
          <cx:pt idx="34290">Second_Product_Purchased</cx:pt>
          <cx:pt idx="34291">First_Product_Purchased</cx:pt>
          <cx:pt idx="34292">Second_Product_Purchased</cx:pt>
          <cx:pt idx="34293">First_Product_Purchased</cx:pt>
          <cx:pt idx="34294">First_Product_Purchased</cx:pt>
          <cx:pt idx="34295">First_Product_Purchased</cx:pt>
          <cx:pt idx="34296">Second_Product_Purchased</cx:pt>
          <cx:pt idx="34297">Second_Product_Purchased</cx:pt>
          <cx:pt idx="34298">First_Product_Purchased</cx:pt>
          <cx:pt idx="34299">First_Product_Purchased</cx:pt>
          <cx:pt idx="34300">First_Product_Purchased</cx:pt>
          <cx:pt idx="34301">First_Product_Purchased</cx:pt>
          <cx:pt idx="34302">Second_Product_Purchased</cx:pt>
          <cx:pt idx="34303">Second_Product_Purchased</cx:pt>
          <cx:pt idx="34304">First_Product_Purchased</cx:pt>
          <cx:pt idx="34305">First_Product_Purchased</cx:pt>
          <cx:pt idx="34306">Second_Product_Purchased</cx:pt>
          <cx:pt idx="34307">First_Product_Purchased</cx:pt>
          <cx:pt idx="34308">First_Product_Purchased</cx:pt>
          <cx:pt idx="34309">Second_Product_Purchased</cx:pt>
          <cx:pt idx="34310">First_Product_Purchased</cx:pt>
          <cx:pt idx="34311">Second_Product_Purchased</cx:pt>
          <cx:pt idx="34312">First_Product_Purchased</cx:pt>
          <cx:pt idx="34313">Second_Product_Purchased</cx:pt>
          <cx:pt idx="34314">First_Product_Purchased</cx:pt>
          <cx:pt idx="34315">First_Product_Purchased</cx:pt>
          <cx:pt idx="34316">Second_Product_Purchased</cx:pt>
          <cx:pt idx="34317">Second_Product_Purchased</cx:pt>
          <cx:pt idx="34318">Second_Product_Purchased</cx:pt>
          <cx:pt idx="34319">First_Product_Purchased</cx:pt>
          <cx:pt idx="34320">First_Product_Purchased</cx:pt>
          <cx:pt idx="34321">First_Product_Purchased</cx:pt>
          <cx:pt idx="34322">First_Product_Purchased</cx:pt>
          <cx:pt idx="34323">First_Product_Purchased</cx:pt>
          <cx:pt idx="34324">Second_Product_Purchased</cx:pt>
          <cx:pt idx="34325">First_Product_Purchased</cx:pt>
          <cx:pt idx="34326">Second_Product_Purchased</cx:pt>
          <cx:pt idx="34327">First_Product_Purchased</cx:pt>
          <cx:pt idx="34328">Second_Product_Purchased</cx:pt>
          <cx:pt idx="34329">Second_Product_Purchased</cx:pt>
          <cx:pt idx="34330">First_Product_Purchased</cx:pt>
          <cx:pt idx="34331">Second_Product_Purchased</cx:pt>
          <cx:pt idx="34332">Second_Product_Purchased</cx:pt>
          <cx:pt idx="34333">First_Product_Purchased</cx:pt>
          <cx:pt idx="34334">Second_Product_Purchased</cx:pt>
          <cx:pt idx="34335">First_Product_Purchased</cx:pt>
          <cx:pt idx="34336">First_Product_Purchased</cx:pt>
          <cx:pt idx="34337">Second_Product_Purchased</cx:pt>
          <cx:pt idx="34338">Second_Product_Purchased</cx:pt>
          <cx:pt idx="34339">Second_Product_Purchased</cx:pt>
          <cx:pt idx="34340">First_Product_Purchased</cx:pt>
          <cx:pt idx="34341">First_Product_Purchased</cx:pt>
          <cx:pt idx="34342">First_Product_Purchased</cx:pt>
          <cx:pt idx="34343">First_Product_Purchased</cx:pt>
          <cx:pt idx="34344">Second_Product_Purchased</cx:pt>
          <cx:pt idx="34345">Second_Product_Purchased</cx:pt>
          <cx:pt idx="34346">Second_Product_Purchased</cx:pt>
          <cx:pt idx="34347">First_Product_Purchased</cx:pt>
          <cx:pt idx="34348">First_Product_Purchased</cx:pt>
          <cx:pt idx="34349">Second_Product_Purchased</cx:pt>
          <cx:pt idx="34350">Second_Product_Purchased</cx:pt>
          <cx:pt idx="34351">Second_Product_Purchased</cx:pt>
          <cx:pt idx="34352">First_Product_Purchased</cx:pt>
          <cx:pt idx="34353">First_Product_Purchased</cx:pt>
          <cx:pt idx="34354">Second_Product_Purchased</cx:pt>
          <cx:pt idx="34355">Second_Product_Purchased</cx:pt>
          <cx:pt idx="34356">First_Product_Purchased</cx:pt>
          <cx:pt idx="34357">First_Product_Purchased</cx:pt>
          <cx:pt idx="34358">First_Product_Purchased</cx:pt>
          <cx:pt idx="34359">Second_Product_Purchased</cx:pt>
          <cx:pt idx="34360">Second_Product_Purchased</cx:pt>
          <cx:pt idx="34361">First_Product_Purchased</cx:pt>
          <cx:pt idx="34362">First_Product_Purchased</cx:pt>
          <cx:pt idx="34363">First_Product_Purchased</cx:pt>
          <cx:pt idx="34364">First_Product_Purchased</cx:pt>
          <cx:pt idx="34365">Second_Product_Purchased</cx:pt>
          <cx:pt idx="34366">First_Product_Purchased</cx:pt>
          <cx:pt idx="34367">First_Product_Purchased</cx:pt>
          <cx:pt idx="34368">First_Product_Purchased</cx:pt>
          <cx:pt idx="34369">First_Product_Purchased</cx:pt>
          <cx:pt idx="34370">Second_Product_Purchased</cx:pt>
          <cx:pt idx="34371">First_Product_Purchased</cx:pt>
          <cx:pt idx="34372">First_Product_Purchased</cx:pt>
          <cx:pt idx="34373">Second_Product_Purchased</cx:pt>
          <cx:pt idx="34374">First_Product_Purchased</cx:pt>
          <cx:pt idx="34375">First_Product_Purchased</cx:pt>
          <cx:pt idx="34376">First_Product_Purchased</cx:pt>
          <cx:pt idx="34377">Second_Product_Purchased</cx:pt>
          <cx:pt idx="34378">Second_Product_Purchased</cx:pt>
          <cx:pt idx="34379">First_Product_Purchased</cx:pt>
          <cx:pt idx="34380">Second_Product_Purchased</cx:pt>
          <cx:pt idx="34381">First_Product_Purchased</cx:pt>
          <cx:pt idx="34382">Second_Product_Purchased</cx:pt>
          <cx:pt idx="34383">Second_Product_Purchased</cx:pt>
          <cx:pt idx="34384">Second_Product_Purchased</cx:pt>
          <cx:pt idx="34385">First_Product_Purchased</cx:pt>
          <cx:pt idx="34386">First_Product_Purchased</cx:pt>
          <cx:pt idx="34387">First_Product_Purchased</cx:pt>
          <cx:pt idx="34388">First_Product_Purchased</cx:pt>
          <cx:pt idx="34389">First_Product_Purchased</cx:pt>
          <cx:pt idx="34390">Second_Product_Purchased</cx:pt>
          <cx:pt idx="34391">First_Product_Purchased</cx:pt>
          <cx:pt idx="34392">Second_Product_Purchased</cx:pt>
          <cx:pt idx="34393">Second_Product_Purchased</cx:pt>
          <cx:pt idx="34394">First_Product_Purchased</cx:pt>
          <cx:pt idx="34395">First_Product_Purchased</cx:pt>
          <cx:pt idx="34396">Second_Product_Purchased</cx:pt>
          <cx:pt idx="34397">First_Product_Purchased</cx:pt>
          <cx:pt idx="34398">Second_Product_Purchased</cx:pt>
          <cx:pt idx="34399">Second_Product_Purchased</cx:pt>
          <cx:pt idx="34400">First_Product_Purchased</cx:pt>
          <cx:pt idx="34401">Second_Product_Purchased</cx:pt>
          <cx:pt idx="34402">First_Product_Purchased</cx:pt>
          <cx:pt idx="34403">First_Product_Purchased</cx:pt>
          <cx:pt idx="34404">First_Product_Purchased</cx:pt>
          <cx:pt idx="34405">Second_Product_Purchased</cx:pt>
          <cx:pt idx="34406">Second_Product_Purchased</cx:pt>
          <cx:pt idx="34407">First_Product_Purchased</cx:pt>
          <cx:pt idx="34408">Second_Product_Purchased</cx:pt>
          <cx:pt idx="34409">First_Product_Purchased</cx:pt>
          <cx:pt idx="34410">Second_Product_Purchased</cx:pt>
          <cx:pt idx="34411">Second_Product_Purchased</cx:pt>
          <cx:pt idx="34412">Second_Product_Purchased</cx:pt>
          <cx:pt idx="34413">First_Product_Purchased</cx:pt>
          <cx:pt idx="34414">First_Product_Purchased</cx:pt>
          <cx:pt idx="34415">Second_Product_Purchased</cx:pt>
          <cx:pt idx="34416">First_Product_Purchased</cx:pt>
          <cx:pt idx="34417">First_Product_Purchased</cx:pt>
          <cx:pt idx="34418">Second_Product_Purchased</cx:pt>
          <cx:pt idx="34419">First_Product_Purchased</cx:pt>
          <cx:pt idx="34420">Second_Product_Purchased</cx:pt>
          <cx:pt idx="34421">Second_Product_Purchased</cx:pt>
          <cx:pt idx="34422">First_Product_Purchased</cx:pt>
          <cx:pt idx="34423">Second_Product_Purchased</cx:pt>
          <cx:pt idx="34424">First_Product_Purchased</cx:pt>
          <cx:pt idx="34425">Second_Product_Purchased</cx:pt>
          <cx:pt idx="34426">First_Product_Purchased</cx:pt>
          <cx:pt idx="34427">First_Product_Purchased</cx:pt>
          <cx:pt idx="34428">First_Product_Purchased</cx:pt>
          <cx:pt idx="34429">First_Product_Purchased</cx:pt>
          <cx:pt idx="34430">First_Product_Purchased</cx:pt>
          <cx:pt idx="34431">Second_Product_Purchased</cx:pt>
          <cx:pt idx="34432">Second_Product_Purchased</cx:pt>
          <cx:pt idx="34433">Second_Product_Purchased</cx:pt>
          <cx:pt idx="34434">Second_Product_Purchased</cx:pt>
          <cx:pt idx="34435">First_Product_Purchased</cx:pt>
          <cx:pt idx="34436">Second_Product_Purchased</cx:pt>
          <cx:pt idx="34437">First_Product_Purchased</cx:pt>
          <cx:pt idx="34438">First_Product_Purchased</cx:pt>
          <cx:pt idx="34439">First_Product_Purchased</cx:pt>
          <cx:pt idx="34440">First_Product_Purchased</cx:pt>
          <cx:pt idx="34441">First_Product_Purchased</cx:pt>
          <cx:pt idx="34442">First_Product_Purchased</cx:pt>
          <cx:pt idx="34443">First_Product_Purchased</cx:pt>
          <cx:pt idx="34444">First_Product_Purchased</cx:pt>
          <cx:pt idx="34445">First_Product_Purchased</cx:pt>
          <cx:pt idx="34446">First_Product_Purchased</cx:pt>
          <cx:pt idx="34447">First_Product_Purchased</cx:pt>
          <cx:pt idx="34448">First_Product_Purchased</cx:pt>
          <cx:pt idx="34449">Second_Product_Purchased</cx:pt>
          <cx:pt idx="34450">First_Product_Purchased</cx:pt>
          <cx:pt idx="34451">Second_Product_Purchased</cx:pt>
          <cx:pt idx="34452">First_Product_Purchased</cx:pt>
          <cx:pt idx="34453">First_Product_Purchased</cx:pt>
          <cx:pt idx="34454">First_Product_Purchased</cx:pt>
          <cx:pt idx="34455">Second_Product_Purchased</cx:pt>
          <cx:pt idx="34456">First_Product_Purchased</cx:pt>
          <cx:pt idx="34457">First_Product_Purchased</cx:pt>
          <cx:pt idx="34458">First_Product_Purchased</cx:pt>
          <cx:pt idx="34459">First_Product_Purchased</cx:pt>
          <cx:pt idx="34460">First_Product_Purchased</cx:pt>
          <cx:pt idx="34461">First_Product_Purchased</cx:pt>
          <cx:pt idx="34462">First_Product_Purchased</cx:pt>
          <cx:pt idx="34463">First_Product_Purchased</cx:pt>
          <cx:pt idx="34464">First_Product_Purchased</cx:pt>
          <cx:pt idx="34465">First_Product_Purchased</cx:pt>
          <cx:pt idx="34466">First_Product_Purchased</cx:pt>
          <cx:pt idx="34467">First_Product_Purchased</cx:pt>
          <cx:pt idx="34468">Second_Product_Purchased</cx:pt>
          <cx:pt idx="34469">First_Product_Purchased</cx:pt>
          <cx:pt idx="34470">Second_Product_Purchased</cx:pt>
          <cx:pt idx="34471">First_Product_Purchased</cx:pt>
          <cx:pt idx="34472">First_Product_Purchased</cx:pt>
          <cx:pt idx="34473">First_Product_Purchased</cx:pt>
          <cx:pt idx="34474">First_Product_Purchased</cx:pt>
          <cx:pt idx="34475">Second_Product_Purchased</cx:pt>
          <cx:pt idx="34476">First_Product_Purchased</cx:pt>
          <cx:pt idx="34477">Second_Product_Purchased</cx:pt>
          <cx:pt idx="34478">First_Product_Purchased</cx:pt>
          <cx:pt idx="34479">First_Product_Purchased</cx:pt>
          <cx:pt idx="34480">First_Product_Purchased</cx:pt>
          <cx:pt idx="34481">First_Product_Purchased</cx:pt>
          <cx:pt idx="34482">First_Product_Purchased</cx:pt>
          <cx:pt idx="34483">Second_Product_Purchased</cx:pt>
          <cx:pt idx="34484">First_Product_Purchased</cx:pt>
          <cx:pt idx="34485">First_Product_Purchased</cx:pt>
          <cx:pt idx="34486">First_Product_Purchased</cx:pt>
          <cx:pt idx="34487">First_Product_Purchased</cx:pt>
          <cx:pt idx="34488">First_Product_Purchased</cx:pt>
          <cx:pt idx="34489">First_Product_Purchased</cx:pt>
          <cx:pt idx="34490">First_Product_Purchased</cx:pt>
          <cx:pt idx="34491">First_Product_Purchased</cx:pt>
          <cx:pt idx="34492">Second_Product_Purchased</cx:pt>
          <cx:pt idx="34493">First_Product_Purchased</cx:pt>
          <cx:pt idx="34494">First_Product_Purchased</cx:pt>
          <cx:pt idx="34495">Second_Product_Purchased</cx:pt>
          <cx:pt idx="34496">First_Product_Purchased</cx:pt>
          <cx:pt idx="34497">Second_Product_Purchased</cx:pt>
          <cx:pt idx="34498">First_Product_Purchased</cx:pt>
          <cx:pt idx="34499">First_Product_Purchased</cx:pt>
          <cx:pt idx="34500">First_Product_Purchased</cx:pt>
          <cx:pt idx="34501">First_Product_Purchased</cx:pt>
          <cx:pt idx="34502">First_Product_Purchased</cx:pt>
          <cx:pt idx="34503">First_Product_Purchased</cx:pt>
          <cx:pt idx="34504">First_Product_Purchased</cx:pt>
          <cx:pt idx="34505">First_Product_Purchased</cx:pt>
          <cx:pt idx="34506">First_Product_Purchased</cx:pt>
          <cx:pt idx="34507">First_Product_Purchased</cx:pt>
          <cx:pt idx="34508">First_Product_Purchased</cx:pt>
          <cx:pt idx="34509">First_Product_Purchased</cx:pt>
          <cx:pt idx="34510">Second_Product_Purchased</cx:pt>
          <cx:pt idx="34511">First_Product_Purchased</cx:pt>
          <cx:pt idx="34512">First_Product_Purchased</cx:pt>
          <cx:pt idx="34513">Second_Product_Purchased</cx:pt>
          <cx:pt idx="34514">Second_Product_Purchased</cx:pt>
          <cx:pt idx="34515">First_Product_Purchased</cx:pt>
          <cx:pt idx="34516">First_Product_Purchased</cx:pt>
          <cx:pt idx="34517">First_Product_Purchased</cx:pt>
          <cx:pt idx="34518">Second_Product_Purchased</cx:pt>
          <cx:pt idx="34519">Second_Product_Purchased</cx:pt>
          <cx:pt idx="34520">First_Product_Purchased</cx:pt>
          <cx:pt idx="34521">Second_Product_Purchased</cx:pt>
          <cx:pt idx="34522">First_Product_Purchased</cx:pt>
          <cx:pt idx="34523">First_Product_Purchased</cx:pt>
          <cx:pt idx="34524">First_Product_Purchased</cx:pt>
          <cx:pt idx="34525">Second_Product_Purchased</cx:pt>
          <cx:pt idx="34526">First_Product_Purchased</cx:pt>
          <cx:pt idx="34527">First_Product_Purchased</cx:pt>
          <cx:pt idx="34528">Second_Product_Purchased</cx:pt>
          <cx:pt idx="34529">First_Product_Purchased</cx:pt>
          <cx:pt idx="34530">First_Product_Purchased</cx:pt>
          <cx:pt idx="34531">Second_Product_Purchased</cx:pt>
          <cx:pt idx="34532">First_Product_Purchased</cx:pt>
          <cx:pt idx="34533">First_Product_Purchased</cx:pt>
          <cx:pt idx="34534">First_Product_Purchased</cx:pt>
          <cx:pt idx="34535">First_Product_Purchased</cx:pt>
          <cx:pt idx="34536">First_Product_Purchased</cx:pt>
          <cx:pt idx="34537">First_Product_Purchased</cx:pt>
          <cx:pt idx="34538">First_Product_Purchased</cx:pt>
          <cx:pt idx="34539">First_Product_Purchased</cx:pt>
          <cx:pt idx="34540">First_Product_Purchased</cx:pt>
          <cx:pt idx="34541">First_Product_Purchased</cx:pt>
          <cx:pt idx="34542">First_Product_Purchased</cx:pt>
          <cx:pt idx="34543">Second_Product_Purchased</cx:pt>
          <cx:pt idx="34544">Second_Product_Purchased</cx:pt>
          <cx:pt idx="34545">Second_Product_Purchased</cx:pt>
          <cx:pt idx="34546">First_Product_Purchased</cx:pt>
          <cx:pt idx="34547">First_Product_Purchased</cx:pt>
          <cx:pt idx="34548">First_Product_Purchased</cx:pt>
          <cx:pt idx="34549">Second_Product_Purchased</cx:pt>
          <cx:pt idx="34550">Second_Product_Purchased</cx:pt>
          <cx:pt idx="34551">First_Product_Purchased</cx:pt>
          <cx:pt idx="34552">First_Product_Purchased</cx:pt>
          <cx:pt idx="34553">First_Product_Purchased</cx:pt>
          <cx:pt idx="34554">Second_Product_Purchased</cx:pt>
          <cx:pt idx="34555">Second_Product_Purchased</cx:pt>
          <cx:pt idx="34556">Second_Product_Purchased</cx:pt>
          <cx:pt idx="34557">Second_Product_Purchased</cx:pt>
          <cx:pt idx="34558">Second_Product_Purchased</cx:pt>
          <cx:pt idx="34559">First_Product_Purchased</cx:pt>
          <cx:pt idx="34560">First_Product_Purchased</cx:pt>
          <cx:pt idx="34561">Second_Product_Purchased</cx:pt>
          <cx:pt idx="34562">First_Product_Purchased</cx:pt>
          <cx:pt idx="34563">Second_Product_Purchased</cx:pt>
          <cx:pt idx="34564">First_Product_Purchased</cx:pt>
          <cx:pt idx="34565">Second_Product_Purchased</cx:pt>
          <cx:pt idx="34566">First_Product_Purchased</cx:pt>
          <cx:pt idx="34567">First_Product_Purchased</cx:pt>
          <cx:pt idx="34568">First_Product_Purchased</cx:pt>
          <cx:pt idx="34569">Second_Product_Purchased</cx:pt>
          <cx:pt idx="34570">Second_Product_Purchased</cx:pt>
          <cx:pt idx="34571">First_Product_Purchased</cx:pt>
          <cx:pt idx="34572">First_Product_Purchased</cx:pt>
          <cx:pt idx="34573">First_Product_Purchased</cx:pt>
          <cx:pt idx="34574">Second_Product_Purchased</cx:pt>
          <cx:pt idx="34575">First_Product_Purchased</cx:pt>
          <cx:pt idx="34576">First_Product_Purchased</cx:pt>
          <cx:pt idx="34577">First_Product_Purchased</cx:pt>
          <cx:pt idx="34578">First_Product_Purchased</cx:pt>
          <cx:pt idx="34579">First_Product_Purchased</cx:pt>
          <cx:pt idx="34580">Second_Product_Purchased</cx:pt>
          <cx:pt idx="34581">Second_Product_Purchased</cx:pt>
          <cx:pt idx="34582">Second_Product_Purchased</cx:pt>
          <cx:pt idx="34583">Second_Product_Purchased</cx:pt>
          <cx:pt idx="34584">First_Product_Purchased</cx:pt>
          <cx:pt idx="34585">Second_Product_Purchased</cx:pt>
          <cx:pt idx="34586">Second_Product_Purchased</cx:pt>
          <cx:pt idx="34587">Second_Product_Purchased</cx:pt>
          <cx:pt idx="34588">First_Product_Purchased</cx:pt>
          <cx:pt idx="34589">First_Product_Purchased</cx:pt>
          <cx:pt idx="34590">First_Product_Purchased</cx:pt>
          <cx:pt idx="34591">Second_Product_Purchased</cx:pt>
          <cx:pt idx="34592">Second_Product_Purchased</cx:pt>
          <cx:pt idx="34593">Second_Product_Purchased</cx:pt>
          <cx:pt idx="34594">Second_Product_Purchased</cx:pt>
          <cx:pt idx="34595">First_Product_Purchased</cx:pt>
          <cx:pt idx="34596">Second_Product_Purchased</cx:pt>
          <cx:pt idx="34597">Second_Product_Purchased</cx:pt>
          <cx:pt idx="34598">First_Product_Purchased</cx:pt>
          <cx:pt idx="34599">First_Product_Purchased</cx:pt>
          <cx:pt idx="34600">Second_Product_Purchased</cx:pt>
          <cx:pt idx="34601">Second_Product_Purchased</cx:pt>
          <cx:pt idx="34602">First_Product_Purchased</cx:pt>
          <cx:pt idx="34603">Second_Product_Purchased</cx:pt>
          <cx:pt idx="34604">Second_Product_Purchased</cx:pt>
          <cx:pt idx="34605">Second_Product_Purchased</cx:pt>
          <cx:pt idx="34606">First_Product_Purchased</cx:pt>
          <cx:pt idx="34607">First_Product_Purchased</cx:pt>
          <cx:pt idx="34608">First_Product_Purchased</cx:pt>
          <cx:pt idx="34609">First_Product_Purchased</cx:pt>
          <cx:pt idx="34610">Second_Product_Purchased</cx:pt>
          <cx:pt idx="34611">Second_Product_Purchased</cx:pt>
          <cx:pt idx="34612">First_Product_Purchased</cx:pt>
          <cx:pt idx="34613">First_Product_Purchased</cx:pt>
          <cx:pt idx="34614">First_Product_Purchased</cx:pt>
          <cx:pt idx="34615">First_Product_Purchased</cx:pt>
          <cx:pt idx="34616">First_Product_Purchased</cx:pt>
          <cx:pt idx="34617">First_Product_Purchased</cx:pt>
          <cx:pt idx="34618">First_Product_Purchased</cx:pt>
          <cx:pt idx="34619">First_Product_Purchased</cx:pt>
          <cx:pt idx="34620">First_Product_Purchased</cx:pt>
          <cx:pt idx="34621">First_Product_Purchased</cx:pt>
          <cx:pt idx="34622">Second_Product_Purchased</cx:pt>
          <cx:pt idx="34623">First_Product_Purchased</cx:pt>
          <cx:pt idx="34624">First_Product_Purchased</cx:pt>
          <cx:pt idx="34625">Second_Product_Purchased</cx:pt>
          <cx:pt idx="34626">First_Product_Purchased</cx:pt>
          <cx:pt idx="34627">First_Product_Purchased</cx:pt>
          <cx:pt idx="34628">First_Product_Purchased</cx:pt>
          <cx:pt idx="34629">First_Product_Purchased</cx:pt>
          <cx:pt idx="34630">Second_Product_Purchased</cx:pt>
          <cx:pt idx="34631">First_Product_Purchased</cx:pt>
          <cx:pt idx="34632">Second_Product_Purchased</cx:pt>
          <cx:pt idx="34633">Second_Product_Purchased</cx:pt>
          <cx:pt idx="34634">First_Product_Purchased</cx:pt>
          <cx:pt idx="34635">Second_Product_Purchased</cx:pt>
          <cx:pt idx="34636">First_Product_Purchased</cx:pt>
          <cx:pt idx="34637">First_Product_Purchased</cx:pt>
          <cx:pt idx="34638">First_Product_Purchased</cx:pt>
          <cx:pt idx="34639">Second_Product_Purchased</cx:pt>
          <cx:pt idx="34640">Second_Product_Purchased</cx:pt>
          <cx:pt idx="34641">Second_Product_Purchased</cx:pt>
          <cx:pt idx="34642">Second_Product_Purchased</cx:pt>
          <cx:pt idx="34643">Second_Product_Purchased</cx:pt>
          <cx:pt idx="34644">First_Product_Purchased</cx:pt>
          <cx:pt idx="34645">Second_Product_Purchased</cx:pt>
          <cx:pt idx="34646">First_Product_Purchased</cx:pt>
          <cx:pt idx="34647">First_Product_Purchased</cx:pt>
          <cx:pt idx="34648">Second_Product_Purchased</cx:pt>
          <cx:pt idx="34649">First_Product_Purchased</cx:pt>
          <cx:pt idx="34650">First_Product_Purchased</cx:pt>
          <cx:pt idx="34651">First_Product_Purchased</cx:pt>
          <cx:pt idx="34652">Second_Product_Purchased</cx:pt>
          <cx:pt idx="34653">First_Product_Purchased</cx:pt>
          <cx:pt idx="34654">Second_Product_Purchased</cx:pt>
          <cx:pt idx="34655">First_Product_Purchased</cx:pt>
          <cx:pt idx="34656">First_Product_Purchased</cx:pt>
          <cx:pt idx="34657">Second_Product_Purchased</cx:pt>
          <cx:pt idx="34658">Second_Product_Purchased</cx:pt>
          <cx:pt idx="34659">First_Product_Purchased</cx:pt>
          <cx:pt idx="34660">First_Product_Purchased</cx:pt>
          <cx:pt idx="34661">First_Product_Purchased</cx:pt>
          <cx:pt idx="34662">First_Product_Purchased</cx:pt>
          <cx:pt idx="34663">Second_Product_Purchased</cx:pt>
          <cx:pt idx="34664">Second_Product_Purchased</cx:pt>
          <cx:pt idx="34665">Second_Product_Purchased</cx:pt>
          <cx:pt idx="34666">Second_Product_Purchased</cx:pt>
          <cx:pt idx="34667">Second_Product_Purchased</cx:pt>
          <cx:pt idx="34668">Second_Product_Purchased</cx:pt>
          <cx:pt idx="34669">First_Product_Purchased</cx:pt>
          <cx:pt idx="34670">First_Product_Purchased</cx:pt>
          <cx:pt idx="34671">First_Product_Purchased</cx:pt>
          <cx:pt idx="34672">Second_Product_Purchased</cx:pt>
          <cx:pt idx="34673">First_Product_Purchased</cx:pt>
          <cx:pt idx="34674">Second_Product_Purchased</cx:pt>
          <cx:pt idx="34675">First_Product_Purchased</cx:pt>
          <cx:pt idx="34676">First_Product_Purchased</cx:pt>
          <cx:pt idx="34677">Second_Product_Purchased</cx:pt>
          <cx:pt idx="34678">First_Product_Purchased</cx:pt>
          <cx:pt idx="34679">Second_Product_Purchased</cx:pt>
          <cx:pt idx="34680">Second_Product_Purchased</cx:pt>
          <cx:pt idx="34681">First_Product_Purchased</cx:pt>
          <cx:pt idx="34682">First_Product_Purchased</cx:pt>
          <cx:pt idx="34683">First_Product_Purchased</cx:pt>
          <cx:pt idx="34684">Second_Product_Purchased</cx:pt>
          <cx:pt idx="34685">Second_Product_Purchased</cx:pt>
          <cx:pt idx="34686">Second_Product_Purchased</cx:pt>
          <cx:pt idx="34687">First_Product_Purchased</cx:pt>
          <cx:pt idx="34688">Second_Product_Purchased</cx:pt>
          <cx:pt idx="34689">Second_Product_Purchased</cx:pt>
          <cx:pt idx="34690">First_Product_Purchased</cx:pt>
          <cx:pt idx="34691">Second_Product_Purchased</cx:pt>
          <cx:pt idx="34692">First_Product_Purchased</cx:pt>
          <cx:pt idx="34693">First_Product_Purchased</cx:pt>
          <cx:pt idx="34694">First_Product_Purchased</cx:pt>
          <cx:pt idx="34695">Second_Product_Purchased</cx:pt>
          <cx:pt idx="34696">Second_Product_Purchased</cx:pt>
          <cx:pt idx="34697">First_Product_Purchased</cx:pt>
          <cx:pt idx="34698">First_Product_Purchased</cx:pt>
          <cx:pt idx="34699">Second_Product_Purchased</cx:pt>
          <cx:pt idx="34700">First_Product_Purchased</cx:pt>
          <cx:pt idx="34701">First_Product_Purchased</cx:pt>
          <cx:pt idx="34702">First_Product_Purchased</cx:pt>
          <cx:pt idx="34703">First_Product_Purchased</cx:pt>
          <cx:pt idx="34704">Second_Product_Purchased</cx:pt>
          <cx:pt idx="34705">First_Product_Purchased</cx:pt>
          <cx:pt idx="34706">Second_Product_Purchased</cx:pt>
          <cx:pt idx="34707">Second_Product_Purchased</cx:pt>
          <cx:pt idx="34708">Second_Product_Purchased</cx:pt>
          <cx:pt idx="34709">First_Product_Purchased</cx:pt>
          <cx:pt idx="34710">Second_Product_Purchased</cx:pt>
          <cx:pt idx="34711">First_Product_Purchased</cx:pt>
          <cx:pt idx="34712">First_Product_Purchased</cx:pt>
          <cx:pt idx="34713">First_Product_Purchased</cx:pt>
          <cx:pt idx="34714">First_Product_Purchased</cx:pt>
          <cx:pt idx="34715">Second_Product_Purchased</cx:pt>
          <cx:pt idx="34716">First_Product_Purchased</cx:pt>
          <cx:pt idx="34717">Second_Product_Purchased</cx:pt>
          <cx:pt idx="34718">Second_Product_Purchased</cx:pt>
          <cx:pt idx="34719">Second_Product_Purchased</cx:pt>
          <cx:pt idx="34720">First_Product_Purchased</cx:pt>
          <cx:pt idx="34721">First_Product_Purchased</cx:pt>
          <cx:pt idx="34722">First_Product_Purchased</cx:pt>
          <cx:pt idx="34723">Second_Product_Purchased</cx:pt>
          <cx:pt idx="34724">First_Product_Purchased</cx:pt>
          <cx:pt idx="34725">First_Product_Purchased</cx:pt>
          <cx:pt idx="34726">First_Product_Purchased</cx:pt>
          <cx:pt idx="34727">First_Product_Purchased</cx:pt>
          <cx:pt idx="34728">First_Product_Purchased</cx:pt>
          <cx:pt idx="34729">Second_Product_Purchased</cx:pt>
          <cx:pt idx="34730">First_Product_Purchased</cx:pt>
          <cx:pt idx="34731">First_Product_Purchased</cx:pt>
          <cx:pt idx="34732">Second_Product_Purchased</cx:pt>
          <cx:pt idx="34733">Second_Product_Purchased</cx:pt>
          <cx:pt idx="34734">First_Product_Purchased</cx:pt>
          <cx:pt idx="34735">Second_Product_Purchased</cx:pt>
          <cx:pt idx="34736">First_Product_Purchased</cx:pt>
          <cx:pt idx="34737">Second_Product_Purchased</cx:pt>
          <cx:pt idx="34738">Second_Product_Purchased</cx:pt>
          <cx:pt idx="34739">First_Product_Purchased</cx:pt>
          <cx:pt idx="34740">First_Product_Purchased</cx:pt>
          <cx:pt idx="34741">First_Product_Purchased</cx:pt>
          <cx:pt idx="34742">First_Product_Purchased</cx:pt>
          <cx:pt idx="34743">Second_Product_Purchased</cx:pt>
          <cx:pt idx="34744">Second_Product_Purchased</cx:pt>
          <cx:pt idx="34745">First_Product_Purchased</cx:pt>
          <cx:pt idx="34746">Second_Product_Purchased</cx:pt>
          <cx:pt idx="34747">Second_Product_Purchased</cx:pt>
          <cx:pt idx="34748">Second_Product_Purchased</cx:pt>
          <cx:pt idx="34749">First_Product_Purchased</cx:pt>
          <cx:pt idx="34750">First_Product_Purchased</cx:pt>
          <cx:pt idx="34751">First_Product_Purchased</cx:pt>
          <cx:pt idx="34752">First_Product_Purchased</cx:pt>
          <cx:pt idx="34753">First_Product_Purchased</cx:pt>
          <cx:pt idx="34754">Second_Product_Purchased</cx:pt>
          <cx:pt idx="34755">Second_Product_Purchased</cx:pt>
          <cx:pt idx="34756">Second_Product_Purchased</cx:pt>
          <cx:pt idx="34757">Second_Product_Purchased</cx:pt>
          <cx:pt idx="34758">Second_Product_Purchased</cx:pt>
          <cx:pt idx="34759">Second_Product_Purchased</cx:pt>
          <cx:pt idx="34760">First_Product_Purchased</cx:pt>
          <cx:pt idx="34761">First_Product_Purchased</cx:pt>
          <cx:pt idx="34762">First_Product_Purchased</cx:pt>
          <cx:pt idx="34763">First_Product_Purchased</cx:pt>
          <cx:pt idx="34764">First_Product_Purchased</cx:pt>
          <cx:pt idx="34765">First_Product_Purchased</cx:pt>
          <cx:pt idx="34766">Second_Product_Purchased</cx:pt>
          <cx:pt idx="34767">Second_Product_Purchased</cx:pt>
          <cx:pt idx="34768">Second_Product_Purchased</cx:pt>
          <cx:pt idx="34769">First_Product_Purchased</cx:pt>
          <cx:pt idx="34770">Second_Product_Purchased</cx:pt>
          <cx:pt idx="34771">First_Product_Purchased</cx:pt>
          <cx:pt idx="34772">Second_Product_Purchased</cx:pt>
          <cx:pt idx="34773">First_Product_Purchased</cx:pt>
          <cx:pt idx="34774">First_Product_Purchased</cx:pt>
          <cx:pt idx="34775">First_Product_Purchased</cx:pt>
          <cx:pt idx="34776">Second_Product_Purchased</cx:pt>
          <cx:pt idx="34777">First_Product_Purchased</cx:pt>
          <cx:pt idx="34778">First_Product_Purchased</cx:pt>
          <cx:pt idx="34779">First_Product_Purchased</cx:pt>
          <cx:pt idx="34780">Second_Product_Purchased</cx:pt>
          <cx:pt idx="34781">Second_Product_Purchased</cx:pt>
          <cx:pt idx="34782">Second_Product_Purchased</cx:pt>
          <cx:pt idx="34783">First_Product_Purchased</cx:pt>
          <cx:pt idx="34784">Second_Product_Purchased</cx:pt>
          <cx:pt idx="34785">Second_Product_Purchased</cx:pt>
          <cx:pt idx="34786">First_Product_Purchased</cx:pt>
          <cx:pt idx="34787">First_Product_Purchased</cx:pt>
          <cx:pt idx="34788">Second_Product_Purchased</cx:pt>
          <cx:pt idx="34789">Second_Product_Purchased</cx:pt>
          <cx:pt idx="34790">First_Product_Purchased</cx:pt>
          <cx:pt idx="34791">Second_Product_Purchased</cx:pt>
          <cx:pt idx="34792">Second_Product_Purchased</cx:pt>
          <cx:pt idx="34793">First_Product_Purchased</cx:pt>
          <cx:pt idx="34794">First_Product_Purchased</cx:pt>
          <cx:pt idx="34795">Second_Product_Purchased</cx:pt>
          <cx:pt idx="34796">First_Product_Purchased</cx:pt>
          <cx:pt idx="34797">First_Product_Purchased</cx:pt>
          <cx:pt idx="34798">Second_Product_Purchased</cx:pt>
          <cx:pt idx="34799">First_Product_Purchased</cx:pt>
          <cx:pt idx="34800">First_Product_Purchased</cx:pt>
          <cx:pt idx="34801">First_Product_Purchased</cx:pt>
          <cx:pt idx="34802">First_Product_Purchased</cx:pt>
          <cx:pt idx="34803">Second_Product_Purchased</cx:pt>
          <cx:pt idx="34804">Second_Product_Purchased</cx:pt>
          <cx:pt idx="34805">Second_Product_Purchased</cx:pt>
          <cx:pt idx="34806">Second_Product_Purchased</cx:pt>
          <cx:pt idx="34807">First_Product_Purchased</cx:pt>
          <cx:pt idx="34808">Second_Product_Purchased</cx:pt>
          <cx:pt idx="34809">First_Product_Purchased</cx:pt>
          <cx:pt idx="34810">First_Product_Purchased</cx:pt>
          <cx:pt idx="34811">First_Product_Purchased</cx:pt>
          <cx:pt idx="34812">Second_Product_Purchased</cx:pt>
          <cx:pt idx="34813">First_Product_Purchased</cx:pt>
          <cx:pt idx="34814">First_Product_Purchased</cx:pt>
          <cx:pt idx="34815">First_Product_Purchased</cx:pt>
          <cx:pt idx="34816">First_Product_Purchased</cx:pt>
          <cx:pt idx="34817">First_Product_Purchased</cx:pt>
          <cx:pt idx="34818">Second_Product_Purchased</cx:pt>
          <cx:pt idx="34819">Second_Product_Purchased</cx:pt>
          <cx:pt idx="34820">First_Product_Purchased</cx:pt>
          <cx:pt idx="34821">First_Product_Purchased</cx:pt>
          <cx:pt idx="34822">First_Product_Purchased</cx:pt>
          <cx:pt idx="34823">Second_Product_Purchased</cx:pt>
          <cx:pt idx="34824">Second_Product_Purchased</cx:pt>
          <cx:pt idx="34825">Second_Product_Purchased</cx:pt>
          <cx:pt idx="34826">First_Product_Purchased</cx:pt>
          <cx:pt idx="34827">First_Product_Purchased</cx:pt>
          <cx:pt idx="34828">Second_Product_Purchased</cx:pt>
          <cx:pt idx="34829">First_Product_Purchased</cx:pt>
          <cx:pt idx="34830">Second_Product_Purchased</cx:pt>
          <cx:pt idx="34831">First_Product_Purchased</cx:pt>
          <cx:pt idx="34832">First_Product_Purchased</cx:pt>
          <cx:pt idx="34833">First_Product_Purchased</cx:pt>
          <cx:pt idx="34834">First_Product_Purchased</cx:pt>
          <cx:pt idx="34835">First_Product_Purchased</cx:pt>
          <cx:pt idx="34836">First_Product_Purchased</cx:pt>
          <cx:pt idx="34837">First_Product_Purchased</cx:pt>
          <cx:pt idx="34838">Second_Product_Purchased</cx:pt>
          <cx:pt idx="34839">First_Product_Purchased</cx:pt>
          <cx:pt idx="34840">Second_Product_Purchased</cx:pt>
          <cx:pt idx="34841">Second_Product_Purchased</cx:pt>
          <cx:pt idx="34842">Second_Product_Purchased</cx:pt>
          <cx:pt idx="34843">First_Product_Purchased</cx:pt>
          <cx:pt idx="34844">Second_Product_Purchased</cx:pt>
          <cx:pt idx="34845">Second_Product_Purchased</cx:pt>
          <cx:pt idx="34846">First_Product_Purchased</cx:pt>
          <cx:pt idx="34847">Second_Product_Purchased</cx:pt>
          <cx:pt idx="34848">First_Product_Purchased</cx:pt>
          <cx:pt idx="34849">Second_Product_Purchased</cx:pt>
          <cx:pt idx="34850">First_Product_Purchased</cx:pt>
          <cx:pt idx="34851">Second_Product_Purchased</cx:pt>
          <cx:pt idx="34852">Second_Product_Purchased</cx:pt>
          <cx:pt idx="34853">Second_Product_Purchased</cx:pt>
          <cx:pt idx="34854">First_Product_Purchased</cx:pt>
          <cx:pt idx="34855">Second_Product_Purchased</cx:pt>
          <cx:pt idx="34856">First_Product_Purchased</cx:pt>
          <cx:pt idx="34857">Second_Product_Purchased</cx:pt>
          <cx:pt idx="34858">First_Product_Purchased</cx:pt>
          <cx:pt idx="34859">Second_Product_Purchased</cx:pt>
          <cx:pt idx="34860">First_Product_Purchased</cx:pt>
          <cx:pt idx="34861">Second_Product_Purchased</cx:pt>
          <cx:pt idx="34862">First_Product_Purchased</cx:pt>
          <cx:pt idx="34863">First_Product_Purchased</cx:pt>
          <cx:pt idx="34864">First_Product_Purchased</cx:pt>
          <cx:pt idx="34865">Second_Product_Purchased</cx:pt>
          <cx:pt idx="34866">First_Product_Purchased</cx:pt>
          <cx:pt idx="34867">First_Product_Purchased</cx:pt>
          <cx:pt idx="34868">First_Product_Purchased</cx:pt>
          <cx:pt idx="34869">Second_Product_Purchased</cx:pt>
          <cx:pt idx="34870">First_Product_Purchased</cx:pt>
          <cx:pt idx="34871">First_Product_Purchased</cx:pt>
          <cx:pt idx="34872">Second_Product_Purchased</cx:pt>
          <cx:pt idx="34873">Second_Product_Purchased</cx:pt>
          <cx:pt idx="34874">First_Product_Purchased</cx:pt>
          <cx:pt idx="34875">First_Product_Purchased</cx:pt>
          <cx:pt idx="34876">First_Product_Purchased</cx:pt>
          <cx:pt idx="34877">Second_Product_Purchased</cx:pt>
          <cx:pt idx="34878">First_Product_Purchased</cx:pt>
          <cx:pt idx="34879">First_Product_Purchased</cx:pt>
          <cx:pt idx="34880">Second_Product_Purchased</cx:pt>
          <cx:pt idx="34881">First_Product_Purchased</cx:pt>
          <cx:pt idx="34882">First_Product_Purchased</cx:pt>
          <cx:pt idx="34883">Second_Product_Purchased</cx:pt>
          <cx:pt idx="34884">First_Product_Purchased</cx:pt>
          <cx:pt idx="34885">First_Product_Purchased</cx:pt>
          <cx:pt idx="34886">First_Product_Purchased</cx:pt>
          <cx:pt idx="34887">First_Product_Purchased</cx:pt>
          <cx:pt idx="34888">Second_Product_Purchased</cx:pt>
          <cx:pt idx="34889">Second_Product_Purchased</cx:pt>
          <cx:pt idx="34890">Second_Product_Purchased</cx:pt>
          <cx:pt idx="34891">First_Product_Purchased</cx:pt>
          <cx:pt idx="34892">Second_Product_Purchased</cx:pt>
          <cx:pt idx="34893">First_Product_Purchased</cx:pt>
          <cx:pt idx="34894">First_Product_Purchased</cx:pt>
          <cx:pt idx="34895">Second_Product_Purchased</cx:pt>
          <cx:pt idx="34896">Second_Product_Purchased</cx:pt>
          <cx:pt idx="34897">First_Product_Purchased</cx:pt>
          <cx:pt idx="34898">First_Product_Purchased</cx:pt>
          <cx:pt idx="34899">Second_Product_Purchased</cx:pt>
          <cx:pt idx="34900">First_Product_Purchased</cx:pt>
          <cx:pt idx="34901">First_Product_Purchased</cx:pt>
          <cx:pt idx="34902">First_Product_Purchased</cx:pt>
          <cx:pt idx="34903">First_Product_Purchased</cx:pt>
          <cx:pt idx="34904">First_Product_Purchased</cx:pt>
          <cx:pt idx="34905">Second_Product_Purchased</cx:pt>
          <cx:pt idx="34906">First_Product_Purchased</cx:pt>
          <cx:pt idx="34907">Second_Product_Purchased</cx:pt>
          <cx:pt idx="34908">First_Product_Purchased</cx:pt>
          <cx:pt idx="34909">Second_Product_Purchased</cx:pt>
          <cx:pt idx="34910">First_Product_Purchased</cx:pt>
          <cx:pt idx="34911">First_Product_Purchased</cx:pt>
          <cx:pt idx="34912">First_Product_Purchased</cx:pt>
          <cx:pt idx="34913">First_Product_Purchased</cx:pt>
          <cx:pt idx="34914">Second_Product_Purchased</cx:pt>
          <cx:pt idx="34915">First_Product_Purchased</cx:pt>
          <cx:pt idx="34916">Second_Product_Purchased</cx:pt>
          <cx:pt idx="34917">Second_Product_Purchased</cx:pt>
          <cx:pt idx="34918">First_Product_Purchased</cx:pt>
          <cx:pt idx="34919">First_Product_Purchased</cx:pt>
          <cx:pt idx="34920">Second_Product_Purchased</cx:pt>
          <cx:pt idx="34921">First_Product_Purchased</cx:pt>
          <cx:pt idx="34922">First_Product_Purchased</cx:pt>
          <cx:pt idx="34923">First_Product_Purchased</cx:pt>
          <cx:pt idx="34924">Second_Product_Purchased</cx:pt>
          <cx:pt idx="34925">First_Product_Purchased</cx:pt>
          <cx:pt idx="34926">First_Product_Purchased</cx:pt>
          <cx:pt idx="34927">Second_Product_Purchased</cx:pt>
          <cx:pt idx="34928">Second_Product_Purchased</cx:pt>
          <cx:pt idx="34929">First_Product_Purchased</cx:pt>
          <cx:pt idx="34930">First_Product_Purchased</cx:pt>
          <cx:pt idx="34931">First_Product_Purchased</cx:pt>
          <cx:pt idx="34932">First_Product_Purchased</cx:pt>
          <cx:pt idx="34933">First_Product_Purchased</cx:pt>
          <cx:pt idx="34934">Second_Product_Purchased</cx:pt>
          <cx:pt idx="34935">Second_Product_Purchased</cx:pt>
          <cx:pt idx="34936">Second_Product_Purchased</cx:pt>
          <cx:pt idx="34937">Second_Product_Purchased</cx:pt>
          <cx:pt idx="34938">Second_Product_Purchased</cx:pt>
          <cx:pt idx="34939">Second_Product_Purchased</cx:pt>
          <cx:pt idx="34940">First_Product_Purchased</cx:pt>
          <cx:pt idx="34941">Second_Product_Purchased</cx:pt>
          <cx:pt idx="34942">First_Product_Purchased</cx:pt>
          <cx:pt idx="34943">Second_Product_Purchased</cx:pt>
          <cx:pt idx="34944">Second_Product_Purchased</cx:pt>
          <cx:pt idx="34945">Second_Product_Purchased</cx:pt>
          <cx:pt idx="34946">First_Product_Purchased</cx:pt>
          <cx:pt idx="34947">Second_Product_Purchased</cx:pt>
          <cx:pt idx="34948">First_Product_Purchased</cx:pt>
          <cx:pt idx="34949">Second_Product_Purchased</cx:pt>
          <cx:pt idx="34950">Second_Product_Purchased</cx:pt>
          <cx:pt idx="34951">Second_Product_Purchased</cx:pt>
          <cx:pt idx="34952">First_Product_Purchased</cx:pt>
          <cx:pt idx="34953">Second_Product_Purchased</cx:pt>
          <cx:pt idx="34954">Second_Product_Purchased</cx:pt>
          <cx:pt idx="34955">First_Product_Purchased</cx:pt>
          <cx:pt idx="34956">First_Product_Purchased</cx:pt>
          <cx:pt idx="34957">Second_Product_Purchased</cx:pt>
          <cx:pt idx="34958">Second_Product_Purchased</cx:pt>
          <cx:pt idx="34959">First_Product_Purchased</cx:pt>
          <cx:pt idx="34960">Second_Product_Purchased</cx:pt>
          <cx:pt idx="34961">First_Product_Purchased</cx:pt>
          <cx:pt idx="34962">Second_Product_Purchased</cx:pt>
          <cx:pt idx="34963">First_Product_Purchased</cx:pt>
          <cx:pt idx="34964">Second_Product_Purchased</cx:pt>
          <cx:pt idx="34965">Second_Product_Purchased</cx:pt>
          <cx:pt idx="34966">Second_Product_Purchased</cx:pt>
          <cx:pt idx="34967">First_Product_Purchased</cx:pt>
          <cx:pt idx="34968">First_Product_Purchased</cx:pt>
          <cx:pt idx="34969">Second_Product_Purchased</cx:pt>
          <cx:pt idx="34970">Second_Product_Purchased</cx:pt>
          <cx:pt idx="34971">Second_Product_Purchased</cx:pt>
          <cx:pt idx="34972">First_Product_Purchased</cx:pt>
          <cx:pt idx="34973">First_Product_Purchased</cx:pt>
          <cx:pt idx="34974">First_Product_Purchased</cx:pt>
          <cx:pt idx="34975">First_Product_Purchased</cx:pt>
          <cx:pt idx="34976">First_Product_Purchased</cx:pt>
          <cx:pt idx="34977">First_Product_Purchased</cx:pt>
          <cx:pt idx="34978">First_Product_Purchased</cx:pt>
          <cx:pt idx="34979">Second_Product_Purchased</cx:pt>
          <cx:pt idx="34980">Second_Product_Purchased</cx:pt>
          <cx:pt idx="34981">First_Product_Purchased</cx:pt>
          <cx:pt idx="34982">Second_Product_Purchased</cx:pt>
          <cx:pt idx="34983">First_Product_Purchased</cx:pt>
          <cx:pt idx="34984">First_Product_Purchased</cx:pt>
          <cx:pt idx="34985">First_Product_Purchased</cx:pt>
          <cx:pt idx="34986">Second_Product_Purchased</cx:pt>
          <cx:pt idx="34987">First_Product_Purchased</cx:pt>
          <cx:pt idx="34988">First_Product_Purchased</cx:pt>
          <cx:pt idx="34989">First_Product_Purchased</cx:pt>
          <cx:pt idx="34990">First_Product_Purchased</cx:pt>
          <cx:pt idx="34991">First_Product_Purchased</cx:pt>
          <cx:pt idx="34992">First_Product_Purchased</cx:pt>
          <cx:pt idx="34993">First_Product_Purchased</cx:pt>
          <cx:pt idx="34994">First_Product_Purchased</cx:pt>
          <cx:pt idx="34995">Second_Product_Purchased</cx:pt>
          <cx:pt idx="34996">Second_Product_Purchased</cx:pt>
          <cx:pt idx="34997">First_Product_Purchased</cx:pt>
          <cx:pt idx="34998">First_Product_Purchased</cx:pt>
          <cx:pt idx="34999">First_Product_Purchased</cx:pt>
          <cx:pt idx="35000">First_Product_Purchased</cx:pt>
          <cx:pt idx="35001">Second_Product_Purchased</cx:pt>
          <cx:pt idx="35002">First_Product_Purchased</cx:pt>
          <cx:pt idx="35003">Second_Product_Purchased</cx:pt>
          <cx:pt idx="35004">Second_Product_Purchased</cx:pt>
          <cx:pt idx="35005">First_Product_Purchased</cx:pt>
          <cx:pt idx="35006">First_Product_Purchased</cx:pt>
          <cx:pt idx="35007">Second_Product_Purchased</cx:pt>
          <cx:pt idx="35008">Second_Product_Purchased</cx:pt>
          <cx:pt idx="35009">Second_Product_Purchased</cx:pt>
          <cx:pt idx="35010">Second_Product_Purchased</cx:pt>
          <cx:pt idx="35011">Second_Product_Purchased</cx:pt>
          <cx:pt idx="35012">Second_Product_Purchased</cx:pt>
          <cx:pt idx="35013">Second_Product_Purchased</cx:pt>
          <cx:pt idx="35014">Second_Product_Purchased</cx:pt>
          <cx:pt idx="35015">Second_Product_Purchased</cx:pt>
          <cx:pt idx="35016">Second_Product_Purchased</cx:pt>
          <cx:pt idx="35017">Second_Product_Purchased</cx:pt>
          <cx:pt idx="35018">Second_Product_Purchased</cx:pt>
          <cx:pt idx="35019">Second_Product_Purchased</cx:pt>
          <cx:pt idx="35020">Second_Product_Purchased</cx:pt>
          <cx:pt idx="35021">Second_Product_Purchased</cx:pt>
          <cx:pt idx="35022">Second_Product_Purchased</cx:pt>
          <cx:pt idx="35023">Second_Product_Purchased</cx:pt>
          <cx:pt idx="35024">Second_Product_Purchased</cx:pt>
          <cx:pt idx="35025">Second_Product_Purchased</cx:pt>
          <cx:pt idx="35026">Second_Product_Purchased</cx:pt>
          <cx:pt idx="35027">Second_Product_Purchased</cx:pt>
          <cx:pt idx="35028">Second_Product_Purchased</cx:pt>
          <cx:pt idx="35029">Second_Product_Purchased</cx:pt>
          <cx:pt idx="35030">Second_Product_Purchased</cx:pt>
          <cx:pt idx="35031">Second_Product_Purchased</cx:pt>
          <cx:pt idx="35032">Second_Product_Purchased</cx:pt>
          <cx:pt idx="35033">Second_Product_Purchased</cx:pt>
          <cx:pt idx="35034">Second_Product_Purchased</cx:pt>
          <cx:pt idx="35035">Second_Product_Purchased</cx:pt>
          <cx:pt idx="35036">Second_Product_Purchased</cx:pt>
          <cx:pt idx="35037">Second_Product_Purchased</cx:pt>
          <cx:pt idx="35038">Second_Product_Purchased</cx:pt>
          <cx:pt idx="35039">Second_Product_Purchased</cx:pt>
          <cx:pt idx="35040">Second_Product_Purchased</cx:pt>
          <cx:pt idx="35041">Second_Product_Purchased</cx:pt>
          <cx:pt idx="35042">Second_Product_Purchased</cx:pt>
          <cx:pt idx="35043">Second_Product_Purchased</cx:pt>
          <cx:pt idx="35044">Second_Product_Purchased</cx:pt>
          <cx:pt idx="35045">Second_Product_Purchased</cx:pt>
          <cx:pt idx="35046">Second_Product_Purchased</cx:pt>
          <cx:pt idx="35047">Second_Product_Purchased</cx:pt>
          <cx:pt idx="35048">Second_Product_Purchased</cx:pt>
          <cx:pt idx="35049">Second_Product_Purchased</cx:pt>
          <cx:pt idx="35050">Second_Product_Purchased</cx:pt>
          <cx:pt idx="35051">Second_Product_Purchased</cx:pt>
          <cx:pt idx="35052">Second_Product_Purchased</cx:pt>
          <cx:pt idx="35053">Second_Product_Purchased</cx:pt>
          <cx:pt idx="35054">Second_Product_Purchased</cx:pt>
          <cx:pt idx="35055">Second_Product_Purchased</cx:pt>
          <cx:pt idx="35056">Second_Product_Purchased</cx:pt>
          <cx:pt idx="35057">Second_Product_Purchased</cx:pt>
          <cx:pt idx="35058">Second_Product_Purchased</cx:pt>
          <cx:pt idx="35059">Second_Product_Purchased</cx:pt>
          <cx:pt idx="35060">Second_Product_Purchased</cx:pt>
          <cx:pt idx="35061">Second_Product_Purchased</cx:pt>
          <cx:pt idx="35062">Second_Product_Purchased</cx:pt>
          <cx:pt idx="35063">Second_Product_Purchased</cx:pt>
          <cx:pt idx="35064">Second_Product_Purchased</cx:pt>
          <cx:pt idx="35065">Second_Product_Purchased</cx:pt>
          <cx:pt idx="35066">Second_Product_Purchased</cx:pt>
          <cx:pt idx="35067">Second_Product_Purchased</cx:pt>
          <cx:pt idx="35068">Second_Product_Purchased</cx:pt>
          <cx:pt idx="35069">Second_Product_Purchased</cx:pt>
          <cx:pt idx="35070">Second_Product_Purchased</cx:pt>
          <cx:pt idx="35071">Second_Product_Purchased</cx:pt>
          <cx:pt idx="35072">Second_Product_Purchased</cx:pt>
          <cx:pt idx="35073">Second_Product_Purchased</cx:pt>
          <cx:pt idx="35074">Second_Product_Purchased</cx:pt>
          <cx:pt idx="35075">Second_Product_Purchased</cx:pt>
          <cx:pt idx="35076">Second_Product_Purchased</cx:pt>
          <cx:pt idx="35077">Second_Product_Purchased</cx:pt>
          <cx:pt idx="35078">Second_Product_Purchased</cx:pt>
          <cx:pt idx="35079">Second_Product_Purchased</cx:pt>
          <cx:pt idx="35080">Second_Product_Purchased</cx:pt>
          <cx:pt idx="35081">Second_Product_Purchased</cx:pt>
          <cx:pt idx="35082">Second_Product_Purchased</cx:pt>
          <cx:pt idx="35083">Second_Product_Purchased</cx:pt>
          <cx:pt idx="35084">Second_Product_Purchased</cx:pt>
          <cx:pt idx="35085">Second_Product_Purchased</cx:pt>
          <cx:pt idx="35086">Second_Product_Purchased</cx:pt>
          <cx:pt idx="35087">Second_Product_Purchased</cx:pt>
          <cx:pt idx="35088">Second_Product_Purchased</cx:pt>
          <cx:pt idx="35089">Second_Product_Purchased</cx:pt>
          <cx:pt idx="35090">Second_Product_Purchased</cx:pt>
          <cx:pt idx="35091">Second_Product_Purchased</cx:pt>
          <cx:pt idx="35092">Second_Product_Purchased</cx:pt>
          <cx:pt idx="35093">Second_Product_Purchased</cx:pt>
          <cx:pt idx="35094">Second_Product_Purchased</cx:pt>
          <cx:pt idx="35095">Second_Product_Purchased</cx:pt>
          <cx:pt idx="35096">Second_Product_Purchased</cx:pt>
          <cx:pt idx="35097">Second_Product_Purchased</cx:pt>
          <cx:pt idx="35098">Second_Product_Purchased</cx:pt>
          <cx:pt idx="35099">Second_Product_Purchased</cx:pt>
          <cx:pt idx="35100">Second_Product_Purchased</cx:pt>
          <cx:pt idx="35101">Second_Product_Purchased</cx:pt>
          <cx:pt idx="35102">Second_Product_Purchased</cx:pt>
          <cx:pt idx="35103">Second_Product_Purchased</cx:pt>
          <cx:pt idx="35104">Second_Product_Purchased</cx:pt>
          <cx:pt idx="35105">Second_Product_Purchased</cx:pt>
          <cx:pt idx="35106">Second_Product_Purchased</cx:pt>
          <cx:pt idx="35107">Second_Product_Purchased</cx:pt>
          <cx:pt idx="35108">Second_Product_Purchased</cx:pt>
          <cx:pt idx="35109">Second_Product_Purchased</cx:pt>
          <cx:pt idx="35110">Second_Product_Purchased</cx:pt>
          <cx:pt idx="35111">Second_Product_Purchased</cx:pt>
          <cx:pt idx="35112">Second_Product_Purchased</cx:pt>
          <cx:pt idx="35113">Second_Product_Purchased</cx:pt>
          <cx:pt idx="35114">Second_Product_Purchased</cx:pt>
          <cx:pt idx="35115">Second_Product_Purchased</cx:pt>
          <cx:pt idx="35116">Second_Product_Purchased</cx:pt>
          <cx:pt idx="35117">Second_Product_Purchased</cx:pt>
          <cx:pt idx="35118">Second_Product_Purchased</cx:pt>
          <cx:pt idx="35119">Second_Product_Purchased</cx:pt>
          <cx:pt idx="35120">Second_Product_Purchased</cx:pt>
          <cx:pt idx="35121">Second_Product_Purchased</cx:pt>
          <cx:pt idx="35122">Second_Product_Purchased</cx:pt>
          <cx:pt idx="35123">Second_Product_Purchased</cx:pt>
          <cx:pt idx="35124">Second_Product_Purchased</cx:pt>
          <cx:pt idx="35125">Second_Product_Purchased</cx:pt>
          <cx:pt idx="35126">Second_Product_Purchased</cx:pt>
          <cx:pt idx="35127">Second_Product_Purchased</cx:pt>
          <cx:pt idx="35128">Second_Product_Purchased</cx:pt>
          <cx:pt idx="35129">Second_Product_Purchased</cx:pt>
          <cx:pt idx="35130">Second_Product_Purchased</cx:pt>
          <cx:pt idx="35131">Second_Product_Purchased</cx:pt>
          <cx:pt idx="35132">Second_Product_Purchased</cx:pt>
          <cx:pt idx="35133">Second_Product_Purchased</cx:pt>
          <cx:pt idx="35134">Second_Product_Purchased</cx:pt>
          <cx:pt idx="35135">Second_Product_Purchased</cx:pt>
          <cx:pt idx="35136">Second_Product_Purchased</cx:pt>
          <cx:pt idx="35137">Second_Product_Purchased</cx:pt>
          <cx:pt idx="35138">Second_Product_Purchased</cx:pt>
          <cx:pt idx="35139">Second_Product_Purchased</cx:pt>
          <cx:pt idx="35140">Second_Product_Purchased</cx:pt>
          <cx:pt idx="35141">Second_Product_Purchased</cx:pt>
          <cx:pt idx="35142">Second_Product_Purchased</cx:pt>
          <cx:pt idx="35143">Second_Product_Purchased</cx:pt>
          <cx:pt idx="35144">Second_Product_Purchased</cx:pt>
          <cx:pt idx="35145">Second_Product_Purchased</cx:pt>
          <cx:pt idx="35146">Second_Product_Purchased</cx:pt>
          <cx:pt idx="35147">Second_Product_Purchased</cx:pt>
          <cx:pt idx="35148">Second_Product_Purchased</cx:pt>
          <cx:pt idx="35149">Second_Product_Purchased</cx:pt>
          <cx:pt idx="35150">Second_Product_Purchased</cx:pt>
          <cx:pt idx="35151">Second_Product_Purchased</cx:pt>
          <cx:pt idx="35152">Second_Product_Purchased</cx:pt>
          <cx:pt idx="35153">Second_Product_Purchased</cx:pt>
          <cx:pt idx="35154">Second_Product_Purchased</cx:pt>
          <cx:pt idx="35155">Second_Product_Purchased</cx:pt>
          <cx:pt idx="35156">Second_Product_Purchased</cx:pt>
          <cx:pt idx="35157">Second_Product_Purchased</cx:pt>
          <cx:pt idx="35158">Second_Product_Purchased</cx:pt>
          <cx:pt idx="35159">Second_Product_Purchased</cx:pt>
          <cx:pt idx="35160">Second_Product_Purchased</cx:pt>
          <cx:pt idx="35161">Second_Product_Purchased</cx:pt>
          <cx:pt idx="35162">Second_Product_Purchased</cx:pt>
          <cx:pt idx="35163">Second_Product_Purchased</cx:pt>
          <cx:pt idx="35164">Second_Product_Purchased</cx:pt>
          <cx:pt idx="35165">Second_Product_Purchased</cx:pt>
          <cx:pt idx="35166">Second_Product_Purchased</cx:pt>
          <cx:pt idx="35167">Second_Product_Purchased</cx:pt>
          <cx:pt idx="35168">Second_Product_Purchased</cx:pt>
          <cx:pt idx="35169">Second_Product_Purchased</cx:pt>
          <cx:pt idx="35170">Second_Product_Purchased</cx:pt>
          <cx:pt idx="35171">Second_Product_Purchased</cx:pt>
          <cx:pt idx="35172">Second_Product_Purchased</cx:pt>
          <cx:pt idx="35173">Second_Product_Purchased</cx:pt>
          <cx:pt idx="35174">Second_Product_Purchased</cx:pt>
          <cx:pt idx="35175">Second_Product_Purchased</cx:pt>
          <cx:pt idx="35176">Second_Product_Purchased</cx:pt>
          <cx:pt idx="35177">Second_Product_Purchased</cx:pt>
          <cx:pt idx="35178">Second_Product_Purchased</cx:pt>
          <cx:pt idx="35179">Second_Product_Purchased</cx:pt>
          <cx:pt idx="35180">Second_Product_Purchased</cx:pt>
          <cx:pt idx="35181">Second_Product_Purchased</cx:pt>
          <cx:pt idx="35182">Second_Product_Purchased</cx:pt>
          <cx:pt idx="35183">Second_Product_Purchased</cx:pt>
          <cx:pt idx="35184">Second_Product_Purchased</cx:pt>
          <cx:pt idx="35185">Second_Product_Purchased</cx:pt>
          <cx:pt idx="35186">Second_Product_Purchased</cx:pt>
          <cx:pt idx="35187">Second_Product_Purchased</cx:pt>
          <cx:pt idx="35188">Second_Product_Purchased</cx:pt>
          <cx:pt idx="35189">Second_Product_Purchased</cx:pt>
          <cx:pt idx="35190">Second_Product_Purchased</cx:pt>
          <cx:pt idx="35191">Second_Product_Purchased</cx:pt>
          <cx:pt idx="35192">Second_Product_Purchased</cx:pt>
          <cx:pt idx="35193">Second_Product_Purchased</cx:pt>
          <cx:pt idx="35194">Second_Product_Purchased</cx:pt>
          <cx:pt idx="35195">Second_Product_Purchased</cx:pt>
          <cx:pt idx="35196">Second_Product_Purchased</cx:pt>
          <cx:pt idx="35197">Second_Product_Purchased</cx:pt>
          <cx:pt idx="35198">Second_Product_Purchased</cx:pt>
          <cx:pt idx="35199">Second_Product_Purchased</cx:pt>
          <cx:pt idx="35200">Second_Product_Purchased</cx:pt>
          <cx:pt idx="35201">Second_Product_Purchased</cx:pt>
          <cx:pt idx="35202">Second_Product_Purchased</cx:pt>
          <cx:pt idx="35203">Second_Product_Purchased</cx:pt>
          <cx:pt idx="35204">Second_Product_Purchased</cx:pt>
          <cx:pt idx="35205">Second_Product_Purchased</cx:pt>
          <cx:pt idx="35206">Second_Product_Purchased</cx:pt>
          <cx:pt idx="35207">Second_Product_Purchased</cx:pt>
          <cx:pt idx="35208">Second_Product_Purchased</cx:pt>
          <cx:pt idx="35209">Second_Product_Purchased</cx:pt>
          <cx:pt idx="35210">Second_Product_Purchased</cx:pt>
          <cx:pt idx="35211">Second_Product_Purchased</cx:pt>
          <cx:pt idx="35212">Second_Product_Purchased</cx:pt>
          <cx:pt idx="35213">Second_Product_Purchased</cx:pt>
          <cx:pt idx="35214">Second_Product_Purchased</cx:pt>
          <cx:pt idx="35215">Second_Product_Purchased</cx:pt>
          <cx:pt idx="35216">Second_Product_Purchased</cx:pt>
          <cx:pt idx="35217">Second_Product_Purchased</cx:pt>
          <cx:pt idx="35218">Second_Product_Purchased</cx:pt>
          <cx:pt idx="35219">Second_Product_Purchased</cx:pt>
          <cx:pt idx="35220">Second_Product_Purchased</cx:pt>
          <cx:pt idx="35221">Second_Product_Purchased</cx:pt>
          <cx:pt idx="35222">Second_Product_Purchased</cx:pt>
          <cx:pt idx="35223">Second_Product_Purchased</cx:pt>
          <cx:pt idx="35224">Second_Product_Purchased</cx:pt>
          <cx:pt idx="35225">Second_Product_Purchased</cx:pt>
          <cx:pt idx="35226">Second_Product_Purchased</cx:pt>
          <cx:pt idx="35227">Second_Product_Purchased</cx:pt>
          <cx:pt idx="35228">Second_Product_Purchased</cx:pt>
          <cx:pt idx="35229">Second_Product_Purchased</cx:pt>
          <cx:pt idx="35230">Second_Product_Purchased</cx:pt>
          <cx:pt idx="35231">Second_Product_Purchased</cx:pt>
          <cx:pt idx="35232">Second_Product_Purchased</cx:pt>
          <cx:pt idx="35233">Second_Product_Purchased</cx:pt>
          <cx:pt idx="35234">Second_Product_Purchased</cx:pt>
          <cx:pt idx="35235">Second_Product_Purchased</cx:pt>
          <cx:pt idx="35236">Second_Product_Purchased</cx:pt>
          <cx:pt idx="35237">Second_Product_Purchased</cx:pt>
          <cx:pt idx="35238">Second_Product_Purchased</cx:pt>
          <cx:pt idx="35239">Second_Product_Purchased</cx:pt>
          <cx:pt idx="35240">Second_Product_Purchased</cx:pt>
          <cx:pt idx="35241">Second_Product_Purchased</cx:pt>
          <cx:pt idx="35242">Second_Product_Purchased</cx:pt>
          <cx:pt idx="35243">Second_Product_Purchased</cx:pt>
          <cx:pt idx="35244">Second_Product_Purchased</cx:pt>
          <cx:pt idx="35245">Second_Product_Purchased</cx:pt>
          <cx:pt idx="35246">Second_Product_Purchased</cx:pt>
          <cx:pt idx="35247">Second_Product_Purchased</cx:pt>
          <cx:pt idx="35248">Second_Product_Purchased</cx:pt>
          <cx:pt idx="35249">Second_Product_Purchased</cx:pt>
          <cx:pt idx="35250">Second_Product_Purchased</cx:pt>
          <cx:pt idx="35251">Second_Product_Purchased</cx:pt>
          <cx:pt idx="35252">Second_Product_Purchased</cx:pt>
          <cx:pt idx="35253">Second_Product_Purchased</cx:pt>
          <cx:pt idx="35254">Second_Product_Purchased</cx:pt>
          <cx:pt idx="35255">Second_Product_Purchased</cx:pt>
          <cx:pt idx="35256">Second_Product_Purchased</cx:pt>
          <cx:pt idx="35257">Second_Product_Purchased</cx:pt>
          <cx:pt idx="35258">Second_Product_Purchased</cx:pt>
          <cx:pt idx="35259">Second_Product_Purchased</cx:pt>
          <cx:pt idx="35260">Second_Product_Purchased</cx:pt>
          <cx:pt idx="35261">Second_Product_Purchased</cx:pt>
          <cx:pt idx="35262">Second_Product_Purchased</cx:pt>
          <cx:pt idx="35263">Second_Product_Purchased</cx:pt>
          <cx:pt idx="35264">Second_Product_Purchased</cx:pt>
          <cx:pt idx="35265">Second_Product_Purchased</cx:pt>
          <cx:pt idx="35266">Second_Product_Purchased</cx:pt>
          <cx:pt idx="35267">Second_Product_Purchased</cx:pt>
          <cx:pt idx="35268">Second_Product_Purchased</cx:pt>
          <cx:pt idx="35269">Second_Product_Purchased</cx:pt>
          <cx:pt idx="35270">Second_Product_Purchased</cx:pt>
          <cx:pt idx="35271">Second_Product_Purchased</cx:pt>
          <cx:pt idx="35272">Second_Product_Purchased</cx:pt>
          <cx:pt idx="35273">Second_Product_Purchased</cx:pt>
          <cx:pt idx="35274">Second_Product_Purchased</cx:pt>
          <cx:pt idx="35275">Second_Product_Purchased</cx:pt>
          <cx:pt idx="35276">Second_Product_Purchased</cx:pt>
          <cx:pt idx="35277">Second_Product_Purchased</cx:pt>
          <cx:pt idx="35278">Second_Product_Purchased</cx:pt>
          <cx:pt idx="35279">Second_Product_Purchased</cx:pt>
          <cx:pt idx="35280">Second_Product_Purchased</cx:pt>
          <cx:pt idx="35281">Second_Product_Purchased</cx:pt>
          <cx:pt idx="35282">Second_Product_Purchased</cx:pt>
          <cx:pt idx="35283">Second_Product_Purchased</cx:pt>
          <cx:pt idx="35284">Second_Product_Purchased</cx:pt>
          <cx:pt idx="35285">Second_Product_Purchased</cx:pt>
          <cx:pt idx="35286">Second_Product_Purchased</cx:pt>
          <cx:pt idx="35287">Second_Product_Purchased</cx:pt>
          <cx:pt idx="35288">Second_Product_Purchased</cx:pt>
          <cx:pt idx="35289">Second_Product_Purchased</cx:pt>
          <cx:pt idx="35290">Second_Product_Purchased</cx:pt>
          <cx:pt idx="35291">Second_Product_Purchased</cx:pt>
          <cx:pt idx="35292">Second_Product_Purchased</cx:pt>
          <cx:pt idx="35293">Second_Product_Purchased</cx:pt>
          <cx:pt idx="35294">Second_Product_Purchased</cx:pt>
          <cx:pt idx="35295">Second_Product_Purchased</cx:pt>
          <cx:pt idx="35296">Second_Product_Purchased</cx:pt>
          <cx:pt idx="35297">Second_Product_Purchased</cx:pt>
          <cx:pt idx="35298">Second_Product_Purchased</cx:pt>
          <cx:pt idx="35299">Second_Product_Purchased</cx:pt>
          <cx:pt idx="35300">Second_Product_Purchased</cx:pt>
          <cx:pt idx="35301">Second_Product_Purchased</cx:pt>
          <cx:pt idx="35302">Second_Product_Purchased</cx:pt>
          <cx:pt idx="35303">Second_Product_Purchased</cx:pt>
          <cx:pt idx="35304">Second_Product_Purchased</cx:pt>
          <cx:pt idx="35305">Second_Product_Purchased</cx:pt>
          <cx:pt idx="35306">Second_Product_Purchased</cx:pt>
          <cx:pt idx="35307">Second_Product_Purchased</cx:pt>
          <cx:pt idx="35308">Second_Product_Purchased</cx:pt>
          <cx:pt idx="35309">Second_Product_Purchased</cx:pt>
          <cx:pt idx="35310">Second_Product_Purchased</cx:pt>
          <cx:pt idx="35311">Second_Product_Purchased</cx:pt>
          <cx:pt idx="35312">Second_Product_Purchased</cx:pt>
          <cx:pt idx="35313">Second_Product_Purchased</cx:pt>
          <cx:pt idx="35314">Second_Product_Purchased</cx:pt>
          <cx:pt idx="35315">Second_Product_Purchased</cx:pt>
          <cx:pt idx="35316">Second_Product_Purchased</cx:pt>
          <cx:pt idx="35317">Second_Product_Purchased</cx:pt>
          <cx:pt idx="35318">Second_Product_Purchased</cx:pt>
          <cx:pt idx="35319">Second_Product_Purchased</cx:pt>
          <cx:pt idx="35320">Second_Product_Purchased</cx:pt>
          <cx:pt idx="35321">Second_Product_Purchased</cx:pt>
          <cx:pt idx="35322">Second_Product_Purchased</cx:pt>
          <cx:pt idx="35323">Second_Product_Purchased</cx:pt>
          <cx:pt idx="35324">Second_Product_Purchased</cx:pt>
          <cx:pt idx="35325">Second_Product_Purchased</cx:pt>
          <cx:pt idx="35326">Second_Product_Purchased</cx:pt>
          <cx:pt idx="35327">Second_Product_Purchased</cx:pt>
          <cx:pt idx="35328">Second_Product_Purchased</cx:pt>
          <cx:pt idx="35329">Second_Product_Purchased</cx:pt>
          <cx:pt idx="35330">Second_Product_Purchased</cx:pt>
          <cx:pt idx="35331">Second_Product_Purchased</cx:pt>
          <cx:pt idx="35332">Second_Product_Purchased</cx:pt>
          <cx:pt idx="35333">Second_Product_Purchased</cx:pt>
          <cx:pt idx="35334">Second_Product_Purchased</cx:pt>
          <cx:pt idx="35335">Second_Product_Purchased</cx:pt>
          <cx:pt idx="35336">Second_Product_Purchased</cx:pt>
          <cx:pt idx="35337">Second_Product_Purchased</cx:pt>
          <cx:pt idx="35338">Second_Product_Purchased</cx:pt>
          <cx:pt idx="35339">Second_Product_Purchased</cx:pt>
          <cx:pt idx="35340">Second_Product_Purchased</cx:pt>
          <cx:pt idx="35341">Second_Product_Purchased</cx:pt>
          <cx:pt idx="35342">Second_Product_Purchased</cx:pt>
          <cx:pt idx="35343">Second_Product_Purchased</cx:pt>
          <cx:pt idx="35344">Second_Product_Purchased</cx:pt>
          <cx:pt idx="35345">Second_Product_Purchased</cx:pt>
          <cx:pt idx="35346">Second_Product_Purchased</cx:pt>
          <cx:pt idx="35347">Second_Product_Purchased</cx:pt>
          <cx:pt idx="35348">Second_Product_Purchased</cx:pt>
          <cx:pt idx="35349">Second_Product_Purchased</cx:pt>
          <cx:pt idx="35350">Second_Product_Purchased</cx:pt>
          <cx:pt idx="35351">Second_Product_Purchased</cx:pt>
          <cx:pt idx="35352">Second_Product_Purchased</cx:pt>
          <cx:pt idx="35353">Second_Product_Purchased</cx:pt>
          <cx:pt idx="35354">Second_Product_Purchased</cx:pt>
          <cx:pt idx="35355">Second_Product_Purchased</cx:pt>
          <cx:pt idx="35356">Second_Product_Purchased</cx:pt>
          <cx:pt idx="35357">Second_Product_Purchased</cx:pt>
          <cx:pt idx="35358">Second_Product_Purchased</cx:pt>
          <cx:pt idx="35359">Second_Product_Purchased</cx:pt>
          <cx:pt idx="35360">Second_Product_Purchased</cx:pt>
          <cx:pt idx="35361">Second_Product_Purchased</cx:pt>
          <cx:pt idx="35362">Second_Product_Purchased</cx:pt>
          <cx:pt idx="35363">Second_Product_Purchased</cx:pt>
          <cx:pt idx="35364">Second_Product_Purchased</cx:pt>
          <cx:pt idx="35365">Second_Product_Purchased</cx:pt>
          <cx:pt idx="35366">Second_Product_Purchased</cx:pt>
          <cx:pt idx="35367">Second_Product_Purchased</cx:pt>
          <cx:pt idx="35368">Second_Product_Purchased</cx:pt>
          <cx:pt idx="35369">Second_Product_Purchased</cx:pt>
          <cx:pt idx="35370">Second_Product_Purchased</cx:pt>
          <cx:pt idx="35371">Second_Product_Purchased</cx:pt>
          <cx:pt idx="35372">Second_Product_Purchased</cx:pt>
          <cx:pt idx="35373">Second_Product_Purchased</cx:pt>
          <cx:pt idx="35374">Second_Product_Purchased</cx:pt>
          <cx:pt idx="35375">Second_Product_Purchased</cx:pt>
          <cx:pt idx="35376">Second_Product_Purchased</cx:pt>
          <cx:pt idx="35377">Second_Product_Purchased</cx:pt>
          <cx:pt idx="35378">Second_Product_Purchased</cx:pt>
          <cx:pt idx="35379">Second_Product_Purchased</cx:pt>
          <cx:pt idx="35380">Second_Product_Purchased</cx:pt>
          <cx:pt idx="35381">Second_Product_Purchased</cx:pt>
          <cx:pt idx="35382">Second_Product_Purchased</cx:pt>
          <cx:pt idx="35383">Second_Product_Purchased</cx:pt>
          <cx:pt idx="35384">Second_Product_Purchased</cx:pt>
          <cx:pt idx="35385">Second_Product_Purchased</cx:pt>
          <cx:pt idx="35386">Second_Product_Purchased</cx:pt>
          <cx:pt idx="35387">Second_Product_Purchased</cx:pt>
          <cx:pt idx="35388">Second_Product_Purchased</cx:pt>
          <cx:pt idx="35389">Second_Product_Purchased</cx:pt>
          <cx:pt idx="35390">Second_Product_Purchased</cx:pt>
          <cx:pt idx="35391">Second_Product_Purchased</cx:pt>
          <cx:pt idx="35392">Second_Product_Purchased</cx:pt>
          <cx:pt idx="35393">Second_Product_Purchased</cx:pt>
          <cx:pt idx="35394">Second_Product_Purchased</cx:pt>
          <cx:pt idx="35395">Second_Product_Purchased</cx:pt>
          <cx:pt idx="35396">Second_Product_Purchased</cx:pt>
          <cx:pt idx="35397">Second_Product_Purchased</cx:pt>
          <cx:pt idx="35398">Second_Product_Purchased</cx:pt>
          <cx:pt idx="35399">Second_Product_Purchased</cx:pt>
          <cx:pt idx="35400">Second_Product_Purchased</cx:pt>
          <cx:pt idx="35401">Second_Product_Purchased</cx:pt>
          <cx:pt idx="35402">Second_Product_Purchased</cx:pt>
          <cx:pt idx="35403">Second_Product_Purchased</cx:pt>
          <cx:pt idx="35404">Second_Product_Purchased</cx:pt>
          <cx:pt idx="35405">Second_Product_Purchased</cx:pt>
          <cx:pt idx="35406">Second_Product_Purchased</cx:pt>
          <cx:pt idx="35407">Second_Product_Purchased</cx:pt>
          <cx:pt idx="35408">Second_Product_Purchased</cx:pt>
          <cx:pt idx="35409">Second_Product_Purchased</cx:pt>
          <cx:pt idx="35410">Second_Product_Purchased</cx:pt>
          <cx:pt idx="35411">Second_Product_Purchased</cx:pt>
          <cx:pt idx="35412">Second_Product_Purchased</cx:pt>
          <cx:pt idx="35413">Second_Product_Purchased</cx:pt>
          <cx:pt idx="35414">Second_Product_Purchased</cx:pt>
          <cx:pt idx="35415">Second_Product_Purchased</cx:pt>
          <cx:pt idx="35416">Second_Product_Purchased</cx:pt>
          <cx:pt idx="35417">Second_Product_Purchased</cx:pt>
          <cx:pt idx="35418">Second_Product_Purchased</cx:pt>
          <cx:pt idx="35419">Second_Product_Purchased</cx:pt>
          <cx:pt idx="35420">Second_Product_Purchased</cx:pt>
          <cx:pt idx="35421">Second_Product_Purchased</cx:pt>
          <cx:pt idx="35422">Second_Product_Purchased</cx:pt>
          <cx:pt idx="35423">Second_Product_Purchased</cx:pt>
          <cx:pt idx="35424">Second_Product_Purchased</cx:pt>
          <cx:pt idx="35425">Second_Product_Purchased</cx:pt>
          <cx:pt idx="35426">Second_Product_Purchased</cx:pt>
          <cx:pt idx="35427">Second_Product_Purchased</cx:pt>
          <cx:pt idx="35428">Second_Product_Purchased</cx:pt>
          <cx:pt idx="35429">Second_Product_Purchased</cx:pt>
          <cx:pt idx="35430">Second_Product_Purchased</cx:pt>
          <cx:pt idx="35431">Second_Product_Purchased</cx:pt>
          <cx:pt idx="35432">Second_Product_Purchased</cx:pt>
          <cx:pt idx="35433">Second_Product_Purchased</cx:pt>
          <cx:pt idx="35434">Second_Product_Purchased</cx:pt>
          <cx:pt idx="35435">Second_Product_Purchased</cx:pt>
          <cx:pt idx="35436">Second_Product_Purchased</cx:pt>
          <cx:pt idx="35437">Second_Product_Purchased</cx:pt>
          <cx:pt idx="35438">Second_Product_Purchased</cx:pt>
          <cx:pt idx="35439">Second_Product_Purchased</cx:pt>
          <cx:pt idx="35440">Second_Product_Purchased</cx:pt>
          <cx:pt idx="35441">Second_Product_Purchased</cx:pt>
          <cx:pt idx="35442">Second_Product_Purchased</cx:pt>
          <cx:pt idx="35443">Second_Product_Purchased</cx:pt>
          <cx:pt idx="35444">Second_Product_Purchased</cx:pt>
          <cx:pt idx="35445">Second_Product_Purchased</cx:pt>
          <cx:pt idx="35446">Second_Product_Purchased</cx:pt>
          <cx:pt idx="35447">Second_Product_Purchased</cx:pt>
          <cx:pt idx="35448">Second_Product_Purchased</cx:pt>
          <cx:pt idx="35449">Second_Product_Purchased</cx:pt>
          <cx:pt idx="35450">Second_Product_Purchased</cx:pt>
          <cx:pt idx="35451">Second_Product_Purchased</cx:pt>
          <cx:pt idx="35452">Second_Product_Purchased</cx:pt>
          <cx:pt idx="35453">Second_Product_Purchased</cx:pt>
          <cx:pt idx="35454">Second_Product_Purchased</cx:pt>
          <cx:pt idx="35455">Second_Product_Purchased</cx:pt>
          <cx:pt idx="35456">Second_Product_Purchased</cx:pt>
          <cx:pt idx="35457">Second_Product_Purchased</cx:pt>
          <cx:pt idx="35458">Second_Product_Purchased</cx:pt>
          <cx:pt idx="35459">Second_Product_Purchased</cx:pt>
          <cx:pt idx="35460">Second_Product_Purchased</cx:pt>
          <cx:pt idx="35461">Second_Product_Purchased</cx:pt>
          <cx:pt idx="35462">Second_Product_Purchased</cx:pt>
          <cx:pt idx="35463">Second_Product_Purchased</cx:pt>
          <cx:pt idx="35464">Second_Product_Purchased</cx:pt>
          <cx:pt idx="35465">Second_Product_Purchased</cx:pt>
          <cx:pt idx="35466">Second_Product_Purchased</cx:pt>
          <cx:pt idx="35467">Second_Product_Purchased</cx:pt>
          <cx:pt idx="35468">Second_Product_Purchased</cx:pt>
          <cx:pt idx="35469">Second_Product_Purchased</cx:pt>
          <cx:pt idx="35470">Second_Product_Purchased</cx:pt>
          <cx:pt idx="35471">Second_Product_Purchased</cx:pt>
          <cx:pt idx="35472">Second_Product_Purchased</cx:pt>
          <cx:pt idx="35473">Second_Product_Purchased</cx:pt>
          <cx:pt idx="35474">Second_Product_Purchased</cx:pt>
          <cx:pt idx="35475">Second_Product_Purchased</cx:pt>
          <cx:pt idx="35476">Second_Product_Purchased</cx:pt>
          <cx:pt idx="35477">Second_Product_Purchased</cx:pt>
          <cx:pt idx="35478">Second_Product_Purchased</cx:pt>
          <cx:pt idx="35479">Second_Product_Purchased</cx:pt>
          <cx:pt idx="35480">Second_Product_Purchased</cx:pt>
          <cx:pt idx="35481">Second_Product_Purchased</cx:pt>
          <cx:pt idx="35482">Second_Product_Purchased</cx:pt>
          <cx:pt idx="35483">Second_Product_Purchased</cx:pt>
          <cx:pt idx="35484">Second_Product_Purchased</cx:pt>
          <cx:pt idx="35485">Second_Product_Purchased</cx:pt>
          <cx:pt idx="35486">Second_Product_Purchased</cx:pt>
          <cx:pt idx="35487">Second_Product_Purchased</cx:pt>
          <cx:pt idx="35488">Second_Product_Purchased</cx:pt>
          <cx:pt idx="35489">Second_Product_Purchased</cx:pt>
          <cx:pt idx="35490">Second_Product_Purchased</cx:pt>
          <cx:pt idx="35491">Second_Product_Purchased</cx:pt>
          <cx:pt idx="35492">Second_Product_Purchased</cx:pt>
          <cx:pt idx="35493">Second_Product_Purchased</cx:pt>
          <cx:pt idx="35494">Second_Product_Purchased</cx:pt>
          <cx:pt idx="35495">Second_Product_Purchased</cx:pt>
          <cx:pt idx="35496">Second_Product_Purchased</cx:pt>
          <cx:pt idx="35497">Second_Product_Purchased</cx:pt>
          <cx:pt idx="35498">Second_Product_Purchased</cx:pt>
          <cx:pt idx="35499">Second_Product_Purchased</cx:pt>
          <cx:pt idx="35500">Second_Product_Purchased</cx:pt>
          <cx:pt idx="35501">Second_Product_Purchased</cx:pt>
          <cx:pt idx="35502">Second_Product_Purchased</cx:pt>
          <cx:pt idx="35503">Second_Product_Purchased</cx:pt>
          <cx:pt idx="35504">Second_Product_Purchased</cx:pt>
          <cx:pt idx="35505">Second_Product_Purchased</cx:pt>
          <cx:pt idx="35506">Second_Product_Purchased</cx:pt>
          <cx:pt idx="35507">Second_Product_Purchased</cx:pt>
          <cx:pt idx="35508">Second_Product_Purchased</cx:pt>
          <cx:pt idx="35509">Second_Product_Purchased</cx:pt>
          <cx:pt idx="35510">Second_Product_Purchased</cx:pt>
          <cx:pt idx="35511">Second_Product_Purchased</cx:pt>
          <cx:pt idx="35512">Second_Product_Purchased</cx:pt>
          <cx:pt idx="35513">Second_Product_Purchased</cx:pt>
          <cx:pt idx="35514">Second_Product_Purchased</cx:pt>
          <cx:pt idx="35515">Second_Product_Purchased</cx:pt>
          <cx:pt idx="35516">Second_Product_Purchased</cx:pt>
          <cx:pt idx="35517">Second_Product_Purchased</cx:pt>
          <cx:pt idx="35518">Second_Product_Purchased</cx:pt>
          <cx:pt idx="35519">Second_Product_Purchased</cx:pt>
          <cx:pt idx="35520">Second_Product_Purchased</cx:pt>
          <cx:pt idx="35521">Second_Product_Purchased</cx:pt>
          <cx:pt idx="35522">Second_Product_Purchased</cx:pt>
          <cx:pt idx="35523">Second_Product_Purchased</cx:pt>
          <cx:pt idx="35524">Second_Product_Purchased</cx:pt>
          <cx:pt idx="35525">Second_Product_Purchased</cx:pt>
          <cx:pt idx="35526">Second_Product_Purchased</cx:pt>
          <cx:pt idx="35527">Second_Product_Purchased</cx:pt>
          <cx:pt idx="35528">Second_Product_Purchased</cx:pt>
          <cx:pt idx="35529">Second_Product_Purchased</cx:pt>
          <cx:pt idx="35530">Second_Product_Purchased</cx:pt>
          <cx:pt idx="35531">Second_Product_Purchased</cx:pt>
          <cx:pt idx="35532">Second_Product_Purchased</cx:pt>
          <cx:pt idx="35533">Second_Product_Purchased</cx:pt>
          <cx:pt idx="35534">Second_Product_Purchased</cx:pt>
          <cx:pt idx="35535">Second_Product_Purchased</cx:pt>
          <cx:pt idx="35536">Second_Product_Purchased</cx:pt>
          <cx:pt idx="35537">Second_Product_Purchased</cx:pt>
          <cx:pt idx="35538">Second_Product_Purchased</cx:pt>
          <cx:pt idx="35539">Second_Product_Purchased</cx:pt>
          <cx:pt idx="35540">Second_Product_Purchased</cx:pt>
          <cx:pt idx="35541">Second_Product_Purchased</cx:pt>
          <cx:pt idx="35542">Second_Product_Purchased</cx:pt>
          <cx:pt idx="35543">Second_Product_Purchased</cx:pt>
          <cx:pt idx="35544">Second_Product_Purchased</cx:pt>
          <cx:pt idx="35545">Second_Product_Purchased</cx:pt>
          <cx:pt idx="35546">Second_Product_Purchased</cx:pt>
          <cx:pt idx="35547">Second_Product_Purchased</cx:pt>
          <cx:pt idx="35548">Second_Product_Purchased</cx:pt>
          <cx:pt idx="35549">Second_Product_Purchased</cx:pt>
          <cx:pt idx="35550">Second_Product_Purchased</cx:pt>
          <cx:pt idx="35551">Second_Product_Purchased</cx:pt>
          <cx:pt idx="35552">Second_Product_Purchased</cx:pt>
          <cx:pt idx="35553">Second_Product_Purchased</cx:pt>
          <cx:pt idx="35554">Second_Product_Purchased</cx:pt>
          <cx:pt idx="35555">Second_Product_Purchased</cx:pt>
          <cx:pt idx="35556">Second_Product_Purchased</cx:pt>
          <cx:pt idx="35557">Second_Product_Purchased</cx:pt>
          <cx:pt idx="35558">Second_Product_Purchased</cx:pt>
          <cx:pt idx="35559">Second_Product_Purchased</cx:pt>
          <cx:pt idx="35560">Second_Product_Purchased</cx:pt>
          <cx:pt idx="35561">Second_Product_Purchased</cx:pt>
          <cx:pt idx="35562">Second_Product_Purchased</cx:pt>
          <cx:pt idx="35563">Second_Product_Purchased</cx:pt>
          <cx:pt idx="35564">Second_Product_Purchased</cx:pt>
          <cx:pt idx="35565">Second_Product_Purchased</cx:pt>
          <cx:pt idx="35566">Second_Product_Purchased</cx:pt>
          <cx:pt idx="35567">Second_Product_Purchased</cx:pt>
          <cx:pt idx="35568">Second_Product_Purchased</cx:pt>
          <cx:pt idx="35569">Second_Product_Purchased</cx:pt>
          <cx:pt idx="35570">Second_Product_Purchased</cx:pt>
          <cx:pt idx="35571">Second_Product_Purchased</cx:pt>
          <cx:pt idx="35572">Second_Product_Purchased</cx:pt>
          <cx:pt idx="35573">Second_Product_Purchased</cx:pt>
          <cx:pt idx="35574">Second_Product_Purchased</cx:pt>
          <cx:pt idx="35575">Second_Product_Purchased</cx:pt>
          <cx:pt idx="35576">Second_Product_Purchased</cx:pt>
          <cx:pt idx="35577">Second_Product_Purchased</cx:pt>
          <cx:pt idx="35578">Second_Product_Purchased</cx:pt>
          <cx:pt idx="35579">Second_Product_Purchased</cx:pt>
          <cx:pt idx="35580">Second_Product_Purchased</cx:pt>
          <cx:pt idx="35581">Second_Product_Purchased</cx:pt>
          <cx:pt idx="35582">Second_Product_Purchased</cx:pt>
          <cx:pt idx="35583">Second_Product_Purchased</cx:pt>
          <cx:pt idx="35584">Second_Product_Purchased</cx:pt>
          <cx:pt idx="35585">Second_Product_Purchased</cx:pt>
          <cx:pt idx="35586">Second_Product_Purchased</cx:pt>
          <cx:pt idx="35587">Second_Product_Purchased</cx:pt>
          <cx:pt idx="35588">Second_Product_Purchased</cx:pt>
          <cx:pt idx="35589">Second_Product_Purchased</cx:pt>
          <cx:pt idx="35590">Second_Product_Purchased</cx:pt>
          <cx:pt idx="35591">Second_Product_Purchased</cx:pt>
          <cx:pt idx="35592">Second_Product_Purchased</cx:pt>
          <cx:pt idx="35593">Second_Product_Purchased</cx:pt>
          <cx:pt idx="35594">Second_Product_Purchased</cx:pt>
          <cx:pt idx="35595">Second_Product_Purchased</cx:pt>
          <cx:pt idx="35596">Second_Product_Purchased</cx:pt>
          <cx:pt idx="35597">Second_Product_Purchased</cx:pt>
          <cx:pt idx="35598">Second_Product_Purchased</cx:pt>
          <cx:pt idx="35599">Second_Product_Purchased</cx:pt>
          <cx:pt idx="35600">Second_Product_Purchased</cx:pt>
          <cx:pt idx="35601">Second_Product_Purchased</cx:pt>
          <cx:pt idx="35602">Second_Product_Purchased</cx:pt>
          <cx:pt idx="35603">Second_Product_Purchased</cx:pt>
          <cx:pt idx="35604">Second_Product_Purchased</cx:pt>
          <cx:pt idx="35605">Second_Product_Purchased</cx:pt>
          <cx:pt idx="35606">Second_Product_Purchased</cx:pt>
          <cx:pt idx="35607">Second_Product_Purchased</cx:pt>
          <cx:pt idx="35608">Second_Product_Purchased</cx:pt>
          <cx:pt idx="35609">Second_Product_Purchased</cx:pt>
          <cx:pt idx="35610">Second_Product_Purchased</cx:pt>
          <cx:pt idx="35611">Second_Product_Purchased</cx:pt>
          <cx:pt idx="35612">Second_Product_Purchased</cx:pt>
          <cx:pt idx="35613">Second_Product_Purchased</cx:pt>
          <cx:pt idx="35614">Second_Product_Purchased</cx:pt>
          <cx:pt idx="35615">Second_Product_Purchased</cx:pt>
          <cx:pt idx="35616">Second_Product_Purchased</cx:pt>
          <cx:pt idx="35617">Second_Product_Purchased</cx:pt>
          <cx:pt idx="35618">Second_Product_Purchased</cx:pt>
          <cx:pt idx="35619">Second_Product_Purchased</cx:pt>
          <cx:pt idx="35620">Second_Product_Purchased</cx:pt>
          <cx:pt idx="35621">Second_Product_Purchased</cx:pt>
          <cx:pt idx="35622">Second_Product_Purchased</cx:pt>
          <cx:pt idx="35623">Second_Product_Purchased</cx:pt>
          <cx:pt idx="35624">Second_Product_Purchased</cx:pt>
          <cx:pt idx="35625">Second_Product_Purchased</cx:pt>
          <cx:pt idx="35626">Second_Product_Purchased</cx:pt>
          <cx:pt idx="35627">Second_Product_Purchased</cx:pt>
          <cx:pt idx="35628">Second_Product_Purchased</cx:pt>
          <cx:pt idx="35629">Second_Product_Purchased</cx:pt>
          <cx:pt idx="35630">Second_Product_Purchased</cx:pt>
          <cx:pt idx="35631">Second_Product_Purchased</cx:pt>
          <cx:pt idx="35632">Second_Product_Purchased</cx:pt>
          <cx:pt idx="35633">Second_Product_Purchased</cx:pt>
          <cx:pt idx="35634">Second_Product_Purchased</cx:pt>
          <cx:pt idx="35635">Second_Product_Purchased</cx:pt>
          <cx:pt idx="35636">Second_Product_Purchased</cx:pt>
          <cx:pt idx="35637">Second_Product_Purchased</cx:pt>
          <cx:pt idx="35638">Second_Product_Purchased</cx:pt>
          <cx:pt idx="35639">Second_Product_Purchased</cx:pt>
          <cx:pt idx="35640">Second_Product_Purchased</cx:pt>
          <cx:pt idx="35641">Second_Product_Purchased</cx:pt>
          <cx:pt idx="35642">Second_Product_Purchased</cx:pt>
          <cx:pt idx="35643">Second_Product_Purchased</cx:pt>
          <cx:pt idx="35644">Second_Product_Purchased</cx:pt>
          <cx:pt idx="35645">Second_Product_Purchased</cx:pt>
          <cx:pt idx="35646">Second_Product_Purchased</cx:pt>
          <cx:pt idx="35647">Second_Product_Purchased</cx:pt>
          <cx:pt idx="35648">Second_Product_Purchased</cx:pt>
          <cx:pt idx="35649">Second_Product_Purchased</cx:pt>
          <cx:pt idx="35650">Second_Product_Purchased</cx:pt>
          <cx:pt idx="35651">Second_Product_Purchased</cx:pt>
          <cx:pt idx="35652">Second_Product_Purchased</cx:pt>
          <cx:pt idx="35653">Second_Product_Purchased</cx:pt>
          <cx:pt idx="35654">Second_Product_Purchased</cx:pt>
          <cx:pt idx="35655">Second_Product_Purchased</cx:pt>
          <cx:pt idx="35656">Second_Product_Purchased</cx:pt>
          <cx:pt idx="35657">Second_Product_Purchased</cx:pt>
          <cx:pt idx="35658">Second_Product_Purchased</cx:pt>
          <cx:pt idx="35659">Second_Product_Purchased</cx:pt>
          <cx:pt idx="35660">Second_Product_Purchased</cx:pt>
          <cx:pt idx="35661">Second_Product_Purchased</cx:pt>
          <cx:pt idx="35662">Second_Product_Purchased</cx:pt>
          <cx:pt idx="35663">Second_Product_Purchased</cx:pt>
          <cx:pt idx="35664">Second_Product_Purchased</cx:pt>
          <cx:pt idx="35665">Second_Product_Purchased</cx:pt>
          <cx:pt idx="35666">Second_Product_Purchased</cx:pt>
          <cx:pt idx="35667">Second_Product_Purchased</cx:pt>
          <cx:pt idx="35668">Second_Product_Purchased</cx:pt>
          <cx:pt idx="35669">Second_Product_Purchased</cx:pt>
          <cx:pt idx="35670">Second_Product_Purchased</cx:pt>
          <cx:pt idx="35671">Second_Product_Purchased</cx:pt>
          <cx:pt idx="35672">Second_Product_Purchased</cx:pt>
          <cx:pt idx="35673">Second_Product_Purchased</cx:pt>
          <cx:pt idx="35674">Second_Product_Purchased</cx:pt>
          <cx:pt idx="35675">Second_Product_Purchased</cx:pt>
          <cx:pt idx="35676">Second_Product_Purchased</cx:pt>
          <cx:pt idx="35677">Second_Product_Purchased</cx:pt>
          <cx:pt idx="35678">Second_Product_Purchased</cx:pt>
          <cx:pt idx="35679">Second_Product_Purchased</cx:pt>
          <cx:pt idx="35680">Second_Product_Purchased</cx:pt>
          <cx:pt idx="35681">Second_Product_Purchased</cx:pt>
          <cx:pt idx="35682">Second_Product_Purchased</cx:pt>
          <cx:pt idx="35683">Second_Product_Purchased</cx:pt>
          <cx:pt idx="35684">Second_Product_Purchased</cx:pt>
          <cx:pt idx="35685">Second_Product_Purchased</cx:pt>
          <cx:pt idx="35686">Second_Product_Purchased</cx:pt>
          <cx:pt idx="35687">Second_Product_Purchased</cx:pt>
          <cx:pt idx="35688">Second_Product_Purchased</cx:pt>
          <cx:pt idx="35689">Second_Product_Purchased</cx:pt>
          <cx:pt idx="35690">Second_Product_Purchased</cx:pt>
          <cx:pt idx="35691">Second_Product_Purchased</cx:pt>
          <cx:pt idx="35692">Second_Product_Purchased</cx:pt>
          <cx:pt idx="35693">Second_Product_Purchased</cx:pt>
          <cx:pt idx="35694">Second_Product_Purchased</cx:pt>
          <cx:pt idx="35695">Second_Product_Purchased</cx:pt>
          <cx:pt idx="35696">Second_Product_Purchased</cx:pt>
          <cx:pt idx="35697">Second_Product_Purchased</cx:pt>
          <cx:pt idx="35698">Second_Product_Purchased</cx:pt>
          <cx:pt idx="35699">Second_Product_Purchased</cx:pt>
          <cx:pt idx="35700">Second_Product_Purchased</cx:pt>
          <cx:pt idx="35701">Second_Product_Purchased</cx:pt>
          <cx:pt idx="35702">Second_Product_Purchased</cx:pt>
          <cx:pt idx="35703">Second_Product_Purchased</cx:pt>
          <cx:pt idx="35704">Second_Product_Purchased</cx:pt>
          <cx:pt idx="35705">Second_Product_Purchased</cx:pt>
          <cx:pt idx="35706">Second_Product_Purchased</cx:pt>
          <cx:pt idx="35707">Second_Product_Purchased</cx:pt>
          <cx:pt idx="35708">Second_Product_Purchased</cx:pt>
          <cx:pt idx="35709">Second_Product_Purchased</cx:pt>
          <cx:pt idx="35710">Second_Product_Purchased</cx:pt>
          <cx:pt idx="35711">Second_Product_Purchased</cx:pt>
          <cx:pt idx="35712">Second_Product_Purchased</cx:pt>
          <cx:pt idx="35713">Second_Product_Purchased</cx:pt>
          <cx:pt idx="35714">Second_Product_Purchased</cx:pt>
          <cx:pt idx="35715">Second_Product_Purchased</cx:pt>
          <cx:pt idx="35716">Second_Product_Purchased</cx:pt>
          <cx:pt idx="35717">Second_Product_Purchased</cx:pt>
          <cx:pt idx="35718">Second_Product_Purchased</cx:pt>
          <cx:pt idx="35719">Second_Product_Purchased</cx:pt>
          <cx:pt idx="35720">Second_Product_Purchased</cx:pt>
          <cx:pt idx="35721">Second_Product_Purchased</cx:pt>
          <cx:pt idx="35722">Second_Product_Purchased</cx:pt>
          <cx:pt idx="35723">Second_Product_Purchased</cx:pt>
          <cx:pt idx="35724">Second_Product_Purchased</cx:pt>
          <cx:pt idx="35725">Second_Product_Purchased</cx:pt>
          <cx:pt idx="35726">Second_Product_Purchased</cx:pt>
          <cx:pt idx="35727">Second_Product_Purchased</cx:pt>
          <cx:pt idx="35728">Second_Product_Purchased</cx:pt>
          <cx:pt idx="35729">Second_Product_Purchased</cx:pt>
          <cx:pt idx="35730">Second_Product_Purchased</cx:pt>
          <cx:pt idx="35731">Second_Product_Purchased</cx:pt>
          <cx:pt idx="35732">Second_Product_Purchased</cx:pt>
          <cx:pt idx="35733">Second_Product_Purchased</cx:pt>
          <cx:pt idx="35734">Second_Product_Purchased</cx:pt>
          <cx:pt idx="35735">Second_Product_Purchased</cx:pt>
          <cx:pt idx="35736">Second_Product_Purchased</cx:pt>
          <cx:pt idx="35737">Second_Product_Purchased</cx:pt>
          <cx:pt idx="35738">Second_Product_Purchased</cx:pt>
          <cx:pt idx="35739">Second_Product_Purchased</cx:pt>
          <cx:pt idx="35740">Second_Product_Purchased</cx:pt>
          <cx:pt idx="35741">Second_Product_Purchased</cx:pt>
          <cx:pt idx="35742">Second_Product_Purchased</cx:pt>
          <cx:pt idx="35743">Second_Product_Purchased</cx:pt>
          <cx:pt idx="35744">Second_Product_Purchased</cx:pt>
          <cx:pt idx="35745">Second_Product_Purchased</cx:pt>
          <cx:pt idx="35746">Second_Product_Purchased</cx:pt>
          <cx:pt idx="35747">Second_Product_Purchased</cx:pt>
          <cx:pt idx="35748">Second_Product_Purchased</cx:pt>
          <cx:pt idx="35749">Second_Product_Purchased</cx:pt>
          <cx:pt idx="35750">Second_Product_Purchased</cx:pt>
          <cx:pt idx="35751">Second_Product_Purchased</cx:pt>
          <cx:pt idx="35752">Second_Product_Purchased</cx:pt>
          <cx:pt idx="35753">Second_Product_Purchased</cx:pt>
          <cx:pt idx="35754">Second_Product_Purchased</cx:pt>
          <cx:pt idx="35755">Second_Product_Purchased</cx:pt>
          <cx:pt idx="35756">Second_Product_Purchased</cx:pt>
          <cx:pt idx="35757">Second_Product_Purchased</cx:pt>
          <cx:pt idx="35758">Second_Product_Purchased</cx:pt>
          <cx:pt idx="35759">Second_Product_Purchased</cx:pt>
          <cx:pt idx="35760">Second_Product_Purchased</cx:pt>
          <cx:pt idx="35761">Second_Product_Purchased</cx:pt>
          <cx:pt idx="35762">Second_Product_Purchased</cx:pt>
          <cx:pt idx="35763">Second_Product_Purchased</cx:pt>
          <cx:pt idx="35764">Second_Product_Purchased</cx:pt>
          <cx:pt idx="35765">Second_Product_Purchased</cx:pt>
          <cx:pt idx="35766">Second_Product_Purchased</cx:pt>
          <cx:pt idx="35767">Second_Product_Purchased</cx:pt>
          <cx:pt idx="35768">Second_Product_Purchased</cx:pt>
          <cx:pt idx="35769">Second_Product_Purchased</cx:pt>
          <cx:pt idx="35770">Second_Product_Purchased</cx:pt>
          <cx:pt idx="35771">Second_Product_Purchased</cx:pt>
          <cx:pt idx="35772">Second_Product_Purchased</cx:pt>
          <cx:pt idx="35773">Second_Product_Purchased</cx:pt>
          <cx:pt idx="35774">Second_Product_Purchased</cx:pt>
          <cx:pt idx="35775">Second_Product_Purchased</cx:pt>
          <cx:pt idx="35776">Second_Product_Purchased</cx:pt>
          <cx:pt idx="35777">Second_Product_Purchased</cx:pt>
          <cx:pt idx="35778">Second_Product_Purchased</cx:pt>
          <cx:pt idx="35779">Second_Product_Purchased</cx:pt>
          <cx:pt idx="35780">Second_Product_Purchased</cx:pt>
          <cx:pt idx="35781">Second_Product_Purchased</cx:pt>
          <cx:pt idx="35782">Second_Product_Purchased</cx:pt>
          <cx:pt idx="35783">Second_Product_Purchased</cx:pt>
          <cx:pt idx="35784">Second_Product_Purchased</cx:pt>
          <cx:pt idx="35785">Second_Product_Purchased</cx:pt>
          <cx:pt idx="35786">Second_Product_Purchased</cx:pt>
          <cx:pt idx="35787">Second_Product_Purchased</cx:pt>
          <cx:pt idx="35788">Second_Product_Purchased</cx:pt>
          <cx:pt idx="35789">Second_Product_Purchased</cx:pt>
          <cx:pt idx="35790">Second_Product_Purchased</cx:pt>
          <cx:pt idx="35791">Second_Product_Purchased</cx:pt>
          <cx:pt idx="35792">Second_Product_Purchased</cx:pt>
          <cx:pt idx="35793">Second_Product_Purchased</cx:pt>
          <cx:pt idx="35794">Second_Product_Purchased</cx:pt>
          <cx:pt idx="35795">Second_Product_Purchased</cx:pt>
          <cx:pt idx="35796">Second_Product_Purchased</cx:pt>
          <cx:pt idx="35797">Second_Product_Purchased</cx:pt>
          <cx:pt idx="35798">Second_Product_Purchased</cx:pt>
          <cx:pt idx="35799">Second_Product_Purchased</cx:pt>
          <cx:pt idx="35800">Second_Product_Purchased</cx:pt>
          <cx:pt idx="35801">Second_Product_Purchased</cx:pt>
          <cx:pt idx="35802">Second_Product_Purchased</cx:pt>
          <cx:pt idx="35803">Second_Product_Purchased</cx:pt>
          <cx:pt idx="35804">Second_Product_Purchased</cx:pt>
          <cx:pt idx="35805">Second_Product_Purchased</cx:pt>
          <cx:pt idx="35806">Second_Product_Purchased</cx:pt>
          <cx:pt idx="35807">Second_Product_Purchased</cx:pt>
          <cx:pt idx="35808">Second_Product_Purchased</cx:pt>
          <cx:pt idx="35809">Second_Product_Purchased</cx:pt>
          <cx:pt idx="35810">Second_Product_Purchased</cx:pt>
          <cx:pt idx="35811">Second_Product_Purchased</cx:pt>
          <cx:pt idx="35812">Second_Product_Purchased</cx:pt>
          <cx:pt idx="35813">Second_Product_Purchased</cx:pt>
          <cx:pt idx="35814">Second_Product_Purchased</cx:pt>
          <cx:pt idx="35815">Second_Product_Purchased</cx:pt>
          <cx:pt idx="35816">Second_Product_Purchased</cx:pt>
          <cx:pt idx="35817">Second_Product_Purchased</cx:pt>
          <cx:pt idx="35818">Second_Product_Purchased</cx:pt>
          <cx:pt idx="35819">Second_Product_Purchased</cx:pt>
          <cx:pt idx="35820">Second_Product_Purchased</cx:pt>
          <cx:pt idx="35821">Second_Product_Purchased</cx:pt>
          <cx:pt idx="35822">Second_Product_Purchased</cx:pt>
          <cx:pt idx="35823">Second_Product_Purchased</cx:pt>
          <cx:pt idx="35824">Second_Product_Purchased</cx:pt>
          <cx:pt idx="35825">Second_Product_Purchased</cx:pt>
          <cx:pt idx="35826">Second_Product_Purchased</cx:pt>
          <cx:pt idx="35827">Second_Product_Purchased</cx:pt>
          <cx:pt idx="35828">Second_Product_Purchased</cx:pt>
          <cx:pt idx="35829">Second_Product_Purchased</cx:pt>
          <cx:pt idx="35830">Second_Product_Purchased</cx:pt>
          <cx:pt idx="35831">Second_Product_Purchased</cx:pt>
          <cx:pt idx="35832">Second_Product_Purchased</cx:pt>
          <cx:pt idx="35833">Second_Product_Purchased</cx:pt>
          <cx:pt idx="35834">Second_Product_Purchased</cx:pt>
          <cx:pt idx="35835">Second_Product_Purchased</cx:pt>
          <cx:pt idx="35836">Second_Product_Purchased</cx:pt>
          <cx:pt idx="35837">Second_Product_Purchased</cx:pt>
          <cx:pt idx="35838">Second_Product_Purchased</cx:pt>
          <cx:pt idx="35839">Second_Product_Purchased</cx:pt>
          <cx:pt idx="35840">Second_Product_Purchased</cx:pt>
          <cx:pt idx="35841">Second_Product_Purchased</cx:pt>
          <cx:pt idx="35842">Second_Product_Purchased</cx:pt>
          <cx:pt idx="35843">Second_Product_Purchased</cx:pt>
          <cx:pt idx="35844">Second_Product_Purchased</cx:pt>
          <cx:pt idx="35845">Second_Product_Purchased</cx:pt>
          <cx:pt idx="35846">Second_Product_Purchased</cx:pt>
          <cx:pt idx="35847">Second_Product_Purchased</cx:pt>
          <cx:pt idx="35848">Second_Product_Purchased</cx:pt>
          <cx:pt idx="35849">Second_Product_Purchased</cx:pt>
          <cx:pt idx="35850">Second_Product_Purchased</cx:pt>
          <cx:pt idx="35851">Second_Product_Purchased</cx:pt>
          <cx:pt idx="35852">Second_Product_Purchased</cx:pt>
          <cx:pt idx="35853">Second_Product_Purchased</cx:pt>
          <cx:pt idx="35854">Second_Product_Purchased</cx:pt>
          <cx:pt idx="35855">Second_Product_Purchased</cx:pt>
          <cx:pt idx="35856">Second_Product_Purchased</cx:pt>
          <cx:pt idx="35857">Second_Product_Purchased</cx:pt>
          <cx:pt idx="35858">Second_Product_Purchased</cx:pt>
          <cx:pt idx="35859">Second_Product_Purchased</cx:pt>
          <cx:pt idx="35860">Second_Product_Purchased</cx:pt>
          <cx:pt idx="35861">Second_Product_Purchased</cx:pt>
          <cx:pt idx="35862">Second_Product_Purchased</cx:pt>
          <cx:pt idx="35863">Second_Product_Purchased</cx:pt>
          <cx:pt idx="35864">Second_Product_Purchased</cx:pt>
          <cx:pt idx="35865">Second_Product_Purchased</cx:pt>
          <cx:pt idx="35866">Second_Product_Purchased</cx:pt>
          <cx:pt idx="35867">Second_Product_Purchased</cx:pt>
          <cx:pt idx="35868">Second_Product_Purchased</cx:pt>
          <cx:pt idx="35869">Second_Product_Purchased</cx:pt>
          <cx:pt idx="35870">Second_Product_Purchased</cx:pt>
          <cx:pt idx="35871">Second_Product_Purchased</cx:pt>
          <cx:pt idx="35872">Second_Product_Purchased</cx:pt>
          <cx:pt idx="35873">Second_Product_Purchased</cx:pt>
          <cx:pt idx="35874">Second_Product_Purchased</cx:pt>
          <cx:pt idx="35875">Second_Product_Purchased</cx:pt>
          <cx:pt idx="35876">Second_Product_Purchased</cx:pt>
          <cx:pt idx="35877">Second_Product_Purchased</cx:pt>
          <cx:pt idx="35878">Second_Product_Purchased</cx:pt>
          <cx:pt idx="35879">Second_Product_Purchased</cx:pt>
          <cx:pt idx="35880">Second_Product_Purchased</cx:pt>
          <cx:pt idx="35881">Second_Product_Purchased</cx:pt>
          <cx:pt idx="35882">Second_Product_Purchased</cx:pt>
          <cx:pt idx="35883">Second_Product_Purchased</cx:pt>
          <cx:pt idx="35884">Second_Product_Purchased</cx:pt>
          <cx:pt idx="35885">Second_Product_Purchased</cx:pt>
          <cx:pt idx="35886">Second_Product_Purchased</cx:pt>
          <cx:pt idx="35887">Second_Product_Purchased</cx:pt>
          <cx:pt idx="35888">Second_Product_Purchased</cx:pt>
          <cx:pt idx="35889">Second_Product_Purchased</cx:pt>
          <cx:pt idx="35890">Second_Product_Purchased</cx:pt>
          <cx:pt idx="35891">Second_Product_Purchased</cx:pt>
          <cx:pt idx="35892">Second_Product_Purchased</cx:pt>
          <cx:pt idx="35893">Second_Product_Purchased</cx:pt>
          <cx:pt idx="35894">Second_Product_Purchased</cx:pt>
          <cx:pt idx="35895">Second_Product_Purchased</cx:pt>
          <cx:pt idx="35896">Second_Product_Purchased</cx:pt>
          <cx:pt idx="35897">Second_Product_Purchased</cx:pt>
          <cx:pt idx="35898">Second_Product_Purchased</cx:pt>
          <cx:pt idx="35899">Second_Product_Purchased</cx:pt>
          <cx:pt idx="35900">Second_Product_Purchased</cx:pt>
          <cx:pt idx="35901">Second_Product_Purchased</cx:pt>
          <cx:pt idx="35902">Second_Product_Purchased</cx:pt>
          <cx:pt idx="35903">Second_Product_Purchased</cx:pt>
          <cx:pt idx="35904">Second_Product_Purchased</cx:pt>
          <cx:pt idx="35905">Second_Product_Purchased</cx:pt>
          <cx:pt idx="35906">Second_Product_Purchased</cx:pt>
          <cx:pt idx="35907">Second_Product_Purchased</cx:pt>
          <cx:pt idx="35908">Second_Product_Purchased</cx:pt>
          <cx:pt idx="35909">Second_Product_Purchased</cx:pt>
          <cx:pt idx="35910">Second_Product_Purchased</cx:pt>
          <cx:pt idx="35911">Second_Product_Purchased</cx:pt>
          <cx:pt idx="35912">Second_Product_Purchased</cx:pt>
          <cx:pt idx="35913">Second_Product_Purchased</cx:pt>
          <cx:pt idx="35914">Second_Product_Purchased</cx:pt>
          <cx:pt idx="35915">Second_Product_Purchased</cx:pt>
          <cx:pt idx="35916">Second_Product_Purchased</cx:pt>
          <cx:pt idx="35917">Second_Product_Purchased</cx:pt>
          <cx:pt idx="35918">Second_Product_Purchased</cx:pt>
          <cx:pt idx="35919">Second_Product_Purchased</cx:pt>
          <cx:pt idx="35920">Second_Product_Purchased</cx:pt>
          <cx:pt idx="35921">Second_Product_Purchased</cx:pt>
          <cx:pt idx="35922">Second_Product_Purchased</cx:pt>
          <cx:pt idx="35923">Second_Product_Purchased</cx:pt>
          <cx:pt idx="35924">Second_Product_Purchased</cx:pt>
          <cx:pt idx="35925">Second_Product_Purchased</cx:pt>
          <cx:pt idx="35926">Second_Product_Purchased</cx:pt>
          <cx:pt idx="35927">Second_Product_Purchased</cx:pt>
          <cx:pt idx="35928">Second_Product_Purchased</cx:pt>
          <cx:pt idx="35929">Second_Product_Purchased</cx:pt>
          <cx:pt idx="35930">Second_Product_Purchased</cx:pt>
          <cx:pt idx="35931">Second_Product_Purchased</cx:pt>
          <cx:pt idx="35932">Second_Product_Purchased</cx:pt>
          <cx:pt idx="35933">Second_Product_Purchased</cx:pt>
          <cx:pt idx="35934">Second_Product_Purchased</cx:pt>
          <cx:pt idx="35935">Second_Product_Purchased</cx:pt>
          <cx:pt idx="35936">Second_Product_Purchased</cx:pt>
          <cx:pt idx="35937">Second_Product_Purchased</cx:pt>
          <cx:pt idx="35938">Second_Product_Purchased</cx:pt>
          <cx:pt idx="35939">Second_Product_Purchased</cx:pt>
          <cx:pt idx="35940">Second_Product_Purchased</cx:pt>
          <cx:pt idx="35941">Second_Product_Purchased</cx:pt>
          <cx:pt idx="35942">Second_Product_Purchased</cx:pt>
          <cx:pt idx="35943">Second_Product_Purchased</cx:pt>
          <cx:pt idx="35944">Second_Product_Purchased</cx:pt>
          <cx:pt idx="35945">Second_Product_Purchased</cx:pt>
          <cx:pt idx="35946">Second_Product_Purchased</cx:pt>
          <cx:pt idx="35947">Second_Product_Purchased</cx:pt>
          <cx:pt idx="35948">Second_Product_Purchased</cx:pt>
          <cx:pt idx="35949">Second_Product_Purchased</cx:pt>
          <cx:pt idx="35950">Second_Product_Purchased</cx:pt>
          <cx:pt idx="35951">Second_Product_Purchased</cx:pt>
          <cx:pt idx="35952">Second_Product_Purchased</cx:pt>
          <cx:pt idx="35953">Second_Product_Purchased</cx:pt>
          <cx:pt idx="35954">Second_Product_Purchased</cx:pt>
          <cx:pt idx="35955">Second_Product_Purchased</cx:pt>
          <cx:pt idx="35956">Second_Product_Purchased</cx:pt>
          <cx:pt idx="35957">Second_Product_Purchased</cx:pt>
          <cx:pt idx="35958">Second_Product_Purchased</cx:pt>
          <cx:pt idx="35959">Second_Product_Purchased</cx:pt>
          <cx:pt idx="35960">Second_Product_Purchased</cx:pt>
          <cx:pt idx="35961">Second_Product_Purchased</cx:pt>
          <cx:pt idx="35962">Second_Product_Purchased</cx:pt>
          <cx:pt idx="35963">Second_Product_Purchased</cx:pt>
          <cx:pt idx="35964">Second_Product_Purchased</cx:pt>
          <cx:pt idx="35965">Second_Product_Purchased</cx:pt>
          <cx:pt idx="35966">Second_Product_Purchased</cx:pt>
          <cx:pt idx="35967">Second_Product_Purchased</cx:pt>
          <cx:pt idx="35968">Second_Product_Purchased</cx:pt>
          <cx:pt idx="35969">Second_Product_Purchased</cx:pt>
          <cx:pt idx="35970">Second_Product_Purchased</cx:pt>
          <cx:pt idx="35971">Second_Product_Purchased</cx:pt>
          <cx:pt idx="35972">Second_Product_Purchased</cx:pt>
          <cx:pt idx="35973">Second_Product_Purchased</cx:pt>
          <cx:pt idx="35974">Second_Product_Purchased</cx:pt>
          <cx:pt idx="35975">Second_Product_Purchased</cx:pt>
          <cx:pt idx="35976">Second_Product_Purchased</cx:pt>
          <cx:pt idx="35977">Second_Product_Purchased</cx:pt>
          <cx:pt idx="35978">Second_Product_Purchased</cx:pt>
          <cx:pt idx="35979">Second_Product_Purchased</cx:pt>
          <cx:pt idx="35980">Second_Product_Purchased</cx:pt>
          <cx:pt idx="35981">Second_Product_Purchased</cx:pt>
          <cx:pt idx="35982">Second_Product_Purchased</cx:pt>
          <cx:pt idx="35983">Second_Product_Purchased</cx:pt>
          <cx:pt idx="35984">Second_Product_Purchased</cx:pt>
          <cx:pt idx="35985">Second_Product_Purchased</cx:pt>
          <cx:pt idx="35986">Second_Product_Purchased</cx:pt>
          <cx:pt idx="35987">Second_Product_Purchased</cx:pt>
          <cx:pt idx="35988">Second_Product_Purchased</cx:pt>
          <cx:pt idx="35989">Second_Product_Purchased</cx:pt>
          <cx:pt idx="35990">Second_Product_Purchased</cx:pt>
          <cx:pt idx="35991">Second_Product_Purchased</cx:pt>
          <cx:pt idx="35992">Second_Product_Purchased</cx:pt>
          <cx:pt idx="35993">Second_Product_Purchased</cx:pt>
          <cx:pt idx="35994">Second_Product_Purchased</cx:pt>
          <cx:pt idx="35995">Second_Product_Purchased</cx:pt>
          <cx:pt idx="35996">Second_Product_Purchased</cx:pt>
          <cx:pt idx="35997">Second_Product_Purchased</cx:pt>
          <cx:pt idx="35998">Second_Product_Purchased</cx:pt>
          <cx:pt idx="35999">Second_Product_Purchased</cx:pt>
          <cx:pt idx="36000">Second_Product_Purchased</cx:pt>
          <cx:pt idx="36001">Second_Product_Purchased</cx:pt>
          <cx:pt idx="36002">Second_Product_Purchased</cx:pt>
          <cx:pt idx="36003">Second_Product_Purchased</cx:pt>
          <cx:pt idx="36004">Second_Product_Purchased</cx:pt>
          <cx:pt idx="36005">Second_Product_Purchased</cx:pt>
          <cx:pt idx="36006">Second_Product_Purchased</cx:pt>
          <cx:pt idx="36007">Second_Product_Purchased</cx:pt>
          <cx:pt idx="36008">Second_Product_Purchased</cx:pt>
          <cx:pt idx="36009">Second_Product_Purchased</cx:pt>
          <cx:pt idx="36010">Second_Product_Purchased</cx:pt>
          <cx:pt idx="36011">Second_Product_Purchased</cx:pt>
          <cx:pt idx="36012">Second_Product_Purchased</cx:pt>
          <cx:pt idx="36013">Second_Product_Purchased</cx:pt>
          <cx:pt idx="36014">Second_Product_Purchased</cx:pt>
          <cx:pt idx="36015">Second_Product_Purchased</cx:pt>
          <cx:pt idx="36016">Second_Product_Purchased</cx:pt>
          <cx:pt idx="36017">Second_Product_Purchased</cx:pt>
          <cx:pt idx="36018">Second_Product_Purchased</cx:pt>
          <cx:pt idx="36019">Second_Product_Purchased</cx:pt>
          <cx:pt idx="36020">Second_Product_Purchased</cx:pt>
          <cx:pt idx="36021">Second_Product_Purchased</cx:pt>
          <cx:pt idx="36022">Second_Product_Purchased</cx:pt>
          <cx:pt idx="36023">Second_Product_Purchased</cx:pt>
          <cx:pt idx="36024">Second_Product_Purchased</cx:pt>
          <cx:pt idx="36025">Second_Product_Purchased</cx:pt>
          <cx:pt idx="36026">Second_Product_Purchased</cx:pt>
          <cx:pt idx="36027">Second_Product_Purchased</cx:pt>
          <cx:pt idx="36028">Second_Product_Purchased</cx:pt>
          <cx:pt idx="36029">Second_Product_Purchased</cx:pt>
          <cx:pt idx="36030">Second_Product_Purchased</cx:pt>
          <cx:pt idx="36031">Second_Product_Purchased</cx:pt>
          <cx:pt idx="36032">Second_Product_Purchased</cx:pt>
          <cx:pt idx="36033">Second_Product_Purchased</cx:pt>
          <cx:pt idx="36034">Second_Product_Purchased</cx:pt>
          <cx:pt idx="36035">Second_Product_Purchased</cx:pt>
          <cx:pt idx="36036">Second_Product_Purchased</cx:pt>
          <cx:pt idx="36037">Second_Product_Purchased</cx:pt>
          <cx:pt idx="36038">Second_Product_Purchased</cx:pt>
          <cx:pt idx="36039">Second_Product_Purchased</cx:pt>
          <cx:pt idx="36040">Second_Product_Purchased</cx:pt>
          <cx:pt idx="36041">Second_Product_Purchased</cx:pt>
          <cx:pt idx="36042">Second_Product_Purchased</cx:pt>
          <cx:pt idx="36043">Second_Product_Purchased</cx:pt>
          <cx:pt idx="36044">Second_Product_Purchased</cx:pt>
          <cx:pt idx="36045">Second_Product_Purchased</cx:pt>
          <cx:pt idx="36046">Second_Product_Purchased</cx:pt>
          <cx:pt idx="36047">Second_Product_Purchased</cx:pt>
          <cx:pt idx="36048">Second_Product_Purchased</cx:pt>
          <cx:pt idx="36049">Second_Product_Purchased</cx:pt>
          <cx:pt idx="36050">Second_Product_Purchased</cx:pt>
          <cx:pt idx="36051">Second_Product_Purchased</cx:pt>
          <cx:pt idx="36052">Second_Product_Purchased</cx:pt>
          <cx:pt idx="36053">Second_Product_Purchased</cx:pt>
          <cx:pt idx="36054">Second_Product_Purchased</cx:pt>
          <cx:pt idx="36055">Second_Product_Purchased</cx:pt>
          <cx:pt idx="36056">Second_Product_Purchased</cx:pt>
          <cx:pt idx="36057">Second_Product_Purchased</cx:pt>
          <cx:pt idx="36058">Second_Product_Purchased</cx:pt>
          <cx:pt idx="36059">Second_Product_Purchased</cx:pt>
          <cx:pt idx="36060">Second_Product_Purchased</cx:pt>
          <cx:pt idx="36061">Second_Product_Purchased</cx:pt>
          <cx:pt idx="36062">Second_Product_Purchased</cx:pt>
          <cx:pt idx="36063">Second_Product_Purchased</cx:pt>
          <cx:pt idx="36064">Second_Product_Purchased</cx:pt>
          <cx:pt idx="36065">Second_Product_Purchased</cx:pt>
          <cx:pt idx="36066">Second_Product_Purchased</cx:pt>
          <cx:pt idx="36067">Second_Product_Purchased</cx:pt>
          <cx:pt idx="36068">Second_Product_Purchased</cx:pt>
          <cx:pt idx="36069">Second_Product_Purchased</cx:pt>
          <cx:pt idx="36070">Second_Product_Purchased</cx:pt>
          <cx:pt idx="36071">Second_Product_Purchased</cx:pt>
          <cx:pt idx="36072">Second_Product_Purchased</cx:pt>
          <cx:pt idx="36073">Second_Product_Purchased</cx:pt>
          <cx:pt idx="36074">Second_Product_Purchased</cx:pt>
          <cx:pt idx="36075">Second_Product_Purchased</cx:pt>
          <cx:pt idx="36076">Second_Product_Purchased</cx:pt>
          <cx:pt idx="36077">Second_Product_Purchased</cx:pt>
          <cx:pt idx="36078">Second_Product_Purchased</cx:pt>
          <cx:pt idx="36079">Second_Product_Purchased</cx:pt>
          <cx:pt idx="36080">Second_Product_Purchased</cx:pt>
          <cx:pt idx="36081">Second_Product_Purchased</cx:pt>
          <cx:pt idx="36082">Second_Product_Purchased</cx:pt>
          <cx:pt idx="36083">Second_Product_Purchased</cx:pt>
          <cx:pt idx="36084">Second_Product_Purchased</cx:pt>
          <cx:pt idx="36085">Second_Product_Purchased</cx:pt>
          <cx:pt idx="36086">Second_Product_Purchased</cx:pt>
          <cx:pt idx="36087">Second_Product_Purchased</cx:pt>
          <cx:pt idx="36088">Second_Product_Purchased</cx:pt>
          <cx:pt idx="36089">Second_Product_Purchased</cx:pt>
          <cx:pt idx="36090">Second_Product_Purchased</cx:pt>
          <cx:pt idx="36091">Second_Product_Purchased</cx:pt>
          <cx:pt idx="36092">Second_Product_Purchased</cx:pt>
          <cx:pt idx="36093">Second_Product_Purchased</cx:pt>
          <cx:pt idx="36094">Second_Product_Purchased</cx:pt>
          <cx:pt idx="36095">Second_Product_Purchased</cx:pt>
          <cx:pt idx="36096">Second_Product_Purchased</cx:pt>
          <cx:pt idx="36097">Second_Product_Purchased</cx:pt>
          <cx:pt idx="36098">Second_Product_Purchased</cx:pt>
          <cx:pt idx="36099">Second_Product_Purchased</cx:pt>
          <cx:pt idx="36100">Second_Product_Purchased</cx:pt>
          <cx:pt idx="36101">Second_Product_Purchased</cx:pt>
          <cx:pt idx="36102">Second_Product_Purchased</cx:pt>
          <cx:pt idx="36103">Second_Product_Purchased</cx:pt>
          <cx:pt idx="36104">Second_Product_Purchased</cx:pt>
          <cx:pt idx="36105">Second_Product_Purchased</cx:pt>
          <cx:pt idx="36106">Second_Product_Purchased</cx:pt>
          <cx:pt idx="36107">Second_Product_Purchased</cx:pt>
          <cx:pt idx="36108">Second_Product_Purchased</cx:pt>
          <cx:pt idx="36109">Second_Product_Purchased</cx:pt>
          <cx:pt idx="36110">Second_Product_Purchased</cx:pt>
          <cx:pt idx="36111">Second_Product_Purchased</cx:pt>
          <cx:pt idx="36112">Second_Product_Purchased</cx:pt>
          <cx:pt idx="36113">Second_Product_Purchased</cx:pt>
          <cx:pt idx="36114">Second_Product_Purchased</cx:pt>
          <cx:pt idx="36115">Second_Product_Purchased</cx:pt>
          <cx:pt idx="36116">Second_Product_Purchased</cx:pt>
          <cx:pt idx="36117">Second_Product_Purchased</cx:pt>
          <cx:pt idx="36118">Second_Product_Purchased</cx:pt>
          <cx:pt idx="36119">Second_Product_Purchased</cx:pt>
          <cx:pt idx="36120">Second_Product_Purchased</cx:pt>
          <cx:pt idx="36121">Second_Product_Purchased</cx:pt>
          <cx:pt idx="36122">Second_Product_Purchased</cx:pt>
          <cx:pt idx="36123">Second_Product_Purchased</cx:pt>
          <cx:pt idx="36124">Second_Product_Purchased</cx:pt>
          <cx:pt idx="36125">Second_Product_Purchased</cx:pt>
          <cx:pt idx="36126">Second_Product_Purchased</cx:pt>
          <cx:pt idx="36127">Second_Product_Purchased</cx:pt>
          <cx:pt idx="36128">Second_Product_Purchased</cx:pt>
          <cx:pt idx="36129">Second_Product_Purchased</cx:pt>
          <cx:pt idx="36130">Second_Product_Purchased</cx:pt>
          <cx:pt idx="36131">Second_Product_Purchased</cx:pt>
          <cx:pt idx="36132">Second_Product_Purchased</cx:pt>
          <cx:pt idx="36133">Second_Product_Purchased</cx:pt>
          <cx:pt idx="36134">Second_Product_Purchased</cx:pt>
          <cx:pt idx="36135">Second_Product_Purchased</cx:pt>
          <cx:pt idx="36136">Second_Product_Purchased</cx:pt>
          <cx:pt idx="36137">Second_Product_Purchased</cx:pt>
          <cx:pt idx="36138">Second_Product_Purchased</cx:pt>
          <cx:pt idx="36139">Second_Product_Purchased</cx:pt>
          <cx:pt idx="36140">Second_Product_Purchased</cx:pt>
          <cx:pt idx="36141">Second_Product_Purchased</cx:pt>
          <cx:pt idx="36142">Second_Product_Purchased</cx:pt>
          <cx:pt idx="36143">Second_Product_Purchased</cx:pt>
          <cx:pt idx="36144">Second_Product_Purchased</cx:pt>
          <cx:pt idx="36145">Second_Product_Purchased</cx:pt>
          <cx:pt idx="36146">Second_Product_Purchased</cx:pt>
          <cx:pt idx="36147">Second_Product_Purchased</cx:pt>
          <cx:pt idx="36148">Second_Product_Purchased</cx:pt>
          <cx:pt idx="36149">Second_Product_Purchased</cx:pt>
          <cx:pt idx="36150">Second_Product_Purchased</cx:pt>
          <cx:pt idx="36151">Second_Product_Purchased</cx:pt>
          <cx:pt idx="36152">Second_Product_Purchased</cx:pt>
          <cx:pt idx="36153">Second_Product_Purchased</cx:pt>
          <cx:pt idx="36154">Second_Product_Purchased</cx:pt>
          <cx:pt idx="36155">Second_Product_Purchased</cx:pt>
          <cx:pt idx="36156">Second_Product_Purchased</cx:pt>
          <cx:pt idx="36157">Second_Product_Purchased</cx:pt>
          <cx:pt idx="36158">Second_Product_Purchased</cx:pt>
          <cx:pt idx="36159">Second_Product_Purchased</cx:pt>
          <cx:pt idx="36160">Second_Product_Purchased</cx:pt>
          <cx:pt idx="36161">Second_Product_Purchased</cx:pt>
          <cx:pt idx="36162">Second_Product_Purchased</cx:pt>
          <cx:pt idx="36163">Second_Product_Purchased</cx:pt>
          <cx:pt idx="36164">Second_Product_Purchased</cx:pt>
          <cx:pt idx="36165">Second_Product_Purchased</cx:pt>
          <cx:pt idx="36166">Second_Product_Purchased</cx:pt>
          <cx:pt idx="36167">Second_Product_Purchased</cx:pt>
          <cx:pt idx="36168">Second_Product_Purchased</cx:pt>
          <cx:pt idx="36169">Second_Product_Purchased</cx:pt>
          <cx:pt idx="36170">Second_Product_Purchased</cx:pt>
          <cx:pt idx="36171">Second_Product_Purchased</cx:pt>
          <cx:pt idx="36172">Second_Product_Purchased</cx:pt>
          <cx:pt idx="36173">Second_Product_Purchased</cx:pt>
          <cx:pt idx="36174">Second_Product_Purchased</cx:pt>
          <cx:pt idx="36175">Second_Product_Purchased</cx:pt>
          <cx:pt idx="36176">Second_Product_Purchased</cx:pt>
          <cx:pt idx="36177">Second_Product_Purchased</cx:pt>
          <cx:pt idx="36178">Second_Product_Purchased</cx:pt>
          <cx:pt idx="36179">Second_Product_Purchased</cx:pt>
          <cx:pt idx="36180">Second_Product_Purchased</cx:pt>
          <cx:pt idx="36181">Second_Product_Purchased</cx:pt>
          <cx:pt idx="36182">Second_Product_Purchased</cx:pt>
          <cx:pt idx="36183">Second_Product_Purchased</cx:pt>
          <cx:pt idx="36184">Second_Product_Purchased</cx:pt>
          <cx:pt idx="36185">Second_Product_Purchased</cx:pt>
          <cx:pt idx="36186">Second_Product_Purchased</cx:pt>
          <cx:pt idx="36187">Second_Product_Purchased</cx:pt>
          <cx:pt idx="36188">Second_Product_Purchased</cx:pt>
          <cx:pt idx="36189">Second_Product_Purchased</cx:pt>
          <cx:pt idx="36190">Second_Product_Purchased</cx:pt>
          <cx:pt idx="36191">Second_Product_Purchased</cx:pt>
          <cx:pt idx="36192">Second_Product_Purchased</cx:pt>
          <cx:pt idx="36193">Second_Product_Purchased</cx:pt>
          <cx:pt idx="36194">Second_Product_Purchased</cx:pt>
          <cx:pt idx="36195">Second_Product_Purchased</cx:pt>
          <cx:pt idx="36196">Second_Product_Purchased</cx:pt>
          <cx:pt idx="36197">Second_Product_Purchased</cx:pt>
          <cx:pt idx="36198">Second_Product_Purchased</cx:pt>
          <cx:pt idx="36199">Second_Product_Purchased</cx:pt>
          <cx:pt idx="36200">Second_Product_Purchased</cx:pt>
          <cx:pt idx="36201">Second_Product_Purchased</cx:pt>
          <cx:pt idx="36202">Second_Product_Purchased</cx:pt>
          <cx:pt idx="36203">Second_Product_Purchased</cx:pt>
          <cx:pt idx="36204">Second_Product_Purchased</cx:pt>
          <cx:pt idx="36205">Second_Product_Purchased</cx:pt>
          <cx:pt idx="36206">Second_Product_Purchased</cx:pt>
          <cx:pt idx="36207">Second_Product_Purchased</cx:pt>
          <cx:pt idx="36208">Second_Product_Purchased</cx:pt>
          <cx:pt idx="36209">Second_Product_Purchased</cx:pt>
          <cx:pt idx="36210">Second_Product_Purchased</cx:pt>
          <cx:pt idx="36211">Second_Product_Purchased</cx:pt>
          <cx:pt idx="36212">Second_Product_Purchased</cx:pt>
          <cx:pt idx="36213">Second_Product_Purchased</cx:pt>
          <cx:pt idx="36214">Second_Product_Purchased</cx:pt>
          <cx:pt idx="36215">Second_Product_Purchased</cx:pt>
          <cx:pt idx="36216">Second_Product_Purchased</cx:pt>
          <cx:pt idx="36217">Second_Product_Purchased</cx:pt>
          <cx:pt idx="36218">Second_Product_Purchased</cx:pt>
          <cx:pt idx="36219">Second_Product_Purchased</cx:pt>
          <cx:pt idx="36220">Second_Product_Purchased</cx:pt>
          <cx:pt idx="36221">Second_Product_Purchased</cx:pt>
          <cx:pt idx="36222">Second_Product_Purchased</cx:pt>
          <cx:pt idx="36223">Second_Product_Purchased</cx:pt>
          <cx:pt idx="36224">Second_Product_Purchased</cx:pt>
          <cx:pt idx="36225">Second_Product_Purchased</cx:pt>
          <cx:pt idx="36226">Second_Product_Purchased</cx:pt>
          <cx:pt idx="36227">Second_Product_Purchased</cx:pt>
          <cx:pt idx="36228">Second_Product_Purchased</cx:pt>
          <cx:pt idx="36229">Second_Product_Purchased</cx:pt>
          <cx:pt idx="36230">Second_Product_Purchased</cx:pt>
          <cx:pt idx="36231">Second_Product_Purchased</cx:pt>
          <cx:pt idx="36232">Second_Product_Purchased</cx:pt>
          <cx:pt idx="36233">Second_Product_Purchased</cx:pt>
          <cx:pt idx="36234">Second_Product_Purchased</cx:pt>
          <cx:pt idx="36235">Second_Product_Purchased</cx:pt>
          <cx:pt idx="36236">Second_Product_Purchased</cx:pt>
          <cx:pt idx="36237">Second_Product_Purchased</cx:pt>
          <cx:pt idx="36238">Second_Product_Purchased</cx:pt>
          <cx:pt idx="36239">Second_Product_Purchased</cx:pt>
          <cx:pt idx="36240">Second_Product_Purchased</cx:pt>
          <cx:pt idx="36241">Second_Product_Purchased</cx:pt>
          <cx:pt idx="36242">Second_Product_Purchased</cx:pt>
          <cx:pt idx="36243">Second_Product_Purchased</cx:pt>
          <cx:pt idx="36244">Second_Product_Purchased</cx:pt>
          <cx:pt idx="36245">Second_Product_Purchased</cx:pt>
          <cx:pt idx="36246">Second_Product_Purchased</cx:pt>
          <cx:pt idx="36247">Second_Product_Purchased</cx:pt>
          <cx:pt idx="36248">Second_Product_Purchased</cx:pt>
          <cx:pt idx="36249">Second_Product_Purchased</cx:pt>
          <cx:pt idx="36250">Second_Product_Purchased</cx:pt>
          <cx:pt idx="36251">Second_Product_Purchased</cx:pt>
          <cx:pt idx="36252">Second_Product_Purchased</cx:pt>
          <cx:pt idx="36253">Second_Product_Purchased</cx:pt>
          <cx:pt idx="36254">Second_Product_Purchased</cx:pt>
          <cx:pt idx="36255">Second_Product_Purchased</cx:pt>
          <cx:pt idx="36256">Second_Product_Purchased</cx:pt>
          <cx:pt idx="36257">Second_Product_Purchased</cx:pt>
          <cx:pt idx="36258">Second_Product_Purchased</cx:pt>
          <cx:pt idx="36259">Second_Product_Purchased</cx:pt>
          <cx:pt idx="36260">Second_Product_Purchased</cx:pt>
          <cx:pt idx="36261">Second_Product_Purchased</cx:pt>
          <cx:pt idx="36262">Second_Product_Purchased</cx:pt>
          <cx:pt idx="36263">Second_Product_Purchased</cx:pt>
          <cx:pt idx="36264">Second_Product_Purchased</cx:pt>
          <cx:pt idx="36265">Second_Product_Purchased</cx:pt>
          <cx:pt idx="36266">Second_Product_Purchased</cx:pt>
          <cx:pt idx="36267">Second_Product_Purchased</cx:pt>
          <cx:pt idx="36268">Second_Product_Purchased</cx:pt>
          <cx:pt idx="36269">Second_Product_Purchased</cx:pt>
          <cx:pt idx="36270">Second_Product_Purchased</cx:pt>
          <cx:pt idx="36271">Second_Product_Purchased</cx:pt>
          <cx:pt idx="36272">Second_Product_Purchased</cx:pt>
          <cx:pt idx="36273">Second_Product_Purchased</cx:pt>
          <cx:pt idx="36274">Second_Product_Purchased</cx:pt>
          <cx:pt idx="36275">Second_Product_Purchased</cx:pt>
          <cx:pt idx="36276">Second_Product_Purchased</cx:pt>
          <cx:pt idx="36277">Second_Product_Purchased</cx:pt>
          <cx:pt idx="36278">Second_Product_Purchased</cx:pt>
          <cx:pt idx="36279">Second_Product_Purchased</cx:pt>
          <cx:pt idx="36280">Second_Product_Purchased</cx:pt>
          <cx:pt idx="36281">Second_Product_Purchased</cx:pt>
          <cx:pt idx="36282">Second_Product_Purchased</cx:pt>
          <cx:pt idx="36283">Second_Product_Purchased</cx:pt>
          <cx:pt idx="36284">Second_Product_Purchased</cx:pt>
          <cx:pt idx="36285">Second_Product_Purchased</cx:pt>
          <cx:pt idx="36286">Second_Product_Purchased</cx:pt>
          <cx:pt idx="36287">Second_Product_Purchased</cx:pt>
          <cx:pt idx="36288">Second_Product_Purchased</cx:pt>
          <cx:pt idx="36289">Second_Product_Purchased</cx:pt>
          <cx:pt idx="36290">Second_Product_Purchased</cx:pt>
          <cx:pt idx="36291">Second_Product_Purchased</cx:pt>
          <cx:pt idx="36292">Second_Product_Purchased</cx:pt>
          <cx:pt idx="36293">Second_Product_Purchased</cx:pt>
          <cx:pt idx="36294">Second_Product_Purchased</cx:pt>
          <cx:pt idx="36295">Second_Product_Purchased</cx:pt>
          <cx:pt idx="36296">Second_Product_Purchased</cx:pt>
          <cx:pt idx="36297">Second_Product_Purchased</cx:pt>
          <cx:pt idx="36298">Second_Product_Purchased</cx:pt>
          <cx:pt idx="36299">Second_Product_Purchased</cx:pt>
          <cx:pt idx="36300">Second_Product_Purchased</cx:pt>
          <cx:pt idx="36301">Second_Product_Purchased</cx:pt>
          <cx:pt idx="36302">Second_Product_Purchased</cx:pt>
          <cx:pt idx="36303">Second_Product_Purchased</cx:pt>
          <cx:pt idx="36304">Second_Product_Purchased</cx:pt>
          <cx:pt idx="36305">Second_Product_Purchased</cx:pt>
          <cx:pt idx="36306">Second_Product_Purchased</cx:pt>
          <cx:pt idx="36307">Second_Product_Purchased</cx:pt>
          <cx:pt idx="36308">Second_Product_Purchased</cx:pt>
          <cx:pt idx="36309">Second_Product_Purchased</cx:pt>
          <cx:pt idx="36310">Second_Product_Purchased</cx:pt>
          <cx:pt idx="36311">Second_Product_Purchased</cx:pt>
          <cx:pt idx="36312">Second_Product_Purchased</cx:pt>
          <cx:pt idx="36313">Second_Product_Purchased</cx:pt>
          <cx:pt idx="36314">Second_Product_Purchased</cx:pt>
          <cx:pt idx="36315">Second_Product_Purchased</cx:pt>
          <cx:pt idx="36316">Second_Product_Purchased</cx:pt>
          <cx:pt idx="36317">Second_Product_Purchased</cx:pt>
          <cx:pt idx="36318">Second_Product_Purchased</cx:pt>
          <cx:pt idx="36319">Second_Product_Purchased</cx:pt>
          <cx:pt idx="36320">Second_Product_Purchased</cx:pt>
          <cx:pt idx="36321">Second_Product_Purchased</cx:pt>
          <cx:pt idx="36322">Second_Product_Purchased</cx:pt>
          <cx:pt idx="36323">Second_Product_Purchased</cx:pt>
          <cx:pt idx="36324">Second_Product_Purchased</cx:pt>
          <cx:pt idx="36325">Second_Product_Purchased</cx:pt>
          <cx:pt idx="36326">Second_Product_Purchased</cx:pt>
          <cx:pt idx="36327">Second_Product_Purchased</cx:pt>
          <cx:pt idx="36328">Second_Product_Purchased</cx:pt>
          <cx:pt idx="36329">Second_Product_Purchased</cx:pt>
          <cx:pt idx="36330">Second_Product_Purchased</cx:pt>
          <cx:pt idx="36331">Second_Product_Purchased</cx:pt>
          <cx:pt idx="36332">Second_Product_Purchased</cx:pt>
          <cx:pt idx="36333">Second_Product_Purchased</cx:pt>
          <cx:pt idx="36334">Second_Product_Purchased</cx:pt>
          <cx:pt idx="36335">Second_Product_Purchased</cx:pt>
          <cx:pt idx="36336">Second_Product_Purchased</cx:pt>
          <cx:pt idx="36337">Second_Product_Purchased</cx:pt>
          <cx:pt idx="36338">Second_Product_Purchased</cx:pt>
          <cx:pt idx="36339">Second_Product_Purchased</cx:pt>
          <cx:pt idx="36340">Second_Product_Purchased</cx:pt>
          <cx:pt idx="36341">Second_Product_Purchased</cx:pt>
          <cx:pt idx="36342">Second_Product_Purchased</cx:pt>
          <cx:pt idx="36343">Second_Product_Purchased</cx:pt>
          <cx:pt idx="36344">Second_Product_Purchased</cx:pt>
          <cx:pt idx="36345">Second_Product_Purchased</cx:pt>
          <cx:pt idx="36346">Second_Product_Purchased</cx:pt>
          <cx:pt idx="36347">Second_Product_Purchased</cx:pt>
          <cx:pt idx="36348">Second_Product_Purchased</cx:pt>
          <cx:pt idx="36349">Second_Product_Purchased</cx:pt>
          <cx:pt idx="36350">Second_Product_Purchased</cx:pt>
          <cx:pt idx="36351">Second_Product_Purchased</cx:pt>
          <cx:pt idx="36352">Second_Product_Purchased</cx:pt>
          <cx:pt idx="36353">Second_Product_Purchased</cx:pt>
          <cx:pt idx="36354">Second_Product_Purchased</cx:pt>
          <cx:pt idx="36355">Second_Product_Purchased</cx:pt>
          <cx:pt idx="36356">Second_Product_Purchased</cx:pt>
          <cx:pt idx="36357">Second_Product_Purchased</cx:pt>
          <cx:pt idx="36358">Second_Product_Purchased</cx:pt>
          <cx:pt idx="36359">Second_Product_Purchased</cx:pt>
          <cx:pt idx="36360">Second_Product_Purchased</cx:pt>
          <cx:pt idx="36361">Second_Product_Purchased</cx:pt>
          <cx:pt idx="36362">Second_Product_Purchased</cx:pt>
          <cx:pt idx="36363">Second_Product_Purchased</cx:pt>
          <cx:pt idx="36364">Second_Product_Purchased</cx:pt>
          <cx:pt idx="36365">Second_Product_Purchased</cx:pt>
          <cx:pt idx="36366">Second_Product_Purchased</cx:pt>
          <cx:pt idx="36367">Second_Product_Purchased</cx:pt>
          <cx:pt idx="36368">Second_Product_Purchased</cx:pt>
          <cx:pt idx="36369">Second_Product_Purchased</cx:pt>
          <cx:pt idx="36370">Second_Product_Purchased</cx:pt>
          <cx:pt idx="36371">Second_Product_Purchased</cx:pt>
          <cx:pt idx="36372">Second_Product_Purchased</cx:pt>
          <cx:pt idx="36373">Second_Product_Purchased</cx:pt>
          <cx:pt idx="36374">Second_Product_Purchased</cx:pt>
          <cx:pt idx="36375">Second_Product_Purchased</cx:pt>
          <cx:pt idx="36376">Second_Product_Purchased</cx:pt>
          <cx:pt idx="36377">Second_Product_Purchased</cx:pt>
          <cx:pt idx="36378">Second_Product_Purchased</cx:pt>
          <cx:pt idx="36379">Second_Product_Purchased</cx:pt>
          <cx:pt idx="36380">Second_Product_Purchased</cx:pt>
          <cx:pt idx="36381">Second_Product_Purchased</cx:pt>
          <cx:pt idx="36382">Second_Product_Purchased</cx:pt>
          <cx:pt idx="36383">Second_Product_Purchased</cx:pt>
          <cx:pt idx="36384">Second_Product_Purchased</cx:pt>
          <cx:pt idx="36385">Second_Product_Purchased</cx:pt>
          <cx:pt idx="36386">Second_Product_Purchased</cx:pt>
          <cx:pt idx="36387">Second_Product_Purchased</cx:pt>
          <cx:pt idx="36388">Second_Product_Purchased</cx:pt>
          <cx:pt idx="36389">Second_Product_Purchased</cx:pt>
          <cx:pt idx="36390">Second_Product_Purchased</cx:pt>
          <cx:pt idx="36391">Second_Product_Purchased</cx:pt>
          <cx:pt idx="36392">Second_Product_Purchased</cx:pt>
          <cx:pt idx="36393">Second_Product_Purchased</cx:pt>
          <cx:pt idx="36394">Second_Product_Purchased</cx:pt>
          <cx:pt idx="36395">Second_Product_Purchased</cx:pt>
          <cx:pt idx="36396">Second_Product_Purchased</cx:pt>
          <cx:pt idx="36397">Second_Product_Purchased</cx:pt>
          <cx:pt idx="36398">Second_Product_Purchased</cx:pt>
          <cx:pt idx="36399">Second_Product_Purchased</cx:pt>
          <cx:pt idx="36400">Second_Product_Purchased</cx:pt>
          <cx:pt idx="36401">Second_Product_Purchased</cx:pt>
          <cx:pt idx="36402">Second_Product_Purchased</cx:pt>
          <cx:pt idx="36403">Second_Product_Purchased</cx:pt>
          <cx:pt idx="36404">Second_Product_Purchased</cx:pt>
          <cx:pt idx="36405">Second_Product_Purchased</cx:pt>
          <cx:pt idx="36406">Second_Product_Purchased</cx:pt>
          <cx:pt idx="36407">Second_Product_Purchased</cx:pt>
          <cx:pt idx="36408">Second_Product_Purchased</cx:pt>
          <cx:pt idx="36409">Second_Product_Purchased</cx:pt>
          <cx:pt idx="36410">Second_Product_Purchased</cx:pt>
          <cx:pt idx="36411">Second_Product_Purchased</cx:pt>
          <cx:pt idx="36412">Second_Product_Purchased</cx:pt>
          <cx:pt idx="36413">Second_Product_Purchased</cx:pt>
          <cx:pt idx="36414">Second_Product_Purchased</cx:pt>
          <cx:pt idx="36415">Second_Product_Purchased</cx:pt>
          <cx:pt idx="36416">Second_Product_Purchased</cx:pt>
          <cx:pt idx="36417">Second_Product_Purchased</cx:pt>
          <cx:pt idx="36418">Second_Product_Purchased</cx:pt>
          <cx:pt idx="36419">Second_Product_Purchased</cx:pt>
          <cx:pt idx="36420">Second_Product_Purchased</cx:pt>
          <cx:pt idx="36421">Second_Product_Purchased</cx:pt>
          <cx:pt idx="36422">Second_Product_Purchased</cx:pt>
          <cx:pt idx="36423">Second_Product_Purchased</cx:pt>
          <cx:pt idx="36424">Second_Product_Purchased</cx:pt>
          <cx:pt idx="36425">Second_Product_Purchased</cx:pt>
          <cx:pt idx="36426">Second_Product_Purchased</cx:pt>
          <cx:pt idx="36427">Second_Product_Purchased</cx:pt>
          <cx:pt idx="36428">Second_Product_Purchased</cx:pt>
          <cx:pt idx="36429">Second_Product_Purchased</cx:pt>
          <cx:pt idx="36430">Second_Product_Purchased</cx:pt>
          <cx:pt idx="36431">Second_Product_Purchased</cx:pt>
          <cx:pt idx="36432">Second_Product_Purchased</cx:pt>
          <cx:pt idx="36433">Second_Product_Purchased</cx:pt>
          <cx:pt idx="36434">Second_Product_Purchased</cx:pt>
          <cx:pt idx="36435">Second_Product_Purchased</cx:pt>
          <cx:pt idx="36436">Second_Product_Purchased</cx:pt>
          <cx:pt idx="36437">Second_Product_Purchased</cx:pt>
          <cx:pt idx="36438">Second_Product_Purchased</cx:pt>
          <cx:pt idx="36439">Second_Product_Purchased</cx:pt>
          <cx:pt idx="36440">Second_Product_Purchased</cx:pt>
          <cx:pt idx="36441">Second_Product_Purchased</cx:pt>
          <cx:pt idx="36442">Second_Product_Purchased</cx:pt>
          <cx:pt idx="36443">Second_Product_Purchased</cx:pt>
          <cx:pt idx="36444">Second_Product_Purchased</cx:pt>
          <cx:pt idx="36445">Second_Product_Purchased</cx:pt>
          <cx:pt idx="36446">Second_Product_Purchased</cx:pt>
          <cx:pt idx="36447">Second_Product_Purchased</cx:pt>
          <cx:pt idx="36448">Second_Product_Purchased</cx:pt>
          <cx:pt idx="36449">Second_Product_Purchased</cx:pt>
          <cx:pt idx="36450">Second_Product_Purchased</cx:pt>
          <cx:pt idx="36451">Second_Product_Purchased</cx:pt>
          <cx:pt idx="36452">Second_Product_Purchased</cx:pt>
          <cx:pt idx="36453">Second_Product_Purchased</cx:pt>
          <cx:pt idx="36454">Second_Product_Purchased</cx:pt>
          <cx:pt idx="36455">Second_Product_Purchased</cx:pt>
          <cx:pt idx="36456">Second_Product_Purchased</cx:pt>
          <cx:pt idx="36457">Second_Product_Purchased</cx:pt>
          <cx:pt idx="36458">Second_Product_Purchased</cx:pt>
          <cx:pt idx="36459">Second_Product_Purchased</cx:pt>
          <cx:pt idx="36460">Second_Product_Purchased</cx:pt>
          <cx:pt idx="36461">Second_Product_Purchased</cx:pt>
          <cx:pt idx="36462">Second_Product_Purchased</cx:pt>
          <cx:pt idx="36463">Second_Product_Purchased</cx:pt>
          <cx:pt idx="36464">Second_Product_Purchased</cx:pt>
          <cx:pt idx="36465">Second_Product_Purchased</cx:pt>
          <cx:pt idx="36466">Second_Product_Purchased</cx:pt>
          <cx:pt idx="36467">Second_Product_Purchased</cx:pt>
          <cx:pt idx="36468">Second_Product_Purchased</cx:pt>
          <cx:pt idx="36469">Second_Product_Purchased</cx:pt>
          <cx:pt idx="36470">Second_Product_Purchased</cx:pt>
          <cx:pt idx="36471">Second_Product_Purchased</cx:pt>
          <cx:pt idx="36472">Second_Product_Purchased</cx:pt>
          <cx:pt idx="36473">Second_Product_Purchased</cx:pt>
          <cx:pt idx="36474">Second_Product_Purchased</cx:pt>
          <cx:pt idx="36475">Second_Product_Purchased</cx:pt>
          <cx:pt idx="36476">Second_Product_Purchased</cx:pt>
          <cx:pt idx="36477">Second_Product_Purchased</cx:pt>
          <cx:pt idx="36478">Second_Product_Purchased</cx:pt>
          <cx:pt idx="36479">Second_Product_Purchased</cx:pt>
          <cx:pt idx="36480">Second_Product_Purchased</cx:pt>
          <cx:pt idx="36481">Second_Product_Purchased</cx:pt>
          <cx:pt idx="36482">Second_Product_Purchased</cx:pt>
          <cx:pt idx="36483">Second_Product_Purchased</cx:pt>
          <cx:pt idx="36484">Second_Product_Purchased</cx:pt>
          <cx:pt idx="36485">Second_Product_Purchased</cx:pt>
          <cx:pt idx="36486">Second_Product_Purchased</cx:pt>
          <cx:pt idx="36487">Second_Product_Purchased</cx:pt>
          <cx:pt idx="36488">Second_Product_Purchased</cx:pt>
          <cx:pt idx="36489">Second_Product_Purchased</cx:pt>
          <cx:pt idx="36490">Second_Product_Purchased</cx:pt>
          <cx:pt idx="36491">Second_Product_Purchased</cx:pt>
          <cx:pt idx="36492">Second_Product_Purchased</cx:pt>
          <cx:pt idx="36493">Second_Product_Purchased</cx:pt>
          <cx:pt idx="36494">Second_Product_Purchased</cx:pt>
          <cx:pt idx="36495">Second_Product_Purchased</cx:pt>
          <cx:pt idx="36496">Second_Product_Purchased</cx:pt>
          <cx:pt idx="36497">Second_Product_Purchased</cx:pt>
          <cx:pt idx="36498">Second_Product_Purchased</cx:pt>
          <cx:pt idx="36499">Second_Product_Purchased</cx:pt>
          <cx:pt idx="36500">Second_Product_Purchased</cx:pt>
          <cx:pt idx="36501">Second_Product_Purchased</cx:pt>
          <cx:pt idx="36502">Second_Product_Purchased</cx:pt>
          <cx:pt idx="36503">Second_Product_Purchased</cx:pt>
          <cx:pt idx="36504">Second_Product_Purchased</cx:pt>
          <cx:pt idx="36505">Second_Product_Purchased</cx:pt>
          <cx:pt idx="36506">Second_Product_Purchased</cx:pt>
          <cx:pt idx="36507">Second_Product_Purchased</cx:pt>
          <cx:pt idx="36508">Second_Product_Purchased</cx:pt>
          <cx:pt idx="36509">Second_Product_Purchased</cx:pt>
          <cx:pt idx="36510">Second_Product_Purchased</cx:pt>
          <cx:pt idx="36511">Second_Product_Purchased</cx:pt>
          <cx:pt idx="36512">Second_Product_Purchased</cx:pt>
          <cx:pt idx="36513">Second_Product_Purchased</cx:pt>
          <cx:pt idx="36514">Second_Product_Purchased</cx:pt>
          <cx:pt idx="36515">Second_Product_Purchased</cx:pt>
          <cx:pt idx="36516">Second_Product_Purchased</cx:pt>
          <cx:pt idx="36517">Second_Product_Purchased</cx:pt>
          <cx:pt idx="36518">Second_Product_Purchased</cx:pt>
          <cx:pt idx="36519">Second_Product_Purchased</cx:pt>
          <cx:pt idx="36520">Second_Product_Purchased</cx:pt>
          <cx:pt idx="36521">Second_Product_Purchased</cx:pt>
          <cx:pt idx="36522">Second_Product_Purchased</cx:pt>
          <cx:pt idx="36523">Second_Product_Purchased</cx:pt>
          <cx:pt idx="36524">Second_Product_Purchased</cx:pt>
          <cx:pt idx="36525">Second_Product_Purchased</cx:pt>
          <cx:pt idx="36526">Second_Product_Purchased</cx:pt>
          <cx:pt idx="36527">Second_Product_Purchased</cx:pt>
          <cx:pt idx="36528">Second_Product_Purchased</cx:pt>
          <cx:pt idx="36529">Second_Product_Purchased</cx:pt>
          <cx:pt idx="36530">Second_Product_Purchased</cx:pt>
          <cx:pt idx="36531">Second_Product_Purchased</cx:pt>
          <cx:pt idx="36532">Second_Product_Purchased</cx:pt>
          <cx:pt idx="36533">Second_Product_Purchased</cx:pt>
          <cx:pt idx="36534">Second_Product_Purchased</cx:pt>
          <cx:pt idx="36535">Second_Product_Purchased</cx:pt>
          <cx:pt idx="36536">Second_Product_Purchased</cx:pt>
          <cx:pt idx="36537">Second_Product_Purchased</cx:pt>
          <cx:pt idx="36538">Second_Product_Purchased</cx:pt>
          <cx:pt idx="36539">Second_Product_Purchased</cx:pt>
          <cx:pt idx="36540">Second_Product_Purchased</cx:pt>
          <cx:pt idx="36541">Second_Product_Purchased</cx:pt>
          <cx:pt idx="36542">Second_Product_Purchased</cx:pt>
          <cx:pt idx="36543">Second_Product_Purchased</cx:pt>
          <cx:pt idx="36544">Second_Product_Purchased</cx:pt>
          <cx:pt idx="36545">Second_Product_Purchased</cx:pt>
          <cx:pt idx="36546">Second_Product_Purchased</cx:pt>
          <cx:pt idx="36547">Second_Product_Purchased</cx:pt>
          <cx:pt idx="36548">Second_Product_Purchased</cx:pt>
          <cx:pt idx="36549">Second_Product_Purchased</cx:pt>
          <cx:pt idx="36550">Second_Product_Purchased</cx:pt>
          <cx:pt idx="36551">Second_Product_Purchased</cx:pt>
          <cx:pt idx="36552">Second_Product_Purchased</cx:pt>
          <cx:pt idx="36553">Second_Product_Purchased</cx:pt>
          <cx:pt idx="36554">Second_Product_Purchased</cx:pt>
          <cx:pt idx="36555">Second_Product_Purchased</cx:pt>
          <cx:pt idx="36556">Second_Product_Purchased</cx:pt>
          <cx:pt idx="36557">Second_Product_Purchased</cx:pt>
          <cx:pt idx="36558">Second_Product_Purchased</cx:pt>
          <cx:pt idx="36559">Second_Product_Purchased</cx:pt>
          <cx:pt idx="36560">Second_Product_Purchased</cx:pt>
          <cx:pt idx="36561">Second_Product_Purchased</cx:pt>
          <cx:pt idx="36562">Second_Product_Purchased</cx:pt>
          <cx:pt idx="36563">Second_Product_Purchased</cx:pt>
          <cx:pt idx="36564">Second_Product_Purchased</cx:pt>
          <cx:pt idx="36565">Second_Product_Purchased</cx:pt>
          <cx:pt idx="36566">Second_Product_Purchased</cx:pt>
          <cx:pt idx="36567">Second_Product_Purchased</cx:pt>
          <cx:pt idx="36568">Second_Product_Purchased</cx:pt>
          <cx:pt idx="36569">Second_Product_Purchased</cx:pt>
          <cx:pt idx="36570">Second_Product_Purchased</cx:pt>
          <cx:pt idx="36571">Second_Product_Purchased</cx:pt>
          <cx:pt idx="36572">Second_Product_Purchased</cx:pt>
          <cx:pt idx="36573">Second_Product_Purchased</cx:pt>
          <cx:pt idx="36574">Second_Product_Purchased</cx:pt>
          <cx:pt idx="36575">Second_Product_Purchased</cx:pt>
          <cx:pt idx="36576">Second_Product_Purchased</cx:pt>
          <cx:pt idx="36577">Second_Product_Purchased</cx:pt>
          <cx:pt idx="36578">Second_Product_Purchased</cx:pt>
          <cx:pt idx="36579">Second_Product_Purchased</cx:pt>
          <cx:pt idx="36580">Second_Product_Purchased</cx:pt>
          <cx:pt idx="36581">Second_Product_Purchased</cx:pt>
          <cx:pt idx="36582">Second_Product_Purchased</cx:pt>
          <cx:pt idx="36583">Second_Product_Purchased</cx:pt>
          <cx:pt idx="36584">Second_Product_Purchased</cx:pt>
          <cx:pt idx="36585">Second_Product_Purchased</cx:pt>
          <cx:pt idx="36586">Second_Product_Purchased</cx:pt>
          <cx:pt idx="36587">Second_Product_Purchased</cx:pt>
          <cx:pt idx="36588">Second_Product_Purchased</cx:pt>
          <cx:pt idx="36589">Second_Product_Purchased</cx:pt>
          <cx:pt idx="36590">Second_Product_Purchased</cx:pt>
          <cx:pt idx="36591">Second_Product_Purchased</cx:pt>
          <cx:pt idx="36592">Second_Product_Purchased</cx:pt>
          <cx:pt idx="36593">Second_Product_Purchased</cx:pt>
          <cx:pt idx="36594">Second_Product_Purchased</cx:pt>
          <cx:pt idx="36595">Second_Product_Purchased</cx:pt>
          <cx:pt idx="36596">Second_Product_Purchased</cx:pt>
          <cx:pt idx="36597">Second_Product_Purchased</cx:pt>
          <cx:pt idx="36598">Second_Product_Purchased</cx:pt>
          <cx:pt idx="36599">Second_Product_Purchased</cx:pt>
          <cx:pt idx="36600">Second_Product_Purchased</cx:pt>
          <cx:pt idx="36601">Second_Product_Purchased</cx:pt>
          <cx:pt idx="36602">Second_Product_Purchased</cx:pt>
          <cx:pt idx="36603">Second_Product_Purchased</cx:pt>
          <cx:pt idx="36604">Second_Product_Purchased</cx:pt>
          <cx:pt idx="36605">Second_Product_Purchased</cx:pt>
          <cx:pt idx="36606">Second_Product_Purchased</cx:pt>
          <cx:pt idx="36607">Second_Product_Purchased</cx:pt>
          <cx:pt idx="36608">Second_Product_Purchased</cx:pt>
          <cx:pt idx="36609">Second_Product_Purchased</cx:pt>
          <cx:pt idx="36610">Second_Product_Purchased</cx:pt>
          <cx:pt idx="36611">Second_Product_Purchased</cx:pt>
          <cx:pt idx="36612">Second_Product_Purchased</cx:pt>
          <cx:pt idx="36613">Second_Product_Purchased</cx:pt>
          <cx:pt idx="36614">Second_Product_Purchased</cx:pt>
          <cx:pt idx="36615">Second_Product_Purchased</cx:pt>
          <cx:pt idx="36616">Second_Product_Purchased</cx:pt>
          <cx:pt idx="36617">Second_Product_Purchased</cx:pt>
          <cx:pt idx="36618">Second_Product_Purchased</cx:pt>
          <cx:pt idx="36619">Second_Product_Purchased</cx:pt>
          <cx:pt idx="36620">Second_Product_Purchased</cx:pt>
          <cx:pt idx="36621">Second_Product_Purchased</cx:pt>
          <cx:pt idx="36622">Second_Product_Purchased</cx:pt>
          <cx:pt idx="36623">Second_Product_Purchased</cx:pt>
          <cx:pt idx="36624">Second_Product_Purchased</cx:pt>
          <cx:pt idx="36625">Second_Product_Purchased</cx:pt>
          <cx:pt idx="36626">Second_Product_Purchased</cx:pt>
          <cx:pt idx="36627">Second_Product_Purchased</cx:pt>
          <cx:pt idx="36628">Second_Product_Purchased</cx:pt>
          <cx:pt idx="36629">Second_Product_Purchased</cx:pt>
          <cx:pt idx="36630">Second_Product_Purchased</cx:pt>
          <cx:pt idx="36631">Second_Product_Purchased</cx:pt>
          <cx:pt idx="36632">Second_Product_Purchased</cx:pt>
          <cx:pt idx="36633">Second_Product_Purchased</cx:pt>
          <cx:pt idx="36634">Second_Product_Purchased</cx:pt>
          <cx:pt idx="36635">Second_Product_Purchased</cx:pt>
          <cx:pt idx="36636">Second_Product_Purchased</cx:pt>
          <cx:pt idx="36637">Second_Product_Purchased</cx:pt>
          <cx:pt idx="36638">Second_Product_Purchased</cx:pt>
          <cx:pt idx="36639">Second_Product_Purchased</cx:pt>
          <cx:pt idx="36640">Second_Product_Purchased</cx:pt>
          <cx:pt idx="36641">Second_Product_Purchased</cx:pt>
          <cx:pt idx="36642">Second_Product_Purchased</cx:pt>
          <cx:pt idx="36643">Second_Product_Purchased</cx:pt>
          <cx:pt idx="36644">Second_Product_Purchased</cx:pt>
          <cx:pt idx="36645">Second_Product_Purchased</cx:pt>
          <cx:pt idx="36646">Second_Product_Purchased</cx:pt>
          <cx:pt idx="36647">Second_Product_Purchased</cx:pt>
          <cx:pt idx="36648">Second_Product_Purchased</cx:pt>
          <cx:pt idx="36649">Second_Product_Purchased</cx:pt>
          <cx:pt idx="36650">Second_Product_Purchased</cx:pt>
          <cx:pt idx="36651">Second_Product_Purchased</cx:pt>
          <cx:pt idx="36652">Second_Product_Purchased</cx:pt>
          <cx:pt idx="36653">Second_Product_Purchased</cx:pt>
          <cx:pt idx="36654">Second_Product_Purchased</cx:pt>
          <cx:pt idx="36655">Second_Product_Purchased</cx:pt>
          <cx:pt idx="36656">Second_Product_Purchased</cx:pt>
          <cx:pt idx="36657">Second_Product_Purchased</cx:pt>
          <cx:pt idx="36658">Second_Product_Purchased</cx:pt>
          <cx:pt idx="36659">Second_Product_Purchased</cx:pt>
          <cx:pt idx="36660">Second_Product_Purchased</cx:pt>
          <cx:pt idx="36661">Second_Product_Purchased</cx:pt>
          <cx:pt idx="36662">Second_Product_Purchased</cx:pt>
          <cx:pt idx="36663">Second_Product_Purchased</cx:pt>
          <cx:pt idx="36664">Second_Product_Purchased</cx:pt>
          <cx:pt idx="36665">Second_Product_Purchased</cx:pt>
          <cx:pt idx="36666">Second_Product_Purchased</cx:pt>
          <cx:pt idx="36667">Second_Product_Purchased</cx:pt>
          <cx:pt idx="36668">Second_Product_Purchased</cx:pt>
          <cx:pt idx="36669">Second_Product_Purchased</cx:pt>
          <cx:pt idx="36670">Second_Product_Purchased</cx:pt>
          <cx:pt idx="36671">Second_Product_Purchased</cx:pt>
          <cx:pt idx="36672">Second_Product_Purchased</cx:pt>
          <cx:pt idx="36673">Second_Product_Purchased</cx:pt>
          <cx:pt idx="36674">Second_Product_Purchased</cx:pt>
          <cx:pt idx="36675">Second_Product_Purchased</cx:pt>
          <cx:pt idx="36676">Second_Product_Purchased</cx:pt>
          <cx:pt idx="36677">Second_Product_Purchased</cx:pt>
          <cx:pt idx="36678">Second_Product_Purchased</cx:pt>
          <cx:pt idx="36679">Second_Product_Purchased</cx:pt>
          <cx:pt idx="36680">Second_Product_Purchased</cx:pt>
          <cx:pt idx="36681">Second_Product_Purchased</cx:pt>
          <cx:pt idx="36682">Second_Product_Purchased</cx:pt>
          <cx:pt idx="36683">Second_Product_Purchased</cx:pt>
          <cx:pt idx="36684">Second_Product_Purchased</cx:pt>
          <cx:pt idx="36685">Second_Product_Purchased</cx:pt>
          <cx:pt idx="36686">Second_Product_Purchased</cx:pt>
          <cx:pt idx="36687">Second_Product_Purchased</cx:pt>
          <cx:pt idx="36688">Second_Product_Purchased</cx:pt>
          <cx:pt idx="36689">Second_Product_Purchased</cx:pt>
          <cx:pt idx="36690">Second_Product_Purchased</cx:pt>
          <cx:pt idx="36691">Second_Product_Purchased</cx:pt>
          <cx:pt idx="36692">Second_Product_Purchased</cx:pt>
          <cx:pt idx="36693">Second_Product_Purchased</cx:pt>
          <cx:pt idx="36694">Second_Product_Purchased</cx:pt>
          <cx:pt idx="36695">Second_Product_Purchased</cx:pt>
          <cx:pt idx="36696">Second_Product_Purchased</cx:pt>
          <cx:pt idx="36697">Second_Product_Purchased</cx:pt>
          <cx:pt idx="36698">Second_Product_Purchased</cx:pt>
          <cx:pt idx="36699">Second_Product_Purchased</cx:pt>
          <cx:pt idx="36700">Second_Product_Purchased</cx:pt>
          <cx:pt idx="36701">Second_Product_Purchased</cx:pt>
          <cx:pt idx="36702">Second_Product_Purchased</cx:pt>
          <cx:pt idx="36703">Second_Product_Purchased</cx:pt>
          <cx:pt idx="36704">Second_Product_Purchased</cx:pt>
          <cx:pt idx="36705">Second_Product_Purchased</cx:pt>
          <cx:pt idx="36706">Second_Product_Purchased</cx:pt>
          <cx:pt idx="36707">Second_Product_Purchased</cx:pt>
          <cx:pt idx="36708">Second_Product_Purchased</cx:pt>
          <cx:pt idx="36709">Second_Product_Purchased</cx:pt>
          <cx:pt idx="36710">Second_Product_Purchased</cx:pt>
          <cx:pt idx="36711">Second_Product_Purchased</cx:pt>
          <cx:pt idx="36712">Second_Product_Purchased</cx:pt>
          <cx:pt idx="36713">Second_Product_Purchased</cx:pt>
          <cx:pt idx="36714">Second_Product_Purchased</cx:pt>
          <cx:pt idx="36715">Second_Product_Purchased</cx:pt>
          <cx:pt idx="36716">Second_Product_Purchased</cx:pt>
          <cx:pt idx="36717">Second_Product_Purchased</cx:pt>
          <cx:pt idx="36718">Second_Product_Purchased</cx:pt>
          <cx:pt idx="36719">Second_Product_Purchased</cx:pt>
          <cx:pt idx="36720">Second_Product_Purchased</cx:pt>
          <cx:pt idx="36721">Second_Product_Purchased</cx:pt>
          <cx:pt idx="36722">Second_Product_Purchased</cx:pt>
          <cx:pt idx="36723">Second_Product_Purchased</cx:pt>
          <cx:pt idx="36724">Second_Product_Purchased</cx:pt>
          <cx:pt idx="36725">Second_Product_Purchased</cx:pt>
          <cx:pt idx="36726">Second_Product_Purchased</cx:pt>
          <cx:pt idx="36727">Second_Product_Purchased</cx:pt>
          <cx:pt idx="36728">Second_Product_Purchased</cx:pt>
          <cx:pt idx="36729">Second_Product_Purchased</cx:pt>
          <cx:pt idx="36730">Second_Product_Purchased</cx:pt>
          <cx:pt idx="36731">Second_Product_Purchased</cx:pt>
          <cx:pt idx="36732">Second_Product_Purchased</cx:pt>
          <cx:pt idx="36733">Second_Product_Purchased</cx:pt>
          <cx:pt idx="36734">Second_Product_Purchased</cx:pt>
          <cx:pt idx="36735">Second_Product_Purchased</cx:pt>
          <cx:pt idx="36736">Second_Product_Purchased</cx:pt>
          <cx:pt idx="36737">Second_Product_Purchased</cx:pt>
          <cx:pt idx="36738">Second_Product_Purchased</cx:pt>
          <cx:pt idx="36739">Second_Product_Purchased</cx:pt>
          <cx:pt idx="36740">Second_Product_Purchased</cx:pt>
          <cx:pt idx="36741">Second_Product_Purchased</cx:pt>
          <cx:pt idx="36742">Second_Product_Purchased</cx:pt>
          <cx:pt idx="36743">Second_Product_Purchased</cx:pt>
          <cx:pt idx="36744">Second_Product_Purchased</cx:pt>
          <cx:pt idx="36745">Second_Product_Purchased</cx:pt>
          <cx:pt idx="36746">Second_Product_Purchased</cx:pt>
          <cx:pt idx="36747">Second_Product_Purchased</cx:pt>
          <cx:pt idx="36748">Second_Product_Purchased</cx:pt>
          <cx:pt idx="36749">Second_Product_Purchased</cx:pt>
          <cx:pt idx="36750">Second_Product_Purchased</cx:pt>
          <cx:pt idx="36751">Second_Product_Purchased</cx:pt>
          <cx:pt idx="36752">Second_Product_Purchased</cx:pt>
          <cx:pt idx="36753">Second_Product_Purchased</cx:pt>
          <cx:pt idx="36754">Second_Product_Purchased</cx:pt>
          <cx:pt idx="36755">Second_Product_Purchased</cx:pt>
          <cx:pt idx="36756">Second_Product_Purchased</cx:pt>
          <cx:pt idx="36757">Second_Product_Purchased</cx:pt>
          <cx:pt idx="36758">Second_Product_Purchased</cx:pt>
          <cx:pt idx="36759">Second_Product_Purchased</cx:pt>
          <cx:pt idx="36760">Second_Product_Purchased</cx:pt>
          <cx:pt idx="36761">Second_Product_Purchased</cx:pt>
          <cx:pt idx="36762">Second_Product_Purchased</cx:pt>
          <cx:pt idx="36763">Second_Product_Purchased</cx:pt>
          <cx:pt idx="36764">Second_Product_Purchased</cx:pt>
          <cx:pt idx="36765">Second_Product_Purchased</cx:pt>
          <cx:pt idx="36766">Second_Product_Purchased</cx:pt>
          <cx:pt idx="36767">Second_Product_Purchased</cx:pt>
          <cx:pt idx="36768">Second_Product_Purchased</cx:pt>
          <cx:pt idx="36769">Second_Product_Purchased</cx:pt>
          <cx:pt idx="36770">Second_Product_Purchased</cx:pt>
          <cx:pt idx="36771">Second_Product_Purchased</cx:pt>
          <cx:pt idx="36772">Second_Product_Purchased</cx:pt>
          <cx:pt idx="36773">Second_Product_Purchased</cx:pt>
          <cx:pt idx="36774">Second_Product_Purchased</cx:pt>
          <cx:pt idx="36775">Second_Product_Purchased</cx:pt>
          <cx:pt idx="36776">Second_Product_Purchased</cx:pt>
          <cx:pt idx="36777">Second_Product_Purchased</cx:pt>
          <cx:pt idx="36778">Second_Product_Purchased</cx:pt>
          <cx:pt idx="36779">Second_Product_Purchased</cx:pt>
          <cx:pt idx="36780">Second_Product_Purchased</cx:pt>
          <cx:pt idx="36781">Second_Product_Purchased</cx:pt>
          <cx:pt idx="36782">Second_Product_Purchased</cx:pt>
          <cx:pt idx="36783">Second_Product_Purchased</cx:pt>
          <cx:pt idx="36784">Second_Product_Purchased</cx:pt>
          <cx:pt idx="36785">Second_Product_Purchased</cx:pt>
          <cx:pt idx="36786">Second_Product_Purchased</cx:pt>
          <cx:pt idx="36787">Second_Product_Purchased</cx:pt>
          <cx:pt idx="36788">Second_Product_Purchased</cx:pt>
          <cx:pt idx="36789">Second_Product_Purchased</cx:pt>
          <cx:pt idx="36790">Second_Product_Purchased</cx:pt>
          <cx:pt idx="36791">Second_Product_Purchased</cx:pt>
          <cx:pt idx="36792">Second_Product_Purchased</cx:pt>
          <cx:pt idx="36793">Second_Product_Purchased</cx:pt>
          <cx:pt idx="36794">Second_Product_Purchased</cx:pt>
          <cx:pt idx="36795">Second_Product_Purchased</cx:pt>
          <cx:pt idx="36796">Second_Product_Purchased</cx:pt>
          <cx:pt idx="36797">Second_Product_Purchased</cx:pt>
          <cx:pt idx="36798">Second_Product_Purchased</cx:pt>
          <cx:pt idx="36799">Second_Product_Purchased</cx:pt>
          <cx:pt idx="36800">Second_Product_Purchased</cx:pt>
          <cx:pt idx="36801">Second_Product_Purchased</cx:pt>
          <cx:pt idx="36802">Second_Product_Purchased</cx:pt>
          <cx:pt idx="36803">Second_Product_Purchased</cx:pt>
          <cx:pt idx="36804">Second_Product_Purchased</cx:pt>
          <cx:pt idx="36805">Second_Product_Purchased</cx:pt>
          <cx:pt idx="36806">Second_Product_Purchased</cx:pt>
          <cx:pt idx="36807">Second_Product_Purchased</cx:pt>
          <cx:pt idx="36808">Second_Product_Purchased</cx:pt>
          <cx:pt idx="36809">Second_Product_Purchased</cx:pt>
          <cx:pt idx="36810">Second_Product_Purchased</cx:pt>
          <cx:pt idx="36811">Second_Product_Purchased</cx:pt>
          <cx:pt idx="36812">Second_Product_Purchased</cx:pt>
          <cx:pt idx="36813">Second_Product_Purchased</cx:pt>
          <cx:pt idx="36814">Second_Product_Purchased</cx:pt>
          <cx:pt idx="36815">Second_Product_Purchased</cx:pt>
          <cx:pt idx="36816">Second_Product_Purchased</cx:pt>
          <cx:pt idx="36817">Second_Product_Purchased</cx:pt>
          <cx:pt idx="36818">Second_Product_Purchased</cx:pt>
          <cx:pt idx="36819">Second_Product_Purchased</cx:pt>
          <cx:pt idx="36820">Second_Product_Purchased</cx:pt>
          <cx:pt idx="36821">Second_Product_Purchased</cx:pt>
          <cx:pt idx="36822">Second_Product_Purchased</cx:pt>
          <cx:pt idx="36823">Second_Product_Purchased</cx:pt>
          <cx:pt idx="36824">Second_Product_Purchased</cx:pt>
          <cx:pt idx="36825">Second_Product_Purchased</cx:pt>
          <cx:pt idx="36826">Second_Product_Purchased</cx:pt>
          <cx:pt idx="36827">Second_Product_Purchased</cx:pt>
          <cx:pt idx="36828">Second_Product_Purchased</cx:pt>
          <cx:pt idx="36829">Second_Product_Purchased</cx:pt>
          <cx:pt idx="36830">Second_Product_Purchased</cx:pt>
          <cx:pt idx="36831">Second_Product_Purchased</cx:pt>
          <cx:pt idx="36832">Second_Product_Purchased</cx:pt>
          <cx:pt idx="36833">Second_Product_Purchased</cx:pt>
          <cx:pt idx="36834">Second_Product_Purchased</cx:pt>
          <cx:pt idx="36835">Second_Product_Purchased</cx:pt>
          <cx:pt idx="36836">Second_Product_Purchased</cx:pt>
          <cx:pt idx="36837">Second_Product_Purchased</cx:pt>
          <cx:pt idx="36838">Second_Product_Purchased</cx:pt>
          <cx:pt idx="36839">Second_Product_Purchased</cx:pt>
          <cx:pt idx="36840">Second_Product_Purchased</cx:pt>
          <cx:pt idx="36841">Second_Product_Purchased</cx:pt>
          <cx:pt idx="36842">Second_Product_Purchased</cx:pt>
          <cx:pt idx="36843">Second_Product_Purchased</cx:pt>
          <cx:pt idx="36844">Second_Product_Purchased</cx:pt>
          <cx:pt idx="36845">Second_Product_Purchased</cx:pt>
          <cx:pt idx="36846">Second_Product_Purchased</cx:pt>
          <cx:pt idx="36847">Second_Product_Purchased</cx:pt>
          <cx:pt idx="36848">Second_Product_Purchased</cx:pt>
          <cx:pt idx="36849">Second_Product_Purchased</cx:pt>
          <cx:pt idx="36850">Second_Product_Purchased</cx:pt>
          <cx:pt idx="36851">Second_Product_Purchased</cx:pt>
          <cx:pt idx="36852">Second_Product_Purchased</cx:pt>
          <cx:pt idx="36853">Second_Product_Purchased</cx:pt>
          <cx:pt idx="36854">Second_Product_Purchased</cx:pt>
          <cx:pt idx="36855">Second_Product_Purchased</cx:pt>
          <cx:pt idx="36856">Second_Product_Purchased</cx:pt>
          <cx:pt idx="36857">Second_Product_Purchased</cx:pt>
          <cx:pt idx="36858">Second_Product_Purchased</cx:pt>
          <cx:pt idx="36859">Second_Product_Purchased</cx:pt>
          <cx:pt idx="36860">Second_Product_Purchased</cx:pt>
          <cx:pt idx="36861">Second_Product_Purchased</cx:pt>
          <cx:pt idx="36862">Second_Product_Purchased</cx:pt>
          <cx:pt idx="36863">Second_Product_Purchased</cx:pt>
          <cx:pt idx="36864">Second_Product_Purchased</cx:pt>
          <cx:pt idx="36865">Second_Product_Purchased</cx:pt>
          <cx:pt idx="36866">Second_Product_Purchased</cx:pt>
          <cx:pt idx="36867">Second_Product_Purchased</cx:pt>
          <cx:pt idx="36868">Second_Product_Purchased</cx:pt>
          <cx:pt idx="36869">Second_Product_Purchased</cx:pt>
          <cx:pt idx="36870">Second_Product_Purchased</cx:pt>
          <cx:pt idx="36871">Second_Product_Purchased</cx:pt>
          <cx:pt idx="36872">Second_Product_Purchased</cx:pt>
          <cx:pt idx="36873">Second_Product_Purchased</cx:pt>
          <cx:pt idx="36874">Second_Product_Purchased</cx:pt>
          <cx:pt idx="36875">Second_Product_Purchased</cx:pt>
          <cx:pt idx="36876">Second_Product_Purchased</cx:pt>
          <cx:pt idx="36877">Second_Product_Purchased</cx:pt>
          <cx:pt idx="36878">Second_Product_Purchased</cx:pt>
          <cx:pt idx="36879">Second_Product_Purchased</cx:pt>
          <cx:pt idx="36880">Second_Product_Purchased</cx:pt>
          <cx:pt idx="36881">Second_Product_Purchased</cx:pt>
          <cx:pt idx="36882">Second_Product_Purchased</cx:pt>
          <cx:pt idx="36883">Second_Product_Purchased</cx:pt>
          <cx:pt idx="36884">Second_Product_Purchased</cx:pt>
          <cx:pt idx="36885">Second_Product_Purchased</cx:pt>
          <cx:pt idx="36886">Second_Product_Purchased</cx:pt>
          <cx:pt idx="36887">Second_Product_Purchased</cx:pt>
          <cx:pt idx="36888">Second_Product_Purchased</cx:pt>
          <cx:pt idx="36889">Second_Product_Purchased</cx:pt>
          <cx:pt idx="36890">Second_Product_Purchased</cx:pt>
          <cx:pt idx="36891">Second_Product_Purchased</cx:pt>
          <cx:pt idx="36892">Second_Product_Purchased</cx:pt>
          <cx:pt idx="36893">Second_Product_Purchased</cx:pt>
          <cx:pt idx="36894">Second_Product_Purchased</cx:pt>
          <cx:pt idx="36895">Second_Product_Purchased</cx:pt>
          <cx:pt idx="36896">Second_Product_Purchased</cx:pt>
          <cx:pt idx="36897">Second_Product_Purchased</cx:pt>
          <cx:pt idx="36898">Second_Product_Purchased</cx:pt>
          <cx:pt idx="36899">Second_Product_Purchased</cx:pt>
          <cx:pt idx="36900">Second_Product_Purchased</cx:pt>
          <cx:pt idx="36901">Second_Product_Purchased</cx:pt>
          <cx:pt idx="36902">Second_Product_Purchased</cx:pt>
          <cx:pt idx="36903">Second_Product_Purchased</cx:pt>
          <cx:pt idx="36904">Second_Product_Purchased</cx:pt>
          <cx:pt idx="36905">Second_Product_Purchased</cx:pt>
          <cx:pt idx="36906">Second_Product_Purchased</cx:pt>
          <cx:pt idx="36907">Second_Product_Purchased</cx:pt>
          <cx:pt idx="36908">Second_Product_Purchased</cx:pt>
          <cx:pt idx="36909">Second_Product_Purchased</cx:pt>
          <cx:pt idx="36910">Second_Product_Purchased</cx:pt>
          <cx:pt idx="36911">Second_Product_Purchased</cx:pt>
          <cx:pt idx="36912">Second_Product_Purchased</cx:pt>
          <cx:pt idx="36913">Second_Product_Purchased</cx:pt>
          <cx:pt idx="36914">Second_Product_Purchased</cx:pt>
          <cx:pt idx="36915">Second_Product_Purchased</cx:pt>
          <cx:pt idx="36916">Second_Product_Purchased</cx:pt>
          <cx:pt idx="36917">Second_Product_Purchased</cx:pt>
          <cx:pt idx="36918">Second_Product_Purchased</cx:pt>
          <cx:pt idx="36919">Second_Product_Purchased</cx:pt>
          <cx:pt idx="36920">Second_Product_Purchased</cx:pt>
          <cx:pt idx="36921">Second_Product_Purchased</cx:pt>
          <cx:pt idx="36922">Second_Product_Purchased</cx:pt>
          <cx:pt idx="36923">Second_Product_Purchased</cx:pt>
          <cx:pt idx="36924">Second_Product_Purchased</cx:pt>
          <cx:pt idx="36925">Second_Product_Purchased</cx:pt>
          <cx:pt idx="36926">Second_Product_Purchased</cx:pt>
          <cx:pt idx="36927">Second_Product_Purchased</cx:pt>
          <cx:pt idx="36928">Second_Product_Purchased</cx:pt>
          <cx:pt idx="36929">Second_Product_Purchased</cx:pt>
          <cx:pt idx="36930">Second_Product_Purchased</cx:pt>
          <cx:pt idx="36931">Second_Product_Purchased</cx:pt>
          <cx:pt idx="36932">Second_Product_Purchased</cx:pt>
          <cx:pt idx="36933">Second_Product_Purchased</cx:pt>
          <cx:pt idx="36934">Second_Product_Purchased</cx:pt>
          <cx:pt idx="36935">Second_Product_Purchased</cx:pt>
          <cx:pt idx="36936">Second_Product_Purchased</cx:pt>
          <cx:pt idx="36937">Second_Product_Purchased</cx:pt>
          <cx:pt idx="36938">Second_Product_Purchased</cx:pt>
          <cx:pt idx="36939">Second_Product_Purchased</cx:pt>
          <cx:pt idx="36940">Second_Product_Purchased</cx:pt>
          <cx:pt idx="36941">Second_Product_Purchased</cx:pt>
          <cx:pt idx="36942">Second_Product_Purchased</cx:pt>
          <cx:pt idx="36943">Second_Product_Purchased</cx:pt>
          <cx:pt idx="36944">Second_Product_Purchased</cx:pt>
          <cx:pt idx="36945">Second_Product_Purchased</cx:pt>
          <cx:pt idx="36946">Second_Product_Purchased</cx:pt>
          <cx:pt idx="36947">Second_Product_Purchased</cx:pt>
          <cx:pt idx="36948">Second_Product_Purchased</cx:pt>
          <cx:pt idx="36949">Second_Product_Purchased</cx:pt>
          <cx:pt idx="36950">Second_Product_Purchased</cx:pt>
          <cx:pt idx="36951">Second_Product_Purchased</cx:pt>
          <cx:pt idx="36952">Second_Product_Purchased</cx:pt>
          <cx:pt idx="36953">Second_Product_Purchased</cx:pt>
          <cx:pt idx="36954">Second_Product_Purchased</cx:pt>
          <cx:pt idx="36955">Second_Product_Purchased</cx:pt>
          <cx:pt idx="36956">Second_Product_Purchased</cx:pt>
          <cx:pt idx="36957">Second_Product_Purchased</cx:pt>
          <cx:pt idx="36958">Second_Product_Purchased</cx:pt>
          <cx:pt idx="36959">Second_Product_Purchased</cx:pt>
          <cx:pt idx="36960">Second_Product_Purchased</cx:pt>
          <cx:pt idx="36961">Second_Product_Purchased</cx:pt>
          <cx:pt idx="36962">Second_Product_Purchased</cx:pt>
          <cx:pt idx="36963">Second_Product_Purchased</cx:pt>
          <cx:pt idx="36964">Second_Product_Purchased</cx:pt>
          <cx:pt idx="36965">Second_Product_Purchased</cx:pt>
          <cx:pt idx="36966">Second_Product_Purchased</cx:pt>
          <cx:pt idx="36967">Second_Product_Purchased</cx:pt>
          <cx:pt idx="36968">Second_Product_Purchased</cx:pt>
          <cx:pt idx="36969">Second_Product_Purchased</cx:pt>
          <cx:pt idx="36970">Second_Product_Purchased</cx:pt>
          <cx:pt idx="36971">Second_Product_Purchased</cx:pt>
          <cx:pt idx="36972">Second_Product_Purchased</cx:pt>
          <cx:pt idx="36973">Second_Product_Purchased</cx:pt>
          <cx:pt idx="36974">Second_Product_Purchased</cx:pt>
          <cx:pt idx="36975">Second_Product_Purchased</cx:pt>
          <cx:pt idx="36976">Second_Product_Purchased</cx:pt>
          <cx:pt idx="36977">Second_Product_Purchased</cx:pt>
          <cx:pt idx="36978">Second_Product_Purchased</cx:pt>
          <cx:pt idx="36979">Second_Product_Purchased</cx:pt>
          <cx:pt idx="36980">Second_Product_Purchased</cx:pt>
          <cx:pt idx="36981">Second_Product_Purchased</cx:pt>
          <cx:pt idx="36982">Second_Product_Purchased</cx:pt>
          <cx:pt idx="36983">Second_Product_Purchased</cx:pt>
          <cx:pt idx="36984">Second_Product_Purchased</cx:pt>
          <cx:pt idx="36985">Second_Product_Purchased</cx:pt>
          <cx:pt idx="36986">Second_Product_Purchased</cx:pt>
          <cx:pt idx="36987">Second_Product_Purchased</cx:pt>
          <cx:pt idx="36988">Second_Product_Purchased</cx:pt>
          <cx:pt idx="36989">Second_Product_Purchased</cx:pt>
          <cx:pt idx="36990">Second_Product_Purchased</cx:pt>
          <cx:pt idx="36991">Second_Product_Purchased</cx:pt>
          <cx:pt idx="36992">Second_Product_Purchased</cx:pt>
          <cx:pt idx="36993">Second_Product_Purchased</cx:pt>
          <cx:pt idx="36994">Second_Product_Purchased</cx:pt>
          <cx:pt idx="36995">Second_Product_Purchased</cx:pt>
          <cx:pt idx="36996">Second_Product_Purchased</cx:pt>
          <cx:pt idx="36997">Second_Product_Purchased</cx:pt>
          <cx:pt idx="36998">Second_Product_Purchased</cx:pt>
          <cx:pt idx="36999">Second_Product_Purchased</cx:pt>
          <cx:pt idx="37000">Second_Product_Purchased</cx:pt>
          <cx:pt idx="37001">Second_Product_Purchased</cx:pt>
          <cx:pt idx="37002">Second_Product_Purchased</cx:pt>
          <cx:pt idx="37003">Second_Product_Purchased</cx:pt>
          <cx:pt idx="37004">Second_Product_Purchased</cx:pt>
          <cx:pt idx="37005">Second_Product_Purchased</cx:pt>
          <cx:pt idx="37006">Second_Product_Purchased</cx:pt>
          <cx:pt idx="37007">Second_Product_Purchased</cx:pt>
          <cx:pt idx="37008">Second_Product_Purchased</cx:pt>
          <cx:pt idx="37009">Second_Product_Purchased</cx:pt>
          <cx:pt idx="37010">Second_Product_Purchased</cx:pt>
          <cx:pt idx="37011">Second_Product_Purchased</cx:pt>
          <cx:pt idx="37012">Second_Product_Purchased</cx:pt>
          <cx:pt idx="37013">Second_Product_Purchased</cx:pt>
          <cx:pt idx="37014">Second_Product_Purchased</cx:pt>
          <cx:pt idx="37015">Second_Product_Purchased</cx:pt>
          <cx:pt idx="37016">Second_Product_Purchased</cx:pt>
          <cx:pt idx="37017">Second_Product_Purchased</cx:pt>
          <cx:pt idx="37018">Second_Product_Purchased</cx:pt>
          <cx:pt idx="37019">Second_Product_Purchased</cx:pt>
          <cx:pt idx="37020">Second_Product_Purchased</cx:pt>
          <cx:pt idx="37021">Second_Product_Purchased</cx:pt>
          <cx:pt idx="37022">Second_Product_Purchased</cx:pt>
          <cx:pt idx="37023">Second_Product_Purchased</cx:pt>
          <cx:pt idx="37024">Second_Product_Purchased</cx:pt>
          <cx:pt idx="37025">Second_Product_Purchased</cx:pt>
          <cx:pt idx="37026">Second_Product_Purchased</cx:pt>
          <cx:pt idx="37027">Second_Product_Purchased</cx:pt>
          <cx:pt idx="37028">Second_Product_Purchased</cx:pt>
          <cx:pt idx="37029">Second_Product_Purchased</cx:pt>
          <cx:pt idx="37030">Second_Product_Purchased</cx:pt>
          <cx:pt idx="37031">Second_Product_Purchased</cx:pt>
          <cx:pt idx="37032">Second_Product_Purchased</cx:pt>
          <cx:pt idx="37033">Second_Product_Purchased</cx:pt>
          <cx:pt idx="37034">Second_Product_Purchased</cx:pt>
          <cx:pt idx="37035">Second_Product_Purchased</cx:pt>
          <cx:pt idx="37036">Second_Product_Purchased</cx:pt>
          <cx:pt idx="37037">Second_Product_Purchased</cx:pt>
          <cx:pt idx="37038">Second_Product_Purchased</cx:pt>
          <cx:pt idx="37039">Second_Product_Purchased</cx:pt>
          <cx:pt idx="37040">Second_Product_Purchased</cx:pt>
          <cx:pt idx="37041">Second_Product_Purchased</cx:pt>
          <cx:pt idx="37042">Second_Product_Purchased</cx:pt>
          <cx:pt idx="37043">Second_Product_Purchased</cx:pt>
          <cx:pt idx="37044">Second_Product_Purchased</cx:pt>
          <cx:pt idx="37045">Second_Product_Purchased</cx:pt>
          <cx:pt idx="37046">Second_Product_Purchased</cx:pt>
          <cx:pt idx="37047">Second_Product_Purchased</cx:pt>
          <cx:pt idx="37048">Second_Product_Purchased</cx:pt>
          <cx:pt idx="37049">Second_Product_Purchased</cx:pt>
          <cx:pt idx="37050">Second_Product_Purchased</cx:pt>
          <cx:pt idx="37051">Second_Product_Purchased</cx:pt>
          <cx:pt idx="37052">Second_Product_Purchased</cx:pt>
          <cx:pt idx="37053">Second_Product_Purchased</cx:pt>
          <cx:pt idx="37054">Second_Product_Purchased</cx:pt>
          <cx:pt idx="37055">Second_Product_Purchased</cx:pt>
          <cx:pt idx="37056">Second_Product_Purchased</cx:pt>
          <cx:pt idx="37057">Second_Product_Purchased</cx:pt>
          <cx:pt idx="37058">Second_Product_Purchased</cx:pt>
          <cx:pt idx="37059">Second_Product_Purchased</cx:pt>
          <cx:pt idx="37060">Second_Product_Purchased</cx:pt>
          <cx:pt idx="37061">Second_Product_Purchased</cx:pt>
          <cx:pt idx="37062">Second_Product_Purchased</cx:pt>
          <cx:pt idx="37063">Second_Product_Purchased</cx:pt>
          <cx:pt idx="37064">Second_Product_Purchased</cx:pt>
          <cx:pt idx="37065">Second_Product_Purchased</cx:pt>
          <cx:pt idx="37066">Second_Product_Purchased</cx:pt>
          <cx:pt idx="37067">Second_Product_Purchased</cx:pt>
          <cx:pt idx="37068">Second_Product_Purchased</cx:pt>
          <cx:pt idx="37069">Second_Product_Purchased</cx:pt>
          <cx:pt idx="37070">Second_Product_Purchased</cx:pt>
          <cx:pt idx="37071">Second_Product_Purchased</cx:pt>
          <cx:pt idx="37072">Second_Product_Purchased</cx:pt>
          <cx:pt idx="37073">Second_Product_Purchased</cx:pt>
          <cx:pt idx="37074">Second_Product_Purchased</cx:pt>
          <cx:pt idx="37075">Second_Product_Purchased</cx:pt>
          <cx:pt idx="37076">Second_Product_Purchased</cx:pt>
          <cx:pt idx="37077">Second_Product_Purchased</cx:pt>
          <cx:pt idx="37078">Second_Product_Purchased</cx:pt>
          <cx:pt idx="37079">Second_Product_Purchased</cx:pt>
          <cx:pt idx="37080">Second_Product_Purchased</cx:pt>
          <cx:pt idx="37081">Second_Product_Purchased</cx:pt>
          <cx:pt idx="37082">Second_Product_Purchased</cx:pt>
          <cx:pt idx="37083">Second_Product_Purchased</cx:pt>
          <cx:pt idx="37084">Second_Product_Purchased</cx:pt>
          <cx:pt idx="37085">Second_Product_Purchased</cx:pt>
          <cx:pt idx="37086">Second_Product_Purchased</cx:pt>
          <cx:pt idx="37087">Second_Product_Purchased</cx:pt>
          <cx:pt idx="37088">Second_Product_Purchased</cx:pt>
          <cx:pt idx="37089">Second_Product_Purchased</cx:pt>
          <cx:pt idx="37090">Second_Product_Purchased</cx:pt>
          <cx:pt idx="37091">Second_Product_Purchased</cx:pt>
          <cx:pt idx="37092">Second_Product_Purchased</cx:pt>
          <cx:pt idx="37093">Second_Product_Purchased</cx:pt>
          <cx:pt idx="37094">Second_Product_Purchased</cx:pt>
          <cx:pt idx="37095">Second_Product_Purchased</cx:pt>
          <cx:pt idx="37096">Second_Product_Purchased</cx:pt>
          <cx:pt idx="37097">Second_Product_Purchased</cx:pt>
          <cx:pt idx="37098">Second_Product_Purchased</cx:pt>
          <cx:pt idx="37099">Second_Product_Purchased</cx:pt>
          <cx:pt idx="37100">Second_Product_Purchased</cx:pt>
          <cx:pt idx="37101">Second_Product_Purchased</cx:pt>
          <cx:pt idx="37102">Second_Product_Purchased</cx:pt>
          <cx:pt idx="37103">Second_Product_Purchased</cx:pt>
          <cx:pt idx="37104">Second_Product_Purchased</cx:pt>
          <cx:pt idx="37105">Second_Product_Purchased</cx:pt>
          <cx:pt idx="37106">Second_Product_Purchased</cx:pt>
          <cx:pt idx="37107">Second_Product_Purchased</cx:pt>
          <cx:pt idx="37108">Second_Product_Purchased</cx:pt>
          <cx:pt idx="37109">Second_Product_Purchased</cx:pt>
          <cx:pt idx="37110">Second_Product_Purchased</cx:pt>
          <cx:pt idx="37111">Second_Product_Purchased</cx:pt>
          <cx:pt idx="37112">Second_Product_Purchased</cx:pt>
          <cx:pt idx="37113">Second_Product_Purchased</cx:pt>
          <cx:pt idx="37114">Second_Product_Purchased</cx:pt>
          <cx:pt idx="37115">Second_Product_Purchased</cx:pt>
          <cx:pt idx="37116">Second_Product_Purchased</cx:pt>
          <cx:pt idx="37117">Second_Product_Purchased</cx:pt>
          <cx:pt idx="37118">Second_Product_Purchased</cx:pt>
          <cx:pt idx="37119">Second_Product_Purchased</cx:pt>
          <cx:pt idx="37120">Second_Product_Purchased</cx:pt>
          <cx:pt idx="37121">Second_Product_Purchased</cx:pt>
          <cx:pt idx="37122">Second_Product_Purchased</cx:pt>
          <cx:pt idx="37123">Second_Product_Purchased</cx:pt>
          <cx:pt idx="37124">Second_Product_Purchased</cx:pt>
          <cx:pt idx="37125">Second_Product_Purchased</cx:pt>
          <cx:pt idx="37126">Second_Product_Purchased</cx:pt>
          <cx:pt idx="37127">Second_Product_Purchased</cx:pt>
          <cx:pt idx="37128">Second_Product_Purchased</cx:pt>
          <cx:pt idx="37129">Second_Product_Purchased</cx:pt>
          <cx:pt idx="37130">Second_Product_Purchased</cx:pt>
          <cx:pt idx="37131">Second_Product_Purchased</cx:pt>
          <cx:pt idx="37132">Second_Product_Purchased</cx:pt>
          <cx:pt idx="37133">Second_Product_Purchased</cx:pt>
          <cx:pt idx="37134">Second_Product_Purchased</cx:pt>
          <cx:pt idx="37135">Second_Product_Purchased</cx:pt>
          <cx:pt idx="37136">Second_Product_Purchased</cx:pt>
          <cx:pt idx="37137">Second_Product_Purchased</cx:pt>
          <cx:pt idx="37138">Second_Product_Purchased</cx:pt>
          <cx:pt idx="37139">Second_Product_Purchased</cx:pt>
          <cx:pt idx="37140">Second_Product_Purchased</cx:pt>
          <cx:pt idx="37141">Second_Product_Purchased</cx:pt>
          <cx:pt idx="37142">Second_Product_Purchased</cx:pt>
          <cx:pt idx="37143">Second_Product_Purchased</cx:pt>
          <cx:pt idx="37144">Second_Product_Purchased</cx:pt>
          <cx:pt idx="37145">Second_Product_Purchased</cx:pt>
          <cx:pt idx="37146">Second_Product_Purchased</cx:pt>
          <cx:pt idx="37147">Second_Product_Purchased</cx:pt>
          <cx:pt idx="37148">Second_Product_Purchased</cx:pt>
          <cx:pt idx="37149">Second_Product_Purchased</cx:pt>
          <cx:pt idx="37150">Second_Product_Purchased</cx:pt>
          <cx:pt idx="37151">Second_Product_Purchased</cx:pt>
          <cx:pt idx="37152">Second_Product_Purchased</cx:pt>
          <cx:pt idx="37153">Second_Product_Purchased</cx:pt>
          <cx:pt idx="37154">Second_Product_Purchased</cx:pt>
          <cx:pt idx="37155">Second_Product_Purchased</cx:pt>
          <cx:pt idx="37156">Second_Product_Purchased</cx:pt>
          <cx:pt idx="37157">Second_Product_Purchased</cx:pt>
          <cx:pt idx="37158">Second_Product_Purchased</cx:pt>
          <cx:pt idx="37159">Second_Product_Purchased</cx:pt>
          <cx:pt idx="37160">Second_Product_Purchased</cx:pt>
          <cx:pt idx="37161">Second_Product_Purchased</cx:pt>
          <cx:pt idx="37162">Second_Product_Purchased</cx:pt>
          <cx:pt idx="37163">Second_Product_Purchased</cx:pt>
          <cx:pt idx="37164">Second_Product_Purchased</cx:pt>
          <cx:pt idx="37165">Second_Product_Purchased</cx:pt>
          <cx:pt idx="37166">Second_Product_Purchased</cx:pt>
          <cx:pt idx="37167">Second_Product_Purchased</cx:pt>
          <cx:pt idx="37168">Second_Product_Purchased</cx:pt>
          <cx:pt idx="37169">Second_Product_Purchased</cx:pt>
          <cx:pt idx="37170">Second_Product_Purchased</cx:pt>
          <cx:pt idx="37171">Second_Product_Purchased</cx:pt>
          <cx:pt idx="37172">Second_Product_Purchased</cx:pt>
          <cx:pt idx="37173">Second_Product_Purchased</cx:pt>
          <cx:pt idx="37174">Second_Product_Purchased</cx:pt>
          <cx:pt idx="37175">Second_Product_Purchased</cx:pt>
          <cx:pt idx="37176">Second_Product_Purchased</cx:pt>
          <cx:pt idx="37177">Second_Product_Purchased</cx:pt>
          <cx:pt idx="37178">Second_Product_Purchased</cx:pt>
          <cx:pt idx="37179">Second_Product_Purchased</cx:pt>
          <cx:pt idx="37180">Second_Product_Purchased</cx:pt>
          <cx:pt idx="37181">Second_Product_Purchased</cx:pt>
          <cx:pt idx="37182">Second_Product_Purchased</cx:pt>
          <cx:pt idx="37183">Second_Product_Purchased</cx:pt>
          <cx:pt idx="37184">Second_Product_Purchased</cx:pt>
          <cx:pt idx="37185">Second_Product_Purchased</cx:pt>
          <cx:pt idx="37186">Second_Product_Purchased</cx:pt>
          <cx:pt idx="37187">Second_Product_Purchased</cx:pt>
          <cx:pt idx="37188">Second_Product_Purchased</cx:pt>
          <cx:pt idx="37189">Second_Product_Purchased</cx:pt>
          <cx:pt idx="37190">Second_Product_Purchased</cx:pt>
          <cx:pt idx="37191">Second_Product_Purchased</cx:pt>
          <cx:pt idx="37192">Second_Product_Purchased</cx:pt>
          <cx:pt idx="37193">Second_Product_Purchased</cx:pt>
          <cx:pt idx="37194">Second_Product_Purchased</cx:pt>
          <cx:pt idx="37195">Second_Product_Purchased</cx:pt>
          <cx:pt idx="37196">Second_Product_Purchased</cx:pt>
          <cx:pt idx="37197">Second_Product_Purchased</cx:pt>
          <cx:pt idx="37198">Second_Product_Purchased</cx:pt>
          <cx:pt idx="37199">Second_Product_Purchased</cx:pt>
          <cx:pt idx="37200">Second_Product_Purchased</cx:pt>
          <cx:pt idx="37201">Second_Product_Purchased</cx:pt>
          <cx:pt idx="37202">Second_Product_Purchased</cx:pt>
          <cx:pt idx="37203">Second_Product_Purchased</cx:pt>
          <cx:pt idx="37204">Second_Product_Purchased</cx:pt>
          <cx:pt idx="37205">Second_Product_Purchased</cx:pt>
          <cx:pt idx="37206">Second_Product_Purchased</cx:pt>
          <cx:pt idx="37207">Second_Product_Purchased</cx:pt>
          <cx:pt idx="37208">Second_Product_Purchased</cx:pt>
          <cx:pt idx="37209">Second_Product_Purchased</cx:pt>
          <cx:pt idx="37210">Second_Product_Purchased</cx:pt>
          <cx:pt idx="37211">Second_Product_Purchased</cx:pt>
          <cx:pt idx="37212">Second_Product_Purchased</cx:pt>
          <cx:pt idx="37213">Second_Product_Purchased</cx:pt>
          <cx:pt idx="37214">Second_Product_Purchased</cx:pt>
          <cx:pt idx="37215">Second_Product_Purchased</cx:pt>
          <cx:pt idx="37216">Second_Product_Purchased</cx:pt>
          <cx:pt idx="37217">Second_Product_Purchased</cx:pt>
          <cx:pt idx="37218">Second_Product_Purchased</cx:pt>
          <cx:pt idx="37219">Second_Product_Purchased</cx:pt>
          <cx:pt idx="37220">Second_Product_Purchased</cx:pt>
          <cx:pt idx="37221">Second_Product_Purchased</cx:pt>
          <cx:pt idx="37222">Second_Product_Purchased</cx:pt>
          <cx:pt idx="37223">Second_Product_Purchased</cx:pt>
          <cx:pt idx="37224">Second_Product_Purchased</cx:pt>
          <cx:pt idx="37225">Second_Product_Purchased</cx:pt>
          <cx:pt idx="37226">Second_Product_Purchased</cx:pt>
          <cx:pt idx="37227">Second_Product_Purchased</cx:pt>
          <cx:pt idx="37228">Second_Product_Purchased</cx:pt>
          <cx:pt idx="37229">Second_Product_Purchased</cx:pt>
          <cx:pt idx="37230">Second_Product_Purchased</cx:pt>
          <cx:pt idx="37231">Second_Product_Purchased</cx:pt>
          <cx:pt idx="37232">Second_Product_Purchased</cx:pt>
          <cx:pt idx="37233">Second_Product_Purchased</cx:pt>
          <cx:pt idx="37234">Second_Product_Purchased</cx:pt>
          <cx:pt idx="37235">Second_Product_Purchased</cx:pt>
          <cx:pt idx="37236">Second_Product_Purchased</cx:pt>
          <cx:pt idx="37237">Second_Product_Purchased</cx:pt>
          <cx:pt idx="37238">Second_Product_Purchased</cx:pt>
          <cx:pt idx="37239">Second_Product_Purchased</cx:pt>
          <cx:pt idx="37240">Second_Product_Purchased</cx:pt>
          <cx:pt idx="37241">Second_Product_Purchased</cx:pt>
          <cx:pt idx="37242">Second_Product_Purchased</cx:pt>
          <cx:pt idx="37243">Second_Product_Purchased</cx:pt>
          <cx:pt idx="37244">Second_Product_Purchased</cx:pt>
          <cx:pt idx="37245">Second_Product_Purchased</cx:pt>
          <cx:pt idx="37246">Second_Product_Purchased</cx:pt>
          <cx:pt idx="37247">Second_Product_Purchased</cx:pt>
          <cx:pt idx="37248">Second_Product_Purchased</cx:pt>
          <cx:pt idx="37249">Second_Product_Purchased</cx:pt>
          <cx:pt idx="37250">Second_Product_Purchased</cx:pt>
          <cx:pt idx="37251">Second_Product_Purchased</cx:pt>
          <cx:pt idx="37252">Second_Product_Purchased</cx:pt>
          <cx:pt idx="37253">Second_Product_Purchased</cx:pt>
          <cx:pt idx="37254">Second_Product_Purchased</cx:pt>
          <cx:pt idx="37255">Second_Product_Purchased</cx:pt>
          <cx:pt idx="37256">Second_Product_Purchased</cx:pt>
          <cx:pt idx="37257">Second_Product_Purchased</cx:pt>
          <cx:pt idx="37258">Second_Product_Purchased</cx:pt>
          <cx:pt idx="37259">Second_Product_Purchased</cx:pt>
          <cx:pt idx="37260">Second_Product_Purchased</cx:pt>
          <cx:pt idx="37261">Second_Product_Purchased</cx:pt>
          <cx:pt idx="37262">Second_Product_Purchased</cx:pt>
          <cx:pt idx="37263">Second_Product_Purchased</cx:pt>
          <cx:pt idx="37264">Second_Product_Purchased</cx:pt>
          <cx:pt idx="37265">Second_Product_Purchased</cx:pt>
          <cx:pt idx="37266">Second_Product_Purchased</cx:pt>
          <cx:pt idx="37267">Second_Product_Purchased</cx:pt>
          <cx:pt idx="37268">Second_Product_Purchased</cx:pt>
          <cx:pt idx="37269">Second_Product_Purchased</cx:pt>
          <cx:pt idx="37270">Second_Product_Purchased</cx:pt>
          <cx:pt idx="37271">Second_Product_Purchased</cx:pt>
          <cx:pt idx="37272">Second_Product_Purchased</cx:pt>
          <cx:pt idx="37273">Second_Product_Purchased</cx:pt>
          <cx:pt idx="37274">Second_Product_Purchased</cx:pt>
          <cx:pt idx="37275">Second_Product_Purchased</cx:pt>
          <cx:pt idx="37276">Second_Product_Purchased</cx:pt>
          <cx:pt idx="37277">Second_Product_Purchased</cx:pt>
          <cx:pt idx="37278">Second_Product_Purchased</cx:pt>
          <cx:pt idx="37279">Second_Product_Purchased</cx:pt>
          <cx:pt idx="37280">Second_Product_Purchased</cx:pt>
          <cx:pt idx="37281">Second_Product_Purchased</cx:pt>
          <cx:pt idx="37282">Second_Product_Purchased</cx:pt>
          <cx:pt idx="37283">Second_Product_Purchased</cx:pt>
          <cx:pt idx="37284">Second_Product_Purchased</cx:pt>
          <cx:pt idx="37285">Second_Product_Purchased</cx:pt>
          <cx:pt idx="37286">Second_Product_Purchased</cx:pt>
          <cx:pt idx="37287">Second_Product_Purchased</cx:pt>
          <cx:pt idx="37288">Second_Product_Purchased</cx:pt>
          <cx:pt idx="37289">Second_Product_Purchased</cx:pt>
          <cx:pt idx="37290">Second_Product_Purchased</cx:pt>
          <cx:pt idx="37291">Second_Product_Purchased</cx:pt>
          <cx:pt idx="37292">Second_Product_Purchased</cx:pt>
          <cx:pt idx="37293">Second_Product_Purchased</cx:pt>
          <cx:pt idx="37294">Second_Product_Purchased</cx:pt>
          <cx:pt idx="37295">Second_Product_Purchased</cx:pt>
          <cx:pt idx="37296">Second_Product_Purchased</cx:pt>
          <cx:pt idx="37297">Second_Product_Purchased</cx:pt>
          <cx:pt idx="37298">Second_Product_Purchased</cx:pt>
          <cx:pt idx="37299">Second_Product_Purchased</cx:pt>
          <cx:pt idx="37300">Second_Product_Purchased</cx:pt>
          <cx:pt idx="37301">Second_Product_Purchased</cx:pt>
          <cx:pt idx="37302">Second_Product_Purchased</cx:pt>
          <cx:pt idx="37303">Second_Product_Purchased</cx:pt>
          <cx:pt idx="37304">Second_Product_Purchased</cx:pt>
          <cx:pt idx="37305">Second_Product_Purchased</cx:pt>
          <cx:pt idx="37306">Second_Product_Purchased</cx:pt>
          <cx:pt idx="37307">Second_Product_Purchased</cx:pt>
          <cx:pt idx="37308">Second_Product_Purchased</cx:pt>
          <cx:pt idx="37309">Second_Product_Purchased</cx:pt>
          <cx:pt idx="37310">Second_Product_Purchased</cx:pt>
          <cx:pt idx="37311">Second_Product_Purchased</cx:pt>
          <cx:pt idx="37312">Second_Product_Purchased</cx:pt>
          <cx:pt idx="37313">Second_Product_Purchased</cx:pt>
          <cx:pt idx="37314">Second_Product_Purchased</cx:pt>
          <cx:pt idx="37315">Second_Product_Purchased</cx:pt>
          <cx:pt idx="37316">Second_Product_Purchased</cx:pt>
          <cx:pt idx="37317">Second_Product_Purchased</cx:pt>
          <cx:pt idx="37318">Second_Product_Purchased</cx:pt>
          <cx:pt idx="37319">Second_Product_Purchased</cx:pt>
          <cx:pt idx="37320">Second_Product_Purchased</cx:pt>
          <cx:pt idx="37321">Second_Product_Purchased</cx:pt>
          <cx:pt idx="37322">Second_Product_Purchased</cx:pt>
          <cx:pt idx="37323">Second_Product_Purchased</cx:pt>
          <cx:pt idx="37324">Second_Product_Purchased</cx:pt>
          <cx:pt idx="37325">Second_Product_Purchased</cx:pt>
          <cx:pt idx="37326">Second_Product_Purchased</cx:pt>
          <cx:pt idx="37327">Second_Product_Purchased</cx:pt>
          <cx:pt idx="37328">Second_Product_Purchased</cx:pt>
          <cx:pt idx="37329">Second_Product_Purchased</cx:pt>
          <cx:pt idx="37330">Second_Product_Purchased</cx:pt>
          <cx:pt idx="37331">Second_Product_Purchased</cx:pt>
          <cx:pt idx="37332">Second_Product_Purchased</cx:pt>
          <cx:pt idx="37333">Second_Product_Purchased</cx:pt>
          <cx:pt idx="37334">Second_Product_Purchased</cx:pt>
          <cx:pt idx="37335">Second_Product_Purchased</cx:pt>
          <cx:pt idx="37336">Second_Product_Purchased</cx:pt>
          <cx:pt idx="37337">Second_Product_Purchased</cx:pt>
          <cx:pt idx="37338">Second_Product_Purchased</cx:pt>
          <cx:pt idx="37339">Second_Product_Purchased</cx:pt>
          <cx:pt idx="37340">Second_Product_Purchased</cx:pt>
          <cx:pt idx="37341">Second_Product_Purchased</cx:pt>
          <cx:pt idx="37342">Second_Product_Purchased</cx:pt>
          <cx:pt idx="37343">Second_Product_Purchased</cx:pt>
          <cx:pt idx="37344">Second_Product_Purchased</cx:pt>
          <cx:pt idx="37345">Second_Product_Purchased</cx:pt>
          <cx:pt idx="37346">Second_Product_Purchased</cx:pt>
          <cx:pt idx="37347">Second_Product_Purchased</cx:pt>
          <cx:pt idx="37348">Second_Product_Purchased</cx:pt>
          <cx:pt idx="37349">Second_Product_Purchased</cx:pt>
          <cx:pt idx="37350">Second_Product_Purchased</cx:pt>
          <cx:pt idx="37351">Second_Product_Purchased</cx:pt>
          <cx:pt idx="37352">Second_Product_Purchased</cx:pt>
          <cx:pt idx="37353">Second_Product_Purchased</cx:pt>
          <cx:pt idx="37354">Second_Product_Purchased</cx:pt>
          <cx:pt idx="37355">Second_Product_Purchased</cx:pt>
          <cx:pt idx="37356">Second_Product_Purchased</cx:pt>
          <cx:pt idx="37357">Second_Product_Purchased</cx:pt>
          <cx:pt idx="37358">Second_Product_Purchased</cx:pt>
          <cx:pt idx="37359">Second_Product_Purchased</cx:pt>
          <cx:pt idx="37360">Second_Product_Purchased</cx:pt>
          <cx:pt idx="37361">Second_Product_Purchased</cx:pt>
          <cx:pt idx="37362">Second_Product_Purchased</cx:pt>
          <cx:pt idx="37363">Second_Product_Purchased</cx:pt>
          <cx:pt idx="37364">Second_Product_Purchased</cx:pt>
          <cx:pt idx="37365">Second_Product_Purchased</cx:pt>
          <cx:pt idx="37366">Second_Product_Purchased</cx:pt>
          <cx:pt idx="37367">Second_Product_Purchased</cx:pt>
          <cx:pt idx="37368">Second_Product_Purchased</cx:pt>
          <cx:pt idx="37369">Second_Product_Purchased</cx:pt>
          <cx:pt idx="37370">Second_Product_Purchased</cx:pt>
          <cx:pt idx="37371">Second_Product_Purchased</cx:pt>
          <cx:pt idx="37372">Second_Product_Purchased</cx:pt>
          <cx:pt idx="37373">Second_Product_Purchased</cx:pt>
          <cx:pt idx="37374">Second_Product_Purchased</cx:pt>
          <cx:pt idx="37375">Second_Product_Purchased</cx:pt>
          <cx:pt idx="37376">Second_Product_Purchased</cx:pt>
          <cx:pt idx="37377">Second_Product_Purchased</cx:pt>
          <cx:pt idx="37378">Second_Product_Purchased</cx:pt>
          <cx:pt idx="37379">Second_Product_Purchased</cx:pt>
          <cx:pt idx="37380">Second_Product_Purchased</cx:pt>
          <cx:pt idx="37381">Second_Product_Purchased</cx:pt>
          <cx:pt idx="37382">Second_Product_Purchased</cx:pt>
          <cx:pt idx="37383">Second_Product_Purchased</cx:pt>
          <cx:pt idx="37384">Second_Product_Purchased</cx:pt>
          <cx:pt idx="37385">Second_Product_Purchased</cx:pt>
          <cx:pt idx="37386">Second_Product_Purchased</cx:pt>
          <cx:pt idx="37387">Second_Product_Purchased</cx:pt>
          <cx:pt idx="37388">Second_Product_Purchased</cx:pt>
          <cx:pt idx="37389">Second_Product_Purchased</cx:pt>
          <cx:pt idx="37390">Second_Product_Purchased</cx:pt>
          <cx:pt idx="37391">Second_Product_Purchased</cx:pt>
          <cx:pt idx="37392">Second_Product_Purchased</cx:pt>
          <cx:pt idx="37393">Second_Product_Purchased</cx:pt>
          <cx:pt idx="37394">Second_Product_Purchased</cx:pt>
          <cx:pt idx="37395">Second_Product_Purchased</cx:pt>
          <cx:pt idx="37396">Second_Product_Purchased</cx:pt>
          <cx:pt idx="37397">Second_Product_Purchased</cx:pt>
          <cx:pt idx="37398">Second_Product_Purchased</cx:pt>
          <cx:pt idx="37399">Second_Product_Purchased</cx:pt>
          <cx:pt idx="37400">Second_Product_Purchased</cx:pt>
          <cx:pt idx="37401">Second_Product_Purchased</cx:pt>
          <cx:pt idx="37402">Second_Product_Purchased</cx:pt>
          <cx:pt idx="37403">Second_Product_Purchased</cx:pt>
          <cx:pt idx="37404">Second_Product_Purchased</cx:pt>
          <cx:pt idx="37405">Second_Product_Purchased</cx:pt>
          <cx:pt idx="37406">Second_Product_Purchased</cx:pt>
          <cx:pt idx="37407">Second_Product_Purchased</cx:pt>
          <cx:pt idx="37408">Second_Product_Purchased</cx:pt>
          <cx:pt idx="37409">Second_Product_Purchased</cx:pt>
          <cx:pt idx="37410">Second_Product_Purchased</cx:pt>
          <cx:pt idx="37411">Second_Product_Purchased</cx:pt>
          <cx:pt idx="37412">Second_Product_Purchased</cx:pt>
          <cx:pt idx="37413">Second_Product_Purchased</cx:pt>
          <cx:pt idx="37414">Second_Product_Purchased</cx:pt>
          <cx:pt idx="37415">Second_Product_Purchased</cx:pt>
          <cx:pt idx="37416">Second_Product_Purchased</cx:pt>
          <cx:pt idx="37417">Second_Product_Purchased</cx:pt>
          <cx:pt idx="37418">Second_Product_Purchased</cx:pt>
          <cx:pt idx="37419">Second_Product_Purchased</cx:pt>
          <cx:pt idx="37420">Second_Product_Purchased</cx:pt>
          <cx:pt idx="37421">Second_Product_Purchased</cx:pt>
          <cx:pt idx="37422">Second_Product_Purchased</cx:pt>
          <cx:pt idx="37423">Second_Product_Purchased</cx:pt>
          <cx:pt idx="37424">Second_Product_Purchased</cx:pt>
          <cx:pt idx="37425">Second_Product_Purchased</cx:pt>
          <cx:pt idx="37426">Second_Product_Purchased</cx:pt>
          <cx:pt idx="37427">Second_Product_Purchased</cx:pt>
          <cx:pt idx="37428">Second_Product_Purchased</cx:pt>
          <cx:pt idx="37429">Second_Product_Purchased</cx:pt>
          <cx:pt idx="37430">Second_Product_Purchased</cx:pt>
          <cx:pt idx="37431">Second_Product_Purchased</cx:pt>
          <cx:pt idx="37432">Second_Product_Purchased</cx:pt>
          <cx:pt idx="37433">Second_Product_Purchased</cx:pt>
          <cx:pt idx="37434">Second_Product_Purchased</cx:pt>
          <cx:pt idx="37435">Second_Product_Purchased</cx:pt>
          <cx:pt idx="37436">Second_Product_Purchased</cx:pt>
          <cx:pt idx="37437">Second_Product_Purchased</cx:pt>
          <cx:pt idx="37438">Second_Product_Purchased</cx:pt>
          <cx:pt idx="37439">Second_Product_Purchased</cx:pt>
          <cx:pt idx="37440">Second_Product_Purchased</cx:pt>
          <cx:pt idx="37441">Second_Product_Purchased</cx:pt>
          <cx:pt idx="37442">Second_Product_Purchased</cx:pt>
          <cx:pt idx="37443">Second_Product_Purchased</cx:pt>
          <cx:pt idx="37444">Second_Product_Purchased</cx:pt>
          <cx:pt idx="37445">Second_Product_Purchased</cx:pt>
          <cx:pt idx="37446">Second_Product_Purchased</cx:pt>
          <cx:pt idx="37447">Second_Product_Purchased</cx:pt>
          <cx:pt idx="37448">Second_Product_Purchased</cx:pt>
          <cx:pt idx="37449">Second_Product_Purchased</cx:pt>
          <cx:pt idx="37450">Second_Product_Purchased</cx:pt>
          <cx:pt idx="37451">Second_Product_Purchased</cx:pt>
          <cx:pt idx="37452">Second_Product_Purchased</cx:pt>
          <cx:pt idx="37453">Second_Product_Purchased</cx:pt>
          <cx:pt idx="37454">Second_Product_Purchased</cx:pt>
          <cx:pt idx="37455">Second_Product_Purchased</cx:pt>
          <cx:pt idx="37456">Second_Product_Purchased</cx:pt>
          <cx:pt idx="37457">Second_Product_Purchased</cx:pt>
          <cx:pt idx="37458">Second_Product_Purchased</cx:pt>
          <cx:pt idx="37459">Second_Product_Purchased</cx:pt>
          <cx:pt idx="37460">Second_Product_Purchased</cx:pt>
          <cx:pt idx="37461">Second_Product_Purchased</cx:pt>
          <cx:pt idx="37462">Second_Product_Purchased</cx:pt>
          <cx:pt idx="37463">Second_Product_Purchased</cx:pt>
          <cx:pt idx="37464">Second_Product_Purchased</cx:pt>
          <cx:pt idx="37465">Second_Product_Purchased</cx:pt>
          <cx:pt idx="37466">Second_Product_Purchased</cx:pt>
          <cx:pt idx="37467">Second_Product_Purchased</cx:pt>
          <cx:pt idx="37468">Second_Product_Purchased</cx:pt>
          <cx:pt idx="37469">Second_Product_Purchased</cx:pt>
          <cx:pt idx="37470">Second_Product_Purchased</cx:pt>
          <cx:pt idx="37471">Second_Product_Purchased</cx:pt>
          <cx:pt idx="37472">Second_Product_Purchased</cx:pt>
          <cx:pt idx="37473">Second_Product_Purchased</cx:pt>
          <cx:pt idx="37474">Second_Product_Purchased</cx:pt>
          <cx:pt idx="37475">Second_Product_Purchased</cx:pt>
          <cx:pt idx="37476">Second_Product_Purchased</cx:pt>
          <cx:pt idx="37477">Second_Product_Purchased</cx:pt>
          <cx:pt idx="37478">Second_Product_Purchased</cx:pt>
          <cx:pt idx="37479">Second_Product_Purchased</cx:pt>
          <cx:pt idx="37480">Second_Product_Purchased</cx:pt>
          <cx:pt idx="37481">Second_Product_Purchased</cx:pt>
          <cx:pt idx="37482">Second_Product_Purchased</cx:pt>
          <cx:pt idx="37483">Second_Product_Purchased</cx:pt>
          <cx:pt idx="37484">Second_Product_Purchased</cx:pt>
          <cx:pt idx="37485">Second_Product_Purchased</cx:pt>
          <cx:pt idx="37486">Second_Product_Purchased</cx:pt>
          <cx:pt idx="37487">Second_Product_Purchased</cx:pt>
          <cx:pt idx="37488">Second_Product_Purchased</cx:pt>
          <cx:pt idx="37489">Second_Product_Purchased</cx:pt>
          <cx:pt idx="37490">Second_Product_Purchased</cx:pt>
          <cx:pt idx="37491">Second_Product_Purchased</cx:pt>
          <cx:pt idx="37492">Second_Product_Purchased</cx:pt>
          <cx:pt idx="37493">Second_Product_Purchased</cx:pt>
          <cx:pt idx="37494">Second_Product_Purchased</cx:pt>
          <cx:pt idx="37495">Second_Product_Purchased</cx:pt>
          <cx:pt idx="37496">Second_Product_Purchased</cx:pt>
          <cx:pt idx="37497">Second_Product_Purchased</cx:pt>
          <cx:pt idx="37498">Second_Product_Purchased</cx:pt>
          <cx:pt idx="37499">Second_Product_Purchased</cx:pt>
          <cx:pt idx="37500">Second_Product_Purchased</cx:pt>
          <cx:pt idx="37501">Second_Product_Purchased</cx:pt>
          <cx:pt idx="37502">Second_Product_Purchased</cx:pt>
          <cx:pt idx="37503">Second_Product_Purchased</cx:pt>
          <cx:pt idx="37504">Second_Product_Purchased</cx:pt>
          <cx:pt idx="37505">Second_Product_Purchased</cx:pt>
          <cx:pt idx="37506">Second_Product_Purchased</cx:pt>
          <cx:pt idx="37507">Second_Product_Purchased</cx:pt>
          <cx:pt idx="37508">Second_Product_Purchased</cx:pt>
          <cx:pt idx="37509">Second_Product_Purchased</cx:pt>
          <cx:pt idx="37510">Second_Product_Purchased</cx:pt>
          <cx:pt idx="37511">Second_Product_Purchased</cx:pt>
          <cx:pt idx="37512">Second_Product_Purchased</cx:pt>
          <cx:pt idx="37513">Second_Product_Purchased</cx:pt>
          <cx:pt idx="37514">Second_Product_Purchased</cx:pt>
          <cx:pt idx="37515">Second_Product_Purchased</cx:pt>
          <cx:pt idx="37516">Second_Product_Purchased</cx:pt>
          <cx:pt idx="37517">Second_Product_Purchased</cx:pt>
          <cx:pt idx="37518">Second_Product_Purchased</cx:pt>
          <cx:pt idx="37519">Second_Product_Purchased</cx:pt>
          <cx:pt idx="37520">Second_Product_Purchased</cx:pt>
          <cx:pt idx="37521">Second_Product_Purchased</cx:pt>
          <cx:pt idx="37522">Second_Product_Purchased</cx:pt>
          <cx:pt idx="37523">Second_Product_Purchased</cx:pt>
          <cx:pt idx="37524">Second_Product_Purchased</cx:pt>
          <cx:pt idx="37525">Second_Product_Purchased</cx:pt>
          <cx:pt idx="37526">Second_Product_Purchased</cx:pt>
          <cx:pt idx="37527">Second_Product_Purchased</cx:pt>
          <cx:pt idx="37528">Second_Product_Purchased</cx:pt>
          <cx:pt idx="37529">Second_Product_Purchased</cx:pt>
          <cx:pt idx="37530">Second_Product_Purchased</cx:pt>
          <cx:pt idx="37531">Second_Product_Purchased</cx:pt>
          <cx:pt idx="37532">Second_Product_Purchased</cx:pt>
          <cx:pt idx="37533">Second_Product_Purchased</cx:pt>
          <cx:pt idx="37534">Second_Product_Purchased</cx:pt>
          <cx:pt idx="37535">Second_Product_Purchased</cx:pt>
          <cx:pt idx="37536">Second_Product_Purchased</cx:pt>
          <cx:pt idx="37537">Second_Product_Purchased</cx:pt>
          <cx:pt idx="37538">Second_Product_Purchased</cx:pt>
          <cx:pt idx="37539">Second_Product_Purchased</cx:pt>
          <cx:pt idx="37540">Second_Product_Purchased</cx:pt>
          <cx:pt idx="37541">Second_Product_Purchased</cx:pt>
          <cx:pt idx="37542">Second_Product_Purchased</cx:pt>
          <cx:pt idx="37543">Second_Product_Purchased</cx:pt>
          <cx:pt idx="37544">Second_Product_Purchased</cx:pt>
          <cx:pt idx="37545">Second_Product_Purchased</cx:pt>
          <cx:pt idx="37546">Second_Product_Purchased</cx:pt>
          <cx:pt idx="37547">Second_Product_Purchased</cx:pt>
          <cx:pt idx="37548">Second_Product_Purchased</cx:pt>
          <cx:pt idx="37549">Second_Product_Purchased</cx:pt>
          <cx:pt idx="37550">Second_Product_Purchased</cx:pt>
          <cx:pt idx="37551">Second_Product_Purchased</cx:pt>
          <cx:pt idx="37552">Second_Product_Purchased</cx:pt>
          <cx:pt idx="37553">Second_Product_Purchased</cx:pt>
          <cx:pt idx="37554">Second_Product_Purchased</cx:pt>
          <cx:pt idx="37555">Second_Product_Purchased</cx:pt>
          <cx:pt idx="37556">Second_Product_Purchased</cx:pt>
          <cx:pt idx="37557">Second_Product_Purchased</cx:pt>
          <cx:pt idx="37558">Second_Product_Purchased</cx:pt>
          <cx:pt idx="37559">Second_Product_Purchased</cx:pt>
          <cx:pt idx="37560">Second_Product_Purchased</cx:pt>
          <cx:pt idx="37561">Second_Product_Purchased</cx:pt>
          <cx:pt idx="37562">Second_Product_Purchased</cx:pt>
          <cx:pt idx="37563">Second_Product_Purchased</cx:pt>
          <cx:pt idx="37564">Second_Product_Purchased</cx:pt>
          <cx:pt idx="37565">Second_Product_Purchased</cx:pt>
          <cx:pt idx="37566">Second_Product_Purchased</cx:pt>
          <cx:pt idx="37567">Second_Product_Purchased</cx:pt>
          <cx:pt idx="37568">Second_Product_Purchased</cx:pt>
          <cx:pt idx="37569">Second_Product_Purchased</cx:pt>
          <cx:pt idx="37570">Second_Product_Purchased</cx:pt>
          <cx:pt idx="37571">Second_Product_Purchased</cx:pt>
          <cx:pt idx="37572">Second_Product_Purchased</cx:pt>
          <cx:pt idx="37573">Second_Product_Purchased</cx:pt>
          <cx:pt idx="37574">Second_Product_Purchased</cx:pt>
          <cx:pt idx="37575">Second_Product_Purchased</cx:pt>
          <cx:pt idx="37576">Second_Product_Purchased</cx:pt>
          <cx:pt idx="37577">Second_Product_Purchased</cx:pt>
          <cx:pt idx="37578">Second_Product_Purchased</cx:pt>
          <cx:pt idx="37579">Second_Product_Purchased</cx:pt>
          <cx:pt idx="37580">Second_Product_Purchased</cx:pt>
          <cx:pt idx="37581">Second_Product_Purchased</cx:pt>
          <cx:pt idx="37582">Second_Product_Purchased</cx:pt>
          <cx:pt idx="37583">Second_Product_Purchased</cx:pt>
          <cx:pt idx="37584">Second_Product_Purchased</cx:pt>
          <cx:pt idx="37585">Second_Product_Purchased</cx:pt>
          <cx:pt idx="37586">Second_Product_Purchased</cx:pt>
          <cx:pt idx="37587">Second_Product_Purchased</cx:pt>
          <cx:pt idx="37588">Second_Product_Purchased</cx:pt>
          <cx:pt idx="37589">Second_Product_Purchased</cx:pt>
          <cx:pt idx="37590">Second_Product_Purchased</cx:pt>
          <cx:pt idx="37591">Second_Product_Purchased</cx:pt>
          <cx:pt idx="37592">Second_Product_Purchased</cx:pt>
          <cx:pt idx="37593">Second_Product_Purchased</cx:pt>
          <cx:pt idx="37594">Second_Product_Purchased</cx:pt>
          <cx:pt idx="37595">Second_Product_Purchased</cx:pt>
          <cx:pt idx="37596">Second_Product_Purchased</cx:pt>
          <cx:pt idx="37597">Second_Product_Purchased</cx:pt>
          <cx:pt idx="37598">Second_Product_Purchased</cx:pt>
          <cx:pt idx="37599">Second_Product_Purchased</cx:pt>
          <cx:pt idx="37600">Second_Product_Purchased</cx:pt>
          <cx:pt idx="37601">Second_Product_Purchased</cx:pt>
          <cx:pt idx="37602">Second_Product_Purchased</cx:pt>
          <cx:pt idx="37603">Second_Product_Purchased</cx:pt>
          <cx:pt idx="37604">Second_Product_Purchased</cx:pt>
          <cx:pt idx="37605">Second_Product_Purchased</cx:pt>
          <cx:pt idx="37606">Second_Product_Purchased</cx:pt>
          <cx:pt idx="37607">Second_Product_Purchased</cx:pt>
          <cx:pt idx="37608">Second_Product_Purchased</cx:pt>
          <cx:pt idx="37609">Second_Product_Purchased</cx:pt>
          <cx:pt idx="37610">Second_Product_Purchased</cx:pt>
          <cx:pt idx="37611">Second_Product_Purchased</cx:pt>
          <cx:pt idx="37612">Second_Product_Purchased</cx:pt>
          <cx:pt idx="37613">Second_Product_Purchased</cx:pt>
          <cx:pt idx="37614">Second_Product_Purchased</cx:pt>
          <cx:pt idx="37615">Second_Product_Purchased</cx:pt>
          <cx:pt idx="37616">Second_Product_Purchased</cx:pt>
          <cx:pt idx="37617">Second_Product_Purchased</cx:pt>
          <cx:pt idx="37618">Second_Product_Purchased</cx:pt>
          <cx:pt idx="37619">Second_Product_Purchased</cx:pt>
          <cx:pt idx="37620">Second_Product_Purchased</cx:pt>
          <cx:pt idx="37621">Second_Product_Purchased</cx:pt>
          <cx:pt idx="37622">Second_Product_Purchased</cx:pt>
          <cx:pt idx="37623">Second_Product_Purchased</cx:pt>
          <cx:pt idx="37624">Second_Product_Purchased</cx:pt>
          <cx:pt idx="37625">Second_Product_Purchased</cx:pt>
          <cx:pt idx="37626">Second_Product_Purchased</cx:pt>
          <cx:pt idx="37627">Second_Product_Purchased</cx:pt>
          <cx:pt idx="37628">Second_Product_Purchased</cx:pt>
          <cx:pt idx="37629">Second_Product_Purchased</cx:pt>
          <cx:pt idx="37630">Second_Product_Purchased</cx:pt>
          <cx:pt idx="37631">Second_Product_Purchased</cx:pt>
          <cx:pt idx="37632">Second_Product_Purchased</cx:pt>
          <cx:pt idx="37633">Second_Product_Purchased</cx:pt>
          <cx:pt idx="37634">Second_Product_Purchased</cx:pt>
          <cx:pt idx="37635">Second_Product_Purchased</cx:pt>
          <cx:pt idx="37636">Second_Product_Purchased</cx:pt>
          <cx:pt idx="37637">Second_Product_Purchased</cx:pt>
          <cx:pt idx="37638">Second_Product_Purchased</cx:pt>
          <cx:pt idx="37639">Second_Product_Purchased</cx:pt>
          <cx:pt idx="37640">Second_Product_Purchased</cx:pt>
          <cx:pt idx="37641">Second_Product_Purchased</cx:pt>
          <cx:pt idx="37642">Second_Product_Purchased</cx:pt>
          <cx:pt idx="37643">Second_Product_Purchased</cx:pt>
          <cx:pt idx="37644">Second_Product_Purchased</cx:pt>
          <cx:pt idx="37645">Second_Product_Purchased</cx:pt>
          <cx:pt idx="37646">Second_Product_Purchased</cx:pt>
          <cx:pt idx="37647">Second_Product_Purchased</cx:pt>
          <cx:pt idx="37648">Second_Product_Purchased</cx:pt>
          <cx:pt idx="37649">Second_Product_Purchased</cx:pt>
          <cx:pt idx="37650">Second_Product_Purchased</cx:pt>
          <cx:pt idx="37651">Second_Product_Purchased</cx:pt>
          <cx:pt idx="37652">Second_Product_Purchased</cx:pt>
          <cx:pt idx="37653">Second_Product_Purchased</cx:pt>
          <cx:pt idx="37654">Second_Product_Purchased</cx:pt>
          <cx:pt idx="37655">Second_Product_Purchased</cx:pt>
          <cx:pt idx="37656">Second_Product_Purchased</cx:pt>
          <cx:pt idx="37657">Second_Product_Purchased</cx:pt>
          <cx:pt idx="37658">Second_Product_Purchased</cx:pt>
          <cx:pt idx="37659">Second_Product_Purchased</cx:pt>
          <cx:pt idx="37660">Second_Product_Purchased</cx:pt>
          <cx:pt idx="37661">Second_Product_Purchased</cx:pt>
          <cx:pt idx="37662">Second_Product_Purchased</cx:pt>
          <cx:pt idx="37663">Second_Product_Purchased</cx:pt>
          <cx:pt idx="37664">Second_Product_Purchased</cx:pt>
          <cx:pt idx="37665">Second_Product_Purchased</cx:pt>
          <cx:pt idx="37666">Second_Product_Purchased</cx:pt>
          <cx:pt idx="37667">Second_Product_Purchased</cx:pt>
          <cx:pt idx="37668">Second_Product_Purchased</cx:pt>
          <cx:pt idx="37669">Second_Product_Purchased</cx:pt>
          <cx:pt idx="37670">Second_Product_Purchased</cx:pt>
          <cx:pt idx="37671">Second_Product_Purchased</cx:pt>
          <cx:pt idx="37672">Second_Product_Purchased</cx:pt>
          <cx:pt idx="37673">Second_Product_Purchased</cx:pt>
          <cx:pt idx="37674">Second_Product_Purchased</cx:pt>
          <cx:pt idx="37675">Second_Product_Purchased</cx:pt>
          <cx:pt idx="37676">Second_Product_Purchased</cx:pt>
          <cx:pt idx="37677">Second_Product_Purchased</cx:pt>
          <cx:pt idx="37678">Second_Product_Purchased</cx:pt>
          <cx:pt idx="37679">Second_Product_Purchased</cx:pt>
          <cx:pt idx="37680">Second_Product_Purchased</cx:pt>
          <cx:pt idx="37681">Second_Product_Purchased</cx:pt>
          <cx:pt idx="37682">Second_Product_Purchased</cx:pt>
          <cx:pt idx="37683">Second_Product_Purchased</cx:pt>
          <cx:pt idx="37684">Second_Product_Purchased</cx:pt>
          <cx:pt idx="37685">Second_Product_Purchased</cx:pt>
          <cx:pt idx="37686">Second_Product_Purchased</cx:pt>
          <cx:pt idx="37687">Second_Product_Purchased</cx:pt>
          <cx:pt idx="37688">Second_Product_Purchased</cx:pt>
          <cx:pt idx="37689">Second_Product_Purchased</cx:pt>
          <cx:pt idx="37690">Second_Product_Purchased</cx:pt>
          <cx:pt idx="37691">Second_Product_Purchased</cx:pt>
          <cx:pt idx="37692">Second_Product_Purchased</cx:pt>
          <cx:pt idx="37693">Second_Product_Purchased</cx:pt>
          <cx:pt idx="37694">Second_Product_Purchased</cx:pt>
          <cx:pt idx="37695">Second_Product_Purchased</cx:pt>
          <cx:pt idx="37696">Second_Product_Purchased</cx:pt>
          <cx:pt idx="37697">Second_Product_Purchased</cx:pt>
          <cx:pt idx="37698">Second_Product_Purchased</cx:pt>
          <cx:pt idx="37699">Second_Product_Purchased</cx:pt>
          <cx:pt idx="37700">Second_Product_Purchased</cx:pt>
          <cx:pt idx="37701">Second_Product_Purchased</cx:pt>
          <cx:pt idx="37702">Second_Product_Purchased</cx:pt>
          <cx:pt idx="37703">Second_Product_Purchased</cx:pt>
          <cx:pt idx="37704">Second_Product_Purchased</cx:pt>
          <cx:pt idx="37705">Second_Product_Purchased</cx:pt>
          <cx:pt idx="37706">Second_Product_Purchased</cx:pt>
          <cx:pt idx="37707">Second_Product_Purchased</cx:pt>
          <cx:pt idx="37708">Second_Product_Purchased</cx:pt>
          <cx:pt idx="37709">Second_Product_Purchased</cx:pt>
          <cx:pt idx="37710">Second_Product_Purchased</cx:pt>
          <cx:pt idx="37711">Second_Product_Purchased</cx:pt>
          <cx:pt idx="37712">Second_Product_Purchased</cx:pt>
          <cx:pt idx="37713">Second_Product_Purchased</cx:pt>
          <cx:pt idx="37714">Second_Product_Purchased</cx:pt>
          <cx:pt idx="37715">Second_Product_Purchased</cx:pt>
          <cx:pt idx="37716">Second_Product_Purchased</cx:pt>
          <cx:pt idx="37717">Second_Product_Purchased</cx:pt>
          <cx:pt idx="37718">Second_Product_Purchased</cx:pt>
          <cx:pt idx="37719">Second_Product_Purchased</cx:pt>
          <cx:pt idx="37720">Second_Product_Purchased</cx:pt>
          <cx:pt idx="37721">Second_Product_Purchased</cx:pt>
          <cx:pt idx="37722">Second_Product_Purchased</cx:pt>
          <cx:pt idx="37723">Second_Product_Purchased</cx:pt>
          <cx:pt idx="37724">Second_Product_Purchased</cx:pt>
          <cx:pt idx="37725">Second_Product_Purchased</cx:pt>
          <cx:pt idx="37726">Second_Product_Purchased</cx:pt>
          <cx:pt idx="37727">Second_Product_Purchased</cx:pt>
          <cx:pt idx="37728">Second_Product_Purchased</cx:pt>
          <cx:pt idx="37729">Second_Product_Purchased</cx:pt>
          <cx:pt idx="37730">Second_Product_Purchased</cx:pt>
          <cx:pt idx="37731">Second_Product_Purchased</cx:pt>
          <cx:pt idx="37732">Second_Product_Purchased</cx:pt>
          <cx:pt idx="37733">Second_Product_Purchased</cx:pt>
          <cx:pt idx="37734">Second_Product_Purchased</cx:pt>
          <cx:pt idx="37735">Second_Product_Purchased</cx:pt>
          <cx:pt idx="37736">Second_Product_Purchased</cx:pt>
          <cx:pt idx="37737">Second_Product_Purchased</cx:pt>
          <cx:pt idx="37738">Second_Product_Purchased</cx:pt>
          <cx:pt idx="37739">Second_Product_Purchased</cx:pt>
          <cx:pt idx="37740">Second_Product_Purchased</cx:pt>
          <cx:pt idx="37741">Second_Product_Purchased</cx:pt>
          <cx:pt idx="37742">Second_Product_Purchased</cx:pt>
          <cx:pt idx="37743">Second_Product_Purchased</cx:pt>
          <cx:pt idx="37744">Second_Product_Purchased</cx:pt>
          <cx:pt idx="37745">Second_Product_Purchased</cx:pt>
          <cx:pt idx="37746">Second_Product_Purchased</cx:pt>
          <cx:pt idx="37747">Second_Product_Purchased</cx:pt>
          <cx:pt idx="37748">Second_Product_Purchased</cx:pt>
          <cx:pt idx="37749">Second_Product_Purchased</cx:pt>
          <cx:pt idx="37750">Second_Product_Purchased</cx:pt>
          <cx:pt idx="37751">Second_Product_Purchased</cx:pt>
          <cx:pt idx="37752">Second_Product_Purchased</cx:pt>
          <cx:pt idx="37753">Second_Product_Purchased</cx:pt>
          <cx:pt idx="37754">Second_Product_Purchased</cx:pt>
          <cx:pt idx="37755">Second_Product_Purchased</cx:pt>
          <cx:pt idx="37756">Second_Product_Purchased</cx:pt>
          <cx:pt idx="37757">Second_Product_Purchased</cx:pt>
          <cx:pt idx="37758">Second_Product_Purchased</cx:pt>
          <cx:pt idx="37759">Second_Product_Purchased</cx:pt>
          <cx:pt idx="37760">Second_Product_Purchased</cx:pt>
          <cx:pt idx="37761">Second_Product_Purchased</cx:pt>
          <cx:pt idx="37762">Second_Product_Purchased</cx:pt>
          <cx:pt idx="37763">Second_Product_Purchased</cx:pt>
          <cx:pt idx="37764">Second_Product_Purchased</cx:pt>
          <cx:pt idx="37765">Second_Product_Purchased</cx:pt>
          <cx:pt idx="37766">Second_Product_Purchased</cx:pt>
          <cx:pt idx="37767">Second_Product_Purchased</cx:pt>
          <cx:pt idx="37768">Second_Product_Purchased</cx:pt>
          <cx:pt idx="37769">Second_Product_Purchased</cx:pt>
          <cx:pt idx="37770">Second_Product_Purchased</cx:pt>
          <cx:pt idx="37771">Second_Product_Purchased</cx:pt>
          <cx:pt idx="37772">Second_Product_Purchased</cx:pt>
          <cx:pt idx="37773">Second_Product_Purchased</cx:pt>
          <cx:pt idx="37774">Second_Product_Purchased</cx:pt>
          <cx:pt idx="37775">Second_Product_Purchased</cx:pt>
          <cx:pt idx="37776">Second_Product_Purchased</cx:pt>
          <cx:pt idx="37777">Second_Product_Purchased</cx:pt>
          <cx:pt idx="37778">Second_Product_Purchased</cx:pt>
          <cx:pt idx="37779">Second_Product_Purchased</cx:pt>
          <cx:pt idx="37780">Second_Product_Purchased</cx:pt>
          <cx:pt idx="37781">Second_Product_Purchased</cx:pt>
          <cx:pt idx="37782">Second_Product_Purchased</cx:pt>
          <cx:pt idx="37783">Second_Product_Purchased</cx:pt>
          <cx:pt idx="37784">Second_Product_Purchased</cx:pt>
          <cx:pt idx="37785">Second_Product_Purchased</cx:pt>
          <cx:pt idx="37786">Second_Product_Purchased</cx:pt>
          <cx:pt idx="37787">Second_Product_Purchased</cx:pt>
          <cx:pt idx="37788">Second_Product_Purchased</cx:pt>
          <cx:pt idx="37789">Second_Product_Purchased</cx:pt>
          <cx:pt idx="37790">Second_Product_Purchased</cx:pt>
          <cx:pt idx="37791">Second_Product_Purchased</cx:pt>
          <cx:pt idx="37792">Second_Product_Purchased</cx:pt>
          <cx:pt idx="37793">Second_Product_Purchased</cx:pt>
          <cx:pt idx="37794">Second_Product_Purchased</cx:pt>
          <cx:pt idx="37795">Second_Product_Purchased</cx:pt>
          <cx:pt idx="37796">Second_Product_Purchased</cx:pt>
          <cx:pt idx="37797">Second_Product_Purchased</cx:pt>
          <cx:pt idx="37798">Second_Product_Purchased</cx:pt>
          <cx:pt idx="37799">Second_Product_Purchased</cx:pt>
          <cx:pt idx="37800">Second_Product_Purchased</cx:pt>
          <cx:pt idx="37801">Second_Product_Purchased</cx:pt>
          <cx:pt idx="37802">Second_Product_Purchased</cx:pt>
          <cx:pt idx="37803">Second_Product_Purchased</cx:pt>
          <cx:pt idx="37804">Second_Product_Purchased</cx:pt>
          <cx:pt idx="37805">Second_Product_Purchased</cx:pt>
          <cx:pt idx="37806">Second_Product_Purchased</cx:pt>
          <cx:pt idx="37807">Second_Product_Purchased</cx:pt>
          <cx:pt idx="37808">Second_Product_Purchased</cx:pt>
          <cx:pt idx="37809">Second_Product_Purchased</cx:pt>
          <cx:pt idx="37810">Second_Product_Purchased</cx:pt>
          <cx:pt idx="37811">Second_Product_Purchased</cx:pt>
          <cx:pt idx="37812">Second_Product_Purchased</cx:pt>
          <cx:pt idx="37813">Second_Product_Purchased</cx:pt>
          <cx:pt idx="37814">Second_Product_Purchased</cx:pt>
          <cx:pt idx="37815">Second_Product_Purchased</cx:pt>
          <cx:pt idx="37816">Second_Product_Purchased</cx:pt>
          <cx:pt idx="37817">Second_Product_Purchased</cx:pt>
          <cx:pt idx="37818">Second_Product_Purchased</cx:pt>
          <cx:pt idx="37819">Second_Product_Purchased</cx:pt>
          <cx:pt idx="37820">Second_Product_Purchased</cx:pt>
          <cx:pt idx="37821">Second_Product_Purchased</cx:pt>
          <cx:pt idx="37822">Second_Product_Purchased</cx:pt>
          <cx:pt idx="37823">Second_Product_Purchased</cx:pt>
          <cx:pt idx="37824">Second_Product_Purchased</cx:pt>
          <cx:pt idx="37825">Second_Product_Purchased</cx:pt>
          <cx:pt idx="37826">Second_Product_Purchased</cx:pt>
          <cx:pt idx="37827">Second_Product_Purchased</cx:pt>
          <cx:pt idx="37828">Second_Product_Purchased</cx:pt>
          <cx:pt idx="37829">Second_Product_Purchased</cx:pt>
          <cx:pt idx="37830">Second_Product_Purchased</cx:pt>
          <cx:pt idx="37831">Second_Product_Purchased</cx:pt>
          <cx:pt idx="37832">Second_Product_Purchased</cx:pt>
          <cx:pt idx="37833">Second_Product_Purchased</cx:pt>
          <cx:pt idx="37834">Second_Product_Purchased</cx:pt>
          <cx:pt idx="37835">Second_Product_Purchased</cx:pt>
          <cx:pt idx="37836">Second_Product_Purchased</cx:pt>
          <cx:pt idx="37837">Second_Product_Purchased</cx:pt>
          <cx:pt idx="37838">Second_Product_Purchased</cx:pt>
          <cx:pt idx="37839">Second_Product_Purchased</cx:pt>
          <cx:pt idx="37840">Second_Product_Purchased</cx:pt>
          <cx:pt idx="37841">Second_Product_Purchased</cx:pt>
          <cx:pt idx="37842">Second_Product_Purchased</cx:pt>
          <cx:pt idx="37843">Second_Product_Purchased</cx:pt>
          <cx:pt idx="37844">Second_Product_Purchased</cx:pt>
          <cx:pt idx="37845">Second_Product_Purchased</cx:pt>
          <cx:pt idx="37846">Second_Product_Purchased</cx:pt>
          <cx:pt idx="37847">Second_Product_Purchased</cx:pt>
          <cx:pt idx="37848">Second_Product_Purchased</cx:pt>
          <cx:pt idx="37849">Second_Product_Purchased</cx:pt>
          <cx:pt idx="37850">Second_Product_Purchased</cx:pt>
          <cx:pt idx="37851">Second_Product_Purchased</cx:pt>
          <cx:pt idx="37852">Second_Product_Purchased</cx:pt>
          <cx:pt idx="37853">Second_Product_Purchased</cx:pt>
          <cx:pt idx="37854">Second_Product_Purchased</cx:pt>
          <cx:pt idx="37855">Second_Product_Purchased</cx:pt>
          <cx:pt idx="37856">Second_Product_Purchased</cx:pt>
          <cx:pt idx="37857">Second_Product_Purchased</cx:pt>
          <cx:pt idx="37858">Second_Product_Purchased</cx:pt>
          <cx:pt idx="37859">Second_Product_Purchased</cx:pt>
          <cx:pt idx="37860">Second_Product_Purchased</cx:pt>
          <cx:pt idx="37861">Second_Product_Purchased</cx:pt>
          <cx:pt idx="37862">Second_Product_Purchased</cx:pt>
          <cx:pt idx="37863">Second_Product_Purchased</cx:pt>
          <cx:pt idx="37864">Second_Product_Purchased</cx:pt>
          <cx:pt idx="37865">Second_Product_Purchased</cx:pt>
          <cx:pt idx="37866">Second_Product_Purchased</cx:pt>
          <cx:pt idx="37867">Second_Product_Purchased</cx:pt>
          <cx:pt idx="37868">Second_Product_Purchased</cx:pt>
          <cx:pt idx="37869">Second_Product_Purchased</cx:pt>
          <cx:pt idx="37870">Second_Product_Purchased</cx:pt>
          <cx:pt idx="37871">Second_Product_Purchased</cx:pt>
          <cx:pt idx="37872">Second_Product_Purchased</cx:pt>
          <cx:pt idx="37873">Second_Product_Purchased</cx:pt>
          <cx:pt idx="37874">Second_Product_Purchased</cx:pt>
          <cx:pt idx="37875">Second_Product_Purchased</cx:pt>
          <cx:pt idx="37876">Second_Product_Purchased</cx:pt>
          <cx:pt idx="37877">Second_Product_Purchased</cx:pt>
          <cx:pt idx="37878">Second_Product_Purchased</cx:pt>
          <cx:pt idx="37879">Second_Product_Purchased</cx:pt>
          <cx:pt idx="37880">Second_Product_Purchased</cx:pt>
          <cx:pt idx="37881">Second_Product_Purchased</cx:pt>
          <cx:pt idx="37882">Second_Product_Purchased</cx:pt>
          <cx:pt idx="37883">Second_Product_Purchased</cx:pt>
          <cx:pt idx="37884">Second_Product_Purchased</cx:pt>
          <cx:pt idx="37885">Second_Product_Purchased</cx:pt>
          <cx:pt idx="37886">Second_Product_Purchased</cx:pt>
          <cx:pt idx="37887">Second_Product_Purchased</cx:pt>
          <cx:pt idx="37888">Second_Product_Purchased</cx:pt>
          <cx:pt idx="37889">Second_Product_Purchased</cx:pt>
          <cx:pt idx="37890">Second_Product_Purchased</cx:pt>
          <cx:pt idx="37891">Second_Product_Purchased</cx:pt>
          <cx:pt idx="37892">Second_Product_Purchased</cx:pt>
          <cx:pt idx="37893">Second_Product_Purchased</cx:pt>
          <cx:pt idx="37894">Second_Product_Purchased</cx:pt>
          <cx:pt idx="37895">Second_Product_Purchased</cx:pt>
          <cx:pt idx="37896">Second_Product_Purchased</cx:pt>
          <cx:pt idx="37897">Second_Product_Purchased</cx:pt>
          <cx:pt idx="37898">Second_Product_Purchased</cx:pt>
          <cx:pt idx="37899">Second_Product_Purchased</cx:pt>
          <cx:pt idx="37900">Second_Product_Purchased</cx:pt>
          <cx:pt idx="37901">Second_Product_Purchased</cx:pt>
          <cx:pt idx="37902">Second_Product_Purchased</cx:pt>
          <cx:pt idx="37903">Second_Product_Purchased</cx:pt>
          <cx:pt idx="37904">Second_Product_Purchased</cx:pt>
          <cx:pt idx="37905">Second_Product_Purchased</cx:pt>
          <cx:pt idx="37906">Second_Product_Purchased</cx:pt>
          <cx:pt idx="37907">Second_Product_Purchased</cx:pt>
          <cx:pt idx="37908">Second_Product_Purchased</cx:pt>
          <cx:pt idx="37909">Second_Product_Purchased</cx:pt>
          <cx:pt idx="37910">Second_Product_Purchased</cx:pt>
          <cx:pt idx="37911">Second_Product_Purchased</cx:pt>
          <cx:pt idx="37912">Second_Product_Purchased</cx:pt>
          <cx:pt idx="37913">Second_Product_Purchased</cx:pt>
          <cx:pt idx="37914">Second_Product_Purchased</cx:pt>
          <cx:pt idx="37915">Second_Product_Purchased</cx:pt>
          <cx:pt idx="37916">Second_Product_Purchased</cx:pt>
          <cx:pt idx="37917">Second_Product_Purchased</cx:pt>
          <cx:pt idx="37918">Second_Product_Purchased</cx:pt>
          <cx:pt idx="37919">Second_Product_Purchased</cx:pt>
          <cx:pt idx="37920">Second_Product_Purchased</cx:pt>
          <cx:pt idx="37921">Second_Product_Purchased</cx:pt>
          <cx:pt idx="37922">Second_Product_Purchased</cx:pt>
          <cx:pt idx="37923">Second_Product_Purchased</cx:pt>
          <cx:pt idx="37924">Second_Product_Purchased</cx:pt>
          <cx:pt idx="37925">Second_Product_Purchased</cx:pt>
          <cx:pt idx="37926">Second_Product_Purchased</cx:pt>
          <cx:pt idx="37927">Second_Product_Purchased</cx:pt>
          <cx:pt idx="37928">Second_Product_Purchased</cx:pt>
          <cx:pt idx="37929">Second_Product_Purchased</cx:pt>
          <cx:pt idx="37930">Second_Product_Purchased</cx:pt>
          <cx:pt idx="37931">Second_Product_Purchased</cx:pt>
          <cx:pt idx="37932">Second_Product_Purchased</cx:pt>
          <cx:pt idx="37933">Second_Product_Purchased</cx:pt>
          <cx:pt idx="37934">Second_Product_Purchased</cx:pt>
          <cx:pt idx="37935">Second_Product_Purchased</cx:pt>
          <cx:pt idx="37936">Second_Product_Purchased</cx:pt>
          <cx:pt idx="37937">Second_Product_Purchased</cx:pt>
          <cx:pt idx="37938">Second_Product_Purchased</cx:pt>
          <cx:pt idx="37939">Second_Product_Purchased</cx:pt>
          <cx:pt idx="37940">Second_Product_Purchased</cx:pt>
          <cx:pt idx="37941">Second_Product_Purchased</cx:pt>
          <cx:pt idx="37942">Second_Product_Purchased</cx:pt>
          <cx:pt idx="37943">Second_Product_Purchased</cx:pt>
          <cx:pt idx="37944">Second_Product_Purchased</cx:pt>
          <cx:pt idx="37945">Second_Product_Purchased</cx:pt>
          <cx:pt idx="37946">Second_Product_Purchased</cx:pt>
          <cx:pt idx="37947">Second_Product_Purchased</cx:pt>
          <cx:pt idx="37948">Second_Product_Purchased</cx:pt>
          <cx:pt idx="37949">Second_Product_Purchased</cx:pt>
          <cx:pt idx="37950">Second_Product_Purchased</cx:pt>
          <cx:pt idx="37951">Second_Product_Purchased</cx:pt>
          <cx:pt idx="37952">Second_Product_Purchased</cx:pt>
          <cx:pt idx="37953">Second_Product_Purchased</cx:pt>
          <cx:pt idx="37954">Second_Product_Purchased</cx:pt>
          <cx:pt idx="37955">Second_Product_Purchased</cx:pt>
          <cx:pt idx="37956">Second_Product_Purchased</cx:pt>
          <cx:pt idx="37957">Second_Product_Purchased</cx:pt>
          <cx:pt idx="37958">Second_Product_Purchased</cx:pt>
          <cx:pt idx="37959">Second_Product_Purchased</cx:pt>
          <cx:pt idx="37960">Second_Product_Purchased</cx:pt>
          <cx:pt idx="37961">Second_Product_Purchased</cx:pt>
          <cx:pt idx="37962">Second_Product_Purchased</cx:pt>
          <cx:pt idx="37963">Second_Product_Purchased</cx:pt>
          <cx:pt idx="37964">Second_Product_Purchased</cx:pt>
          <cx:pt idx="37965">Second_Product_Purchased</cx:pt>
          <cx:pt idx="37966">Second_Product_Purchased</cx:pt>
          <cx:pt idx="37967">Second_Product_Purchased</cx:pt>
          <cx:pt idx="37968">Second_Product_Purchased</cx:pt>
          <cx:pt idx="37969">Second_Product_Purchased</cx:pt>
          <cx:pt idx="37970">Second_Product_Purchased</cx:pt>
          <cx:pt idx="37971">Second_Product_Purchased</cx:pt>
          <cx:pt idx="37972">Second_Product_Purchased</cx:pt>
          <cx:pt idx="37973">Second_Product_Purchased</cx:pt>
          <cx:pt idx="37974">Second_Product_Purchased</cx:pt>
          <cx:pt idx="37975">Second_Product_Purchased</cx:pt>
          <cx:pt idx="37976">Second_Product_Purchased</cx:pt>
          <cx:pt idx="37977">Second_Product_Purchased</cx:pt>
          <cx:pt idx="37978">Second_Product_Purchased</cx:pt>
          <cx:pt idx="37979">Second_Product_Purchased</cx:pt>
          <cx:pt idx="37980">Second_Product_Purchased</cx:pt>
          <cx:pt idx="37981">Second_Product_Purchased</cx:pt>
          <cx:pt idx="37982">Second_Product_Purchased</cx:pt>
          <cx:pt idx="37983">Second_Product_Purchased</cx:pt>
          <cx:pt idx="37984">Second_Product_Purchased</cx:pt>
          <cx:pt idx="37985">Second_Product_Purchased</cx:pt>
          <cx:pt idx="37986">Second_Product_Purchased</cx:pt>
          <cx:pt idx="37987">Second_Product_Purchased</cx:pt>
          <cx:pt idx="37988">Second_Product_Purchased</cx:pt>
          <cx:pt idx="37989">Second_Product_Purchased</cx:pt>
          <cx:pt idx="37990">Second_Product_Purchased</cx:pt>
          <cx:pt idx="37991">Second_Product_Purchased</cx:pt>
          <cx:pt idx="37992">Second_Product_Purchased</cx:pt>
          <cx:pt idx="37993">Second_Product_Purchased</cx:pt>
          <cx:pt idx="37994">Second_Product_Purchased</cx:pt>
          <cx:pt idx="37995">Second_Product_Purchased</cx:pt>
          <cx:pt idx="37996">Second_Product_Purchased</cx:pt>
          <cx:pt idx="37997">Second_Product_Purchased</cx:pt>
          <cx:pt idx="37998">Second_Product_Purchased</cx:pt>
          <cx:pt idx="37999">Second_Product_Purchased</cx:pt>
          <cx:pt idx="38000">Second_Product_Purchased</cx:pt>
          <cx:pt idx="38001">Second_Product_Purchased</cx:pt>
          <cx:pt idx="38002">Second_Product_Purchased</cx:pt>
          <cx:pt idx="38003">Second_Product_Purchased</cx:pt>
          <cx:pt idx="38004">Second_Product_Purchased</cx:pt>
          <cx:pt idx="38005">Second_Product_Purchased</cx:pt>
          <cx:pt idx="38006">Second_Product_Purchased</cx:pt>
          <cx:pt idx="38007">Second_Product_Purchased</cx:pt>
          <cx:pt idx="38008">Second_Product_Purchased</cx:pt>
          <cx:pt idx="38009">Second_Product_Purchased</cx:pt>
          <cx:pt idx="38010">Second_Product_Purchased</cx:pt>
          <cx:pt idx="38011">Second_Product_Purchased</cx:pt>
          <cx:pt idx="38012">Second_Product_Purchased</cx:pt>
          <cx:pt idx="38013">Second_Product_Purchased</cx:pt>
          <cx:pt idx="38014">Second_Product_Purchased</cx:pt>
          <cx:pt idx="38015">Second_Product_Purchased</cx:pt>
          <cx:pt idx="38016">Second_Product_Purchased</cx:pt>
          <cx:pt idx="38017">Second_Product_Purchased</cx:pt>
          <cx:pt idx="38018">Second_Product_Purchased</cx:pt>
          <cx:pt idx="38019">Second_Product_Purchased</cx:pt>
          <cx:pt idx="38020">Second_Product_Purchased</cx:pt>
          <cx:pt idx="38021">Second_Product_Purchased</cx:pt>
          <cx:pt idx="38022">Second_Product_Purchased</cx:pt>
          <cx:pt idx="38023">Second_Product_Purchased</cx:pt>
          <cx:pt idx="38024">Second_Product_Purchased</cx:pt>
          <cx:pt idx="38025">Second_Product_Purchased</cx:pt>
          <cx:pt idx="38026">Second_Product_Purchased</cx:pt>
          <cx:pt idx="38027">Second_Product_Purchased</cx:pt>
          <cx:pt idx="38028">Second_Product_Purchased</cx:pt>
          <cx:pt idx="38029">Second_Product_Purchased</cx:pt>
          <cx:pt idx="38030">Second_Product_Purchased</cx:pt>
          <cx:pt idx="38031">Second_Product_Purchased</cx:pt>
          <cx:pt idx="38032">Second_Product_Purchased</cx:pt>
          <cx:pt idx="38033">Second_Product_Purchased</cx:pt>
          <cx:pt idx="38034">Second_Product_Purchased</cx:pt>
          <cx:pt idx="38035">Second_Product_Purchased</cx:pt>
          <cx:pt idx="38036">Second_Product_Purchased</cx:pt>
          <cx:pt idx="38037">Second_Product_Purchased</cx:pt>
          <cx:pt idx="38038">Second_Product_Purchased</cx:pt>
          <cx:pt idx="38039">Second_Product_Purchased</cx:pt>
          <cx:pt idx="38040">Second_Product_Purchased</cx:pt>
          <cx:pt idx="38041">Second_Product_Purchased</cx:pt>
          <cx:pt idx="38042">Second_Product_Purchased</cx:pt>
          <cx:pt idx="38043">Second_Product_Purchased</cx:pt>
          <cx:pt idx="38044">Second_Product_Purchased</cx:pt>
          <cx:pt idx="38045">Second_Product_Purchased</cx:pt>
          <cx:pt idx="38046">Second_Product_Purchased</cx:pt>
          <cx:pt idx="38047">Second_Product_Purchased</cx:pt>
          <cx:pt idx="38048">Second_Product_Purchased</cx:pt>
          <cx:pt idx="38049">Second_Product_Purchased</cx:pt>
          <cx:pt idx="38050">Second_Product_Purchased</cx:pt>
          <cx:pt idx="38051">Second_Product_Purchased</cx:pt>
          <cx:pt idx="38052">Second_Product_Purchased</cx:pt>
          <cx:pt idx="38053">Second_Product_Purchased</cx:pt>
          <cx:pt idx="38054">Second_Product_Purchased</cx:pt>
          <cx:pt idx="38055">Second_Product_Purchased</cx:pt>
          <cx:pt idx="38056">Second_Product_Purchased</cx:pt>
          <cx:pt idx="38057">Second_Product_Purchased</cx:pt>
          <cx:pt idx="38058">Second_Product_Purchased</cx:pt>
          <cx:pt idx="38059">First_Product_Purchased</cx:pt>
          <cx:pt idx="38060">Second_Product_Purchased</cx:pt>
          <cx:pt idx="38061">First_Product_Purchased</cx:pt>
          <cx:pt idx="38062">First_Product_Purchased</cx:pt>
          <cx:pt idx="38063">First_Product_Purchased</cx:pt>
          <cx:pt idx="38064">Second_Product_Purchased</cx:pt>
          <cx:pt idx="38065">Second_Product_Purchased</cx:pt>
          <cx:pt idx="38066">First_Product_Purchased</cx:pt>
          <cx:pt idx="38067">Second_Product_Purchased</cx:pt>
          <cx:pt idx="38068">First_Product_Purchased</cx:pt>
          <cx:pt idx="38069">Second_Product_Purchased</cx:pt>
          <cx:pt idx="38070">Second_Product_Purchased</cx:pt>
          <cx:pt idx="38071">First_Product_Purchased</cx:pt>
          <cx:pt idx="38072">Second_Product_Purchased</cx:pt>
          <cx:pt idx="38073">Second_Product_Purchased</cx:pt>
          <cx:pt idx="38074">Second_Product_Purchased</cx:pt>
          <cx:pt idx="38075">Second_Product_Purchased</cx:pt>
          <cx:pt idx="38076">Second_Product_Purchased</cx:pt>
          <cx:pt idx="38077">Second_Product_Purchased</cx:pt>
          <cx:pt idx="38078">Second_Product_Purchased</cx:pt>
          <cx:pt idx="38079">Second_Product_Purchased</cx:pt>
          <cx:pt idx="38080">First_Product_Purchased</cx:pt>
          <cx:pt idx="38081">Second_Product_Purchased</cx:pt>
          <cx:pt idx="38082">First_Product_Purchased</cx:pt>
          <cx:pt idx="38083">First_Product_Purchased</cx:pt>
          <cx:pt idx="38084">Second_Product_Purchased</cx:pt>
          <cx:pt idx="38085">Second_Product_Purchased</cx:pt>
          <cx:pt idx="38086">First_Product_Purchased</cx:pt>
          <cx:pt idx="38087">Second_Product_Purchased</cx:pt>
          <cx:pt idx="38088">Second_Product_Purchased</cx:pt>
          <cx:pt idx="38089">Second_Product_Purchased</cx:pt>
          <cx:pt idx="38090">First_Product_Purchased</cx:pt>
          <cx:pt idx="38091">Second_Product_Purchased</cx:pt>
          <cx:pt idx="38092">Second_Product_Purchased</cx:pt>
          <cx:pt idx="38093">Second_Product_Purchased</cx:pt>
          <cx:pt idx="38094">Second_Product_Purchased</cx:pt>
          <cx:pt idx="38095">Second_Product_Purchased</cx:pt>
          <cx:pt idx="38096">First_Product_Purchased</cx:pt>
          <cx:pt idx="38097">Second_Product_Purchased</cx:pt>
          <cx:pt idx="38098">First_Product_Purchased</cx:pt>
          <cx:pt idx="38099">Second_Product_Purchased</cx:pt>
          <cx:pt idx="38100">Second_Product_Purchased</cx:pt>
          <cx:pt idx="38101">Second_Product_Purchased</cx:pt>
          <cx:pt idx="38102">First_Product_Purchased</cx:pt>
          <cx:pt idx="38103">First_Product_Purchased</cx:pt>
          <cx:pt idx="38104">First_Product_Purchased</cx:pt>
          <cx:pt idx="38105">Second_Product_Purchased</cx:pt>
          <cx:pt idx="38106">First_Product_Purchased</cx:pt>
          <cx:pt idx="38107">First_Product_Purchased</cx:pt>
          <cx:pt idx="38108">Second_Product_Purchased</cx:pt>
          <cx:pt idx="38109">First_Product_Purchased</cx:pt>
          <cx:pt idx="38110">First_Product_Purchased</cx:pt>
          <cx:pt idx="38111">Second_Product_Purchased</cx:pt>
          <cx:pt idx="38112">Second_Product_Purchased</cx:pt>
          <cx:pt idx="38113">Second_Product_Purchased</cx:pt>
          <cx:pt idx="38114">Second_Product_Purchased</cx:pt>
          <cx:pt idx="38115">First_Product_Purchased</cx:pt>
          <cx:pt idx="38116">First_Product_Purchased</cx:pt>
          <cx:pt idx="38117">Second_Product_Purchased</cx:pt>
          <cx:pt idx="38118">Second_Product_Purchased</cx:pt>
          <cx:pt idx="38119">Second_Product_Purchased</cx:pt>
          <cx:pt idx="38120">Second_Product_Purchased</cx:pt>
          <cx:pt idx="38121">First_Product_Purchased</cx:pt>
          <cx:pt idx="38122">First_Product_Purchased</cx:pt>
          <cx:pt idx="38123">First_Product_Purchased</cx:pt>
          <cx:pt idx="38124">Second_Product_Purchased</cx:pt>
          <cx:pt idx="38125">Second_Product_Purchased</cx:pt>
          <cx:pt idx="38126">Second_Product_Purchased</cx:pt>
          <cx:pt idx="38127">First_Product_Purchased</cx:pt>
          <cx:pt idx="38128">Second_Product_Purchased</cx:pt>
          <cx:pt idx="38129">Second_Product_Purchased</cx:pt>
          <cx:pt idx="38130">First_Product_Purchased</cx:pt>
          <cx:pt idx="38131">Second_Product_Purchased</cx:pt>
          <cx:pt idx="38132">Second_Product_Purchased</cx:pt>
          <cx:pt idx="38133">Second_Product_Purchased</cx:pt>
          <cx:pt idx="38134">Second_Product_Purchased</cx:pt>
          <cx:pt idx="38135">First_Product_Purchased</cx:pt>
          <cx:pt idx="38136">First_Product_Purchased</cx:pt>
          <cx:pt idx="38137">Second_Product_Purchased</cx:pt>
          <cx:pt idx="38138">Second_Product_Purchased</cx:pt>
          <cx:pt idx="38139">Second_Product_Purchased</cx:pt>
          <cx:pt idx="38140">Second_Product_Purchased</cx:pt>
          <cx:pt idx="38141">Second_Product_Purchased</cx:pt>
          <cx:pt idx="38142">Second_Product_Purchased</cx:pt>
          <cx:pt idx="38143">Second_Product_Purchased</cx:pt>
          <cx:pt idx="38144">First_Product_Purchased</cx:pt>
          <cx:pt idx="38145">Second_Product_Purchased</cx:pt>
          <cx:pt idx="38146">Second_Product_Purchased</cx:pt>
          <cx:pt idx="38147">Second_Product_Purchased</cx:pt>
          <cx:pt idx="38148">Second_Product_Purchased</cx:pt>
          <cx:pt idx="38149">Second_Product_Purchased</cx:pt>
          <cx:pt idx="38150">Second_Product_Purchased</cx:pt>
          <cx:pt idx="38151">First_Product_Purchased</cx:pt>
          <cx:pt idx="38152">Second_Product_Purchased</cx:pt>
          <cx:pt idx="38153">Second_Product_Purchased</cx:pt>
          <cx:pt idx="38154">Second_Product_Purchased</cx:pt>
          <cx:pt idx="38155">First_Product_Purchased</cx:pt>
          <cx:pt idx="38156">Second_Product_Purchased</cx:pt>
          <cx:pt idx="38157">Second_Product_Purchased</cx:pt>
          <cx:pt idx="38158">Second_Product_Purchased</cx:pt>
          <cx:pt idx="38159">First_Product_Purchased</cx:pt>
          <cx:pt idx="38160">First_Product_Purchased</cx:pt>
          <cx:pt idx="38161">Second_Product_Purchased</cx:pt>
          <cx:pt idx="38162">Second_Product_Purchased</cx:pt>
          <cx:pt idx="38163">First_Product_Purchased</cx:pt>
          <cx:pt idx="38164">First_Product_Purchased</cx:pt>
          <cx:pt idx="38165">Second_Product_Purchased</cx:pt>
          <cx:pt idx="38166">Second_Product_Purchased</cx:pt>
          <cx:pt idx="38167">Second_Product_Purchased</cx:pt>
          <cx:pt idx="38168">First_Product_Purchased</cx:pt>
          <cx:pt idx="38169">First_Product_Purchased</cx:pt>
          <cx:pt idx="38170">Second_Product_Purchased</cx:pt>
          <cx:pt idx="38171">First_Product_Purchased</cx:pt>
          <cx:pt idx="38172">Second_Product_Purchased</cx:pt>
          <cx:pt idx="38173">Second_Product_Purchased</cx:pt>
          <cx:pt idx="38174">Second_Product_Purchased</cx:pt>
          <cx:pt idx="38175">Second_Product_Purchased</cx:pt>
          <cx:pt idx="38176">Second_Product_Purchased</cx:pt>
          <cx:pt idx="38177">Second_Product_Purchased</cx:pt>
          <cx:pt idx="38178">First_Product_Purchased</cx:pt>
          <cx:pt idx="38179">Second_Product_Purchased</cx:pt>
          <cx:pt idx="38180">First_Product_Purchased</cx:pt>
          <cx:pt idx="38181">Second_Product_Purchased</cx:pt>
          <cx:pt idx="38182">First_Product_Purchased</cx:pt>
          <cx:pt idx="38183">Second_Product_Purchased</cx:pt>
          <cx:pt idx="38184">First_Product_Purchased</cx:pt>
          <cx:pt idx="38185">First_Product_Purchased</cx:pt>
          <cx:pt idx="38186">Second_Product_Purchased</cx:pt>
          <cx:pt idx="38187">Second_Product_Purchased</cx:pt>
          <cx:pt idx="38188">Second_Product_Purchased</cx:pt>
          <cx:pt idx="38189">First_Product_Purchased</cx:pt>
          <cx:pt idx="38190">Second_Product_Purchased</cx:pt>
          <cx:pt idx="38191">First_Product_Purchased</cx:pt>
          <cx:pt idx="38192">Second_Product_Purchased</cx:pt>
          <cx:pt idx="38193">Second_Product_Purchased</cx:pt>
          <cx:pt idx="38194">Second_Product_Purchased</cx:pt>
          <cx:pt idx="38195">First_Product_Purchased</cx:pt>
          <cx:pt idx="38196">Second_Product_Purchased</cx:pt>
          <cx:pt idx="38197">Second_Product_Purchased</cx:pt>
          <cx:pt idx="38198">Second_Product_Purchased</cx:pt>
          <cx:pt idx="38199">Second_Product_Purchased</cx:pt>
          <cx:pt idx="38200">First_Product_Purchased</cx:pt>
          <cx:pt idx="38201">Second_Product_Purchased</cx:pt>
          <cx:pt idx="38202">Second_Product_Purchased</cx:pt>
          <cx:pt idx="38203">First_Product_Purchased</cx:pt>
          <cx:pt idx="38204">Second_Product_Purchased</cx:pt>
          <cx:pt idx="38205">Second_Product_Purchased</cx:pt>
          <cx:pt idx="38206">Second_Product_Purchased</cx:pt>
          <cx:pt idx="38207">Second_Product_Purchased</cx:pt>
          <cx:pt idx="38208">Second_Product_Purchased</cx:pt>
          <cx:pt idx="38209">Second_Product_Purchased</cx:pt>
          <cx:pt idx="38210">Second_Product_Purchased</cx:pt>
          <cx:pt idx="38211">Second_Product_Purchased</cx:pt>
          <cx:pt idx="38212">Second_Product_Purchased</cx:pt>
          <cx:pt idx="38213">Second_Product_Purchased</cx:pt>
          <cx:pt idx="38214">Second_Product_Purchased</cx:pt>
          <cx:pt idx="38215">First_Product_Purchased</cx:pt>
          <cx:pt idx="38216">Second_Product_Purchased</cx:pt>
          <cx:pt idx="38217">Second_Product_Purchased</cx:pt>
          <cx:pt idx="38218">Second_Product_Purchased</cx:pt>
          <cx:pt idx="38219">Second_Product_Purchased</cx:pt>
          <cx:pt idx="38220">First_Product_Purchased</cx:pt>
          <cx:pt idx="38221">Second_Product_Purchased</cx:pt>
          <cx:pt idx="38222">Second_Product_Purchased</cx:pt>
          <cx:pt idx="38223">Second_Product_Purchased</cx:pt>
          <cx:pt idx="38224">Second_Product_Purchased</cx:pt>
          <cx:pt idx="38225">Second_Product_Purchased</cx:pt>
          <cx:pt idx="38226">Second_Product_Purchased</cx:pt>
          <cx:pt idx="38227">Second_Product_Purchased</cx:pt>
          <cx:pt idx="38228">Second_Product_Purchased</cx:pt>
          <cx:pt idx="38229">Second_Product_Purchased</cx:pt>
          <cx:pt idx="38230">Second_Product_Purchased</cx:pt>
          <cx:pt idx="38231">First_Product_Purchased</cx:pt>
          <cx:pt idx="38232">Second_Product_Purchased</cx:pt>
          <cx:pt idx="38233">First_Product_Purchased</cx:pt>
          <cx:pt idx="38234">Second_Product_Purchased</cx:pt>
          <cx:pt idx="38235">Second_Product_Purchased</cx:pt>
          <cx:pt idx="38236">Second_Product_Purchased</cx:pt>
          <cx:pt idx="38237">Second_Product_Purchased</cx:pt>
          <cx:pt idx="38238">Second_Product_Purchased</cx:pt>
          <cx:pt idx="38239">Second_Product_Purchased</cx:pt>
          <cx:pt idx="38240">Second_Product_Purchased</cx:pt>
          <cx:pt idx="38241">First_Product_Purchased</cx:pt>
          <cx:pt idx="38242">Second_Product_Purchased</cx:pt>
          <cx:pt idx="38243">Second_Product_Purchased</cx:pt>
          <cx:pt idx="38244">First_Product_Purchased</cx:pt>
          <cx:pt idx="38245">First_Product_Purchased</cx:pt>
          <cx:pt idx="38246">First_Product_Purchased</cx:pt>
          <cx:pt idx="38247">Second_Product_Purchased</cx:pt>
          <cx:pt idx="38248">Second_Product_Purchased</cx:pt>
          <cx:pt idx="38249">Second_Product_Purchased</cx:pt>
          <cx:pt idx="38250">Second_Product_Purchased</cx:pt>
          <cx:pt idx="38251">First_Product_Purchased</cx:pt>
          <cx:pt idx="38252">Second_Product_Purchased</cx:pt>
          <cx:pt idx="38253">Second_Product_Purchased</cx:pt>
          <cx:pt idx="38254">First_Product_Purchased</cx:pt>
          <cx:pt idx="38255">Second_Product_Purchased</cx:pt>
          <cx:pt idx="38256">Second_Product_Purchased</cx:pt>
          <cx:pt idx="38257">Second_Product_Purchased</cx:pt>
          <cx:pt idx="38258">Second_Product_Purchased</cx:pt>
          <cx:pt idx="38259">First_Product_Purchased</cx:pt>
          <cx:pt idx="38260">Second_Product_Purchased</cx:pt>
          <cx:pt idx="38261">Second_Product_Purchased</cx:pt>
          <cx:pt idx="38262">First_Product_Purchased</cx:pt>
          <cx:pt idx="38263">Second_Product_Purchased</cx:pt>
          <cx:pt idx="38264">Second_Product_Purchased</cx:pt>
          <cx:pt idx="38265">First_Product_Purchased</cx:pt>
          <cx:pt idx="38266">Second_Product_Purchased</cx:pt>
          <cx:pt idx="38267">Second_Product_Purchased</cx:pt>
          <cx:pt idx="38268">Second_Product_Purchased</cx:pt>
          <cx:pt idx="38269">Second_Product_Purchased</cx:pt>
          <cx:pt idx="38270">Second_Product_Purchased</cx:pt>
          <cx:pt idx="38271">Second_Product_Purchased</cx:pt>
          <cx:pt idx="38272">Second_Product_Purchased</cx:pt>
          <cx:pt idx="38273">Second_Product_Purchased</cx:pt>
          <cx:pt idx="38274">Second_Product_Purchased</cx:pt>
          <cx:pt idx="38275">Second_Product_Purchased</cx:pt>
          <cx:pt idx="38276">Second_Product_Purchased</cx:pt>
          <cx:pt idx="38277">First_Product_Purchased</cx:pt>
          <cx:pt idx="38278">Second_Product_Purchased</cx:pt>
          <cx:pt idx="38279">First_Product_Purchased</cx:pt>
          <cx:pt idx="38280">Second_Product_Purchased</cx:pt>
          <cx:pt idx="38281">First_Product_Purchased</cx:pt>
          <cx:pt idx="38282">Second_Product_Purchased</cx:pt>
          <cx:pt idx="38283">First_Product_Purchased</cx:pt>
          <cx:pt idx="38284">Second_Product_Purchased</cx:pt>
          <cx:pt idx="38285">Second_Product_Purchased</cx:pt>
          <cx:pt idx="38286">Second_Product_Purchased</cx:pt>
          <cx:pt idx="38287">Second_Product_Purchased</cx:pt>
          <cx:pt idx="38288">Second_Product_Purchased</cx:pt>
          <cx:pt idx="38289">First_Product_Purchased</cx:pt>
          <cx:pt idx="38290">First_Product_Purchased</cx:pt>
          <cx:pt idx="38291">First_Product_Purchased</cx:pt>
          <cx:pt idx="38292">Second_Product_Purchased</cx:pt>
          <cx:pt idx="38293">Second_Product_Purchased</cx:pt>
          <cx:pt idx="38294">Second_Product_Purchased</cx:pt>
          <cx:pt idx="38295">Second_Product_Purchased</cx:pt>
          <cx:pt idx="38296">Second_Product_Purchased</cx:pt>
          <cx:pt idx="38297">Second_Product_Purchased</cx:pt>
          <cx:pt idx="38298">Second_Product_Purchased</cx:pt>
          <cx:pt idx="38299">First_Product_Purchased</cx:pt>
          <cx:pt idx="38300">Second_Product_Purchased</cx:pt>
          <cx:pt idx="38301">Second_Product_Purchased</cx:pt>
          <cx:pt idx="38302">First_Product_Purchased</cx:pt>
          <cx:pt idx="38303">Second_Product_Purchased</cx:pt>
          <cx:pt idx="38304">Second_Product_Purchased</cx:pt>
          <cx:pt idx="38305">Second_Product_Purchased</cx:pt>
          <cx:pt idx="38306">Second_Product_Purchased</cx:pt>
          <cx:pt idx="38307">Second_Product_Purchased</cx:pt>
          <cx:pt idx="38308">Second_Product_Purchased</cx:pt>
          <cx:pt idx="38309">First_Product_Purchased</cx:pt>
          <cx:pt idx="38310">Second_Product_Purchased</cx:pt>
          <cx:pt idx="38311">Second_Product_Purchased</cx:pt>
          <cx:pt idx="38312">Second_Product_Purchased</cx:pt>
          <cx:pt idx="38313">First_Product_Purchased</cx:pt>
          <cx:pt idx="38314">First_Product_Purchased</cx:pt>
          <cx:pt idx="38315">First_Product_Purchased</cx:pt>
          <cx:pt idx="38316">First_Product_Purchased</cx:pt>
          <cx:pt idx="38317">Second_Product_Purchased</cx:pt>
          <cx:pt idx="38318">Second_Product_Purchased</cx:pt>
          <cx:pt idx="38319">Second_Product_Purchased</cx:pt>
          <cx:pt idx="38320">Second_Product_Purchased</cx:pt>
          <cx:pt idx="38321">Second_Product_Purchased</cx:pt>
          <cx:pt idx="38322">Second_Product_Purchased</cx:pt>
          <cx:pt idx="38323">Second_Product_Purchased</cx:pt>
          <cx:pt idx="38324">First_Product_Purchased</cx:pt>
          <cx:pt idx="38325">First_Product_Purchased</cx:pt>
          <cx:pt idx="38326">Second_Product_Purchased</cx:pt>
          <cx:pt idx="38327">Second_Product_Purchased</cx:pt>
          <cx:pt idx="38328">Second_Product_Purchased</cx:pt>
          <cx:pt idx="38329">Second_Product_Purchased</cx:pt>
          <cx:pt idx="38330">First_Product_Purchased</cx:pt>
          <cx:pt idx="38331">First_Product_Purchased</cx:pt>
          <cx:pt idx="38332">Second_Product_Purchased</cx:pt>
          <cx:pt idx="38333">First_Product_Purchased</cx:pt>
          <cx:pt idx="38334">First_Product_Purchased</cx:pt>
          <cx:pt idx="38335">Second_Product_Purchased</cx:pt>
          <cx:pt idx="38336">Second_Product_Purchased</cx:pt>
          <cx:pt idx="38337">Second_Product_Purchased</cx:pt>
          <cx:pt idx="38338">Second_Product_Purchased</cx:pt>
          <cx:pt idx="38339">First_Product_Purchased</cx:pt>
          <cx:pt idx="38340">First_Product_Purchased</cx:pt>
          <cx:pt idx="38341">Second_Product_Purchased</cx:pt>
          <cx:pt idx="38342">Second_Product_Purchased</cx:pt>
          <cx:pt idx="38343">First_Product_Purchased</cx:pt>
          <cx:pt idx="38344">First_Product_Purchased</cx:pt>
          <cx:pt idx="38345">First_Product_Purchased</cx:pt>
          <cx:pt idx="38346">Second_Product_Purchased</cx:pt>
          <cx:pt idx="38347">First_Product_Purchased</cx:pt>
          <cx:pt idx="38348">Second_Product_Purchased</cx:pt>
          <cx:pt idx="38349">Second_Product_Purchased</cx:pt>
          <cx:pt idx="38350">Second_Product_Purchased</cx:pt>
          <cx:pt idx="38351">Second_Product_Purchased</cx:pt>
          <cx:pt idx="38352">Second_Product_Purchased</cx:pt>
          <cx:pt idx="38353">Second_Product_Purchased</cx:pt>
          <cx:pt idx="38354">Second_Product_Purchased</cx:pt>
          <cx:pt idx="38355">First_Product_Purchased</cx:pt>
          <cx:pt idx="38356">First_Product_Purchased</cx:pt>
          <cx:pt idx="38357">Second_Product_Purchased</cx:pt>
          <cx:pt idx="38358">First_Product_Purchased</cx:pt>
          <cx:pt idx="38359">Second_Product_Purchased</cx:pt>
          <cx:pt idx="38360">First_Product_Purchased</cx:pt>
          <cx:pt idx="38361">Second_Product_Purchased</cx:pt>
          <cx:pt idx="38362">Second_Product_Purchased</cx:pt>
          <cx:pt idx="38363">Second_Product_Purchased</cx:pt>
          <cx:pt idx="38364">Second_Product_Purchased</cx:pt>
          <cx:pt idx="38365">First_Product_Purchased</cx:pt>
          <cx:pt idx="38366">Second_Product_Purchased</cx:pt>
          <cx:pt idx="38367">First_Product_Purchased</cx:pt>
          <cx:pt idx="38368">First_Product_Purchased</cx:pt>
          <cx:pt idx="38369">Second_Product_Purchased</cx:pt>
          <cx:pt idx="38370">Second_Product_Purchased</cx:pt>
          <cx:pt idx="38371">First_Product_Purchased</cx:pt>
          <cx:pt idx="38372">Second_Product_Purchased</cx:pt>
          <cx:pt idx="38373">First_Product_Purchased</cx:pt>
          <cx:pt idx="38374">First_Product_Purchased</cx:pt>
          <cx:pt idx="38375">Second_Product_Purchased</cx:pt>
          <cx:pt idx="38376">Second_Product_Purchased</cx:pt>
          <cx:pt idx="38377">Second_Product_Purchased</cx:pt>
          <cx:pt idx="38378">Second_Product_Purchased</cx:pt>
          <cx:pt idx="38379">Second_Product_Purchased</cx:pt>
          <cx:pt idx="38380">First_Product_Purchased</cx:pt>
          <cx:pt idx="38381">Second_Product_Purchased</cx:pt>
          <cx:pt idx="38382">Second_Product_Purchased</cx:pt>
          <cx:pt idx="38383">Second_Product_Purchased</cx:pt>
          <cx:pt idx="38384">Second_Product_Purchased</cx:pt>
          <cx:pt idx="38385">First_Product_Purchased</cx:pt>
          <cx:pt idx="38386">First_Product_Purchased</cx:pt>
          <cx:pt idx="38387">First_Product_Purchased</cx:pt>
          <cx:pt idx="38388">Second_Product_Purchased</cx:pt>
          <cx:pt idx="38389">Second_Product_Purchased</cx:pt>
          <cx:pt idx="38390">Second_Product_Purchased</cx:pt>
          <cx:pt idx="38391">Second_Product_Purchased</cx:pt>
          <cx:pt idx="38392">Second_Product_Purchased</cx:pt>
          <cx:pt idx="38393">Second_Product_Purchased</cx:pt>
          <cx:pt idx="38394">Second_Product_Purchased</cx:pt>
          <cx:pt idx="38395">Second_Product_Purchased</cx:pt>
          <cx:pt idx="38396">Second_Product_Purchased</cx:pt>
          <cx:pt idx="38397">First_Product_Purchased</cx:pt>
          <cx:pt idx="38398">First_Product_Purchased</cx:pt>
          <cx:pt idx="38399">First_Product_Purchased</cx:pt>
          <cx:pt idx="38400">First_Product_Purchased</cx:pt>
          <cx:pt idx="38401">Second_Product_Purchased</cx:pt>
          <cx:pt idx="38402">Second_Product_Purchased</cx:pt>
          <cx:pt idx="38403">Second_Product_Purchased</cx:pt>
          <cx:pt idx="38404">First_Product_Purchased</cx:pt>
          <cx:pt idx="38405">Second_Product_Purchased</cx:pt>
          <cx:pt idx="38406">Second_Product_Purchased</cx:pt>
          <cx:pt idx="38407">Second_Product_Purchased</cx:pt>
          <cx:pt idx="38408">Second_Product_Purchased</cx:pt>
          <cx:pt idx="38409">Second_Product_Purchased</cx:pt>
          <cx:pt idx="38410">First_Product_Purchased</cx:pt>
          <cx:pt idx="38411">Second_Product_Purchased</cx:pt>
          <cx:pt idx="38412">Second_Product_Purchased</cx:pt>
          <cx:pt idx="38413">First_Product_Purchased</cx:pt>
          <cx:pt idx="38414">First_Product_Purchased</cx:pt>
          <cx:pt idx="38415">Second_Product_Purchased</cx:pt>
          <cx:pt idx="38416">Second_Product_Purchased</cx:pt>
          <cx:pt idx="38417">First_Product_Purchased</cx:pt>
          <cx:pt idx="38418">First_Product_Purchased</cx:pt>
          <cx:pt idx="38419">Second_Product_Purchased</cx:pt>
          <cx:pt idx="38420">Second_Product_Purchased</cx:pt>
          <cx:pt idx="38421">Second_Product_Purchased</cx:pt>
          <cx:pt idx="38422">First_Product_Purchased</cx:pt>
          <cx:pt idx="38423">Second_Product_Purchased</cx:pt>
          <cx:pt idx="38424">First_Product_Purchased</cx:pt>
          <cx:pt idx="38425">Second_Product_Purchased</cx:pt>
          <cx:pt idx="38426">Second_Product_Purchased</cx:pt>
          <cx:pt idx="38427">Second_Product_Purchased</cx:pt>
          <cx:pt idx="38428">Second_Product_Purchased</cx:pt>
          <cx:pt idx="38429">First_Product_Purchased</cx:pt>
          <cx:pt idx="38430">Second_Product_Purchased</cx:pt>
          <cx:pt idx="38431">Second_Product_Purchased</cx:pt>
          <cx:pt idx="38432">First_Product_Purchased</cx:pt>
          <cx:pt idx="38433">Second_Product_Purchased</cx:pt>
          <cx:pt idx="38434">First_Product_Purchased</cx:pt>
          <cx:pt idx="38435">First_Product_Purchased</cx:pt>
          <cx:pt idx="38436">First_Product_Purchased</cx:pt>
          <cx:pt idx="38437">Second_Product_Purchased</cx:pt>
          <cx:pt idx="38438">Second_Product_Purchased</cx:pt>
          <cx:pt idx="38439">First_Product_Purchased</cx:pt>
          <cx:pt idx="38440">Second_Product_Purchased</cx:pt>
          <cx:pt idx="38441">Second_Product_Purchased</cx:pt>
          <cx:pt idx="38442">Second_Product_Purchased</cx:pt>
          <cx:pt idx="38443">First_Product_Purchased</cx:pt>
          <cx:pt idx="38444">Second_Product_Purchased</cx:pt>
          <cx:pt idx="38445">Second_Product_Purchased</cx:pt>
          <cx:pt idx="38446">Second_Product_Purchased</cx:pt>
          <cx:pt idx="38447">Second_Product_Purchased</cx:pt>
          <cx:pt idx="38448">Second_Product_Purchased</cx:pt>
          <cx:pt idx="38449">First_Product_Purchased</cx:pt>
          <cx:pt idx="38450">Second_Product_Purchased</cx:pt>
          <cx:pt idx="38451">Second_Product_Purchased</cx:pt>
          <cx:pt idx="38452">First_Product_Purchased</cx:pt>
          <cx:pt idx="38453">First_Product_Purchased</cx:pt>
          <cx:pt idx="38454">First_Product_Purchased</cx:pt>
          <cx:pt idx="38455">First_Product_Purchased</cx:pt>
          <cx:pt idx="38456">First_Product_Purchased</cx:pt>
          <cx:pt idx="38457">Second_Product_Purchased</cx:pt>
          <cx:pt idx="38458">First_Product_Purchased</cx:pt>
          <cx:pt idx="38459">Second_Product_Purchased</cx:pt>
          <cx:pt idx="38460">Second_Product_Purchased</cx:pt>
          <cx:pt idx="38461">Second_Product_Purchased</cx:pt>
          <cx:pt idx="38462">Second_Product_Purchased</cx:pt>
          <cx:pt idx="38463">First_Product_Purchased</cx:pt>
          <cx:pt idx="38464">Second_Product_Purchased</cx:pt>
          <cx:pt idx="38465">First_Product_Purchased</cx:pt>
          <cx:pt idx="38466">First_Product_Purchased</cx:pt>
          <cx:pt idx="38467">Second_Product_Purchased</cx:pt>
          <cx:pt idx="38468">First_Product_Purchased</cx:pt>
          <cx:pt idx="38469">First_Product_Purchased</cx:pt>
          <cx:pt idx="38470">Second_Product_Purchased</cx:pt>
          <cx:pt idx="38471">Second_Product_Purchased</cx:pt>
          <cx:pt idx="38472">Second_Product_Purchased</cx:pt>
          <cx:pt idx="38473">First_Product_Purchased</cx:pt>
          <cx:pt idx="38474">Second_Product_Purchased</cx:pt>
          <cx:pt idx="38475">Second_Product_Purchased</cx:pt>
          <cx:pt idx="38476">Second_Product_Purchased</cx:pt>
          <cx:pt idx="38477">First_Product_Purchased</cx:pt>
          <cx:pt idx="38478">Second_Product_Purchased</cx:pt>
          <cx:pt idx="38479">Second_Product_Purchased</cx:pt>
          <cx:pt idx="38480">Second_Product_Purchased</cx:pt>
          <cx:pt idx="38481">Second_Product_Purchased</cx:pt>
          <cx:pt idx="38482">Second_Product_Purchased</cx:pt>
          <cx:pt idx="38483">Second_Product_Purchased</cx:pt>
          <cx:pt idx="38484">First_Product_Purchased</cx:pt>
          <cx:pt idx="38485">Second_Product_Purchased</cx:pt>
          <cx:pt idx="38486">Second_Product_Purchased</cx:pt>
          <cx:pt idx="38487">Second_Product_Purchased</cx:pt>
          <cx:pt idx="38488">Second_Product_Purchased</cx:pt>
          <cx:pt idx="38489">First_Product_Purchased</cx:pt>
          <cx:pt idx="38490">First_Product_Purchased</cx:pt>
          <cx:pt idx="38491">Second_Product_Purchased</cx:pt>
          <cx:pt idx="38492">Second_Product_Purchased</cx:pt>
          <cx:pt idx="38493">Second_Product_Purchased</cx:pt>
          <cx:pt idx="38494">Second_Product_Purchased</cx:pt>
          <cx:pt idx="38495">Second_Product_Purchased</cx:pt>
          <cx:pt idx="38496">Second_Product_Purchased</cx:pt>
          <cx:pt idx="38497">First_Product_Purchased</cx:pt>
          <cx:pt idx="38498">Second_Product_Purchased</cx:pt>
          <cx:pt idx="38499">First_Product_Purchased</cx:pt>
          <cx:pt idx="38500">First_Product_Purchased</cx:pt>
          <cx:pt idx="38501">Second_Product_Purchased</cx:pt>
          <cx:pt idx="38502">Second_Product_Purchased</cx:pt>
          <cx:pt idx="38503">Second_Product_Purchased</cx:pt>
          <cx:pt idx="38504">Second_Product_Purchased</cx:pt>
          <cx:pt idx="38505">Second_Product_Purchased</cx:pt>
          <cx:pt idx="38506">Second_Product_Purchased</cx:pt>
          <cx:pt idx="38507">First_Product_Purchased</cx:pt>
          <cx:pt idx="38508">Second_Product_Purchased</cx:pt>
          <cx:pt idx="38509">Second_Product_Purchased</cx:pt>
          <cx:pt idx="38510">First_Product_Purchased</cx:pt>
          <cx:pt idx="38511">Second_Product_Purchased</cx:pt>
          <cx:pt idx="38512">First_Product_Purchased</cx:pt>
          <cx:pt idx="38513">Second_Product_Purchased</cx:pt>
          <cx:pt idx="38514">Second_Product_Purchased</cx:pt>
          <cx:pt idx="38515">Second_Product_Purchased</cx:pt>
          <cx:pt idx="38516">First_Product_Purchased</cx:pt>
          <cx:pt idx="38517">First_Product_Purchased</cx:pt>
          <cx:pt idx="38518">Second_Product_Purchased</cx:pt>
          <cx:pt idx="38519">Second_Product_Purchased</cx:pt>
          <cx:pt idx="38520">Second_Product_Purchased</cx:pt>
          <cx:pt idx="38521">Second_Product_Purchased</cx:pt>
          <cx:pt idx="38522">Second_Product_Purchased</cx:pt>
          <cx:pt idx="38523">Second_Product_Purchased</cx:pt>
          <cx:pt idx="38524">First_Product_Purchased</cx:pt>
          <cx:pt idx="38525">First_Product_Purchased</cx:pt>
          <cx:pt idx="38526">First_Product_Purchased</cx:pt>
          <cx:pt idx="38527">First_Product_Purchased</cx:pt>
          <cx:pt idx="38528">Second_Product_Purchased</cx:pt>
          <cx:pt idx="38529">Second_Product_Purchased</cx:pt>
          <cx:pt idx="38530">Second_Product_Purchased</cx:pt>
          <cx:pt idx="38531">Second_Product_Purchased</cx:pt>
          <cx:pt idx="38532">First_Product_Purchased</cx:pt>
          <cx:pt idx="38533">Second_Product_Purchased</cx:pt>
          <cx:pt idx="38534">Second_Product_Purchased</cx:pt>
          <cx:pt idx="38535">Second_Product_Purchased</cx:pt>
          <cx:pt idx="38536">Second_Product_Purchased</cx:pt>
          <cx:pt idx="38537">First_Product_Purchased</cx:pt>
          <cx:pt idx="38538">Second_Product_Purchased</cx:pt>
          <cx:pt idx="38539">Second_Product_Purchased</cx:pt>
          <cx:pt idx="38540">Second_Product_Purchased</cx:pt>
          <cx:pt idx="38541">Second_Product_Purchased</cx:pt>
          <cx:pt idx="38542">Second_Product_Purchased</cx:pt>
          <cx:pt idx="38543">Second_Product_Purchased</cx:pt>
          <cx:pt idx="38544">Second_Product_Purchased</cx:pt>
          <cx:pt idx="38545">First_Product_Purchased</cx:pt>
          <cx:pt idx="38546">Second_Product_Purchased</cx:pt>
          <cx:pt idx="38547">Second_Product_Purchased</cx:pt>
          <cx:pt idx="38548">Second_Product_Purchased</cx:pt>
          <cx:pt idx="38549">Second_Product_Purchased</cx:pt>
          <cx:pt idx="38550">Second_Product_Purchased</cx:pt>
          <cx:pt idx="38551">First_Product_Purchased</cx:pt>
          <cx:pt idx="38552">First_Product_Purchased</cx:pt>
          <cx:pt idx="38553">Second_Product_Purchased</cx:pt>
          <cx:pt idx="38554">Second_Product_Purchased</cx:pt>
          <cx:pt idx="38555">First_Product_Purchased</cx:pt>
          <cx:pt idx="38556">First_Product_Purchased</cx:pt>
          <cx:pt idx="38557">Second_Product_Purchased</cx:pt>
          <cx:pt idx="38558">First_Product_Purchased</cx:pt>
          <cx:pt idx="38559">First_Product_Purchased</cx:pt>
          <cx:pt idx="38560">First_Product_Purchased</cx:pt>
          <cx:pt idx="38561">First_Product_Purchased</cx:pt>
          <cx:pt idx="38562">Second_Product_Purchased</cx:pt>
          <cx:pt idx="38563">Second_Product_Purchased</cx:pt>
          <cx:pt idx="38564">Second_Product_Purchased</cx:pt>
          <cx:pt idx="38565">Second_Product_Purchased</cx:pt>
          <cx:pt idx="38566">First_Product_Purchased</cx:pt>
          <cx:pt idx="38567">Second_Product_Purchased</cx:pt>
          <cx:pt idx="38568">First_Product_Purchased</cx:pt>
          <cx:pt idx="38569">Second_Product_Purchased</cx:pt>
          <cx:pt idx="38570">Second_Product_Purchased</cx:pt>
          <cx:pt idx="38571">Second_Product_Purchased</cx:pt>
          <cx:pt idx="38572">Second_Product_Purchased</cx:pt>
          <cx:pt idx="38573">First_Product_Purchased</cx:pt>
          <cx:pt idx="38574">Second_Product_Purchased</cx:pt>
          <cx:pt idx="38575">First_Product_Purchased</cx:pt>
          <cx:pt idx="38576">Second_Product_Purchased</cx:pt>
          <cx:pt idx="38577">Second_Product_Purchased</cx:pt>
          <cx:pt idx="38578">Second_Product_Purchased</cx:pt>
          <cx:pt idx="38579">First_Product_Purchased</cx:pt>
          <cx:pt idx="38580">Second_Product_Purchased</cx:pt>
          <cx:pt idx="38581">Second_Product_Purchased</cx:pt>
          <cx:pt idx="38582">Second_Product_Purchased</cx:pt>
          <cx:pt idx="38583">Second_Product_Purchased</cx:pt>
          <cx:pt idx="38584">Second_Product_Purchased</cx:pt>
          <cx:pt idx="38585">First_Product_Purchased</cx:pt>
          <cx:pt idx="38586">Second_Product_Purchased</cx:pt>
          <cx:pt idx="38587">Second_Product_Purchased</cx:pt>
          <cx:pt idx="38588">First_Product_Purchased</cx:pt>
          <cx:pt idx="38589">Second_Product_Purchased</cx:pt>
          <cx:pt idx="38590">First_Product_Purchased</cx:pt>
          <cx:pt idx="38591">Second_Product_Purchased</cx:pt>
          <cx:pt idx="38592">Second_Product_Purchased</cx:pt>
          <cx:pt idx="38593">Second_Product_Purchased</cx:pt>
          <cx:pt idx="38594">Second_Product_Purchased</cx:pt>
          <cx:pt idx="38595">Second_Product_Purchased</cx:pt>
          <cx:pt idx="38596">First_Product_Purchased</cx:pt>
          <cx:pt idx="38597">First_Product_Purchased</cx:pt>
          <cx:pt idx="38598">Second_Product_Purchased</cx:pt>
          <cx:pt idx="38599">First_Product_Purchased</cx:pt>
          <cx:pt idx="38600">Second_Product_Purchased</cx:pt>
          <cx:pt idx="38601">Second_Product_Purchased</cx:pt>
          <cx:pt idx="38602">Second_Product_Purchased</cx:pt>
          <cx:pt idx="38603">Second_Product_Purchased</cx:pt>
          <cx:pt idx="38604">First_Product_Purchased</cx:pt>
          <cx:pt idx="38605">First_Product_Purchased</cx:pt>
          <cx:pt idx="38606">Second_Product_Purchased</cx:pt>
          <cx:pt idx="38607">First_Product_Purchased</cx:pt>
          <cx:pt idx="38608">Second_Product_Purchased</cx:pt>
          <cx:pt idx="38609">Second_Product_Purchased</cx:pt>
          <cx:pt idx="38610">Second_Product_Purchased</cx:pt>
          <cx:pt idx="38611">First_Product_Purchased</cx:pt>
          <cx:pt idx="38612">First_Product_Purchased</cx:pt>
          <cx:pt idx="38613">Second_Product_Purchased</cx:pt>
          <cx:pt idx="38614">Second_Product_Purchased</cx:pt>
          <cx:pt idx="38615">Second_Product_Purchased</cx:pt>
          <cx:pt idx="38616">Second_Product_Purchased</cx:pt>
          <cx:pt idx="38617">First_Product_Purchased</cx:pt>
          <cx:pt idx="38618">Second_Product_Purchased</cx:pt>
          <cx:pt idx="38619">Second_Product_Purchased</cx:pt>
          <cx:pt idx="38620">Second_Product_Purchased</cx:pt>
          <cx:pt idx="38621">Second_Product_Purchased</cx:pt>
          <cx:pt idx="38622">First_Product_Purchased</cx:pt>
          <cx:pt idx="38623">Second_Product_Purchased</cx:pt>
          <cx:pt idx="38624">Second_Product_Purchased</cx:pt>
          <cx:pt idx="38625">Second_Product_Purchased</cx:pt>
          <cx:pt idx="38626">First_Product_Purchased</cx:pt>
          <cx:pt idx="38627">Second_Product_Purchased</cx:pt>
          <cx:pt idx="38628">First_Product_Purchased</cx:pt>
          <cx:pt idx="38629">First_Product_Purchased</cx:pt>
          <cx:pt idx="38630">Second_Product_Purchased</cx:pt>
          <cx:pt idx="38631">Second_Product_Purchased</cx:pt>
          <cx:pt idx="38632">First_Product_Purchased</cx:pt>
          <cx:pt idx="38633">First_Product_Purchased</cx:pt>
          <cx:pt idx="38634">Second_Product_Purchased</cx:pt>
          <cx:pt idx="38635">Second_Product_Purchased</cx:pt>
          <cx:pt idx="38636">First_Product_Purchased</cx:pt>
          <cx:pt idx="38637">First_Product_Purchased</cx:pt>
          <cx:pt idx="38638">First_Product_Purchased</cx:pt>
          <cx:pt idx="38639">Second_Product_Purchased</cx:pt>
          <cx:pt idx="38640">Second_Product_Purchased</cx:pt>
          <cx:pt idx="38641">Second_Product_Purchased</cx:pt>
          <cx:pt idx="38642">Second_Product_Purchased</cx:pt>
          <cx:pt idx="38643">Second_Product_Purchased</cx:pt>
          <cx:pt idx="38644">Second_Product_Purchased</cx:pt>
          <cx:pt idx="38645">First_Product_Purchased</cx:pt>
          <cx:pt idx="38646">First_Product_Purchased</cx:pt>
          <cx:pt idx="38647">First_Product_Purchased</cx:pt>
          <cx:pt idx="38648">Second_Product_Purchased</cx:pt>
          <cx:pt idx="38649">Second_Product_Purchased</cx:pt>
          <cx:pt idx="38650">Second_Product_Purchased</cx:pt>
          <cx:pt idx="38651">Second_Product_Purchased</cx:pt>
          <cx:pt idx="38652">Second_Product_Purchased</cx:pt>
          <cx:pt idx="38653">Second_Product_Purchased</cx:pt>
          <cx:pt idx="38654">First_Product_Purchased</cx:pt>
          <cx:pt idx="38655">Second_Product_Purchased</cx:pt>
          <cx:pt idx="38656">First_Product_Purchased</cx:pt>
          <cx:pt idx="38657">Second_Product_Purchased</cx:pt>
          <cx:pt idx="38658">Second_Product_Purchased</cx:pt>
          <cx:pt idx="38659">Second_Product_Purchased</cx:pt>
          <cx:pt idx="38660">Second_Product_Purchased</cx:pt>
          <cx:pt idx="38661">First_Product_Purchased</cx:pt>
          <cx:pt idx="38662">First_Product_Purchased</cx:pt>
          <cx:pt idx="38663">Second_Product_Purchased</cx:pt>
          <cx:pt idx="38664">First_Product_Purchased</cx:pt>
          <cx:pt idx="38665">Second_Product_Purchased</cx:pt>
          <cx:pt idx="38666">First_Product_Purchased</cx:pt>
          <cx:pt idx="38667">Second_Product_Purchased</cx:pt>
          <cx:pt idx="38668">Second_Product_Purchased</cx:pt>
          <cx:pt idx="38669">Second_Product_Purchased</cx:pt>
          <cx:pt idx="38670">Second_Product_Purchased</cx:pt>
          <cx:pt idx="38671">Second_Product_Purchased</cx:pt>
          <cx:pt idx="38672">Second_Product_Purchased</cx:pt>
          <cx:pt idx="38673">Second_Product_Purchased</cx:pt>
          <cx:pt idx="38674">Second_Product_Purchased</cx:pt>
          <cx:pt idx="38675">First_Product_Purchased</cx:pt>
          <cx:pt idx="38676">Second_Product_Purchased</cx:pt>
          <cx:pt idx="38677">First_Product_Purchased</cx:pt>
          <cx:pt idx="38678">Second_Product_Purchased</cx:pt>
          <cx:pt idx="38679">First_Product_Purchased</cx:pt>
          <cx:pt idx="38680">First_Product_Purchased</cx:pt>
          <cx:pt idx="38681">Second_Product_Purchased</cx:pt>
          <cx:pt idx="38682">Second_Product_Purchased</cx:pt>
          <cx:pt idx="38683">Second_Product_Purchased</cx:pt>
          <cx:pt idx="38684">Second_Product_Purchased</cx:pt>
          <cx:pt idx="38685">Second_Product_Purchased</cx:pt>
          <cx:pt idx="38686">Second_Product_Purchased</cx:pt>
          <cx:pt idx="38687">First_Product_Purchased</cx:pt>
          <cx:pt idx="38688">First_Product_Purchased</cx:pt>
          <cx:pt idx="38689">First_Product_Purchased</cx:pt>
          <cx:pt idx="38690">First_Product_Purchased</cx:pt>
          <cx:pt idx="38691">Second_Product_Purchased</cx:pt>
          <cx:pt idx="38692">Second_Product_Purchased</cx:pt>
          <cx:pt idx="38693">First_Product_Purchased</cx:pt>
          <cx:pt idx="38694">Second_Product_Purchased</cx:pt>
          <cx:pt idx="38695">Second_Product_Purchased</cx:pt>
          <cx:pt idx="38696">First_Product_Purchased</cx:pt>
          <cx:pt idx="38697">Second_Product_Purchased</cx:pt>
          <cx:pt idx="38698">First_Product_Purchased</cx:pt>
          <cx:pt idx="38699">Second_Product_Purchased</cx:pt>
          <cx:pt idx="38700">First_Product_Purchased</cx:pt>
          <cx:pt idx="38701">Second_Product_Purchased</cx:pt>
          <cx:pt idx="38702">Second_Product_Purchased</cx:pt>
          <cx:pt idx="38703">Second_Product_Purchased</cx:pt>
          <cx:pt idx="38704">Second_Product_Purchased</cx:pt>
          <cx:pt idx="38705">Second_Product_Purchased</cx:pt>
          <cx:pt idx="38706">Second_Product_Purchased</cx:pt>
          <cx:pt idx="38707">Second_Product_Purchased</cx:pt>
          <cx:pt idx="38708">First_Product_Purchased</cx:pt>
          <cx:pt idx="38709">Second_Product_Purchased</cx:pt>
          <cx:pt idx="38710">First_Product_Purchased</cx:pt>
          <cx:pt idx="38711">Second_Product_Purchased</cx:pt>
          <cx:pt idx="38712">Second_Product_Purchased</cx:pt>
          <cx:pt idx="38713">First_Product_Purchased</cx:pt>
          <cx:pt idx="38714">First_Product_Purchased</cx:pt>
          <cx:pt idx="38715">Second_Product_Purchased</cx:pt>
          <cx:pt idx="38716">Second_Product_Purchased</cx:pt>
          <cx:pt idx="38717">Second_Product_Purchased</cx:pt>
          <cx:pt idx="38718">First_Product_Purchased</cx:pt>
          <cx:pt idx="38719">Second_Product_Purchased</cx:pt>
          <cx:pt idx="38720">Second_Product_Purchased</cx:pt>
          <cx:pt idx="38721">Second_Product_Purchased</cx:pt>
          <cx:pt idx="38722">Second_Product_Purchased</cx:pt>
          <cx:pt idx="38723">Second_Product_Purchased</cx:pt>
          <cx:pt idx="38724">Second_Product_Purchased</cx:pt>
          <cx:pt idx="38725">Second_Product_Purchased</cx:pt>
          <cx:pt idx="38726">Second_Product_Purchased</cx:pt>
          <cx:pt idx="38727">First_Product_Purchased</cx:pt>
          <cx:pt idx="38728">Second_Product_Purchased</cx:pt>
          <cx:pt idx="38729">Second_Product_Purchased</cx:pt>
          <cx:pt idx="38730">Second_Product_Purchased</cx:pt>
          <cx:pt idx="38731">First_Product_Purchased</cx:pt>
          <cx:pt idx="38732">First_Product_Purchased</cx:pt>
          <cx:pt idx="38733">Second_Product_Purchased</cx:pt>
          <cx:pt idx="38734">Second_Product_Purchased</cx:pt>
          <cx:pt idx="38735">First_Product_Purchased</cx:pt>
          <cx:pt idx="38736">First_Product_Purchased</cx:pt>
          <cx:pt idx="38737">Second_Product_Purchased</cx:pt>
          <cx:pt idx="38738">Second_Product_Purchased</cx:pt>
          <cx:pt idx="38739">Second_Product_Purchased</cx:pt>
          <cx:pt idx="38740">First_Product_Purchased</cx:pt>
          <cx:pt idx="38741">First_Product_Purchased</cx:pt>
          <cx:pt idx="38742">Second_Product_Purchased</cx:pt>
          <cx:pt idx="38743">First_Product_Purchased</cx:pt>
          <cx:pt idx="38744">First_Product_Purchased</cx:pt>
          <cx:pt idx="38745">Second_Product_Purchased</cx:pt>
          <cx:pt idx="38746">Second_Product_Purchased</cx:pt>
          <cx:pt idx="38747">First_Product_Purchased</cx:pt>
          <cx:pt idx="38748">Second_Product_Purchased</cx:pt>
          <cx:pt idx="38749">Second_Product_Purchased</cx:pt>
          <cx:pt idx="38750">First_Product_Purchased</cx:pt>
          <cx:pt idx="38751">First_Product_Purchased</cx:pt>
          <cx:pt idx="38752">Second_Product_Purchased</cx:pt>
          <cx:pt idx="38753">Second_Product_Purchased</cx:pt>
          <cx:pt idx="38754">Second_Product_Purchased</cx:pt>
          <cx:pt idx="38755">Second_Product_Purchased</cx:pt>
          <cx:pt idx="38756">Second_Product_Purchased</cx:pt>
          <cx:pt idx="38757">Second_Product_Purchased</cx:pt>
          <cx:pt idx="38758">Second_Product_Purchased</cx:pt>
          <cx:pt idx="38759">Second_Product_Purchased</cx:pt>
          <cx:pt idx="38760">Second_Product_Purchased</cx:pt>
          <cx:pt idx="38761">Second_Product_Purchased</cx:pt>
          <cx:pt idx="38762">First_Product_Purchased</cx:pt>
          <cx:pt idx="38763">Second_Product_Purchased</cx:pt>
          <cx:pt idx="38764">Second_Product_Purchased</cx:pt>
          <cx:pt idx="38765">Second_Product_Purchased</cx:pt>
          <cx:pt idx="38766">First_Product_Purchased</cx:pt>
          <cx:pt idx="38767">Second_Product_Purchased</cx:pt>
          <cx:pt idx="38768">Second_Product_Purchased</cx:pt>
          <cx:pt idx="38769">Second_Product_Purchased</cx:pt>
          <cx:pt idx="38770">Second_Product_Purchased</cx:pt>
          <cx:pt idx="38771">First_Product_Purchased</cx:pt>
          <cx:pt idx="38772">Second_Product_Purchased</cx:pt>
          <cx:pt idx="38773">Second_Product_Purchased</cx:pt>
          <cx:pt idx="38774">Second_Product_Purchased</cx:pt>
          <cx:pt idx="38775">Second_Product_Purchased</cx:pt>
          <cx:pt idx="38776">Second_Product_Purchased</cx:pt>
          <cx:pt idx="38777">First_Product_Purchased</cx:pt>
          <cx:pt idx="38778">Second_Product_Purchased</cx:pt>
          <cx:pt idx="38779">Second_Product_Purchased</cx:pt>
          <cx:pt idx="38780">Second_Product_Purchased</cx:pt>
          <cx:pt idx="38781">Second_Product_Purchased</cx:pt>
          <cx:pt idx="38782">Second_Product_Purchased</cx:pt>
          <cx:pt idx="38783">Second_Product_Purchased</cx:pt>
          <cx:pt idx="38784">Second_Product_Purchased</cx:pt>
          <cx:pt idx="38785">Second_Product_Purchased</cx:pt>
          <cx:pt idx="38786">Second_Product_Purchased</cx:pt>
          <cx:pt idx="38787">Second_Product_Purchased</cx:pt>
          <cx:pt idx="38788">Second_Product_Purchased</cx:pt>
          <cx:pt idx="38789">Second_Product_Purchased</cx:pt>
          <cx:pt idx="38790">Second_Product_Purchased</cx:pt>
          <cx:pt idx="38791">First_Product_Purchased</cx:pt>
          <cx:pt idx="38792">First_Product_Purchased</cx:pt>
          <cx:pt idx="38793">Second_Product_Purchased</cx:pt>
          <cx:pt idx="38794">Second_Product_Purchased</cx:pt>
          <cx:pt idx="38795">Second_Product_Purchased</cx:pt>
          <cx:pt idx="38796">Second_Product_Purchased</cx:pt>
          <cx:pt idx="38797">Second_Product_Purchased</cx:pt>
          <cx:pt idx="38798">Second_Product_Purchased</cx:pt>
          <cx:pt idx="38799">First_Product_Purchased</cx:pt>
          <cx:pt idx="38800">Second_Product_Purchased</cx:pt>
          <cx:pt idx="38801">Second_Product_Purchased</cx:pt>
          <cx:pt idx="38802">Second_Product_Purchased</cx:pt>
          <cx:pt idx="38803">Second_Product_Purchased</cx:pt>
          <cx:pt idx="38804">Second_Product_Purchased</cx:pt>
          <cx:pt idx="38805">Second_Product_Purchased</cx:pt>
          <cx:pt idx="38806">Second_Product_Purchased</cx:pt>
          <cx:pt idx="38807">Second_Product_Purchased</cx:pt>
          <cx:pt idx="38808">First_Product_Purchased</cx:pt>
          <cx:pt idx="38809">First_Product_Purchased</cx:pt>
          <cx:pt idx="38810">Second_Product_Purchased</cx:pt>
          <cx:pt idx="38811">First_Product_Purchased</cx:pt>
          <cx:pt idx="38812">First_Product_Purchased</cx:pt>
          <cx:pt idx="38813">Second_Product_Purchased</cx:pt>
          <cx:pt idx="38814">First_Product_Purchased</cx:pt>
          <cx:pt idx="38815">Second_Product_Purchased</cx:pt>
          <cx:pt idx="38816">Second_Product_Purchased</cx:pt>
          <cx:pt idx="38817">Second_Product_Purchased</cx:pt>
          <cx:pt idx="38818">Second_Product_Purchased</cx:pt>
          <cx:pt idx="38819">First_Product_Purchased</cx:pt>
          <cx:pt idx="38820">Second_Product_Purchased</cx:pt>
          <cx:pt idx="38821">First_Product_Purchased</cx:pt>
          <cx:pt idx="38822">Second_Product_Purchased</cx:pt>
          <cx:pt idx="38823">Second_Product_Purchased</cx:pt>
          <cx:pt idx="38824">First_Product_Purchased</cx:pt>
          <cx:pt idx="38825">First_Product_Purchased</cx:pt>
          <cx:pt idx="38826">First_Product_Purchased</cx:pt>
          <cx:pt idx="38827">Second_Product_Purchased</cx:pt>
          <cx:pt idx="38828">Second_Product_Purchased</cx:pt>
          <cx:pt idx="38829">Second_Product_Purchased</cx:pt>
          <cx:pt idx="38830">Second_Product_Purchased</cx:pt>
          <cx:pt idx="38831">Second_Product_Purchased</cx:pt>
          <cx:pt idx="38832">Second_Product_Purchased</cx:pt>
          <cx:pt idx="38833">First_Product_Purchased</cx:pt>
          <cx:pt idx="38834">First_Product_Purchased</cx:pt>
          <cx:pt idx="38835">Second_Product_Purchased</cx:pt>
          <cx:pt idx="38836">First_Product_Purchased</cx:pt>
          <cx:pt idx="38837">Second_Product_Purchased</cx:pt>
          <cx:pt idx="38838">Second_Product_Purchased</cx:pt>
          <cx:pt idx="38839">Second_Product_Purchased</cx:pt>
          <cx:pt idx="38840">First_Product_Purchased</cx:pt>
          <cx:pt idx="38841">Second_Product_Purchased</cx:pt>
          <cx:pt idx="38842">First_Product_Purchased</cx:pt>
          <cx:pt idx="38843">Second_Product_Purchased</cx:pt>
          <cx:pt idx="38844">Second_Product_Purchased</cx:pt>
          <cx:pt idx="38845">Second_Product_Purchased</cx:pt>
          <cx:pt idx="38846">Second_Product_Purchased</cx:pt>
          <cx:pt idx="38847">Second_Product_Purchased</cx:pt>
          <cx:pt idx="38848">Second_Product_Purchased</cx:pt>
          <cx:pt idx="38849">Second_Product_Purchased</cx:pt>
          <cx:pt idx="38850">First_Product_Purchased</cx:pt>
          <cx:pt idx="38851">Second_Product_Purchased</cx:pt>
          <cx:pt idx="38852">Second_Product_Purchased</cx:pt>
          <cx:pt idx="38853">Second_Product_Purchased</cx:pt>
          <cx:pt idx="38854">Second_Product_Purchased</cx:pt>
          <cx:pt idx="38855">Second_Product_Purchased</cx:pt>
          <cx:pt idx="38856">First_Product_Purchased</cx:pt>
          <cx:pt idx="38857">Second_Product_Purchased</cx:pt>
          <cx:pt idx="38858">Second_Product_Purchased</cx:pt>
          <cx:pt idx="38859">First_Product_Purchased</cx:pt>
          <cx:pt idx="38860">First_Product_Purchased</cx:pt>
          <cx:pt idx="38861">First_Product_Purchased</cx:pt>
          <cx:pt idx="38862">First_Product_Purchased</cx:pt>
          <cx:pt idx="38863">First_Product_Purchased</cx:pt>
          <cx:pt idx="38864">Second_Product_Purchased</cx:pt>
          <cx:pt idx="38865">Second_Product_Purchased</cx:pt>
          <cx:pt idx="38866">First_Product_Purchased</cx:pt>
          <cx:pt idx="38867">Second_Product_Purchased</cx:pt>
          <cx:pt idx="38868">Second_Product_Purchased</cx:pt>
          <cx:pt idx="38869">Second_Product_Purchased</cx:pt>
          <cx:pt idx="38870">Second_Product_Purchased</cx:pt>
          <cx:pt idx="38871">Second_Product_Purchased</cx:pt>
          <cx:pt idx="38872">First_Product_Purchased</cx:pt>
          <cx:pt idx="38873">Second_Product_Purchased</cx:pt>
          <cx:pt idx="38874">Second_Product_Purchased</cx:pt>
          <cx:pt idx="38875">Second_Product_Purchased</cx:pt>
          <cx:pt idx="38876">Second_Product_Purchased</cx:pt>
          <cx:pt idx="38877">First_Product_Purchased</cx:pt>
          <cx:pt idx="38878">Second_Product_Purchased</cx:pt>
          <cx:pt idx="38879">Second_Product_Purchased</cx:pt>
          <cx:pt idx="38880">Second_Product_Purchased</cx:pt>
          <cx:pt idx="38881">Second_Product_Purchased</cx:pt>
          <cx:pt idx="38882">First_Product_Purchased</cx:pt>
          <cx:pt idx="38883">Second_Product_Purchased</cx:pt>
          <cx:pt idx="38884">Second_Product_Purchased</cx:pt>
          <cx:pt idx="38885">Second_Product_Purchased</cx:pt>
          <cx:pt idx="38886">First_Product_Purchased</cx:pt>
          <cx:pt idx="38887">First_Product_Purchased</cx:pt>
          <cx:pt idx="38888">First_Product_Purchased</cx:pt>
          <cx:pt idx="38889">Second_Product_Purchased</cx:pt>
          <cx:pt idx="38890">Second_Product_Purchased</cx:pt>
          <cx:pt idx="38891">Second_Product_Purchased</cx:pt>
          <cx:pt idx="38892">First_Product_Purchased</cx:pt>
          <cx:pt idx="38893">Second_Product_Purchased</cx:pt>
          <cx:pt idx="38894">Second_Product_Purchased</cx:pt>
          <cx:pt idx="38895">First_Product_Purchased</cx:pt>
          <cx:pt idx="38896">Second_Product_Purchased</cx:pt>
          <cx:pt idx="38897">First_Product_Purchased</cx:pt>
          <cx:pt idx="38898">Second_Product_Purchased</cx:pt>
          <cx:pt idx="38899">Second_Product_Purchased</cx:pt>
          <cx:pt idx="38900">First_Product_Purchased</cx:pt>
          <cx:pt idx="38901">Second_Product_Purchased</cx:pt>
          <cx:pt idx="38902">Second_Product_Purchased</cx:pt>
          <cx:pt idx="38903">First_Product_Purchased</cx:pt>
          <cx:pt idx="38904">Second_Product_Purchased</cx:pt>
          <cx:pt idx="38905">Second_Product_Purchased</cx:pt>
          <cx:pt idx="38906">Second_Product_Purchased</cx:pt>
          <cx:pt idx="38907">Second_Product_Purchased</cx:pt>
          <cx:pt idx="38908">Second_Product_Purchased</cx:pt>
          <cx:pt idx="38909">First_Product_Purchased</cx:pt>
          <cx:pt idx="38910">Second_Product_Purchased</cx:pt>
          <cx:pt idx="38911">Second_Product_Purchased</cx:pt>
          <cx:pt idx="38912">Second_Product_Purchased</cx:pt>
          <cx:pt idx="38913">First_Product_Purchased</cx:pt>
          <cx:pt idx="38914">Second_Product_Purchased</cx:pt>
          <cx:pt idx="38915">Second_Product_Purchased</cx:pt>
          <cx:pt idx="38916">First_Product_Purchased</cx:pt>
          <cx:pt idx="38917">Second_Product_Purchased</cx:pt>
          <cx:pt idx="38918">Second_Product_Purchased</cx:pt>
          <cx:pt idx="38919">First_Product_Purchased</cx:pt>
          <cx:pt idx="38920">Second_Product_Purchased</cx:pt>
          <cx:pt idx="38921">Second_Product_Purchased</cx:pt>
          <cx:pt idx="38922">Second_Product_Purchased</cx:pt>
          <cx:pt idx="38923">First_Product_Purchased</cx:pt>
          <cx:pt idx="38924">First_Product_Purchased</cx:pt>
          <cx:pt idx="38925">Second_Product_Purchased</cx:pt>
          <cx:pt idx="38926">Second_Product_Purchased</cx:pt>
          <cx:pt idx="38927">Second_Product_Purchased</cx:pt>
          <cx:pt idx="38928">Second_Product_Purchased</cx:pt>
          <cx:pt idx="38929">Second_Product_Purchased</cx:pt>
          <cx:pt idx="38930">First_Product_Purchased</cx:pt>
          <cx:pt idx="38931">First_Product_Purchased</cx:pt>
          <cx:pt idx="38932">First_Product_Purchased</cx:pt>
          <cx:pt idx="38933">Second_Product_Purchased</cx:pt>
          <cx:pt idx="38934">Second_Product_Purchased</cx:pt>
          <cx:pt idx="38935">First_Product_Purchased</cx:pt>
          <cx:pt idx="38936">First_Product_Purchased</cx:pt>
          <cx:pt idx="38937">First_Product_Purchased</cx:pt>
          <cx:pt idx="38938">First_Product_Purchased</cx:pt>
          <cx:pt idx="38939">Second_Product_Purchased</cx:pt>
          <cx:pt idx="38940">First_Product_Purchased</cx:pt>
          <cx:pt idx="38941">Second_Product_Purchased</cx:pt>
          <cx:pt idx="38942">Second_Product_Purchased</cx:pt>
          <cx:pt idx="38943">Second_Product_Purchased</cx:pt>
          <cx:pt idx="38944">Second_Product_Purchased</cx:pt>
          <cx:pt idx="38945">Second_Product_Purchased</cx:pt>
          <cx:pt idx="38946">Second_Product_Purchased</cx:pt>
          <cx:pt idx="38947">Second_Product_Purchased</cx:pt>
          <cx:pt idx="38948">First_Product_Purchased</cx:pt>
          <cx:pt idx="38949">First_Product_Purchased</cx:pt>
          <cx:pt idx="38950">Second_Product_Purchased</cx:pt>
          <cx:pt idx="38951">Second_Product_Purchased</cx:pt>
          <cx:pt idx="38952">First_Product_Purchased</cx:pt>
          <cx:pt idx="38953">First_Product_Purchased</cx:pt>
          <cx:pt idx="38954">Second_Product_Purchased</cx:pt>
          <cx:pt idx="38955">First_Product_Purchased</cx:pt>
          <cx:pt idx="38956">Second_Product_Purchased</cx:pt>
          <cx:pt idx="38957">Second_Product_Purchased</cx:pt>
          <cx:pt idx="38958">Second_Product_Purchased</cx:pt>
          <cx:pt idx="38959">Second_Product_Purchased</cx:pt>
          <cx:pt idx="38960">First_Product_Purchased</cx:pt>
          <cx:pt idx="38961">First_Product_Purchased</cx:pt>
          <cx:pt idx="38962">First_Product_Purchased</cx:pt>
          <cx:pt idx="38963">Second_Product_Purchased</cx:pt>
          <cx:pt idx="38964">First_Product_Purchased</cx:pt>
          <cx:pt idx="38965">Second_Product_Purchased</cx:pt>
          <cx:pt idx="38966">First_Product_Purchased</cx:pt>
          <cx:pt idx="38967">Second_Product_Purchased</cx:pt>
          <cx:pt idx="38968">Second_Product_Purchased</cx:pt>
          <cx:pt idx="38969">Second_Product_Purchased</cx:pt>
          <cx:pt idx="38970">Second_Product_Purchased</cx:pt>
          <cx:pt idx="38971">First_Product_Purchased</cx:pt>
          <cx:pt idx="38972">Second_Product_Purchased</cx:pt>
          <cx:pt idx="38973">First_Product_Purchased</cx:pt>
          <cx:pt idx="38974">First_Product_Purchased</cx:pt>
          <cx:pt idx="38975">Second_Product_Purchased</cx:pt>
          <cx:pt idx="38976">Second_Product_Purchased</cx:pt>
          <cx:pt idx="38977">Second_Product_Purchased</cx:pt>
          <cx:pt idx="38978">First_Product_Purchased</cx:pt>
          <cx:pt idx="38979">Second_Product_Purchased</cx:pt>
          <cx:pt idx="38980">Second_Product_Purchased</cx:pt>
          <cx:pt idx="38981">Second_Product_Purchased</cx:pt>
          <cx:pt idx="38982">First_Product_Purchased</cx:pt>
          <cx:pt idx="38983">Second_Product_Purchased</cx:pt>
          <cx:pt idx="38984">First_Product_Purchased</cx:pt>
          <cx:pt idx="38985">Second_Product_Purchased</cx:pt>
          <cx:pt idx="38986">Second_Product_Purchased</cx:pt>
          <cx:pt idx="38987">First_Product_Purchased</cx:pt>
          <cx:pt idx="38988">Second_Product_Purchased</cx:pt>
          <cx:pt idx="38989">First_Product_Purchased</cx:pt>
          <cx:pt idx="38990">Second_Product_Purchased</cx:pt>
          <cx:pt idx="38991">Second_Product_Purchased</cx:pt>
          <cx:pt idx="38992">Second_Product_Purchased</cx:pt>
          <cx:pt idx="38993">First_Product_Purchased</cx:pt>
          <cx:pt idx="38994">First_Product_Purchased</cx:pt>
          <cx:pt idx="38995">Second_Product_Purchased</cx:pt>
          <cx:pt idx="38996">First_Product_Purchased</cx:pt>
          <cx:pt idx="38997">Second_Product_Purchased</cx:pt>
          <cx:pt idx="38998">Second_Product_Purchased</cx:pt>
          <cx:pt idx="38999">Second_Product_Purchased</cx:pt>
          <cx:pt idx="39000">First_Product_Purchased</cx:pt>
          <cx:pt idx="39001">First_Product_Purchased</cx:pt>
          <cx:pt idx="39002">Second_Product_Purchased</cx:pt>
          <cx:pt idx="39003">Second_Product_Purchased</cx:pt>
          <cx:pt idx="39004">Second_Product_Purchased</cx:pt>
          <cx:pt idx="39005">Second_Product_Purchased</cx:pt>
          <cx:pt idx="39006">Second_Product_Purchased</cx:pt>
          <cx:pt idx="39007">Second_Product_Purchased</cx:pt>
          <cx:pt idx="39008">Second_Product_Purchased</cx:pt>
          <cx:pt idx="39009">First_Product_Purchased</cx:pt>
          <cx:pt idx="39010">Second_Product_Purchased</cx:pt>
          <cx:pt idx="39011">First_Product_Purchased</cx:pt>
          <cx:pt idx="39012">Second_Product_Purchased</cx:pt>
          <cx:pt idx="39013">Second_Product_Purchased</cx:pt>
          <cx:pt idx="39014">Second_Product_Purchased</cx:pt>
          <cx:pt idx="39015">First_Product_Purchased</cx:pt>
          <cx:pt idx="39016">Second_Product_Purchased</cx:pt>
          <cx:pt idx="39017">Second_Product_Purchased</cx:pt>
          <cx:pt idx="39018">Second_Product_Purchased</cx:pt>
          <cx:pt idx="39019">First_Product_Purchased</cx:pt>
          <cx:pt idx="39020">Second_Product_Purchased</cx:pt>
          <cx:pt idx="39021">Second_Product_Purchased</cx:pt>
          <cx:pt idx="39022">First_Product_Purchased</cx:pt>
          <cx:pt idx="39023">Second_Product_Purchased</cx:pt>
          <cx:pt idx="39024">Second_Product_Purchased</cx:pt>
          <cx:pt idx="39025">First_Product_Purchased</cx:pt>
          <cx:pt idx="39026">Second_Product_Purchased</cx:pt>
          <cx:pt idx="39027">Second_Product_Purchased</cx:pt>
          <cx:pt idx="39028">First_Product_Purchased</cx:pt>
          <cx:pt idx="39029">Second_Product_Purchased</cx:pt>
          <cx:pt idx="39030">Second_Product_Purchased</cx:pt>
          <cx:pt idx="39031">Second_Product_Purchased</cx:pt>
          <cx:pt idx="39032">Second_Product_Purchased</cx:pt>
          <cx:pt idx="39033">Second_Product_Purchased</cx:pt>
          <cx:pt idx="39034">Second_Product_Purchased</cx:pt>
          <cx:pt idx="39035">Second_Product_Purchased</cx:pt>
          <cx:pt idx="39036">First_Product_Purchased</cx:pt>
          <cx:pt idx="39037">Second_Product_Purchased</cx:pt>
          <cx:pt idx="39038">First_Product_Purchased</cx:pt>
          <cx:pt idx="39039">Second_Product_Purchased</cx:pt>
          <cx:pt idx="39040">Second_Product_Purchased</cx:pt>
          <cx:pt idx="39041">Second_Product_Purchased</cx:pt>
          <cx:pt idx="39042">Second_Product_Purchased</cx:pt>
          <cx:pt idx="39043">Second_Product_Purchased</cx:pt>
          <cx:pt idx="39044">Second_Product_Purchased</cx:pt>
          <cx:pt idx="39045">First_Product_Purchased</cx:pt>
          <cx:pt idx="39046">Second_Product_Purchased</cx:pt>
          <cx:pt idx="39047">Second_Product_Purchased</cx:pt>
          <cx:pt idx="39048">Second_Product_Purchased</cx:pt>
          <cx:pt idx="39049">Second_Product_Purchased</cx:pt>
          <cx:pt idx="39050">Second_Product_Purchased</cx:pt>
          <cx:pt idx="39051">Second_Product_Purchased</cx:pt>
          <cx:pt idx="39052">Second_Product_Purchased</cx:pt>
          <cx:pt idx="39053">Second_Product_Purchased</cx:pt>
          <cx:pt idx="39054">Second_Product_Purchased</cx:pt>
          <cx:pt idx="39055">Second_Product_Purchased</cx:pt>
          <cx:pt idx="39056">Second_Product_Purchased</cx:pt>
          <cx:pt idx="39057">Second_Product_Purchased</cx:pt>
          <cx:pt idx="39058">Second_Product_Purchased</cx:pt>
          <cx:pt idx="39059">Second_Product_Purchased</cx:pt>
          <cx:pt idx="39060">Second_Product_Purchased</cx:pt>
          <cx:pt idx="39061">Second_Product_Purchased</cx:pt>
          <cx:pt idx="39062">First_Product_Purchased</cx:pt>
          <cx:pt idx="39063">Second_Product_Purchased</cx:pt>
          <cx:pt idx="39064">First_Product_Purchased</cx:pt>
          <cx:pt idx="39065">Second_Product_Purchased</cx:pt>
          <cx:pt idx="39066">First_Product_Purchased</cx:pt>
          <cx:pt idx="39067">Second_Product_Purchased</cx:pt>
          <cx:pt idx="39068">First_Product_Purchased</cx:pt>
          <cx:pt idx="39069">First_Product_Purchased</cx:pt>
          <cx:pt idx="39070">Second_Product_Purchased</cx:pt>
          <cx:pt idx="39071">Second_Product_Purchased</cx:pt>
          <cx:pt idx="39072">Second_Product_Purchased</cx:pt>
          <cx:pt idx="39073">Second_Product_Purchased</cx:pt>
          <cx:pt idx="39074">First_Product_Purchased</cx:pt>
          <cx:pt idx="39075">Second_Product_Purchased</cx:pt>
          <cx:pt idx="39076">Second_Product_Purchased</cx:pt>
          <cx:pt idx="39077">Second_Product_Purchased</cx:pt>
          <cx:pt idx="39078">Second_Product_Purchased</cx:pt>
          <cx:pt idx="39079">Second_Product_Purchased</cx:pt>
          <cx:pt idx="39080">Second_Product_Purchased</cx:pt>
          <cx:pt idx="39081">Second_Product_Purchased</cx:pt>
          <cx:pt idx="39082">Second_Product_Purchased</cx:pt>
          <cx:pt idx="39083">Second_Product_Purchased</cx:pt>
          <cx:pt idx="39084">Second_Product_Purchased</cx:pt>
          <cx:pt idx="39085">Second_Product_Purchased</cx:pt>
          <cx:pt idx="39086">Second_Product_Purchased</cx:pt>
          <cx:pt idx="39087">Second_Product_Purchased</cx:pt>
          <cx:pt idx="39088">Second_Product_Purchased</cx:pt>
          <cx:pt idx="39089">First_Product_Purchased</cx:pt>
          <cx:pt idx="39090">Second_Product_Purchased</cx:pt>
          <cx:pt idx="39091">Second_Product_Purchased</cx:pt>
          <cx:pt idx="39092">Second_Product_Purchased</cx:pt>
          <cx:pt idx="39093">Second_Product_Purchased</cx:pt>
          <cx:pt idx="39094">Second_Product_Purchased</cx:pt>
          <cx:pt idx="39095">Second_Product_Purchased</cx:pt>
          <cx:pt idx="39096">First_Product_Purchased</cx:pt>
          <cx:pt idx="39097">Second_Product_Purchased</cx:pt>
          <cx:pt idx="39098">Second_Product_Purchased</cx:pt>
          <cx:pt idx="39099">Second_Product_Purchased</cx:pt>
          <cx:pt idx="39100">Second_Product_Purchased</cx:pt>
          <cx:pt idx="39101">Second_Product_Purchased</cx:pt>
          <cx:pt idx="39102">Second_Product_Purchased</cx:pt>
          <cx:pt idx="39103">Second_Product_Purchased</cx:pt>
          <cx:pt idx="39104">Second_Product_Purchased</cx:pt>
          <cx:pt idx="39105">Second_Product_Purchased</cx:pt>
          <cx:pt idx="39106">Second_Product_Purchased</cx:pt>
          <cx:pt idx="39107">Second_Product_Purchased</cx:pt>
          <cx:pt idx="39108">Second_Product_Purchased</cx:pt>
          <cx:pt idx="39109">Second_Product_Purchased</cx:pt>
          <cx:pt idx="39110">Second_Product_Purchased</cx:pt>
          <cx:pt idx="39111">Second_Product_Purchased</cx:pt>
          <cx:pt idx="39112">Second_Product_Purchased</cx:pt>
          <cx:pt idx="39113">Second_Product_Purchased</cx:pt>
          <cx:pt idx="39114">Second_Product_Purchased</cx:pt>
          <cx:pt idx="39115">Second_Product_Purchased</cx:pt>
          <cx:pt idx="39116">First_Product_Purchased</cx:pt>
          <cx:pt idx="39117">Second_Product_Purchased</cx:pt>
          <cx:pt idx="39118">First_Product_Purchased</cx:pt>
          <cx:pt idx="39119">Second_Product_Purchased</cx:pt>
          <cx:pt idx="39120">Second_Product_Purchased</cx:pt>
          <cx:pt idx="39121">First_Product_Purchased</cx:pt>
          <cx:pt idx="39122">First_Product_Purchased</cx:pt>
          <cx:pt idx="39123">Second_Product_Purchased</cx:pt>
          <cx:pt idx="39124">First_Product_Purchased</cx:pt>
          <cx:pt idx="39125">Second_Product_Purchased</cx:pt>
          <cx:pt idx="39126">Second_Product_Purchased</cx:pt>
          <cx:pt idx="39127">First_Product_Purchased</cx:pt>
          <cx:pt idx="39128">Second_Product_Purchased</cx:pt>
          <cx:pt idx="39129">Second_Product_Purchased</cx:pt>
          <cx:pt idx="39130">Second_Product_Purchased</cx:pt>
          <cx:pt idx="39131">First_Product_Purchased</cx:pt>
          <cx:pt idx="39132">First_Product_Purchased</cx:pt>
          <cx:pt idx="39133">Second_Product_Purchased</cx:pt>
          <cx:pt idx="39134">Second_Product_Purchased</cx:pt>
          <cx:pt idx="39135">Second_Product_Purchased</cx:pt>
          <cx:pt idx="39136">First_Product_Purchased</cx:pt>
          <cx:pt idx="39137">Second_Product_Purchased</cx:pt>
          <cx:pt idx="39138">Second_Product_Purchased</cx:pt>
          <cx:pt idx="39139">First_Product_Purchased</cx:pt>
          <cx:pt idx="39140">Second_Product_Purchased</cx:pt>
          <cx:pt idx="39141">Second_Product_Purchased</cx:pt>
          <cx:pt idx="39142">First_Product_Purchased</cx:pt>
          <cx:pt idx="39143">First_Product_Purchased</cx:pt>
          <cx:pt idx="39144">Second_Product_Purchased</cx:pt>
          <cx:pt idx="39145">Second_Product_Purchased</cx:pt>
          <cx:pt idx="39146">Second_Product_Purchased</cx:pt>
          <cx:pt idx="39147">Second_Product_Purchased</cx:pt>
          <cx:pt idx="39148">Second_Product_Purchased</cx:pt>
          <cx:pt idx="39149">Second_Product_Purchased</cx:pt>
          <cx:pt idx="39150">Second_Product_Purchased</cx:pt>
          <cx:pt idx="39151">First_Product_Purchased</cx:pt>
          <cx:pt idx="39152">Second_Product_Purchased</cx:pt>
          <cx:pt idx="39153">Second_Product_Purchased</cx:pt>
          <cx:pt idx="39154">Second_Product_Purchased</cx:pt>
          <cx:pt idx="39155">Second_Product_Purchased</cx:pt>
          <cx:pt idx="39156">Second_Product_Purchased</cx:pt>
          <cx:pt idx="39157">Second_Product_Purchased</cx:pt>
          <cx:pt idx="39158">First_Product_Purchased</cx:pt>
          <cx:pt idx="39159">First_Product_Purchased</cx:pt>
          <cx:pt idx="39160">Second_Product_Purchased</cx:pt>
          <cx:pt idx="39161">First_Product_Purchased</cx:pt>
          <cx:pt idx="39162">Second_Product_Purchased</cx:pt>
          <cx:pt idx="39163">First_Product_Purchased</cx:pt>
          <cx:pt idx="39164">Second_Product_Purchased</cx:pt>
          <cx:pt idx="39165">Second_Product_Purchased</cx:pt>
          <cx:pt idx="39166">First_Product_Purchased</cx:pt>
          <cx:pt idx="39167">Second_Product_Purchased</cx:pt>
          <cx:pt idx="39168">First_Product_Purchased</cx:pt>
          <cx:pt idx="39169">Second_Product_Purchased</cx:pt>
          <cx:pt idx="39170">Second_Product_Purchased</cx:pt>
          <cx:pt idx="39171">Second_Product_Purchased</cx:pt>
          <cx:pt idx="39172">Second_Product_Purchased</cx:pt>
          <cx:pt idx="39173">First_Product_Purchased</cx:pt>
          <cx:pt idx="39174">Second_Product_Purchased</cx:pt>
          <cx:pt idx="39175">First_Product_Purchased</cx:pt>
          <cx:pt idx="39176">Second_Product_Purchased</cx:pt>
          <cx:pt idx="39177">Second_Product_Purchased</cx:pt>
          <cx:pt idx="39178">Second_Product_Purchased</cx:pt>
          <cx:pt idx="39179">First_Product_Purchased</cx:pt>
          <cx:pt idx="39180">First_Product_Purchased</cx:pt>
          <cx:pt idx="39181">First_Product_Purchased</cx:pt>
          <cx:pt idx="39182">Second_Product_Purchased</cx:pt>
          <cx:pt idx="39183">Second_Product_Purchased</cx:pt>
          <cx:pt idx="39184">Second_Product_Purchased</cx:pt>
          <cx:pt idx="39185">First_Product_Purchased</cx:pt>
          <cx:pt idx="39186">First_Product_Purchased</cx:pt>
          <cx:pt idx="39187">Second_Product_Purchased</cx:pt>
          <cx:pt idx="39188">Second_Product_Purchased</cx:pt>
          <cx:pt idx="39189">First_Product_Purchased</cx:pt>
          <cx:pt idx="39190">Second_Product_Purchased</cx:pt>
          <cx:pt idx="39191">Second_Product_Purchased</cx:pt>
          <cx:pt idx="39192">Second_Product_Purchased</cx:pt>
          <cx:pt idx="39193">Second_Product_Purchased</cx:pt>
          <cx:pt idx="39194">Second_Product_Purchased</cx:pt>
          <cx:pt idx="39195">Second_Product_Purchased</cx:pt>
          <cx:pt idx="39196">Second_Product_Purchased</cx:pt>
          <cx:pt idx="39197">Second_Product_Purchased</cx:pt>
          <cx:pt idx="39198">Second_Product_Purchased</cx:pt>
          <cx:pt idx="39199">First_Product_Purchased</cx:pt>
          <cx:pt idx="39200">Second_Product_Purchased</cx:pt>
          <cx:pt idx="39201">Second_Product_Purchased</cx:pt>
          <cx:pt idx="39202">Second_Product_Purchased</cx:pt>
          <cx:pt idx="39203">Second_Product_Purchased</cx:pt>
          <cx:pt idx="39204">First_Product_Purchased</cx:pt>
          <cx:pt idx="39205">First_Product_Purchased</cx:pt>
          <cx:pt idx="39206">Second_Product_Purchased</cx:pt>
          <cx:pt idx="39207">Second_Product_Purchased</cx:pt>
          <cx:pt idx="39208">Second_Product_Purchased</cx:pt>
          <cx:pt idx="39209">Second_Product_Purchased</cx:pt>
          <cx:pt idx="39210">Second_Product_Purchased</cx:pt>
          <cx:pt idx="39211">Second_Product_Purchased</cx:pt>
          <cx:pt idx="39212">Second_Product_Purchased</cx:pt>
          <cx:pt idx="39213">Second_Product_Purchased</cx:pt>
          <cx:pt idx="39214">Second_Product_Purchased</cx:pt>
          <cx:pt idx="39215">Second_Product_Purchased</cx:pt>
          <cx:pt idx="39216">Second_Product_Purchased</cx:pt>
          <cx:pt idx="39217">First_Product_Purchased</cx:pt>
          <cx:pt idx="39218">Second_Product_Purchased</cx:pt>
          <cx:pt idx="39219">Second_Product_Purchased</cx:pt>
          <cx:pt idx="39220">Second_Product_Purchased</cx:pt>
          <cx:pt idx="39221">Second_Product_Purchased</cx:pt>
          <cx:pt idx="39222">First_Product_Purchased</cx:pt>
          <cx:pt idx="39223">Second_Product_Purchased</cx:pt>
          <cx:pt idx="39224">Second_Product_Purchased</cx:pt>
          <cx:pt idx="39225">First_Product_Purchased</cx:pt>
          <cx:pt idx="39226">First_Product_Purchased</cx:pt>
          <cx:pt idx="39227">Second_Product_Purchased</cx:pt>
          <cx:pt idx="39228">Second_Product_Purchased</cx:pt>
          <cx:pt idx="39229">Second_Product_Purchased</cx:pt>
          <cx:pt idx="39230">Second_Product_Purchased</cx:pt>
          <cx:pt idx="39231">Second_Product_Purchased</cx:pt>
          <cx:pt idx="39232">Second_Product_Purchased</cx:pt>
          <cx:pt idx="39233">Second_Product_Purchased</cx:pt>
          <cx:pt idx="39234">Second_Product_Purchased</cx:pt>
          <cx:pt idx="39235">Second_Product_Purchased</cx:pt>
          <cx:pt idx="39236">First_Product_Purchased</cx:pt>
          <cx:pt idx="39237">Second_Product_Purchased</cx:pt>
          <cx:pt idx="39238">First_Product_Purchased</cx:pt>
          <cx:pt idx="39239">Second_Product_Purchased</cx:pt>
          <cx:pt idx="39240">Second_Product_Purchased</cx:pt>
          <cx:pt idx="39241">First_Product_Purchased</cx:pt>
          <cx:pt idx="39242">Second_Product_Purchased</cx:pt>
          <cx:pt idx="39243">Second_Product_Purchased</cx:pt>
          <cx:pt idx="39244">Second_Product_Purchased</cx:pt>
          <cx:pt idx="39245">First_Product_Purchased</cx:pt>
          <cx:pt idx="39246">Second_Product_Purchased</cx:pt>
          <cx:pt idx="39247">Second_Product_Purchased</cx:pt>
          <cx:pt idx="39248">First_Product_Purchased</cx:pt>
          <cx:pt idx="39249">First_Product_Purchased</cx:pt>
          <cx:pt idx="39250">First_Product_Purchased</cx:pt>
          <cx:pt idx="39251">Second_Product_Purchased</cx:pt>
          <cx:pt idx="39252">Second_Product_Purchased</cx:pt>
          <cx:pt idx="39253">Second_Product_Purchased</cx:pt>
          <cx:pt idx="39254">Second_Product_Purchased</cx:pt>
          <cx:pt idx="39255">Second_Product_Purchased</cx:pt>
          <cx:pt idx="39256">Second_Product_Purchased</cx:pt>
          <cx:pt idx="39257">Second_Product_Purchased</cx:pt>
          <cx:pt idx="39258">Second_Product_Purchased</cx:pt>
          <cx:pt idx="39259">First_Product_Purchased</cx:pt>
          <cx:pt idx="39260">First_Product_Purchased</cx:pt>
          <cx:pt idx="39261">Second_Product_Purchased</cx:pt>
          <cx:pt idx="39262">First_Product_Purchased</cx:pt>
          <cx:pt idx="39263">Second_Product_Purchased</cx:pt>
          <cx:pt idx="39264">Second_Product_Purchased</cx:pt>
          <cx:pt idx="39265">Second_Product_Purchased</cx:pt>
          <cx:pt idx="39266">Second_Product_Purchased</cx:pt>
          <cx:pt idx="39267">Second_Product_Purchased</cx:pt>
          <cx:pt idx="39268">First_Product_Purchased</cx:pt>
          <cx:pt idx="39269">Second_Product_Purchased</cx:pt>
          <cx:pt idx="39270">Second_Product_Purchased</cx:pt>
          <cx:pt idx="39271">Second_Product_Purchased</cx:pt>
          <cx:pt idx="39272">First_Product_Purchased</cx:pt>
          <cx:pt idx="39273">Second_Product_Purchased</cx:pt>
          <cx:pt idx="39274">Second_Product_Purchased</cx:pt>
          <cx:pt idx="39275">First_Product_Purchased</cx:pt>
          <cx:pt idx="39276">Second_Product_Purchased</cx:pt>
          <cx:pt idx="39277">Second_Product_Purchased</cx:pt>
          <cx:pt idx="39278">Second_Product_Purchased</cx:pt>
          <cx:pt idx="39279">Second_Product_Purchased</cx:pt>
          <cx:pt idx="39280">Second_Product_Purchased</cx:pt>
          <cx:pt idx="39281">Second_Product_Purchased</cx:pt>
          <cx:pt idx="39282">Second_Product_Purchased</cx:pt>
          <cx:pt idx="39283">First_Product_Purchased</cx:pt>
          <cx:pt idx="39284">Second_Product_Purchased</cx:pt>
          <cx:pt idx="39285">First_Product_Purchased</cx:pt>
          <cx:pt idx="39286">First_Product_Purchased</cx:pt>
          <cx:pt idx="39287">Second_Product_Purchased</cx:pt>
          <cx:pt idx="39288">Second_Product_Purchased</cx:pt>
          <cx:pt idx="39289">First_Product_Purchased</cx:pt>
          <cx:pt idx="39290">First_Product_Purchased</cx:pt>
          <cx:pt idx="39291">Second_Product_Purchased</cx:pt>
          <cx:pt idx="39292">Second_Product_Purchased</cx:pt>
          <cx:pt idx="39293">Second_Product_Purchased</cx:pt>
          <cx:pt idx="39294">Second_Product_Purchased</cx:pt>
          <cx:pt idx="39295">First_Product_Purchased</cx:pt>
          <cx:pt idx="39296">Second_Product_Purchased</cx:pt>
          <cx:pt idx="39297">Second_Product_Purchased</cx:pt>
          <cx:pt idx="39298">First_Product_Purchased</cx:pt>
          <cx:pt idx="39299">First_Product_Purchased</cx:pt>
          <cx:pt idx="39300">Second_Product_Purchased</cx:pt>
          <cx:pt idx="39301">Second_Product_Purchased</cx:pt>
          <cx:pt idx="39302">Second_Product_Purchased</cx:pt>
          <cx:pt idx="39303">Second_Product_Purchased</cx:pt>
          <cx:pt idx="39304">First_Product_Purchased</cx:pt>
          <cx:pt idx="39305">Second_Product_Purchased</cx:pt>
          <cx:pt idx="39306">Second_Product_Purchased</cx:pt>
          <cx:pt idx="39307">Second_Product_Purchased</cx:pt>
          <cx:pt idx="39308">First_Product_Purchased</cx:pt>
          <cx:pt idx="39309">Second_Product_Purchased</cx:pt>
          <cx:pt idx="39310">First_Product_Purchased</cx:pt>
          <cx:pt idx="39311">Second_Product_Purchased</cx:pt>
          <cx:pt idx="39312">Second_Product_Purchased</cx:pt>
          <cx:pt idx="39313">Second_Product_Purchased</cx:pt>
          <cx:pt idx="39314">First_Product_Purchased</cx:pt>
          <cx:pt idx="39315">Second_Product_Purchased</cx:pt>
          <cx:pt idx="39316">Second_Product_Purchased</cx:pt>
          <cx:pt idx="39317">Second_Product_Purchased</cx:pt>
          <cx:pt idx="39318">First_Product_Purchased</cx:pt>
          <cx:pt idx="39319">Second_Product_Purchased</cx:pt>
          <cx:pt idx="39320">First_Product_Purchased</cx:pt>
          <cx:pt idx="39321">Second_Product_Purchased</cx:pt>
          <cx:pt idx="39322">Second_Product_Purchased</cx:pt>
          <cx:pt idx="39323">Second_Product_Purchased</cx:pt>
          <cx:pt idx="39324">Second_Product_Purchased</cx:pt>
          <cx:pt idx="39325">Second_Product_Purchased</cx:pt>
          <cx:pt idx="39326">Second_Product_Purchased</cx:pt>
          <cx:pt idx="39327">Second_Product_Purchased</cx:pt>
          <cx:pt idx="39328">First_Product_Purchased</cx:pt>
          <cx:pt idx="39329">Second_Product_Purchased</cx:pt>
          <cx:pt idx="39330">Second_Product_Purchased</cx:pt>
          <cx:pt idx="39331">Second_Product_Purchased</cx:pt>
          <cx:pt idx="39332">First_Product_Purchased</cx:pt>
          <cx:pt idx="39333">Second_Product_Purchased</cx:pt>
          <cx:pt idx="39334">Second_Product_Purchased</cx:pt>
          <cx:pt idx="39335">Second_Product_Purchased</cx:pt>
          <cx:pt idx="39336">First_Product_Purchased</cx:pt>
          <cx:pt idx="39337">Second_Product_Purchased</cx:pt>
          <cx:pt idx="39338">Second_Product_Purchased</cx:pt>
          <cx:pt idx="39339">Second_Product_Purchased</cx:pt>
          <cx:pt idx="39340">Second_Product_Purchased</cx:pt>
          <cx:pt idx="39341">Second_Product_Purchased</cx:pt>
          <cx:pt idx="39342">Second_Product_Purchased</cx:pt>
          <cx:pt idx="39343">First_Product_Purchased</cx:pt>
          <cx:pt idx="39344">First_Product_Purchased</cx:pt>
          <cx:pt idx="39345">Second_Product_Purchased</cx:pt>
          <cx:pt idx="39346">Second_Product_Purchased</cx:pt>
          <cx:pt idx="39347">First_Product_Purchased</cx:pt>
          <cx:pt idx="39348">First_Product_Purchased</cx:pt>
          <cx:pt idx="39349">Second_Product_Purchased</cx:pt>
          <cx:pt idx="39350">Second_Product_Purchased</cx:pt>
          <cx:pt idx="39351">First_Product_Purchased</cx:pt>
          <cx:pt idx="39352">Second_Product_Purchased</cx:pt>
          <cx:pt idx="39353">Second_Product_Purchased</cx:pt>
          <cx:pt idx="39354">Second_Product_Purchased</cx:pt>
          <cx:pt idx="39355">First_Product_Purchased</cx:pt>
          <cx:pt idx="39356">First_Product_Purchased</cx:pt>
          <cx:pt idx="39357">Second_Product_Purchased</cx:pt>
          <cx:pt idx="39358">Second_Product_Purchased</cx:pt>
          <cx:pt idx="39359">First_Product_Purchased</cx:pt>
          <cx:pt idx="39360">Second_Product_Purchased</cx:pt>
          <cx:pt idx="39361">First_Product_Purchased</cx:pt>
          <cx:pt idx="39362">Second_Product_Purchased</cx:pt>
          <cx:pt idx="39363">First_Product_Purchased</cx:pt>
          <cx:pt idx="39364">First_Product_Purchased</cx:pt>
          <cx:pt idx="39365">Second_Product_Purchased</cx:pt>
          <cx:pt idx="39366">Second_Product_Purchased</cx:pt>
          <cx:pt idx="39367">First_Product_Purchased</cx:pt>
          <cx:pt idx="39368">Second_Product_Purchased</cx:pt>
          <cx:pt idx="39369">Second_Product_Purchased</cx:pt>
          <cx:pt idx="39370">Second_Product_Purchased</cx:pt>
          <cx:pt idx="39371">Second_Product_Purchased</cx:pt>
          <cx:pt idx="39372">Second_Product_Purchased</cx:pt>
          <cx:pt idx="39373">First_Product_Purchased</cx:pt>
          <cx:pt idx="39374">First_Product_Purchased</cx:pt>
          <cx:pt idx="39375">Second_Product_Purchased</cx:pt>
          <cx:pt idx="39376">First_Product_Purchased</cx:pt>
          <cx:pt idx="39377">Second_Product_Purchased</cx:pt>
          <cx:pt idx="39378">First_Product_Purchased</cx:pt>
          <cx:pt idx="39379">Second_Product_Purchased</cx:pt>
          <cx:pt idx="39380">Second_Product_Purchased</cx:pt>
          <cx:pt idx="39381">Second_Product_Purchased</cx:pt>
          <cx:pt idx="39382">First_Product_Purchased</cx:pt>
          <cx:pt idx="39383">Second_Product_Purchased</cx:pt>
          <cx:pt idx="39384">Second_Product_Purchased</cx:pt>
          <cx:pt idx="39385">Second_Product_Purchased</cx:pt>
          <cx:pt idx="39386">Second_Product_Purchased</cx:pt>
          <cx:pt idx="39387">Second_Product_Purchased</cx:pt>
          <cx:pt idx="39388">Second_Product_Purchased</cx:pt>
          <cx:pt idx="39389">First_Product_Purchased</cx:pt>
          <cx:pt idx="39390">Second_Product_Purchased</cx:pt>
          <cx:pt idx="39391">First_Product_Purchased</cx:pt>
          <cx:pt idx="39392">Second_Product_Purchased</cx:pt>
          <cx:pt idx="39393">Second_Product_Purchased</cx:pt>
          <cx:pt idx="39394">Second_Product_Purchased</cx:pt>
          <cx:pt idx="39395">Second_Product_Purchased</cx:pt>
          <cx:pt idx="39396">Second_Product_Purchased</cx:pt>
          <cx:pt idx="39397">Second_Product_Purchased</cx:pt>
          <cx:pt idx="39398">Second_Product_Purchased</cx:pt>
          <cx:pt idx="39399">Second_Product_Purchased</cx:pt>
          <cx:pt idx="39400">Second_Product_Purchased</cx:pt>
          <cx:pt idx="39401">First_Product_Purchased</cx:pt>
          <cx:pt idx="39402">Second_Product_Purchased</cx:pt>
          <cx:pt idx="39403">First_Product_Purchased</cx:pt>
          <cx:pt idx="39404">Second_Product_Purchased</cx:pt>
          <cx:pt idx="39405">Second_Product_Purchased</cx:pt>
          <cx:pt idx="39406">First_Product_Purchased</cx:pt>
          <cx:pt idx="39407">Second_Product_Purchased</cx:pt>
          <cx:pt idx="39408">Second_Product_Purchased</cx:pt>
          <cx:pt idx="39409">Second_Product_Purchased</cx:pt>
          <cx:pt idx="39410">Second_Product_Purchased</cx:pt>
          <cx:pt idx="39411">First_Product_Purchased</cx:pt>
          <cx:pt idx="39412">First_Product_Purchased</cx:pt>
          <cx:pt idx="39413">First_Product_Purchased</cx:pt>
          <cx:pt idx="39414">Second_Product_Purchased</cx:pt>
          <cx:pt idx="39415">First_Product_Purchased</cx:pt>
          <cx:pt idx="39416">Second_Product_Purchased</cx:pt>
          <cx:pt idx="39417">First_Product_Purchased</cx:pt>
          <cx:pt idx="39418">Second_Product_Purchased</cx:pt>
          <cx:pt idx="39419">Second_Product_Purchased</cx:pt>
          <cx:pt idx="39420">Second_Product_Purchased</cx:pt>
          <cx:pt idx="39421">Second_Product_Purchased</cx:pt>
          <cx:pt idx="39422">Second_Product_Purchased</cx:pt>
          <cx:pt idx="39423">Second_Product_Purchased</cx:pt>
          <cx:pt idx="39424">Second_Product_Purchased</cx:pt>
          <cx:pt idx="39425">Second_Product_Purchased</cx:pt>
          <cx:pt idx="39426">Second_Product_Purchased</cx:pt>
          <cx:pt idx="39427">Second_Product_Purchased</cx:pt>
          <cx:pt idx="39428">Second_Product_Purchased</cx:pt>
          <cx:pt idx="39429">Second_Product_Purchased</cx:pt>
          <cx:pt idx="39430">Second_Product_Purchased</cx:pt>
          <cx:pt idx="39431">Second_Product_Purchased</cx:pt>
          <cx:pt idx="39432">Second_Product_Purchased</cx:pt>
          <cx:pt idx="39433">Second_Product_Purchased</cx:pt>
          <cx:pt idx="39434">Second_Product_Purchased</cx:pt>
          <cx:pt idx="39435">Second_Product_Purchased</cx:pt>
          <cx:pt idx="39436">Second_Product_Purchased</cx:pt>
          <cx:pt idx="39437">First_Product_Purchased</cx:pt>
          <cx:pt idx="39438">First_Product_Purchased</cx:pt>
          <cx:pt idx="39439">Second_Product_Purchased</cx:pt>
          <cx:pt idx="39440">Second_Product_Purchased</cx:pt>
          <cx:pt idx="39441">Second_Product_Purchased</cx:pt>
          <cx:pt idx="39442">First_Product_Purchased</cx:pt>
          <cx:pt idx="39443">Second_Product_Purchased</cx:pt>
          <cx:pt idx="39444">Second_Product_Purchased</cx:pt>
          <cx:pt idx="39445">First_Product_Purchased</cx:pt>
          <cx:pt idx="39446">Second_Product_Purchased</cx:pt>
          <cx:pt idx="39447">Second_Product_Purchased</cx:pt>
          <cx:pt idx="39448">First_Product_Purchased</cx:pt>
          <cx:pt idx="39449">Second_Product_Purchased</cx:pt>
          <cx:pt idx="39450">Second_Product_Purchased</cx:pt>
          <cx:pt idx="39451">Second_Product_Purchased</cx:pt>
          <cx:pt idx="39452">First_Product_Purchased</cx:pt>
          <cx:pt idx="39453">First_Product_Purchased</cx:pt>
          <cx:pt idx="39454">First_Product_Purchased</cx:pt>
          <cx:pt idx="39455">Second_Product_Purchased</cx:pt>
          <cx:pt idx="39456">Second_Product_Purchased</cx:pt>
          <cx:pt idx="39457">Second_Product_Purchased</cx:pt>
          <cx:pt idx="39458">Second_Product_Purchased</cx:pt>
          <cx:pt idx="39459">Second_Product_Purchased</cx:pt>
          <cx:pt idx="39460">First_Product_Purchased</cx:pt>
          <cx:pt idx="39461">Second_Product_Purchased</cx:pt>
          <cx:pt idx="39462">Second_Product_Purchased</cx:pt>
          <cx:pt idx="39463">Second_Product_Purchased</cx:pt>
          <cx:pt idx="39464">First_Product_Purchased</cx:pt>
          <cx:pt idx="39465">Second_Product_Purchased</cx:pt>
          <cx:pt idx="39466">Second_Product_Purchased</cx:pt>
          <cx:pt idx="39467">First_Product_Purchased</cx:pt>
          <cx:pt idx="39468">Second_Product_Purchased</cx:pt>
          <cx:pt idx="39469">Second_Product_Purchased</cx:pt>
          <cx:pt idx="39470">Second_Product_Purchased</cx:pt>
          <cx:pt idx="39471">Second_Product_Purchased</cx:pt>
          <cx:pt idx="39472">Second_Product_Purchased</cx:pt>
          <cx:pt idx="39473">Second_Product_Purchased</cx:pt>
          <cx:pt idx="39474">Second_Product_Purchased</cx:pt>
          <cx:pt idx="39475">First_Product_Purchased</cx:pt>
          <cx:pt idx="39476">Second_Product_Purchased</cx:pt>
          <cx:pt idx="39477">First_Product_Purchased</cx:pt>
          <cx:pt idx="39478">Second_Product_Purchased</cx:pt>
          <cx:pt idx="39479">First_Product_Purchased</cx:pt>
          <cx:pt idx="39480">Second_Product_Purchased</cx:pt>
          <cx:pt idx="39481">Second_Product_Purchased</cx:pt>
          <cx:pt idx="39482">Second_Product_Purchased</cx:pt>
          <cx:pt idx="39483">Second_Product_Purchased</cx:pt>
          <cx:pt idx="39484">Second_Product_Purchased</cx:pt>
          <cx:pt idx="39485">Second_Product_Purchased</cx:pt>
          <cx:pt idx="39486">Second_Product_Purchased</cx:pt>
          <cx:pt idx="39487">Second_Product_Purchased</cx:pt>
          <cx:pt idx="39488">Second_Product_Purchased</cx:pt>
          <cx:pt idx="39489">Second_Product_Purchased</cx:pt>
          <cx:pt idx="39490">First_Product_Purchased</cx:pt>
          <cx:pt idx="39491">First_Product_Purchased</cx:pt>
          <cx:pt idx="39492">Second_Product_Purchased</cx:pt>
          <cx:pt idx="39493">Second_Product_Purchased</cx:pt>
          <cx:pt idx="39494">Second_Product_Purchased</cx:pt>
          <cx:pt idx="39495">Second_Product_Purchased</cx:pt>
          <cx:pt idx="39496">First_Product_Purchased</cx:pt>
          <cx:pt idx="39497">Second_Product_Purchased</cx:pt>
          <cx:pt idx="39498">First_Product_Purchased</cx:pt>
          <cx:pt idx="39499">First_Product_Purchased</cx:pt>
          <cx:pt idx="39500">Second_Product_Purchased</cx:pt>
          <cx:pt idx="39501">Second_Product_Purchased</cx:pt>
          <cx:pt idx="39502">Second_Product_Purchased</cx:pt>
          <cx:pt idx="39503">Second_Product_Purchased</cx:pt>
          <cx:pt idx="39504">Second_Product_Purchased</cx:pt>
          <cx:pt idx="39505">Second_Product_Purchased</cx:pt>
          <cx:pt idx="39506">Second_Product_Purchased</cx:pt>
          <cx:pt idx="39507">Second_Product_Purchased</cx:pt>
          <cx:pt idx="39508">Second_Product_Purchased</cx:pt>
          <cx:pt idx="39509">Second_Product_Purchased</cx:pt>
          <cx:pt idx="39510">Second_Product_Purchased</cx:pt>
          <cx:pt idx="39511">Second_Product_Purchased</cx:pt>
          <cx:pt idx="39512">Second_Product_Purchased</cx:pt>
          <cx:pt idx="39513">Second_Product_Purchased</cx:pt>
          <cx:pt idx="39514">Second_Product_Purchased</cx:pt>
          <cx:pt idx="39515">Second_Product_Purchased</cx:pt>
          <cx:pt idx="39516">First_Product_Purchased</cx:pt>
          <cx:pt idx="39517">Second_Product_Purchased</cx:pt>
          <cx:pt idx="39518">Second_Product_Purchased</cx:pt>
          <cx:pt idx="39519">First_Product_Purchased</cx:pt>
          <cx:pt idx="39520">First_Product_Purchased</cx:pt>
          <cx:pt idx="39521">Second_Product_Purchased</cx:pt>
          <cx:pt idx="39522">Second_Product_Purchased</cx:pt>
          <cx:pt idx="39523">First_Product_Purchased</cx:pt>
          <cx:pt idx="39524">Second_Product_Purchased</cx:pt>
          <cx:pt idx="39525">Second_Product_Purchased</cx:pt>
          <cx:pt idx="39526">Second_Product_Purchased</cx:pt>
          <cx:pt idx="39527">Second_Product_Purchased</cx:pt>
          <cx:pt idx="39528">Second_Product_Purchased</cx:pt>
          <cx:pt idx="39529">Second_Product_Purchased</cx:pt>
          <cx:pt idx="39530">Second_Product_Purchased</cx:pt>
          <cx:pt idx="39531">Second_Product_Purchased</cx:pt>
          <cx:pt idx="39532">Second_Product_Purchased</cx:pt>
          <cx:pt idx="39533">Second_Product_Purchased</cx:pt>
          <cx:pt idx="39534">Second_Product_Purchased</cx:pt>
          <cx:pt idx="39535">Second_Product_Purchased</cx:pt>
          <cx:pt idx="39536">Second_Product_Purchased</cx:pt>
          <cx:pt idx="39537">Second_Product_Purchased</cx:pt>
          <cx:pt idx="39538">Second_Product_Purchased</cx:pt>
          <cx:pt idx="39539">First_Product_Purchased</cx:pt>
          <cx:pt idx="39540">First_Product_Purchased</cx:pt>
          <cx:pt idx="39541">First_Product_Purchased</cx:pt>
          <cx:pt idx="39542">Second_Product_Purchased</cx:pt>
          <cx:pt idx="39543">Second_Product_Purchased</cx:pt>
          <cx:pt idx="39544">Second_Product_Purchased</cx:pt>
          <cx:pt idx="39545">Second_Product_Purchased</cx:pt>
          <cx:pt idx="39546">Second_Product_Purchased</cx:pt>
          <cx:pt idx="39547">Second_Product_Purchased</cx:pt>
          <cx:pt idx="39548">Second_Product_Purchased</cx:pt>
          <cx:pt idx="39549">First_Product_Purchased</cx:pt>
          <cx:pt idx="39550">Second_Product_Purchased</cx:pt>
          <cx:pt idx="39551">Second_Product_Purchased</cx:pt>
          <cx:pt idx="39552">First_Product_Purchased</cx:pt>
          <cx:pt idx="39553">Second_Product_Purchased</cx:pt>
          <cx:pt idx="39554">Second_Product_Purchased</cx:pt>
          <cx:pt idx="39555">Second_Product_Purchased</cx:pt>
          <cx:pt idx="39556">First_Product_Purchased</cx:pt>
          <cx:pt idx="39557">Second_Product_Purchased</cx:pt>
          <cx:pt idx="39558">Second_Product_Purchased</cx:pt>
          <cx:pt idx="39559">Second_Product_Purchased</cx:pt>
          <cx:pt idx="39560">Second_Product_Purchased</cx:pt>
          <cx:pt idx="39561">Second_Product_Purchased</cx:pt>
          <cx:pt idx="39562">Second_Product_Purchased</cx:pt>
          <cx:pt idx="39563">Second_Product_Purchased</cx:pt>
          <cx:pt idx="39564">Second_Product_Purchased</cx:pt>
          <cx:pt idx="39565">First_Product_Purchased</cx:pt>
          <cx:pt idx="39566">Second_Product_Purchased</cx:pt>
          <cx:pt idx="39567">First_Product_Purchased</cx:pt>
          <cx:pt idx="39568">Second_Product_Purchased</cx:pt>
          <cx:pt idx="39569">Second_Product_Purchased</cx:pt>
          <cx:pt idx="39570">Second_Product_Purchased</cx:pt>
          <cx:pt idx="39571">Second_Product_Purchased</cx:pt>
          <cx:pt idx="39572">Second_Product_Purchased</cx:pt>
          <cx:pt idx="39573">Second_Product_Purchased</cx:pt>
          <cx:pt idx="39574">First_Product_Purchased</cx:pt>
          <cx:pt idx="39575">First_Product_Purchased</cx:pt>
          <cx:pt idx="39576">First_Product_Purchased</cx:pt>
          <cx:pt idx="39577">Second_Product_Purchased</cx:pt>
          <cx:pt idx="39578">Second_Product_Purchased</cx:pt>
          <cx:pt idx="39579">First_Product_Purchased</cx:pt>
          <cx:pt idx="39580">First_Product_Purchased</cx:pt>
          <cx:pt idx="39581">First_Product_Purchased</cx:pt>
          <cx:pt idx="39582">First_Product_Purchased</cx:pt>
          <cx:pt idx="39583">Second_Product_Purchased</cx:pt>
          <cx:pt idx="39584">First_Product_Purchased</cx:pt>
          <cx:pt idx="39585">Second_Product_Purchased</cx:pt>
          <cx:pt idx="39586">Second_Product_Purchased</cx:pt>
          <cx:pt idx="39587">Second_Product_Purchased</cx:pt>
          <cx:pt idx="39588">Second_Product_Purchased</cx:pt>
          <cx:pt idx="39589">Second_Product_Purchased</cx:pt>
          <cx:pt idx="39590">Second_Product_Purchased</cx:pt>
          <cx:pt idx="39591">Second_Product_Purchased</cx:pt>
          <cx:pt idx="39592">First_Product_Purchased</cx:pt>
          <cx:pt idx="39593">Second_Product_Purchased</cx:pt>
          <cx:pt idx="39594">First_Product_Purchased</cx:pt>
          <cx:pt idx="39595">Second_Product_Purchased</cx:pt>
          <cx:pt idx="39596">Second_Product_Purchased</cx:pt>
          <cx:pt idx="39597">First_Product_Purchased</cx:pt>
          <cx:pt idx="39598">Second_Product_Purchased</cx:pt>
          <cx:pt idx="39599">Second_Product_Purchased</cx:pt>
          <cx:pt idx="39600">Second_Product_Purchased</cx:pt>
          <cx:pt idx="39601">First_Product_Purchased</cx:pt>
          <cx:pt idx="39602">First_Product_Purchased</cx:pt>
          <cx:pt idx="39603">First_Product_Purchased</cx:pt>
          <cx:pt idx="39604">Second_Product_Purchased</cx:pt>
          <cx:pt idx="39605">Second_Product_Purchased</cx:pt>
          <cx:pt idx="39606">Second_Product_Purchased</cx:pt>
          <cx:pt idx="39607">First_Product_Purchased</cx:pt>
          <cx:pt idx="39608">Second_Product_Purchased</cx:pt>
          <cx:pt idx="39609">First_Product_Purchased</cx:pt>
          <cx:pt idx="39610">Second_Product_Purchased</cx:pt>
          <cx:pt idx="39611">First_Product_Purchased</cx:pt>
          <cx:pt idx="39612">Second_Product_Purchased</cx:pt>
          <cx:pt idx="39613">First_Product_Purchased</cx:pt>
          <cx:pt idx="39614">Second_Product_Purchased</cx:pt>
          <cx:pt idx="39615">Second_Product_Purchased</cx:pt>
          <cx:pt idx="39616">Second_Product_Purchased</cx:pt>
          <cx:pt idx="39617">First_Product_Purchased</cx:pt>
          <cx:pt idx="39618">Second_Product_Purchased</cx:pt>
          <cx:pt idx="39619">Second_Product_Purchased</cx:pt>
          <cx:pt idx="39620">Second_Product_Purchased</cx:pt>
          <cx:pt idx="39621">Second_Product_Purchased</cx:pt>
          <cx:pt idx="39622">First_Product_Purchased</cx:pt>
          <cx:pt idx="39623">Second_Product_Purchased</cx:pt>
          <cx:pt idx="39624">Second_Product_Purchased</cx:pt>
          <cx:pt idx="39625">First_Product_Purchased</cx:pt>
          <cx:pt idx="39626">First_Product_Purchased</cx:pt>
          <cx:pt idx="39627">First_Product_Purchased</cx:pt>
          <cx:pt idx="39628">First_Product_Purchased</cx:pt>
          <cx:pt idx="39629">Second_Product_Purchased</cx:pt>
          <cx:pt idx="39630">Second_Product_Purchased</cx:pt>
          <cx:pt idx="39631">Second_Product_Purchased</cx:pt>
          <cx:pt idx="39632">Second_Product_Purchased</cx:pt>
          <cx:pt idx="39633">First_Product_Purchased</cx:pt>
          <cx:pt idx="39634">Second_Product_Purchased</cx:pt>
          <cx:pt idx="39635">Second_Product_Purchased</cx:pt>
          <cx:pt idx="39636">Second_Product_Purchased</cx:pt>
          <cx:pt idx="39637">First_Product_Purchased</cx:pt>
          <cx:pt idx="39638">First_Product_Purchased</cx:pt>
          <cx:pt idx="39639">Second_Product_Purchased</cx:pt>
          <cx:pt idx="39640">Second_Product_Purchased</cx:pt>
          <cx:pt idx="39641">Second_Product_Purchased</cx:pt>
          <cx:pt idx="39642">First_Product_Purchased</cx:pt>
          <cx:pt idx="39643">Second_Product_Purchased</cx:pt>
          <cx:pt idx="39644">Second_Product_Purchased</cx:pt>
          <cx:pt idx="39645">Second_Product_Purchased</cx:pt>
          <cx:pt idx="39646">First_Product_Purchased</cx:pt>
          <cx:pt idx="39647">Second_Product_Purchased</cx:pt>
          <cx:pt idx="39648">Second_Product_Purchased</cx:pt>
          <cx:pt idx="39649">Second_Product_Purchased</cx:pt>
          <cx:pt idx="39650">Second_Product_Purchased</cx:pt>
          <cx:pt idx="39651">First_Product_Purchased</cx:pt>
          <cx:pt idx="39652">First_Product_Purchased</cx:pt>
          <cx:pt idx="39653">Second_Product_Purchased</cx:pt>
          <cx:pt idx="39654">Second_Product_Purchased</cx:pt>
          <cx:pt idx="39655">Second_Product_Purchased</cx:pt>
          <cx:pt idx="39656">Second_Product_Purchased</cx:pt>
          <cx:pt idx="39657">Second_Product_Purchased</cx:pt>
          <cx:pt idx="39658">Second_Product_Purchased</cx:pt>
          <cx:pt idx="39659">Second_Product_Purchased</cx:pt>
          <cx:pt idx="39660">Second_Product_Purchased</cx:pt>
          <cx:pt idx="39661">First_Product_Purchased</cx:pt>
          <cx:pt idx="39662">Second_Product_Purchased</cx:pt>
          <cx:pt idx="39663">First_Product_Purchased</cx:pt>
          <cx:pt idx="39664">Second_Product_Purchased</cx:pt>
          <cx:pt idx="39665">Second_Product_Purchased</cx:pt>
          <cx:pt idx="39666">Second_Product_Purchased</cx:pt>
          <cx:pt idx="39667">Second_Product_Purchased</cx:pt>
          <cx:pt idx="39668">First_Product_Purchased</cx:pt>
          <cx:pt idx="39669">Second_Product_Purchased</cx:pt>
          <cx:pt idx="39670">First_Product_Purchased</cx:pt>
          <cx:pt idx="39671">Second_Product_Purchased</cx:pt>
          <cx:pt idx="39672">First_Product_Purchased</cx:pt>
          <cx:pt idx="39673">Second_Product_Purchased</cx:pt>
          <cx:pt idx="39674">First_Product_Purchased</cx:pt>
          <cx:pt idx="39675">First_Product_Purchased</cx:pt>
          <cx:pt idx="39676">First_Product_Purchased</cx:pt>
          <cx:pt idx="39677">First_Product_Purchased</cx:pt>
          <cx:pt idx="39678">Second_Product_Purchased</cx:pt>
          <cx:pt idx="39679">Second_Product_Purchased</cx:pt>
          <cx:pt idx="39680">First_Product_Purchased</cx:pt>
          <cx:pt idx="39681">Second_Product_Purchased</cx:pt>
          <cx:pt idx="39682">First_Product_Purchased</cx:pt>
          <cx:pt idx="39683">First_Product_Purchased</cx:pt>
          <cx:pt idx="39684">Second_Product_Purchased</cx:pt>
          <cx:pt idx="39685">Second_Product_Purchased</cx:pt>
          <cx:pt idx="39686">Second_Product_Purchased</cx:pt>
          <cx:pt idx="39687">First_Product_Purchased</cx:pt>
          <cx:pt idx="39688">Second_Product_Purchased</cx:pt>
          <cx:pt idx="39689">Second_Product_Purchased</cx:pt>
          <cx:pt idx="39690">Second_Product_Purchased</cx:pt>
          <cx:pt idx="39691">Second_Product_Purchased</cx:pt>
          <cx:pt idx="39692">First_Product_Purchased</cx:pt>
          <cx:pt idx="39693">Second_Product_Purchased</cx:pt>
          <cx:pt idx="39694">Second_Product_Purchased</cx:pt>
          <cx:pt idx="39695">Second_Product_Purchased</cx:pt>
          <cx:pt idx="39696">Second_Product_Purchased</cx:pt>
          <cx:pt idx="39697">First_Product_Purchased</cx:pt>
          <cx:pt idx="39698">Second_Product_Purchased</cx:pt>
          <cx:pt idx="39699">Second_Product_Purchased</cx:pt>
          <cx:pt idx="39700">First_Product_Purchased</cx:pt>
          <cx:pt idx="39701">Second_Product_Purchased</cx:pt>
          <cx:pt idx="39702">Second_Product_Purchased</cx:pt>
          <cx:pt idx="39703">Second_Product_Purchased</cx:pt>
          <cx:pt idx="39704">First_Product_Purchased</cx:pt>
          <cx:pt idx="39705">First_Product_Purchased</cx:pt>
          <cx:pt idx="39706">Second_Product_Purchased</cx:pt>
          <cx:pt idx="39707">Second_Product_Purchased</cx:pt>
          <cx:pt idx="39708">First_Product_Purchased</cx:pt>
          <cx:pt idx="39709">Second_Product_Purchased</cx:pt>
          <cx:pt idx="39710">First_Product_Purchased</cx:pt>
          <cx:pt idx="39711">Second_Product_Purchased</cx:pt>
          <cx:pt idx="39712">Second_Product_Purchased</cx:pt>
          <cx:pt idx="39713">First_Product_Purchased</cx:pt>
          <cx:pt idx="39714">Second_Product_Purchased</cx:pt>
          <cx:pt idx="39715">First_Product_Purchased</cx:pt>
          <cx:pt idx="39716">Second_Product_Purchased</cx:pt>
          <cx:pt idx="39717">Second_Product_Purchased</cx:pt>
          <cx:pt idx="39718">Second_Product_Purchased</cx:pt>
          <cx:pt idx="39719">Second_Product_Purchased</cx:pt>
          <cx:pt idx="39720">First_Product_Purchased</cx:pt>
          <cx:pt idx="39721">First_Product_Purchased</cx:pt>
          <cx:pt idx="39722">Second_Product_Purchased</cx:pt>
          <cx:pt idx="39723">Second_Product_Purchased</cx:pt>
          <cx:pt idx="39724">Second_Product_Purchased</cx:pt>
          <cx:pt idx="39725">Second_Product_Purchased</cx:pt>
          <cx:pt idx="39726">Second_Product_Purchased</cx:pt>
          <cx:pt idx="39727">Second_Product_Purchased</cx:pt>
          <cx:pt idx="39728">First_Product_Purchased</cx:pt>
          <cx:pt idx="39729">First_Product_Purchased</cx:pt>
          <cx:pt idx="39730">First_Product_Purchased</cx:pt>
          <cx:pt idx="39731">First_Product_Purchased</cx:pt>
          <cx:pt idx="39732">First_Product_Purchased</cx:pt>
          <cx:pt idx="39733">Second_Product_Purchased</cx:pt>
          <cx:pt idx="39734">Second_Product_Purchased</cx:pt>
          <cx:pt idx="39735">First_Product_Purchased</cx:pt>
          <cx:pt idx="39736">First_Product_Purchased</cx:pt>
          <cx:pt idx="39737">First_Product_Purchased</cx:pt>
          <cx:pt idx="39738">First_Product_Purchased</cx:pt>
          <cx:pt idx="39739">Second_Product_Purchased</cx:pt>
          <cx:pt idx="39740">First_Product_Purchased</cx:pt>
          <cx:pt idx="39741">Second_Product_Purchased</cx:pt>
          <cx:pt idx="39742">Second_Product_Purchased</cx:pt>
          <cx:pt idx="39743">Second_Product_Purchased</cx:pt>
          <cx:pt idx="39744">Second_Product_Purchased</cx:pt>
          <cx:pt idx="39745">Second_Product_Purchased</cx:pt>
          <cx:pt idx="39746">Second_Product_Purchased</cx:pt>
          <cx:pt idx="39747">Second_Product_Purchased</cx:pt>
          <cx:pt idx="39748">Second_Product_Purchased</cx:pt>
          <cx:pt idx="39749">Second_Product_Purchased</cx:pt>
          <cx:pt idx="39750">Second_Product_Purchased</cx:pt>
          <cx:pt idx="39751">Second_Product_Purchased</cx:pt>
          <cx:pt idx="39752">Second_Product_Purchased</cx:pt>
          <cx:pt idx="39753">First_Product_Purchased</cx:pt>
          <cx:pt idx="39754">Second_Product_Purchased</cx:pt>
          <cx:pt idx="39755">Second_Product_Purchased</cx:pt>
          <cx:pt idx="39756">Second_Product_Purchased</cx:pt>
          <cx:pt idx="39757">First_Product_Purchased</cx:pt>
          <cx:pt idx="39758">Second_Product_Purchased</cx:pt>
          <cx:pt idx="39759">Second_Product_Purchased</cx:pt>
          <cx:pt idx="39760">Second_Product_Purchased</cx:pt>
          <cx:pt idx="39761">Second_Product_Purchased</cx:pt>
          <cx:pt idx="39762">Second_Product_Purchased</cx:pt>
          <cx:pt idx="39763">Second_Product_Purchased</cx:pt>
          <cx:pt idx="39764">Second_Product_Purchased</cx:pt>
          <cx:pt idx="39765">Second_Product_Purchased</cx:pt>
          <cx:pt idx="39766">Second_Product_Purchased</cx:pt>
          <cx:pt idx="39767">First_Product_Purchased</cx:pt>
          <cx:pt idx="39768">First_Product_Purchased</cx:pt>
          <cx:pt idx="39769">Second_Product_Purchased</cx:pt>
          <cx:pt idx="39770">Second_Product_Purchased</cx:pt>
          <cx:pt idx="39771">Second_Product_Purchased</cx:pt>
          <cx:pt idx="39772">Second_Product_Purchased</cx:pt>
          <cx:pt idx="39773">Second_Product_Purchased</cx:pt>
          <cx:pt idx="39774">First_Product_Purchased</cx:pt>
          <cx:pt idx="39775">Second_Product_Purchased</cx:pt>
          <cx:pt idx="39776">Second_Product_Purchased</cx:pt>
          <cx:pt idx="39777">First_Product_Purchased</cx:pt>
          <cx:pt idx="39778">Second_Product_Purchased</cx:pt>
          <cx:pt idx="39779">Second_Product_Purchased</cx:pt>
          <cx:pt idx="39780">Second_Product_Purchased</cx:pt>
          <cx:pt idx="39781">Second_Product_Purchased</cx:pt>
          <cx:pt idx="39782">Second_Product_Purchased</cx:pt>
          <cx:pt idx="39783">First_Product_Purchased</cx:pt>
          <cx:pt idx="39784">First_Product_Purchased</cx:pt>
          <cx:pt idx="39785">Second_Product_Purchased</cx:pt>
          <cx:pt idx="39786">First_Product_Purchased</cx:pt>
          <cx:pt idx="39787">Second_Product_Purchased</cx:pt>
          <cx:pt idx="39788">Second_Product_Purchased</cx:pt>
          <cx:pt idx="39789">Second_Product_Purchased</cx:pt>
          <cx:pt idx="39790">Second_Product_Purchased</cx:pt>
          <cx:pt idx="39791">Second_Product_Purchased</cx:pt>
          <cx:pt idx="39792">Second_Product_Purchased</cx:pt>
          <cx:pt idx="39793">First_Product_Purchased</cx:pt>
          <cx:pt idx="39794">Second_Product_Purchased</cx:pt>
          <cx:pt idx="39795">First_Product_Purchased</cx:pt>
          <cx:pt idx="39796">Second_Product_Purchased</cx:pt>
          <cx:pt idx="39797">First_Product_Purchased</cx:pt>
          <cx:pt idx="39798">Second_Product_Purchased</cx:pt>
          <cx:pt idx="39799">Second_Product_Purchased</cx:pt>
          <cx:pt idx="39800">First_Product_Purchased</cx:pt>
          <cx:pt idx="39801">Second_Product_Purchased</cx:pt>
          <cx:pt idx="39802">Second_Product_Purchased</cx:pt>
          <cx:pt idx="39803">Second_Product_Purchased</cx:pt>
          <cx:pt idx="39804">First_Product_Purchased</cx:pt>
          <cx:pt idx="39805">Second_Product_Purchased</cx:pt>
          <cx:pt idx="39806">First_Product_Purchased</cx:pt>
          <cx:pt idx="39807">First_Product_Purchased</cx:pt>
          <cx:pt idx="39808">Second_Product_Purchased</cx:pt>
          <cx:pt idx="39809">Second_Product_Purchased</cx:pt>
          <cx:pt idx="39810">Second_Product_Purchased</cx:pt>
          <cx:pt idx="39811">First_Product_Purchased</cx:pt>
          <cx:pt idx="39812">Second_Product_Purchased</cx:pt>
          <cx:pt idx="39813">First_Product_Purchased</cx:pt>
          <cx:pt idx="39814">Second_Product_Purchased</cx:pt>
          <cx:pt idx="39815">First_Product_Purchased</cx:pt>
          <cx:pt idx="39816">Second_Product_Purchased</cx:pt>
          <cx:pt idx="39817">Second_Product_Purchased</cx:pt>
          <cx:pt idx="39818">First_Product_Purchased</cx:pt>
          <cx:pt idx="39819">First_Product_Purchased</cx:pt>
          <cx:pt idx="39820">Second_Product_Purchased</cx:pt>
          <cx:pt idx="39821">Second_Product_Purchased</cx:pt>
          <cx:pt idx="39822">First_Product_Purchased</cx:pt>
          <cx:pt idx="39823">Second_Product_Purchased</cx:pt>
          <cx:pt idx="39824">Second_Product_Purchased</cx:pt>
          <cx:pt idx="39825">Second_Product_Purchased</cx:pt>
          <cx:pt idx="39826">Second_Product_Purchased</cx:pt>
          <cx:pt idx="39827">First_Product_Purchased</cx:pt>
          <cx:pt idx="39828">Second_Product_Purchased</cx:pt>
          <cx:pt idx="39829">Second_Product_Purchased</cx:pt>
          <cx:pt idx="39830">Second_Product_Purchased</cx:pt>
          <cx:pt idx="39831">Second_Product_Purchased</cx:pt>
          <cx:pt idx="39832">Second_Product_Purchased</cx:pt>
          <cx:pt idx="39833">Second_Product_Purchased</cx:pt>
          <cx:pt idx="39834">Second_Product_Purchased</cx:pt>
          <cx:pt idx="39835">Second_Product_Purchased</cx:pt>
          <cx:pt idx="39836">First_Product_Purchased</cx:pt>
          <cx:pt idx="39837">Second_Product_Purchased</cx:pt>
          <cx:pt idx="39838">Second_Product_Purchased</cx:pt>
          <cx:pt idx="39839">Second_Product_Purchased</cx:pt>
          <cx:pt idx="39840">Second_Product_Purchased</cx:pt>
          <cx:pt idx="39841">Second_Product_Purchased</cx:pt>
          <cx:pt idx="39842">Second_Product_Purchased</cx:pt>
          <cx:pt idx="39843">Second_Product_Purchased</cx:pt>
          <cx:pt idx="39844">Second_Product_Purchased</cx:pt>
          <cx:pt idx="39845">Second_Product_Purchased</cx:pt>
          <cx:pt idx="39846">Second_Product_Purchased</cx:pt>
          <cx:pt idx="39847">Second_Product_Purchased</cx:pt>
          <cx:pt idx="39848">First_Product_Purchased</cx:pt>
          <cx:pt idx="39849">Second_Product_Purchased</cx:pt>
          <cx:pt idx="39850">First_Product_Purchased</cx:pt>
          <cx:pt idx="39851">Second_Product_Purchased</cx:pt>
          <cx:pt idx="39852">Second_Product_Purchased</cx:pt>
          <cx:pt idx="39853">Second_Product_Purchased</cx:pt>
          <cx:pt idx="39854">Second_Product_Purchased</cx:pt>
          <cx:pt idx="39855">First_Product_Purchased</cx:pt>
          <cx:pt idx="39856">Second_Product_Purchased</cx:pt>
          <cx:pt idx="39857">First_Product_Purchased</cx:pt>
          <cx:pt idx="39858">First_Product_Purchased</cx:pt>
          <cx:pt idx="39859">Second_Product_Purchased</cx:pt>
          <cx:pt idx="39860">First_Product_Purchased</cx:pt>
          <cx:pt idx="39861">Second_Product_Purchased</cx:pt>
          <cx:pt idx="39862">First_Product_Purchased</cx:pt>
          <cx:pt idx="39863">Second_Product_Purchased</cx:pt>
          <cx:pt idx="39864">Second_Product_Purchased</cx:pt>
          <cx:pt idx="39865">Second_Product_Purchased</cx:pt>
          <cx:pt idx="39866">Second_Product_Purchased</cx:pt>
          <cx:pt idx="39867">Second_Product_Purchased</cx:pt>
          <cx:pt idx="39868">First_Product_Purchased</cx:pt>
          <cx:pt idx="39869">First_Product_Purchased</cx:pt>
          <cx:pt idx="39870">Second_Product_Purchased</cx:pt>
          <cx:pt idx="39871">Second_Product_Purchased</cx:pt>
          <cx:pt idx="39872">Second_Product_Purchased</cx:pt>
          <cx:pt idx="39873">Second_Product_Purchased</cx:pt>
          <cx:pt idx="39874">Second_Product_Purchased</cx:pt>
          <cx:pt idx="39875">First_Product_Purchased</cx:pt>
          <cx:pt idx="39876">Second_Product_Purchased</cx:pt>
          <cx:pt idx="39877">Second_Product_Purchased</cx:pt>
          <cx:pt idx="39878">Second_Product_Purchased</cx:pt>
          <cx:pt idx="39879">Second_Product_Purchased</cx:pt>
          <cx:pt idx="39880">First_Product_Purchased</cx:pt>
          <cx:pt idx="39881">Second_Product_Purchased</cx:pt>
          <cx:pt idx="39882">Second_Product_Purchased</cx:pt>
          <cx:pt idx="39883">Second_Product_Purchased</cx:pt>
          <cx:pt idx="39884">Second_Product_Purchased</cx:pt>
          <cx:pt idx="39885">Second_Product_Purchased</cx:pt>
          <cx:pt idx="39886">Second_Product_Purchased</cx:pt>
          <cx:pt idx="39887">Second_Product_Purchased</cx:pt>
          <cx:pt idx="39888">First_Product_Purchased</cx:pt>
          <cx:pt idx="39889">First_Product_Purchased</cx:pt>
          <cx:pt idx="39890">Second_Product_Purchased</cx:pt>
          <cx:pt idx="39891">First_Product_Purchased</cx:pt>
          <cx:pt idx="39892">Second_Product_Purchased</cx:pt>
          <cx:pt idx="39893">Second_Product_Purchased</cx:pt>
          <cx:pt idx="39894">First_Product_Purchased</cx:pt>
          <cx:pt idx="39895">Second_Product_Purchased</cx:pt>
          <cx:pt idx="39896">Second_Product_Purchased</cx:pt>
          <cx:pt idx="39897">Second_Product_Purchased</cx:pt>
          <cx:pt idx="39898">Second_Product_Purchased</cx:pt>
          <cx:pt idx="39899">First_Product_Purchased</cx:pt>
          <cx:pt idx="39900">First_Product_Purchased</cx:pt>
          <cx:pt idx="39901">Second_Product_Purchased</cx:pt>
          <cx:pt idx="39902">First_Product_Purchased</cx:pt>
          <cx:pt idx="39903">First_Product_Purchased</cx:pt>
          <cx:pt idx="39904">First_Product_Purchased</cx:pt>
          <cx:pt idx="39905">Second_Product_Purchased</cx:pt>
          <cx:pt idx="39906">First_Product_Purchased</cx:pt>
          <cx:pt idx="39907">Second_Product_Purchased</cx:pt>
          <cx:pt idx="39908">First_Product_Purchased</cx:pt>
          <cx:pt idx="39909">Second_Product_Purchased</cx:pt>
          <cx:pt idx="39910">Second_Product_Purchased</cx:pt>
          <cx:pt idx="39911">Second_Product_Purchased</cx:pt>
          <cx:pt idx="39912">First_Product_Purchased</cx:pt>
          <cx:pt idx="39913">Second_Product_Purchased</cx:pt>
          <cx:pt idx="39914">Second_Product_Purchased</cx:pt>
          <cx:pt idx="39915">Second_Product_Purchased</cx:pt>
          <cx:pt idx="39916">Second_Product_Purchased</cx:pt>
          <cx:pt idx="39917">Second_Product_Purchased</cx:pt>
          <cx:pt idx="39918">Second_Product_Purchased</cx:pt>
          <cx:pt idx="39919">Second_Product_Purchased</cx:pt>
          <cx:pt idx="39920">Second_Product_Purchased</cx:pt>
          <cx:pt idx="39921">First_Product_Purchased</cx:pt>
          <cx:pt idx="39922">Second_Product_Purchased</cx:pt>
          <cx:pt idx="39923">Second_Product_Purchased</cx:pt>
          <cx:pt idx="39924">Second_Product_Purchased</cx:pt>
          <cx:pt idx="39925">Second_Product_Purchased</cx:pt>
          <cx:pt idx="39926">First_Product_Purchased</cx:pt>
          <cx:pt idx="39927">Second_Product_Purchased</cx:pt>
          <cx:pt idx="39928">Second_Product_Purchased</cx:pt>
          <cx:pt idx="39929">Second_Product_Purchased</cx:pt>
          <cx:pt idx="39930">Second_Product_Purchased</cx:pt>
          <cx:pt idx="39931">Second_Product_Purchased</cx:pt>
          <cx:pt idx="39932">Second_Product_Purchased</cx:pt>
          <cx:pt idx="39933">First_Product_Purchased</cx:pt>
          <cx:pt idx="39934">Second_Product_Purchased</cx:pt>
          <cx:pt idx="39935">Second_Product_Purchased</cx:pt>
          <cx:pt idx="39936">Second_Product_Purchased</cx:pt>
          <cx:pt idx="39937">First_Product_Purchased</cx:pt>
          <cx:pt idx="39938">Second_Product_Purchased</cx:pt>
          <cx:pt idx="39939">Second_Product_Purchased</cx:pt>
          <cx:pt idx="39940">Second_Product_Purchased</cx:pt>
          <cx:pt idx="39941">First_Product_Purchased</cx:pt>
          <cx:pt idx="39942">Second_Product_Purchased</cx:pt>
          <cx:pt idx="39943">First_Product_Purchased</cx:pt>
          <cx:pt idx="39944">Second_Product_Purchased</cx:pt>
          <cx:pt idx="39945">Second_Product_Purchased</cx:pt>
          <cx:pt idx="39946">First_Product_Purchased</cx:pt>
          <cx:pt idx="39947">Second_Product_Purchased</cx:pt>
          <cx:pt idx="39948">Second_Product_Purchased</cx:pt>
          <cx:pt idx="39949">Second_Product_Purchased</cx:pt>
          <cx:pt idx="39950">Second_Product_Purchased</cx:pt>
          <cx:pt idx="39951">Second_Product_Purchased</cx:pt>
          <cx:pt idx="39952">Second_Product_Purchased</cx:pt>
          <cx:pt idx="39953">First_Product_Purchased</cx:pt>
          <cx:pt idx="39954">Second_Product_Purchased</cx:pt>
          <cx:pt idx="39955">Second_Product_Purchased</cx:pt>
          <cx:pt idx="39956">First_Product_Purchased</cx:pt>
          <cx:pt idx="39957">Second_Product_Purchased</cx:pt>
          <cx:pt idx="39958">Second_Product_Purchased</cx:pt>
          <cx:pt idx="39959">Second_Product_Purchased</cx:pt>
          <cx:pt idx="39960">Second_Product_Purchased</cx:pt>
          <cx:pt idx="39961">Second_Product_Purchased</cx:pt>
          <cx:pt idx="39962">Second_Product_Purchased</cx:pt>
          <cx:pt idx="39963">Second_Product_Purchased</cx:pt>
          <cx:pt idx="39964">First_Product_Purchased</cx:pt>
          <cx:pt idx="39965">Second_Product_Purchased</cx:pt>
          <cx:pt idx="39966">First_Product_Purchased</cx:pt>
          <cx:pt idx="39967">Second_Product_Purchased</cx:pt>
          <cx:pt idx="39968">Second_Product_Purchased</cx:pt>
          <cx:pt idx="39969">First_Product_Purchased</cx:pt>
          <cx:pt idx="39970">First_Product_Purchased</cx:pt>
          <cx:pt idx="39971">First_Product_Purchased</cx:pt>
          <cx:pt idx="39972">Second_Product_Purchased</cx:pt>
          <cx:pt idx="39973">Second_Product_Purchased</cx:pt>
          <cx:pt idx="39974">First_Product_Purchased</cx:pt>
          <cx:pt idx="39975">Second_Product_Purchased</cx:pt>
          <cx:pt idx="39976">Second_Product_Purchased</cx:pt>
          <cx:pt idx="39977">Second_Product_Purchased</cx:pt>
          <cx:pt idx="39978">Second_Product_Purchased</cx:pt>
          <cx:pt idx="39979">Second_Product_Purchased</cx:pt>
          <cx:pt idx="39980">Second_Product_Purchased</cx:pt>
          <cx:pt idx="39981">Second_Product_Purchased</cx:pt>
          <cx:pt idx="39982">Second_Product_Purchased</cx:pt>
          <cx:pt idx="39983">Second_Product_Purchased</cx:pt>
          <cx:pt idx="39984">First_Product_Purchased</cx:pt>
          <cx:pt idx="39985">First_Product_Purchased</cx:pt>
          <cx:pt idx="39986">Second_Product_Purchased</cx:pt>
          <cx:pt idx="39987">Second_Product_Purchased</cx:pt>
          <cx:pt idx="39988">Second_Product_Purchased</cx:pt>
          <cx:pt idx="39989">Second_Product_Purchased</cx:pt>
          <cx:pt idx="39990">Second_Product_Purchased</cx:pt>
          <cx:pt idx="39991">Second_Product_Purchased</cx:pt>
          <cx:pt idx="39992">Second_Product_Purchased</cx:pt>
          <cx:pt idx="39993">Second_Product_Purchased</cx:pt>
          <cx:pt idx="39994">Second_Product_Purchased</cx:pt>
          <cx:pt idx="39995">Second_Product_Purchased</cx:pt>
          <cx:pt idx="39996">Second_Product_Purchased</cx:pt>
          <cx:pt idx="39997">Second_Product_Purchased</cx:pt>
          <cx:pt idx="39998">Second_Product_Purchased</cx:pt>
          <cx:pt idx="39999">Second_Product_Purchased</cx:pt>
          <cx:pt idx="40000">Second_Product_Purchased</cx:pt>
          <cx:pt idx="40001">Second_Product_Purchased</cx:pt>
          <cx:pt idx="40002">First_Product_Purchased</cx:pt>
          <cx:pt idx="40003">Second_Product_Purchased</cx:pt>
          <cx:pt idx="40004">Second_Product_Purchased</cx:pt>
          <cx:pt idx="40005">Second_Product_Purchased</cx:pt>
          <cx:pt idx="40006">First_Product_Purchased</cx:pt>
          <cx:pt idx="40007">Second_Product_Purchased</cx:pt>
          <cx:pt idx="40008">Second_Product_Purchased</cx:pt>
          <cx:pt idx="40009">Second_Product_Purchased</cx:pt>
          <cx:pt idx="40010">Second_Product_Purchased</cx:pt>
          <cx:pt idx="40011">First_Product_Purchased</cx:pt>
          <cx:pt idx="40012">Second_Product_Purchased</cx:pt>
          <cx:pt idx="40013">First_Product_Purchased</cx:pt>
          <cx:pt idx="40014">Second_Product_Purchased</cx:pt>
          <cx:pt idx="40015">Second_Product_Purchased</cx:pt>
          <cx:pt idx="40016">Second_Product_Purchased</cx:pt>
          <cx:pt idx="40017">Second_Product_Purchased</cx:pt>
          <cx:pt idx="40018">Second_Product_Purchased</cx:pt>
          <cx:pt idx="40019">First_Product_Purchased</cx:pt>
          <cx:pt idx="40020">Second_Product_Purchased</cx:pt>
          <cx:pt idx="40021">First_Product_Purchased</cx:pt>
          <cx:pt idx="40022">First_Product_Purchased</cx:pt>
          <cx:pt idx="40023">Second_Product_Purchased</cx:pt>
          <cx:pt idx="40024">First_Product_Purchased</cx:pt>
        </cx:lvl>
      </cx:strDim>
      <cx:numDim type="val">
        <cx:f>Sheet1!$J$4:$J$40028</cx:f>
        <cx:lvl ptCount="40025" formatCode="General">
          <cx:pt idx="0">49.990000000000002</cx:pt>
          <cx:pt idx="1">49.990000000000002</cx:pt>
          <cx:pt idx="2">49.990000000000002</cx:pt>
          <cx:pt idx="3">49.990000000000002</cx:pt>
          <cx:pt idx="4">49.990000000000002</cx:pt>
          <cx:pt idx="5">49.990000000000002</cx:pt>
          <cx:pt idx="6">49.990000000000002</cx:pt>
          <cx:pt idx="7">49.990000000000002</cx:pt>
          <cx:pt idx="8">49.990000000000002</cx:pt>
          <cx:pt idx="9">49.990000000000002</cx:pt>
          <cx:pt idx="10">49.990000000000002</cx:pt>
          <cx:pt idx="11">49.990000000000002</cx:pt>
          <cx:pt idx="12">49.990000000000002</cx:pt>
          <cx:pt idx="13">49.990000000000002</cx:pt>
          <cx:pt idx="14">49.990000000000002</cx:pt>
          <cx:pt idx="15">49.990000000000002</cx:pt>
          <cx:pt idx="16">49.990000000000002</cx:pt>
          <cx:pt idx="17">49.990000000000002</cx:pt>
          <cx:pt idx="18">49.990000000000002</cx:pt>
          <cx:pt idx="19">49.990000000000002</cx:pt>
          <cx:pt idx="20">49.990000000000002</cx:pt>
          <cx:pt idx="21">49.990000000000002</cx:pt>
          <cx:pt idx="22">49.990000000000002</cx:pt>
          <cx:pt idx="23">49.990000000000002</cx:pt>
          <cx:pt idx="24">49.990000000000002</cx:pt>
          <cx:pt idx="25">49.990000000000002</cx:pt>
          <cx:pt idx="26">49.990000000000002</cx:pt>
          <cx:pt idx="27">49.990000000000002</cx:pt>
          <cx:pt idx="28">49.990000000000002</cx:pt>
          <cx:pt idx="29">49.990000000000002</cx:pt>
          <cx:pt idx="30">49.990000000000002</cx:pt>
          <cx:pt idx="31">49.990000000000002</cx:pt>
          <cx:pt idx="32">49.990000000000002</cx:pt>
          <cx:pt idx="33">49.990000000000002</cx:pt>
          <cx:pt idx="34">49.990000000000002</cx:pt>
          <cx:pt idx="35">49.990000000000002</cx:pt>
          <cx:pt idx="36">49.990000000000002</cx:pt>
          <cx:pt idx="37">49.990000000000002</cx:pt>
          <cx:pt idx="38">49.990000000000002</cx:pt>
          <cx:pt idx="39">49.990000000000002</cx:pt>
          <cx:pt idx="40">49.990000000000002</cx:pt>
          <cx:pt idx="41">49.990000000000002</cx:pt>
          <cx:pt idx="42">49.990000000000002</cx:pt>
          <cx:pt idx="43">49.990000000000002</cx:pt>
          <cx:pt idx="44">49.990000000000002</cx:pt>
          <cx:pt idx="45">49.990000000000002</cx:pt>
          <cx:pt idx="46">49.990000000000002</cx:pt>
          <cx:pt idx="47">49.990000000000002</cx:pt>
          <cx:pt idx="48">49.990000000000002</cx:pt>
          <cx:pt idx="49">49.990000000000002</cx:pt>
          <cx:pt idx="50">49.990000000000002</cx:pt>
          <cx:pt idx="51">49.990000000000002</cx:pt>
          <cx:pt idx="52">49.990000000000002</cx:pt>
          <cx:pt idx="53">49.990000000000002</cx:pt>
          <cx:pt idx="54">49.990000000000002</cx:pt>
          <cx:pt idx="55">49.990000000000002</cx:pt>
          <cx:pt idx="56">49.990000000000002</cx:pt>
          <cx:pt idx="57">49.990000000000002</cx:pt>
          <cx:pt idx="58">49.990000000000002</cx:pt>
          <cx:pt idx="59">49.990000000000002</cx:pt>
          <cx:pt idx="60">49.990000000000002</cx:pt>
          <cx:pt idx="61">49.990000000000002</cx:pt>
          <cx:pt idx="62">49.990000000000002</cx:pt>
          <cx:pt idx="63">49.990000000000002</cx:pt>
          <cx:pt idx="64">49.990000000000002</cx:pt>
          <cx:pt idx="65">49.990000000000002</cx:pt>
          <cx:pt idx="66">49.990000000000002</cx:pt>
          <cx:pt idx="67">49.990000000000002</cx:pt>
          <cx:pt idx="68">49.990000000000002</cx:pt>
          <cx:pt idx="69">49.990000000000002</cx:pt>
          <cx:pt idx="70">49.990000000000002</cx:pt>
          <cx:pt idx="71">49.990000000000002</cx:pt>
          <cx:pt idx="72">49.990000000000002</cx:pt>
          <cx:pt idx="73">49.990000000000002</cx:pt>
          <cx:pt idx="74">49.990000000000002</cx:pt>
          <cx:pt idx="75">49.990000000000002</cx:pt>
          <cx:pt idx="76">49.990000000000002</cx:pt>
          <cx:pt idx="77">49.990000000000002</cx:pt>
          <cx:pt idx="78">49.990000000000002</cx:pt>
          <cx:pt idx="79">49.990000000000002</cx:pt>
          <cx:pt idx="80">49.990000000000002</cx:pt>
          <cx:pt idx="81">49.990000000000002</cx:pt>
          <cx:pt idx="82">49.990000000000002</cx:pt>
          <cx:pt idx="83">49.990000000000002</cx:pt>
          <cx:pt idx="84">49.990000000000002</cx:pt>
          <cx:pt idx="85">49.990000000000002</cx:pt>
          <cx:pt idx="86">49.990000000000002</cx:pt>
          <cx:pt idx="87">49.990000000000002</cx:pt>
          <cx:pt idx="88">49.990000000000002</cx:pt>
          <cx:pt idx="89">49.990000000000002</cx:pt>
          <cx:pt idx="90">49.990000000000002</cx:pt>
          <cx:pt idx="91">49.990000000000002</cx:pt>
          <cx:pt idx="92">49.990000000000002</cx:pt>
          <cx:pt idx="93">49.990000000000002</cx:pt>
          <cx:pt idx="94">49.990000000000002</cx:pt>
          <cx:pt idx="95">49.990000000000002</cx:pt>
          <cx:pt idx="96">49.990000000000002</cx:pt>
          <cx:pt idx="97">49.990000000000002</cx:pt>
          <cx:pt idx="98">49.990000000000002</cx:pt>
          <cx:pt idx="99">49.990000000000002</cx:pt>
          <cx:pt idx="100">49.990000000000002</cx:pt>
          <cx:pt idx="101">49.990000000000002</cx:pt>
          <cx:pt idx="102">49.990000000000002</cx:pt>
          <cx:pt idx="103">49.990000000000002</cx:pt>
          <cx:pt idx="104">49.990000000000002</cx:pt>
          <cx:pt idx="105">49.990000000000002</cx:pt>
          <cx:pt idx="106">49.990000000000002</cx:pt>
          <cx:pt idx="107">49.990000000000002</cx:pt>
          <cx:pt idx="108">49.990000000000002</cx:pt>
          <cx:pt idx="109">49.990000000000002</cx:pt>
          <cx:pt idx="110">49.990000000000002</cx:pt>
          <cx:pt idx="111">49.990000000000002</cx:pt>
          <cx:pt idx="112">49.990000000000002</cx:pt>
          <cx:pt idx="113">49.990000000000002</cx:pt>
          <cx:pt idx="114">49.990000000000002</cx:pt>
          <cx:pt idx="115">49.990000000000002</cx:pt>
          <cx:pt idx="116">49.990000000000002</cx:pt>
          <cx:pt idx="117">49.990000000000002</cx:pt>
          <cx:pt idx="118">49.990000000000002</cx:pt>
          <cx:pt idx="119">49.990000000000002</cx:pt>
          <cx:pt idx="120">49.990000000000002</cx:pt>
          <cx:pt idx="121">49.990000000000002</cx:pt>
          <cx:pt idx="122">49.990000000000002</cx:pt>
          <cx:pt idx="123">49.990000000000002</cx:pt>
          <cx:pt idx="124">49.990000000000002</cx:pt>
          <cx:pt idx="125">49.990000000000002</cx:pt>
          <cx:pt idx="126">49.990000000000002</cx:pt>
          <cx:pt idx="127">49.990000000000002</cx:pt>
          <cx:pt idx="128">49.990000000000002</cx:pt>
          <cx:pt idx="129">49.990000000000002</cx:pt>
          <cx:pt idx="130">49.990000000000002</cx:pt>
          <cx:pt idx="131">49.990000000000002</cx:pt>
          <cx:pt idx="132">49.990000000000002</cx:pt>
          <cx:pt idx="133">49.990000000000002</cx:pt>
          <cx:pt idx="134">49.990000000000002</cx:pt>
          <cx:pt idx="135">49.990000000000002</cx:pt>
          <cx:pt idx="136">49.990000000000002</cx:pt>
          <cx:pt idx="137">49.990000000000002</cx:pt>
          <cx:pt idx="138">49.990000000000002</cx:pt>
          <cx:pt idx="139">49.990000000000002</cx:pt>
          <cx:pt idx="140">49.990000000000002</cx:pt>
          <cx:pt idx="141">49.990000000000002</cx:pt>
          <cx:pt idx="142">49.990000000000002</cx:pt>
          <cx:pt idx="143">49.990000000000002</cx:pt>
          <cx:pt idx="144">49.990000000000002</cx:pt>
          <cx:pt idx="145">49.990000000000002</cx:pt>
          <cx:pt idx="146">49.990000000000002</cx:pt>
          <cx:pt idx="147">49.990000000000002</cx:pt>
          <cx:pt idx="148">49.990000000000002</cx:pt>
          <cx:pt idx="149">49.990000000000002</cx:pt>
          <cx:pt idx="150">49.990000000000002</cx:pt>
          <cx:pt idx="151">49.990000000000002</cx:pt>
          <cx:pt idx="152">49.990000000000002</cx:pt>
          <cx:pt idx="153">49.990000000000002</cx:pt>
          <cx:pt idx="154">49.990000000000002</cx:pt>
          <cx:pt idx="155">49.990000000000002</cx:pt>
          <cx:pt idx="156">49.990000000000002</cx:pt>
          <cx:pt idx="157">49.990000000000002</cx:pt>
          <cx:pt idx="158">49.990000000000002</cx:pt>
          <cx:pt idx="159">49.990000000000002</cx:pt>
          <cx:pt idx="160">49.990000000000002</cx:pt>
          <cx:pt idx="161">49.990000000000002</cx:pt>
          <cx:pt idx="162">49.990000000000002</cx:pt>
          <cx:pt idx="163">49.990000000000002</cx:pt>
          <cx:pt idx="164">49.990000000000002</cx:pt>
          <cx:pt idx="165">49.990000000000002</cx:pt>
          <cx:pt idx="166">49.990000000000002</cx:pt>
          <cx:pt idx="167">49.990000000000002</cx:pt>
          <cx:pt idx="168">49.990000000000002</cx:pt>
          <cx:pt idx="169">49.990000000000002</cx:pt>
          <cx:pt idx="170">49.990000000000002</cx:pt>
          <cx:pt idx="171">49.990000000000002</cx:pt>
          <cx:pt idx="172">49.990000000000002</cx:pt>
          <cx:pt idx="173">49.990000000000002</cx:pt>
          <cx:pt idx="174">49.990000000000002</cx:pt>
          <cx:pt idx="175">49.990000000000002</cx:pt>
          <cx:pt idx="176">49.990000000000002</cx:pt>
          <cx:pt idx="177">49.990000000000002</cx:pt>
          <cx:pt idx="178">49.990000000000002</cx:pt>
          <cx:pt idx="179">49.990000000000002</cx:pt>
          <cx:pt idx="180">49.990000000000002</cx:pt>
          <cx:pt idx="181">49.990000000000002</cx:pt>
          <cx:pt idx="182">49.990000000000002</cx:pt>
          <cx:pt idx="183">49.990000000000002</cx:pt>
          <cx:pt idx="184">49.990000000000002</cx:pt>
          <cx:pt idx="185">49.990000000000002</cx:pt>
          <cx:pt idx="186">49.990000000000002</cx:pt>
          <cx:pt idx="187">49.990000000000002</cx:pt>
          <cx:pt idx="188">49.990000000000002</cx:pt>
          <cx:pt idx="189">49.990000000000002</cx:pt>
          <cx:pt idx="190">49.990000000000002</cx:pt>
          <cx:pt idx="191">49.990000000000002</cx:pt>
          <cx:pt idx="192">49.990000000000002</cx:pt>
          <cx:pt idx="193">49.990000000000002</cx:pt>
          <cx:pt idx="194">49.990000000000002</cx:pt>
          <cx:pt idx="195">49.990000000000002</cx:pt>
          <cx:pt idx="196">49.990000000000002</cx:pt>
          <cx:pt idx="197">49.990000000000002</cx:pt>
          <cx:pt idx="198">49.990000000000002</cx:pt>
          <cx:pt idx="199">49.990000000000002</cx:pt>
          <cx:pt idx="200">49.990000000000002</cx:pt>
          <cx:pt idx="201">49.990000000000002</cx:pt>
          <cx:pt idx="202">49.990000000000002</cx:pt>
          <cx:pt idx="203">49.990000000000002</cx:pt>
          <cx:pt idx="204">49.990000000000002</cx:pt>
          <cx:pt idx="205">49.990000000000002</cx:pt>
          <cx:pt idx="206">49.990000000000002</cx:pt>
          <cx:pt idx="207">49.990000000000002</cx:pt>
          <cx:pt idx="208">49.990000000000002</cx:pt>
          <cx:pt idx="209">49.990000000000002</cx:pt>
          <cx:pt idx="210">49.990000000000002</cx:pt>
          <cx:pt idx="211">49.990000000000002</cx:pt>
          <cx:pt idx="212">49.990000000000002</cx:pt>
          <cx:pt idx="213">49.990000000000002</cx:pt>
          <cx:pt idx="214">49.990000000000002</cx:pt>
          <cx:pt idx="215">49.990000000000002</cx:pt>
          <cx:pt idx="216">49.990000000000002</cx:pt>
          <cx:pt idx="217">49.990000000000002</cx:pt>
          <cx:pt idx="218">49.990000000000002</cx:pt>
          <cx:pt idx="219">49.990000000000002</cx:pt>
          <cx:pt idx="220">49.990000000000002</cx:pt>
          <cx:pt idx="221">49.990000000000002</cx:pt>
          <cx:pt idx="222">49.990000000000002</cx:pt>
          <cx:pt idx="223">49.990000000000002</cx:pt>
          <cx:pt idx="224">49.990000000000002</cx:pt>
          <cx:pt idx="225">49.990000000000002</cx:pt>
          <cx:pt idx="226">49.990000000000002</cx:pt>
          <cx:pt idx="227">49.990000000000002</cx:pt>
          <cx:pt idx="228">49.990000000000002</cx:pt>
          <cx:pt idx="229">49.990000000000002</cx:pt>
          <cx:pt idx="230">49.990000000000002</cx:pt>
          <cx:pt idx="231">49.990000000000002</cx:pt>
          <cx:pt idx="232">49.990000000000002</cx:pt>
          <cx:pt idx="233">49.990000000000002</cx:pt>
          <cx:pt idx="234">49.990000000000002</cx:pt>
          <cx:pt idx="235">49.990000000000002</cx:pt>
          <cx:pt idx="236">49.990000000000002</cx:pt>
          <cx:pt idx="237">49.990000000000002</cx:pt>
          <cx:pt idx="238">49.990000000000002</cx:pt>
          <cx:pt idx="239">49.990000000000002</cx:pt>
          <cx:pt idx="240">49.990000000000002</cx:pt>
          <cx:pt idx="241">49.990000000000002</cx:pt>
          <cx:pt idx="242">49.990000000000002</cx:pt>
          <cx:pt idx="243">49.990000000000002</cx:pt>
          <cx:pt idx="244">49.990000000000002</cx:pt>
          <cx:pt idx="245">49.990000000000002</cx:pt>
          <cx:pt idx="246">49.990000000000002</cx:pt>
          <cx:pt idx="247">49.990000000000002</cx:pt>
          <cx:pt idx="248">49.990000000000002</cx:pt>
          <cx:pt idx="249">49.990000000000002</cx:pt>
          <cx:pt idx="250">49.990000000000002</cx:pt>
          <cx:pt idx="251">49.990000000000002</cx:pt>
          <cx:pt idx="252">49.990000000000002</cx:pt>
          <cx:pt idx="253">49.990000000000002</cx:pt>
          <cx:pt idx="254">49.990000000000002</cx:pt>
          <cx:pt idx="255">49.990000000000002</cx:pt>
          <cx:pt idx="256">49.990000000000002</cx:pt>
          <cx:pt idx="257">49.990000000000002</cx:pt>
          <cx:pt idx="258">49.990000000000002</cx:pt>
          <cx:pt idx="259">49.990000000000002</cx:pt>
          <cx:pt idx="260">49.990000000000002</cx:pt>
          <cx:pt idx="261">49.990000000000002</cx:pt>
          <cx:pt idx="262">49.990000000000002</cx:pt>
          <cx:pt idx="263">49.990000000000002</cx:pt>
          <cx:pt idx="264">49.990000000000002</cx:pt>
          <cx:pt idx="265">49.990000000000002</cx:pt>
          <cx:pt idx="266">49.990000000000002</cx:pt>
          <cx:pt idx="267">49.990000000000002</cx:pt>
          <cx:pt idx="268">49.990000000000002</cx:pt>
          <cx:pt idx="269">49.990000000000002</cx:pt>
          <cx:pt idx="270">49.990000000000002</cx:pt>
          <cx:pt idx="271">49.990000000000002</cx:pt>
          <cx:pt idx="272">49.990000000000002</cx:pt>
          <cx:pt idx="273">49.990000000000002</cx:pt>
          <cx:pt idx="274">49.990000000000002</cx:pt>
          <cx:pt idx="275">49.990000000000002</cx:pt>
          <cx:pt idx="276">49.990000000000002</cx:pt>
          <cx:pt idx="277">49.990000000000002</cx:pt>
          <cx:pt idx="278">49.990000000000002</cx:pt>
          <cx:pt idx="279">49.990000000000002</cx:pt>
          <cx:pt idx="280">49.990000000000002</cx:pt>
          <cx:pt idx="281">49.990000000000002</cx:pt>
          <cx:pt idx="282">49.990000000000002</cx:pt>
          <cx:pt idx="283">49.990000000000002</cx:pt>
          <cx:pt idx="284">49.990000000000002</cx:pt>
          <cx:pt idx="285">49.990000000000002</cx:pt>
          <cx:pt idx="286">49.990000000000002</cx:pt>
          <cx:pt idx="287">49.990000000000002</cx:pt>
          <cx:pt idx="288">49.990000000000002</cx:pt>
          <cx:pt idx="289">49.990000000000002</cx:pt>
          <cx:pt idx="290">49.990000000000002</cx:pt>
          <cx:pt idx="291">49.990000000000002</cx:pt>
          <cx:pt idx="292">49.990000000000002</cx:pt>
          <cx:pt idx="293">49.990000000000002</cx:pt>
          <cx:pt idx="294">49.990000000000002</cx:pt>
          <cx:pt idx="295">49.990000000000002</cx:pt>
          <cx:pt idx="296">49.990000000000002</cx:pt>
          <cx:pt idx="297">49.990000000000002</cx:pt>
          <cx:pt idx="298">49.990000000000002</cx:pt>
          <cx:pt idx="299">49.990000000000002</cx:pt>
          <cx:pt idx="300">49.990000000000002</cx:pt>
          <cx:pt idx="301">49.990000000000002</cx:pt>
          <cx:pt idx="302">49.990000000000002</cx:pt>
          <cx:pt idx="303">49.990000000000002</cx:pt>
          <cx:pt idx="304">49.990000000000002</cx:pt>
          <cx:pt idx="305">49.990000000000002</cx:pt>
          <cx:pt idx="306">49.990000000000002</cx:pt>
          <cx:pt idx="307">49.990000000000002</cx:pt>
          <cx:pt idx="308">49.990000000000002</cx:pt>
          <cx:pt idx="309">49.990000000000002</cx:pt>
          <cx:pt idx="310">49.990000000000002</cx:pt>
          <cx:pt idx="311">49.990000000000002</cx:pt>
          <cx:pt idx="312">49.990000000000002</cx:pt>
          <cx:pt idx="313">49.990000000000002</cx:pt>
          <cx:pt idx="314">49.990000000000002</cx:pt>
          <cx:pt idx="315">49.990000000000002</cx:pt>
          <cx:pt idx="316">49.990000000000002</cx:pt>
          <cx:pt idx="317">49.990000000000002</cx:pt>
          <cx:pt idx="318">49.990000000000002</cx:pt>
          <cx:pt idx="319">49.990000000000002</cx:pt>
          <cx:pt idx="320">49.990000000000002</cx:pt>
          <cx:pt idx="321">49.990000000000002</cx:pt>
          <cx:pt idx="322">49.990000000000002</cx:pt>
          <cx:pt idx="323">49.990000000000002</cx:pt>
          <cx:pt idx="324">49.990000000000002</cx:pt>
          <cx:pt idx="325">49.990000000000002</cx:pt>
          <cx:pt idx="326">49.990000000000002</cx:pt>
          <cx:pt idx="327">49.990000000000002</cx:pt>
          <cx:pt idx="328">49.990000000000002</cx:pt>
          <cx:pt idx="329">49.990000000000002</cx:pt>
          <cx:pt idx="330">49.990000000000002</cx:pt>
          <cx:pt idx="331">49.990000000000002</cx:pt>
          <cx:pt idx="332">49.990000000000002</cx:pt>
          <cx:pt idx="333">49.990000000000002</cx:pt>
          <cx:pt idx="334">49.990000000000002</cx:pt>
          <cx:pt idx="335">49.990000000000002</cx:pt>
          <cx:pt idx="336">49.990000000000002</cx:pt>
          <cx:pt idx="337">49.990000000000002</cx:pt>
          <cx:pt idx="338">49.990000000000002</cx:pt>
          <cx:pt idx="339">49.990000000000002</cx:pt>
          <cx:pt idx="340">49.990000000000002</cx:pt>
          <cx:pt idx="341">49.990000000000002</cx:pt>
          <cx:pt idx="342">49.990000000000002</cx:pt>
          <cx:pt idx="343">49.990000000000002</cx:pt>
          <cx:pt idx="344">49.990000000000002</cx:pt>
          <cx:pt idx="345">49.990000000000002</cx:pt>
          <cx:pt idx="346">49.990000000000002</cx:pt>
          <cx:pt idx="347">49.990000000000002</cx:pt>
          <cx:pt idx="348">49.990000000000002</cx:pt>
          <cx:pt idx="349">49.990000000000002</cx:pt>
          <cx:pt idx="350">49.990000000000002</cx:pt>
          <cx:pt idx="351">49.990000000000002</cx:pt>
          <cx:pt idx="352">49.990000000000002</cx:pt>
          <cx:pt idx="353">49.990000000000002</cx:pt>
          <cx:pt idx="354">49.990000000000002</cx:pt>
          <cx:pt idx="355">49.990000000000002</cx:pt>
          <cx:pt idx="356">49.990000000000002</cx:pt>
          <cx:pt idx="357">49.990000000000002</cx:pt>
          <cx:pt idx="358">49.990000000000002</cx:pt>
          <cx:pt idx="359">49.990000000000002</cx:pt>
          <cx:pt idx="360">49.990000000000002</cx:pt>
          <cx:pt idx="361">49.990000000000002</cx:pt>
          <cx:pt idx="362">49.990000000000002</cx:pt>
          <cx:pt idx="363">49.990000000000002</cx:pt>
          <cx:pt idx="364">49.990000000000002</cx:pt>
          <cx:pt idx="365">49.990000000000002</cx:pt>
          <cx:pt idx="366">49.990000000000002</cx:pt>
          <cx:pt idx="367">49.990000000000002</cx:pt>
          <cx:pt idx="368">49.990000000000002</cx:pt>
          <cx:pt idx="369">49.990000000000002</cx:pt>
          <cx:pt idx="370">49.990000000000002</cx:pt>
          <cx:pt idx="371">49.990000000000002</cx:pt>
          <cx:pt idx="372">49.990000000000002</cx:pt>
          <cx:pt idx="373">49.990000000000002</cx:pt>
          <cx:pt idx="374">49.990000000000002</cx:pt>
          <cx:pt idx="375">49.990000000000002</cx:pt>
          <cx:pt idx="376">49.990000000000002</cx:pt>
          <cx:pt idx="377">49.990000000000002</cx:pt>
          <cx:pt idx="378">49.990000000000002</cx:pt>
          <cx:pt idx="379">49.990000000000002</cx:pt>
          <cx:pt idx="380">49.990000000000002</cx:pt>
          <cx:pt idx="381">49.990000000000002</cx:pt>
          <cx:pt idx="382">49.990000000000002</cx:pt>
          <cx:pt idx="383">49.990000000000002</cx:pt>
          <cx:pt idx="384">49.990000000000002</cx:pt>
          <cx:pt idx="385">49.990000000000002</cx:pt>
          <cx:pt idx="386">49.990000000000002</cx:pt>
          <cx:pt idx="387">49.990000000000002</cx:pt>
          <cx:pt idx="388">49.990000000000002</cx:pt>
          <cx:pt idx="389">49.990000000000002</cx:pt>
          <cx:pt idx="390">49.990000000000002</cx:pt>
          <cx:pt idx="391">49.990000000000002</cx:pt>
          <cx:pt idx="392">49.990000000000002</cx:pt>
          <cx:pt idx="393">49.990000000000002</cx:pt>
          <cx:pt idx="394">49.990000000000002</cx:pt>
          <cx:pt idx="395">49.990000000000002</cx:pt>
          <cx:pt idx="396">49.990000000000002</cx:pt>
          <cx:pt idx="397">49.990000000000002</cx:pt>
          <cx:pt idx="398">49.990000000000002</cx:pt>
          <cx:pt idx="399">49.990000000000002</cx:pt>
          <cx:pt idx="400">49.990000000000002</cx:pt>
          <cx:pt idx="401">49.990000000000002</cx:pt>
          <cx:pt idx="402">49.990000000000002</cx:pt>
          <cx:pt idx="403">49.990000000000002</cx:pt>
          <cx:pt idx="404">49.990000000000002</cx:pt>
          <cx:pt idx="405">49.990000000000002</cx:pt>
          <cx:pt idx="406">49.990000000000002</cx:pt>
          <cx:pt idx="407">49.990000000000002</cx:pt>
          <cx:pt idx="408">49.990000000000002</cx:pt>
          <cx:pt idx="409">49.990000000000002</cx:pt>
          <cx:pt idx="410">49.990000000000002</cx:pt>
          <cx:pt idx="411">49.990000000000002</cx:pt>
          <cx:pt idx="412">49.990000000000002</cx:pt>
          <cx:pt idx="413">49.990000000000002</cx:pt>
          <cx:pt idx="414">49.990000000000002</cx:pt>
          <cx:pt idx="415">49.990000000000002</cx:pt>
          <cx:pt idx="416">49.990000000000002</cx:pt>
          <cx:pt idx="417">49.990000000000002</cx:pt>
          <cx:pt idx="418">49.990000000000002</cx:pt>
          <cx:pt idx="419">49.990000000000002</cx:pt>
          <cx:pt idx="420">49.990000000000002</cx:pt>
          <cx:pt idx="421">49.990000000000002</cx:pt>
          <cx:pt idx="422">49.990000000000002</cx:pt>
          <cx:pt idx="423">49.990000000000002</cx:pt>
          <cx:pt idx="424">49.990000000000002</cx:pt>
          <cx:pt idx="425">49.990000000000002</cx:pt>
          <cx:pt idx="426">49.990000000000002</cx:pt>
          <cx:pt idx="427">49.990000000000002</cx:pt>
          <cx:pt idx="428">49.990000000000002</cx:pt>
          <cx:pt idx="429">49.990000000000002</cx:pt>
          <cx:pt idx="430">49.990000000000002</cx:pt>
          <cx:pt idx="431">49.990000000000002</cx:pt>
          <cx:pt idx="432">49.990000000000002</cx:pt>
          <cx:pt idx="433">49.990000000000002</cx:pt>
          <cx:pt idx="434">49.990000000000002</cx:pt>
          <cx:pt idx="435">49.990000000000002</cx:pt>
          <cx:pt idx="436">49.990000000000002</cx:pt>
          <cx:pt idx="437">49.990000000000002</cx:pt>
          <cx:pt idx="438">49.990000000000002</cx:pt>
          <cx:pt idx="439">49.990000000000002</cx:pt>
          <cx:pt idx="440">49.990000000000002</cx:pt>
          <cx:pt idx="441">49.990000000000002</cx:pt>
          <cx:pt idx="442">49.990000000000002</cx:pt>
          <cx:pt idx="443">49.990000000000002</cx:pt>
          <cx:pt idx="444">49.990000000000002</cx:pt>
          <cx:pt idx="445">49.990000000000002</cx:pt>
          <cx:pt idx="446">49.990000000000002</cx:pt>
          <cx:pt idx="447">49.990000000000002</cx:pt>
          <cx:pt idx="448">49.990000000000002</cx:pt>
          <cx:pt idx="449">49.990000000000002</cx:pt>
          <cx:pt idx="450">49.990000000000002</cx:pt>
          <cx:pt idx="451">49.990000000000002</cx:pt>
          <cx:pt idx="452">49.990000000000002</cx:pt>
          <cx:pt idx="453">49.990000000000002</cx:pt>
          <cx:pt idx="454">49.990000000000002</cx:pt>
          <cx:pt idx="455">49.990000000000002</cx:pt>
          <cx:pt idx="456">49.990000000000002</cx:pt>
          <cx:pt idx="457">49.990000000000002</cx:pt>
          <cx:pt idx="458">49.990000000000002</cx:pt>
          <cx:pt idx="459">49.990000000000002</cx:pt>
          <cx:pt idx="460">49.990000000000002</cx:pt>
          <cx:pt idx="461">49.990000000000002</cx:pt>
          <cx:pt idx="462">49.990000000000002</cx:pt>
          <cx:pt idx="463">49.990000000000002</cx:pt>
          <cx:pt idx="464">49.990000000000002</cx:pt>
          <cx:pt idx="465">49.990000000000002</cx:pt>
          <cx:pt idx="466">49.990000000000002</cx:pt>
          <cx:pt idx="467">49.990000000000002</cx:pt>
          <cx:pt idx="468">49.990000000000002</cx:pt>
          <cx:pt idx="469">49.990000000000002</cx:pt>
          <cx:pt idx="470">49.990000000000002</cx:pt>
          <cx:pt idx="471">49.990000000000002</cx:pt>
          <cx:pt idx="472">49.990000000000002</cx:pt>
          <cx:pt idx="473">49.990000000000002</cx:pt>
          <cx:pt idx="474">49.990000000000002</cx:pt>
          <cx:pt idx="475">49.990000000000002</cx:pt>
          <cx:pt idx="476">49.990000000000002</cx:pt>
          <cx:pt idx="477">49.990000000000002</cx:pt>
          <cx:pt idx="478">49.990000000000002</cx:pt>
          <cx:pt idx="479">49.990000000000002</cx:pt>
          <cx:pt idx="480">49.990000000000002</cx:pt>
          <cx:pt idx="481">49.990000000000002</cx:pt>
          <cx:pt idx="482">49.990000000000002</cx:pt>
          <cx:pt idx="483">49.990000000000002</cx:pt>
          <cx:pt idx="484">49.990000000000002</cx:pt>
          <cx:pt idx="485">49.990000000000002</cx:pt>
          <cx:pt idx="486">49.990000000000002</cx:pt>
          <cx:pt idx="487">49.990000000000002</cx:pt>
          <cx:pt idx="488">49.990000000000002</cx:pt>
          <cx:pt idx="489">49.990000000000002</cx:pt>
          <cx:pt idx="490">49.990000000000002</cx:pt>
          <cx:pt idx="491">49.990000000000002</cx:pt>
          <cx:pt idx="492">49.990000000000002</cx:pt>
          <cx:pt idx="493">49.990000000000002</cx:pt>
          <cx:pt idx="494">49.990000000000002</cx:pt>
          <cx:pt idx="495">49.990000000000002</cx:pt>
          <cx:pt idx="496">49.990000000000002</cx:pt>
          <cx:pt idx="497">49.990000000000002</cx:pt>
          <cx:pt idx="498">49.990000000000002</cx:pt>
          <cx:pt idx="499">49.990000000000002</cx:pt>
          <cx:pt idx="500">49.990000000000002</cx:pt>
          <cx:pt idx="501">49.990000000000002</cx:pt>
          <cx:pt idx="502">49.990000000000002</cx:pt>
          <cx:pt idx="503">49.990000000000002</cx:pt>
          <cx:pt idx="504">49.990000000000002</cx:pt>
          <cx:pt idx="505">49.990000000000002</cx:pt>
          <cx:pt idx="506">49.990000000000002</cx:pt>
          <cx:pt idx="507">49.990000000000002</cx:pt>
          <cx:pt idx="508">49.990000000000002</cx:pt>
          <cx:pt idx="509">49.990000000000002</cx:pt>
          <cx:pt idx="510">49.990000000000002</cx:pt>
          <cx:pt idx="511">49.990000000000002</cx:pt>
          <cx:pt idx="512">49.990000000000002</cx:pt>
          <cx:pt idx="513">49.990000000000002</cx:pt>
          <cx:pt idx="514">49.990000000000002</cx:pt>
          <cx:pt idx="515">49.990000000000002</cx:pt>
          <cx:pt idx="516">49.990000000000002</cx:pt>
          <cx:pt idx="517">49.990000000000002</cx:pt>
          <cx:pt idx="518">49.990000000000002</cx:pt>
          <cx:pt idx="519">49.990000000000002</cx:pt>
          <cx:pt idx="520">49.990000000000002</cx:pt>
          <cx:pt idx="521">49.990000000000002</cx:pt>
          <cx:pt idx="522">49.990000000000002</cx:pt>
          <cx:pt idx="523">49.990000000000002</cx:pt>
          <cx:pt idx="524">49.990000000000002</cx:pt>
          <cx:pt idx="525">49.990000000000002</cx:pt>
          <cx:pt idx="526">49.990000000000002</cx:pt>
          <cx:pt idx="527">49.990000000000002</cx:pt>
          <cx:pt idx="528">49.990000000000002</cx:pt>
          <cx:pt idx="529">49.990000000000002</cx:pt>
          <cx:pt idx="530">49.990000000000002</cx:pt>
          <cx:pt idx="531">49.990000000000002</cx:pt>
          <cx:pt idx="532">49.990000000000002</cx:pt>
          <cx:pt idx="533">49.990000000000002</cx:pt>
          <cx:pt idx="534">49.990000000000002</cx:pt>
          <cx:pt idx="535">49.990000000000002</cx:pt>
          <cx:pt idx="536">49.990000000000002</cx:pt>
          <cx:pt idx="537">49.990000000000002</cx:pt>
          <cx:pt idx="538">49.990000000000002</cx:pt>
          <cx:pt idx="539">49.990000000000002</cx:pt>
          <cx:pt idx="540">49.990000000000002</cx:pt>
          <cx:pt idx="541">49.990000000000002</cx:pt>
          <cx:pt idx="542">49.990000000000002</cx:pt>
          <cx:pt idx="543">49.990000000000002</cx:pt>
          <cx:pt idx="544">49.990000000000002</cx:pt>
          <cx:pt idx="545">49.990000000000002</cx:pt>
          <cx:pt idx="546">49.990000000000002</cx:pt>
          <cx:pt idx="547">49.990000000000002</cx:pt>
          <cx:pt idx="548">49.990000000000002</cx:pt>
          <cx:pt idx="549">49.990000000000002</cx:pt>
          <cx:pt idx="550">49.990000000000002</cx:pt>
          <cx:pt idx="551">49.990000000000002</cx:pt>
          <cx:pt idx="552">49.990000000000002</cx:pt>
          <cx:pt idx="553">49.990000000000002</cx:pt>
          <cx:pt idx="554">49.990000000000002</cx:pt>
          <cx:pt idx="555">49.990000000000002</cx:pt>
          <cx:pt idx="556">49.990000000000002</cx:pt>
          <cx:pt idx="557">49.990000000000002</cx:pt>
          <cx:pt idx="558">49.990000000000002</cx:pt>
          <cx:pt idx="559">49.990000000000002</cx:pt>
          <cx:pt idx="560">49.990000000000002</cx:pt>
          <cx:pt idx="561">49.990000000000002</cx:pt>
          <cx:pt idx="562">49.990000000000002</cx:pt>
          <cx:pt idx="563">49.990000000000002</cx:pt>
          <cx:pt idx="564">49.990000000000002</cx:pt>
          <cx:pt idx="565">49.990000000000002</cx:pt>
          <cx:pt idx="566">49.990000000000002</cx:pt>
          <cx:pt idx="567">49.990000000000002</cx:pt>
          <cx:pt idx="568">49.990000000000002</cx:pt>
          <cx:pt idx="569">49.990000000000002</cx:pt>
          <cx:pt idx="570">49.990000000000002</cx:pt>
          <cx:pt idx="571">49.990000000000002</cx:pt>
          <cx:pt idx="572">49.990000000000002</cx:pt>
          <cx:pt idx="573">49.990000000000002</cx:pt>
          <cx:pt idx="574">49.990000000000002</cx:pt>
          <cx:pt idx="575">49.990000000000002</cx:pt>
          <cx:pt idx="576">49.990000000000002</cx:pt>
          <cx:pt idx="577">49.990000000000002</cx:pt>
          <cx:pt idx="578">49.990000000000002</cx:pt>
          <cx:pt idx="579">49.990000000000002</cx:pt>
          <cx:pt idx="580">49.990000000000002</cx:pt>
          <cx:pt idx="581">49.990000000000002</cx:pt>
          <cx:pt idx="582">49.990000000000002</cx:pt>
          <cx:pt idx="583">49.990000000000002</cx:pt>
          <cx:pt idx="584">49.990000000000002</cx:pt>
          <cx:pt idx="585">49.990000000000002</cx:pt>
          <cx:pt idx="586">49.990000000000002</cx:pt>
          <cx:pt idx="587">49.990000000000002</cx:pt>
          <cx:pt idx="588">49.990000000000002</cx:pt>
          <cx:pt idx="589">49.990000000000002</cx:pt>
          <cx:pt idx="590">49.990000000000002</cx:pt>
          <cx:pt idx="591">49.990000000000002</cx:pt>
          <cx:pt idx="592">49.990000000000002</cx:pt>
          <cx:pt idx="593">49.990000000000002</cx:pt>
          <cx:pt idx="594">49.990000000000002</cx:pt>
          <cx:pt idx="595">49.990000000000002</cx:pt>
          <cx:pt idx="596">49.990000000000002</cx:pt>
          <cx:pt idx="597">49.990000000000002</cx:pt>
          <cx:pt idx="598">49.990000000000002</cx:pt>
          <cx:pt idx="599">49.990000000000002</cx:pt>
          <cx:pt idx="600">49.990000000000002</cx:pt>
          <cx:pt idx="601">49.990000000000002</cx:pt>
          <cx:pt idx="602">49.990000000000002</cx:pt>
          <cx:pt idx="603">49.990000000000002</cx:pt>
          <cx:pt idx="604">49.990000000000002</cx:pt>
          <cx:pt idx="605">49.990000000000002</cx:pt>
          <cx:pt idx="606">49.990000000000002</cx:pt>
          <cx:pt idx="607">49.990000000000002</cx:pt>
          <cx:pt idx="608">49.990000000000002</cx:pt>
          <cx:pt idx="609">49.990000000000002</cx:pt>
          <cx:pt idx="610">49.990000000000002</cx:pt>
          <cx:pt idx="611">49.990000000000002</cx:pt>
          <cx:pt idx="612">49.990000000000002</cx:pt>
          <cx:pt idx="613">49.990000000000002</cx:pt>
          <cx:pt idx="614">49.990000000000002</cx:pt>
          <cx:pt idx="615">49.990000000000002</cx:pt>
          <cx:pt idx="616">49.990000000000002</cx:pt>
          <cx:pt idx="617">49.990000000000002</cx:pt>
          <cx:pt idx="618">49.990000000000002</cx:pt>
          <cx:pt idx="619">49.990000000000002</cx:pt>
          <cx:pt idx="620">49.990000000000002</cx:pt>
          <cx:pt idx="621">49.990000000000002</cx:pt>
          <cx:pt idx="622">49.990000000000002</cx:pt>
          <cx:pt idx="623">49.990000000000002</cx:pt>
          <cx:pt idx="624">49.990000000000002</cx:pt>
          <cx:pt idx="625">49.990000000000002</cx:pt>
          <cx:pt idx="626">49.990000000000002</cx:pt>
          <cx:pt idx="627">49.990000000000002</cx:pt>
          <cx:pt idx="628">49.990000000000002</cx:pt>
          <cx:pt idx="629">49.990000000000002</cx:pt>
          <cx:pt idx="630">49.990000000000002</cx:pt>
          <cx:pt idx="631">49.990000000000002</cx:pt>
          <cx:pt idx="632">49.990000000000002</cx:pt>
          <cx:pt idx="633">49.990000000000002</cx:pt>
          <cx:pt idx="634">49.990000000000002</cx:pt>
          <cx:pt idx="635">49.990000000000002</cx:pt>
          <cx:pt idx="636">49.990000000000002</cx:pt>
          <cx:pt idx="637">49.990000000000002</cx:pt>
          <cx:pt idx="638">49.990000000000002</cx:pt>
          <cx:pt idx="639">49.990000000000002</cx:pt>
          <cx:pt idx="640">49.990000000000002</cx:pt>
          <cx:pt idx="641">49.990000000000002</cx:pt>
          <cx:pt idx="642">49.990000000000002</cx:pt>
          <cx:pt idx="643">49.990000000000002</cx:pt>
          <cx:pt idx="644">49.990000000000002</cx:pt>
          <cx:pt idx="645">49.990000000000002</cx:pt>
          <cx:pt idx="646">49.990000000000002</cx:pt>
          <cx:pt idx="647">49.990000000000002</cx:pt>
          <cx:pt idx="648">49.990000000000002</cx:pt>
          <cx:pt idx="649">49.990000000000002</cx:pt>
          <cx:pt idx="650">49.990000000000002</cx:pt>
          <cx:pt idx="651">49.990000000000002</cx:pt>
          <cx:pt idx="652">49.990000000000002</cx:pt>
          <cx:pt idx="653">49.990000000000002</cx:pt>
          <cx:pt idx="654">49.990000000000002</cx:pt>
          <cx:pt idx="655">49.990000000000002</cx:pt>
          <cx:pt idx="656">49.990000000000002</cx:pt>
          <cx:pt idx="657">49.990000000000002</cx:pt>
          <cx:pt idx="658">49.990000000000002</cx:pt>
          <cx:pt idx="659">49.990000000000002</cx:pt>
          <cx:pt idx="660">49.990000000000002</cx:pt>
          <cx:pt idx="661">49.990000000000002</cx:pt>
          <cx:pt idx="662">49.990000000000002</cx:pt>
          <cx:pt idx="663">49.990000000000002</cx:pt>
          <cx:pt idx="664">49.990000000000002</cx:pt>
          <cx:pt idx="665">49.990000000000002</cx:pt>
          <cx:pt idx="666">49.990000000000002</cx:pt>
          <cx:pt idx="667">49.990000000000002</cx:pt>
          <cx:pt idx="668">49.990000000000002</cx:pt>
          <cx:pt idx="669">49.990000000000002</cx:pt>
          <cx:pt idx="670">49.990000000000002</cx:pt>
          <cx:pt idx="671">49.990000000000002</cx:pt>
          <cx:pt idx="672">49.990000000000002</cx:pt>
          <cx:pt idx="673">49.990000000000002</cx:pt>
          <cx:pt idx="674">49.990000000000002</cx:pt>
          <cx:pt idx="675">49.990000000000002</cx:pt>
          <cx:pt idx="676">49.990000000000002</cx:pt>
          <cx:pt idx="677">49.990000000000002</cx:pt>
          <cx:pt idx="678">49.990000000000002</cx:pt>
          <cx:pt idx="679">49.990000000000002</cx:pt>
          <cx:pt idx="680">49.990000000000002</cx:pt>
          <cx:pt idx="681">49.990000000000002</cx:pt>
          <cx:pt idx="682">49.990000000000002</cx:pt>
          <cx:pt idx="683">49.990000000000002</cx:pt>
          <cx:pt idx="684">49.990000000000002</cx:pt>
          <cx:pt idx="685">49.990000000000002</cx:pt>
          <cx:pt idx="686">49.990000000000002</cx:pt>
          <cx:pt idx="687">49.990000000000002</cx:pt>
          <cx:pt idx="688">49.990000000000002</cx:pt>
          <cx:pt idx="689">49.990000000000002</cx:pt>
          <cx:pt idx="690">49.990000000000002</cx:pt>
          <cx:pt idx="691">49.990000000000002</cx:pt>
          <cx:pt idx="692">49.990000000000002</cx:pt>
          <cx:pt idx="693">49.990000000000002</cx:pt>
          <cx:pt idx="694">49.990000000000002</cx:pt>
          <cx:pt idx="695">49.990000000000002</cx:pt>
          <cx:pt idx="696">49.990000000000002</cx:pt>
          <cx:pt idx="697">49.990000000000002</cx:pt>
          <cx:pt idx="698">49.990000000000002</cx:pt>
          <cx:pt idx="699">49.990000000000002</cx:pt>
          <cx:pt idx="700">49.990000000000002</cx:pt>
          <cx:pt idx="701">49.990000000000002</cx:pt>
          <cx:pt idx="702">49.990000000000002</cx:pt>
          <cx:pt idx="703">49.990000000000002</cx:pt>
          <cx:pt idx="704">49.990000000000002</cx:pt>
          <cx:pt idx="705">49.990000000000002</cx:pt>
          <cx:pt idx="706">49.990000000000002</cx:pt>
          <cx:pt idx="707">49.990000000000002</cx:pt>
          <cx:pt idx="708">49.990000000000002</cx:pt>
          <cx:pt idx="709">49.990000000000002</cx:pt>
          <cx:pt idx="710">49.990000000000002</cx:pt>
          <cx:pt idx="711">49.990000000000002</cx:pt>
          <cx:pt idx="712">49.990000000000002</cx:pt>
          <cx:pt idx="713">49.990000000000002</cx:pt>
          <cx:pt idx="714">49.990000000000002</cx:pt>
          <cx:pt idx="715">49.990000000000002</cx:pt>
          <cx:pt idx="716">49.990000000000002</cx:pt>
          <cx:pt idx="717">49.990000000000002</cx:pt>
          <cx:pt idx="718">49.990000000000002</cx:pt>
          <cx:pt idx="719">49.990000000000002</cx:pt>
          <cx:pt idx="720">49.990000000000002</cx:pt>
          <cx:pt idx="721">49.990000000000002</cx:pt>
          <cx:pt idx="722">49.990000000000002</cx:pt>
          <cx:pt idx="723">49.990000000000002</cx:pt>
          <cx:pt idx="724">49.990000000000002</cx:pt>
          <cx:pt idx="725">49.990000000000002</cx:pt>
          <cx:pt idx="726">49.990000000000002</cx:pt>
          <cx:pt idx="727">49.990000000000002</cx:pt>
          <cx:pt idx="728">49.990000000000002</cx:pt>
          <cx:pt idx="729">49.990000000000002</cx:pt>
          <cx:pt idx="730">49.990000000000002</cx:pt>
          <cx:pt idx="731">49.990000000000002</cx:pt>
          <cx:pt idx="732">49.990000000000002</cx:pt>
          <cx:pt idx="733">49.990000000000002</cx:pt>
          <cx:pt idx="734">49.990000000000002</cx:pt>
          <cx:pt idx="735">49.990000000000002</cx:pt>
          <cx:pt idx="736">49.990000000000002</cx:pt>
          <cx:pt idx="737">49.990000000000002</cx:pt>
          <cx:pt idx="738">49.990000000000002</cx:pt>
          <cx:pt idx="739">49.990000000000002</cx:pt>
          <cx:pt idx="740">49.990000000000002</cx:pt>
          <cx:pt idx="741">49.990000000000002</cx:pt>
          <cx:pt idx="742">49.990000000000002</cx:pt>
          <cx:pt idx="743">49.990000000000002</cx:pt>
          <cx:pt idx="744">49.990000000000002</cx:pt>
          <cx:pt idx="745">49.990000000000002</cx:pt>
          <cx:pt idx="746">49.990000000000002</cx:pt>
          <cx:pt idx="747">49.990000000000002</cx:pt>
          <cx:pt idx="748">49.990000000000002</cx:pt>
          <cx:pt idx="749">49.990000000000002</cx:pt>
          <cx:pt idx="750">49.990000000000002</cx:pt>
          <cx:pt idx="751">49.990000000000002</cx:pt>
          <cx:pt idx="752">49.990000000000002</cx:pt>
          <cx:pt idx="753">49.990000000000002</cx:pt>
          <cx:pt idx="754">49.990000000000002</cx:pt>
          <cx:pt idx="755">49.990000000000002</cx:pt>
          <cx:pt idx="756">49.990000000000002</cx:pt>
          <cx:pt idx="757">49.990000000000002</cx:pt>
          <cx:pt idx="758">49.990000000000002</cx:pt>
          <cx:pt idx="759">49.990000000000002</cx:pt>
          <cx:pt idx="760">49.990000000000002</cx:pt>
          <cx:pt idx="761">49.990000000000002</cx:pt>
          <cx:pt idx="762">49.990000000000002</cx:pt>
          <cx:pt idx="763">49.990000000000002</cx:pt>
          <cx:pt idx="764">49.990000000000002</cx:pt>
          <cx:pt idx="765">49.990000000000002</cx:pt>
          <cx:pt idx="766">49.990000000000002</cx:pt>
          <cx:pt idx="767">49.990000000000002</cx:pt>
          <cx:pt idx="768">49.990000000000002</cx:pt>
          <cx:pt idx="769">49.990000000000002</cx:pt>
          <cx:pt idx="770">49.990000000000002</cx:pt>
          <cx:pt idx="771">49.990000000000002</cx:pt>
          <cx:pt idx="772">49.990000000000002</cx:pt>
          <cx:pt idx="773">49.990000000000002</cx:pt>
          <cx:pt idx="774">49.990000000000002</cx:pt>
          <cx:pt idx="775">49.990000000000002</cx:pt>
          <cx:pt idx="776">49.990000000000002</cx:pt>
          <cx:pt idx="777">49.990000000000002</cx:pt>
          <cx:pt idx="778">49.990000000000002</cx:pt>
          <cx:pt idx="779">49.990000000000002</cx:pt>
          <cx:pt idx="780">49.990000000000002</cx:pt>
          <cx:pt idx="781">49.990000000000002</cx:pt>
          <cx:pt idx="782">49.990000000000002</cx:pt>
          <cx:pt idx="783">49.990000000000002</cx:pt>
          <cx:pt idx="784">49.990000000000002</cx:pt>
          <cx:pt idx="785">49.990000000000002</cx:pt>
          <cx:pt idx="786">49.990000000000002</cx:pt>
          <cx:pt idx="787">49.990000000000002</cx:pt>
          <cx:pt idx="788">49.990000000000002</cx:pt>
          <cx:pt idx="789">49.990000000000002</cx:pt>
          <cx:pt idx="790">49.990000000000002</cx:pt>
          <cx:pt idx="791">49.990000000000002</cx:pt>
          <cx:pt idx="792">49.990000000000002</cx:pt>
          <cx:pt idx="793">49.990000000000002</cx:pt>
          <cx:pt idx="794">49.990000000000002</cx:pt>
          <cx:pt idx="795">49.990000000000002</cx:pt>
          <cx:pt idx="796">49.990000000000002</cx:pt>
          <cx:pt idx="797">49.990000000000002</cx:pt>
          <cx:pt idx="798">49.990000000000002</cx:pt>
          <cx:pt idx="799">49.990000000000002</cx:pt>
          <cx:pt idx="800">49.990000000000002</cx:pt>
          <cx:pt idx="801">49.990000000000002</cx:pt>
          <cx:pt idx="802">49.990000000000002</cx:pt>
          <cx:pt idx="803">49.990000000000002</cx:pt>
          <cx:pt idx="804">49.990000000000002</cx:pt>
          <cx:pt idx="805">49.990000000000002</cx:pt>
          <cx:pt idx="806">49.990000000000002</cx:pt>
          <cx:pt idx="807">49.990000000000002</cx:pt>
          <cx:pt idx="808">49.990000000000002</cx:pt>
          <cx:pt idx="809">49.990000000000002</cx:pt>
          <cx:pt idx="810">49.990000000000002</cx:pt>
          <cx:pt idx="811">49.990000000000002</cx:pt>
          <cx:pt idx="812">49.990000000000002</cx:pt>
          <cx:pt idx="813">49.990000000000002</cx:pt>
          <cx:pt idx="814">49.990000000000002</cx:pt>
          <cx:pt idx="815">49.990000000000002</cx:pt>
          <cx:pt idx="816">49.990000000000002</cx:pt>
          <cx:pt idx="817">49.990000000000002</cx:pt>
          <cx:pt idx="818">49.990000000000002</cx:pt>
          <cx:pt idx="819">49.990000000000002</cx:pt>
          <cx:pt idx="820">49.990000000000002</cx:pt>
          <cx:pt idx="821">49.990000000000002</cx:pt>
          <cx:pt idx="822">49.990000000000002</cx:pt>
          <cx:pt idx="823">49.990000000000002</cx:pt>
          <cx:pt idx="824">49.990000000000002</cx:pt>
          <cx:pt idx="825">49.990000000000002</cx:pt>
          <cx:pt idx="826">49.990000000000002</cx:pt>
          <cx:pt idx="827">49.990000000000002</cx:pt>
          <cx:pt idx="828">49.990000000000002</cx:pt>
          <cx:pt idx="829">49.990000000000002</cx:pt>
          <cx:pt idx="830">49.990000000000002</cx:pt>
          <cx:pt idx="831">49.990000000000002</cx:pt>
          <cx:pt idx="832">49.990000000000002</cx:pt>
          <cx:pt idx="833">49.990000000000002</cx:pt>
          <cx:pt idx="834">49.990000000000002</cx:pt>
          <cx:pt idx="835">49.990000000000002</cx:pt>
          <cx:pt idx="836">49.990000000000002</cx:pt>
          <cx:pt idx="837">49.990000000000002</cx:pt>
          <cx:pt idx="838">49.990000000000002</cx:pt>
          <cx:pt idx="839">49.990000000000002</cx:pt>
          <cx:pt idx="840">49.990000000000002</cx:pt>
          <cx:pt idx="841">49.990000000000002</cx:pt>
          <cx:pt idx="842">49.990000000000002</cx:pt>
          <cx:pt idx="843">49.990000000000002</cx:pt>
          <cx:pt idx="844">49.990000000000002</cx:pt>
          <cx:pt idx="845">49.990000000000002</cx:pt>
          <cx:pt idx="846">49.990000000000002</cx:pt>
          <cx:pt idx="847">49.990000000000002</cx:pt>
          <cx:pt idx="848">49.990000000000002</cx:pt>
          <cx:pt idx="849">49.990000000000002</cx:pt>
          <cx:pt idx="850">49.990000000000002</cx:pt>
          <cx:pt idx="851">49.990000000000002</cx:pt>
          <cx:pt idx="852">49.990000000000002</cx:pt>
          <cx:pt idx="853">49.990000000000002</cx:pt>
          <cx:pt idx="854">49.990000000000002</cx:pt>
          <cx:pt idx="855">49.990000000000002</cx:pt>
          <cx:pt idx="856">49.990000000000002</cx:pt>
          <cx:pt idx="857">49.990000000000002</cx:pt>
          <cx:pt idx="858">49.990000000000002</cx:pt>
          <cx:pt idx="859">49.990000000000002</cx:pt>
          <cx:pt idx="860">49.990000000000002</cx:pt>
          <cx:pt idx="861">49.990000000000002</cx:pt>
          <cx:pt idx="862">49.990000000000002</cx:pt>
          <cx:pt idx="863">49.990000000000002</cx:pt>
          <cx:pt idx="864">49.990000000000002</cx:pt>
          <cx:pt idx="865">49.990000000000002</cx:pt>
          <cx:pt idx="866">49.990000000000002</cx:pt>
          <cx:pt idx="867">49.990000000000002</cx:pt>
          <cx:pt idx="868">49.990000000000002</cx:pt>
          <cx:pt idx="869">49.990000000000002</cx:pt>
          <cx:pt idx="870">49.990000000000002</cx:pt>
          <cx:pt idx="871">49.990000000000002</cx:pt>
          <cx:pt idx="872">49.990000000000002</cx:pt>
          <cx:pt idx="873">49.990000000000002</cx:pt>
          <cx:pt idx="874">49.990000000000002</cx:pt>
          <cx:pt idx="875">49.990000000000002</cx:pt>
          <cx:pt idx="876">49.990000000000002</cx:pt>
          <cx:pt idx="877">49.990000000000002</cx:pt>
          <cx:pt idx="878">49.990000000000002</cx:pt>
          <cx:pt idx="879">49.990000000000002</cx:pt>
          <cx:pt idx="880">49.990000000000002</cx:pt>
          <cx:pt idx="881">49.990000000000002</cx:pt>
          <cx:pt idx="882">49.990000000000002</cx:pt>
          <cx:pt idx="883">49.990000000000002</cx:pt>
          <cx:pt idx="884">49.990000000000002</cx:pt>
          <cx:pt idx="885">49.990000000000002</cx:pt>
          <cx:pt idx="886">49.990000000000002</cx:pt>
          <cx:pt idx="887">49.990000000000002</cx:pt>
          <cx:pt idx="888">49.990000000000002</cx:pt>
          <cx:pt idx="889">49.990000000000002</cx:pt>
          <cx:pt idx="890">49.990000000000002</cx:pt>
          <cx:pt idx="891">49.990000000000002</cx:pt>
          <cx:pt idx="892">49.990000000000002</cx:pt>
          <cx:pt idx="893">49.990000000000002</cx:pt>
          <cx:pt idx="894">49.990000000000002</cx:pt>
          <cx:pt idx="895">49.990000000000002</cx:pt>
          <cx:pt idx="896">49.990000000000002</cx:pt>
          <cx:pt idx="897">49.990000000000002</cx:pt>
          <cx:pt idx="898">49.990000000000002</cx:pt>
          <cx:pt idx="899">49.990000000000002</cx:pt>
          <cx:pt idx="900">49.990000000000002</cx:pt>
          <cx:pt idx="901">49.990000000000002</cx:pt>
          <cx:pt idx="902">49.990000000000002</cx:pt>
          <cx:pt idx="903">49.990000000000002</cx:pt>
          <cx:pt idx="904">49.990000000000002</cx:pt>
          <cx:pt idx="905">49.990000000000002</cx:pt>
          <cx:pt idx="906">49.990000000000002</cx:pt>
          <cx:pt idx="907">49.990000000000002</cx:pt>
          <cx:pt idx="908">49.990000000000002</cx:pt>
          <cx:pt idx="909">49.990000000000002</cx:pt>
          <cx:pt idx="910">49.990000000000002</cx:pt>
          <cx:pt idx="911">49.990000000000002</cx:pt>
          <cx:pt idx="912">49.990000000000002</cx:pt>
          <cx:pt idx="913">49.990000000000002</cx:pt>
          <cx:pt idx="914">49.990000000000002</cx:pt>
          <cx:pt idx="915">49.990000000000002</cx:pt>
          <cx:pt idx="916">49.990000000000002</cx:pt>
          <cx:pt idx="917">49.990000000000002</cx:pt>
          <cx:pt idx="918">49.990000000000002</cx:pt>
          <cx:pt idx="919">49.990000000000002</cx:pt>
          <cx:pt idx="920">49.990000000000002</cx:pt>
          <cx:pt idx="921">49.990000000000002</cx:pt>
          <cx:pt idx="922">49.990000000000002</cx:pt>
          <cx:pt idx="923">49.990000000000002</cx:pt>
          <cx:pt idx="924">49.990000000000002</cx:pt>
          <cx:pt idx="925">49.990000000000002</cx:pt>
          <cx:pt idx="926">49.990000000000002</cx:pt>
          <cx:pt idx="927">49.990000000000002</cx:pt>
          <cx:pt idx="928">49.990000000000002</cx:pt>
          <cx:pt idx="929">49.990000000000002</cx:pt>
          <cx:pt idx="930">49.990000000000002</cx:pt>
          <cx:pt idx="931">49.990000000000002</cx:pt>
          <cx:pt idx="932">49.990000000000002</cx:pt>
          <cx:pt idx="933">49.990000000000002</cx:pt>
          <cx:pt idx="934">49.990000000000002</cx:pt>
          <cx:pt idx="935">49.990000000000002</cx:pt>
          <cx:pt idx="936">49.990000000000002</cx:pt>
          <cx:pt idx="937">49.990000000000002</cx:pt>
          <cx:pt idx="938">49.990000000000002</cx:pt>
          <cx:pt idx="939">49.990000000000002</cx:pt>
          <cx:pt idx="940">49.990000000000002</cx:pt>
          <cx:pt idx="941">49.990000000000002</cx:pt>
          <cx:pt idx="942">49.990000000000002</cx:pt>
          <cx:pt idx="943">49.990000000000002</cx:pt>
          <cx:pt idx="944">49.990000000000002</cx:pt>
          <cx:pt idx="945">49.990000000000002</cx:pt>
          <cx:pt idx="946">49.990000000000002</cx:pt>
          <cx:pt idx="947">49.990000000000002</cx:pt>
          <cx:pt idx="948">49.990000000000002</cx:pt>
          <cx:pt idx="949">49.990000000000002</cx:pt>
          <cx:pt idx="950">49.990000000000002</cx:pt>
          <cx:pt idx="951">49.990000000000002</cx:pt>
          <cx:pt idx="952">49.990000000000002</cx:pt>
          <cx:pt idx="953">49.990000000000002</cx:pt>
          <cx:pt idx="954">49.990000000000002</cx:pt>
          <cx:pt idx="955">49.990000000000002</cx:pt>
          <cx:pt idx="956">49.990000000000002</cx:pt>
          <cx:pt idx="957">49.990000000000002</cx:pt>
          <cx:pt idx="958">49.990000000000002</cx:pt>
          <cx:pt idx="959">49.990000000000002</cx:pt>
          <cx:pt idx="960">49.990000000000002</cx:pt>
          <cx:pt idx="961">49.990000000000002</cx:pt>
          <cx:pt idx="962">49.990000000000002</cx:pt>
          <cx:pt idx="963">49.990000000000002</cx:pt>
          <cx:pt idx="964">49.990000000000002</cx:pt>
          <cx:pt idx="965">49.990000000000002</cx:pt>
          <cx:pt idx="966">49.990000000000002</cx:pt>
          <cx:pt idx="967">49.990000000000002</cx:pt>
          <cx:pt idx="968">49.990000000000002</cx:pt>
          <cx:pt idx="969">49.990000000000002</cx:pt>
          <cx:pt idx="970">49.990000000000002</cx:pt>
          <cx:pt idx="971">49.990000000000002</cx:pt>
          <cx:pt idx="972">49.990000000000002</cx:pt>
          <cx:pt idx="973">49.990000000000002</cx:pt>
          <cx:pt idx="974">49.990000000000002</cx:pt>
          <cx:pt idx="975">49.990000000000002</cx:pt>
          <cx:pt idx="976">49.990000000000002</cx:pt>
          <cx:pt idx="977">49.990000000000002</cx:pt>
          <cx:pt idx="978">49.990000000000002</cx:pt>
          <cx:pt idx="979">49.990000000000002</cx:pt>
          <cx:pt idx="980">49.990000000000002</cx:pt>
          <cx:pt idx="981">49.990000000000002</cx:pt>
          <cx:pt idx="982">49.990000000000002</cx:pt>
          <cx:pt idx="983">49.990000000000002</cx:pt>
          <cx:pt idx="984">49.990000000000002</cx:pt>
          <cx:pt idx="985">49.990000000000002</cx:pt>
          <cx:pt idx="986">49.990000000000002</cx:pt>
          <cx:pt idx="987">49.990000000000002</cx:pt>
          <cx:pt idx="988">49.990000000000002</cx:pt>
          <cx:pt idx="989">49.990000000000002</cx:pt>
          <cx:pt idx="990">49.990000000000002</cx:pt>
          <cx:pt idx="991">49.990000000000002</cx:pt>
          <cx:pt idx="992">49.990000000000002</cx:pt>
          <cx:pt idx="993">49.990000000000002</cx:pt>
          <cx:pt idx="994">49.990000000000002</cx:pt>
          <cx:pt idx="995">49.990000000000002</cx:pt>
          <cx:pt idx="996">49.990000000000002</cx:pt>
          <cx:pt idx="997">49.990000000000002</cx:pt>
          <cx:pt idx="998">49.990000000000002</cx:pt>
          <cx:pt idx="999">49.990000000000002</cx:pt>
          <cx:pt idx="1000">49.990000000000002</cx:pt>
          <cx:pt idx="1001">49.990000000000002</cx:pt>
          <cx:pt idx="1002">49.990000000000002</cx:pt>
          <cx:pt idx="1003">49.990000000000002</cx:pt>
          <cx:pt idx="1004">49.990000000000002</cx:pt>
          <cx:pt idx="1005">49.990000000000002</cx:pt>
          <cx:pt idx="1006">49.990000000000002</cx:pt>
          <cx:pt idx="1007">49.990000000000002</cx:pt>
          <cx:pt idx="1008">49.990000000000002</cx:pt>
          <cx:pt idx="1009">49.990000000000002</cx:pt>
          <cx:pt idx="1010">49.990000000000002</cx:pt>
          <cx:pt idx="1011">49.990000000000002</cx:pt>
          <cx:pt idx="1012">49.990000000000002</cx:pt>
          <cx:pt idx="1013">49.990000000000002</cx:pt>
          <cx:pt idx="1014">49.990000000000002</cx:pt>
          <cx:pt idx="1015">49.990000000000002</cx:pt>
          <cx:pt idx="1016">49.990000000000002</cx:pt>
          <cx:pt idx="1017">49.990000000000002</cx:pt>
          <cx:pt idx="1018">49.990000000000002</cx:pt>
          <cx:pt idx="1019">49.990000000000002</cx:pt>
          <cx:pt idx="1020">49.990000000000002</cx:pt>
          <cx:pt idx="1021">49.990000000000002</cx:pt>
          <cx:pt idx="1022">49.990000000000002</cx:pt>
          <cx:pt idx="1023">49.990000000000002</cx:pt>
          <cx:pt idx="1024">49.990000000000002</cx:pt>
          <cx:pt idx="1025">49.990000000000002</cx:pt>
          <cx:pt idx="1026">49.990000000000002</cx:pt>
          <cx:pt idx="1027">49.990000000000002</cx:pt>
          <cx:pt idx="1028">49.990000000000002</cx:pt>
          <cx:pt idx="1029">49.990000000000002</cx:pt>
          <cx:pt idx="1030">49.990000000000002</cx:pt>
          <cx:pt idx="1031">49.990000000000002</cx:pt>
          <cx:pt idx="1032">49.990000000000002</cx:pt>
          <cx:pt idx="1033">49.990000000000002</cx:pt>
          <cx:pt idx="1034">49.990000000000002</cx:pt>
          <cx:pt idx="1035">49.990000000000002</cx:pt>
          <cx:pt idx="1036">49.990000000000002</cx:pt>
          <cx:pt idx="1037">49.990000000000002</cx:pt>
          <cx:pt idx="1038">49.990000000000002</cx:pt>
          <cx:pt idx="1039">49.990000000000002</cx:pt>
          <cx:pt idx="1040">49.990000000000002</cx:pt>
          <cx:pt idx="1041">49.990000000000002</cx:pt>
          <cx:pt idx="1042">49.990000000000002</cx:pt>
          <cx:pt idx="1043">49.990000000000002</cx:pt>
          <cx:pt idx="1044">49.990000000000002</cx:pt>
          <cx:pt idx="1045">49.990000000000002</cx:pt>
          <cx:pt idx="1046">49.990000000000002</cx:pt>
          <cx:pt idx="1047">49.990000000000002</cx:pt>
          <cx:pt idx="1048">49.990000000000002</cx:pt>
          <cx:pt idx="1049">49.990000000000002</cx:pt>
          <cx:pt idx="1050">49.990000000000002</cx:pt>
          <cx:pt idx="1051">49.990000000000002</cx:pt>
          <cx:pt idx="1052">49.990000000000002</cx:pt>
          <cx:pt idx="1053">49.990000000000002</cx:pt>
          <cx:pt idx="1054">49.990000000000002</cx:pt>
          <cx:pt idx="1055">49.990000000000002</cx:pt>
          <cx:pt idx="1056">49.990000000000002</cx:pt>
          <cx:pt idx="1057">49.990000000000002</cx:pt>
          <cx:pt idx="1058">49.990000000000002</cx:pt>
          <cx:pt idx="1059">49.990000000000002</cx:pt>
          <cx:pt idx="1060">49.990000000000002</cx:pt>
          <cx:pt idx="1061">49.990000000000002</cx:pt>
          <cx:pt idx="1062">49.990000000000002</cx:pt>
          <cx:pt idx="1063">49.990000000000002</cx:pt>
          <cx:pt idx="1064">49.990000000000002</cx:pt>
          <cx:pt idx="1065">49.990000000000002</cx:pt>
          <cx:pt idx="1066">49.990000000000002</cx:pt>
          <cx:pt idx="1067">49.990000000000002</cx:pt>
          <cx:pt idx="1068">49.990000000000002</cx:pt>
          <cx:pt idx="1069">49.990000000000002</cx:pt>
          <cx:pt idx="1070">49.990000000000002</cx:pt>
          <cx:pt idx="1071">49.990000000000002</cx:pt>
          <cx:pt idx="1072">49.990000000000002</cx:pt>
          <cx:pt idx="1073">49.990000000000002</cx:pt>
          <cx:pt idx="1074">49.990000000000002</cx:pt>
          <cx:pt idx="1075">49.990000000000002</cx:pt>
          <cx:pt idx="1076">49.990000000000002</cx:pt>
          <cx:pt idx="1077">49.990000000000002</cx:pt>
          <cx:pt idx="1078">49.990000000000002</cx:pt>
          <cx:pt idx="1079">49.990000000000002</cx:pt>
          <cx:pt idx="1080">49.990000000000002</cx:pt>
          <cx:pt idx="1081">49.990000000000002</cx:pt>
          <cx:pt idx="1082">49.990000000000002</cx:pt>
          <cx:pt idx="1083">49.990000000000002</cx:pt>
          <cx:pt idx="1084">49.990000000000002</cx:pt>
          <cx:pt idx="1085">49.990000000000002</cx:pt>
          <cx:pt idx="1086">49.990000000000002</cx:pt>
          <cx:pt idx="1087">49.990000000000002</cx:pt>
          <cx:pt idx="1088">49.990000000000002</cx:pt>
          <cx:pt idx="1089">49.990000000000002</cx:pt>
          <cx:pt idx="1090">49.990000000000002</cx:pt>
          <cx:pt idx="1091">49.990000000000002</cx:pt>
          <cx:pt idx="1092">49.990000000000002</cx:pt>
          <cx:pt idx="1093">49.990000000000002</cx:pt>
          <cx:pt idx="1094">49.990000000000002</cx:pt>
          <cx:pt idx="1095">49.990000000000002</cx:pt>
          <cx:pt idx="1096">49.990000000000002</cx:pt>
          <cx:pt idx="1097">49.990000000000002</cx:pt>
          <cx:pt idx="1098">49.990000000000002</cx:pt>
          <cx:pt idx="1099">49.990000000000002</cx:pt>
          <cx:pt idx="1100">49.990000000000002</cx:pt>
          <cx:pt idx="1101">49.990000000000002</cx:pt>
          <cx:pt idx="1102">49.990000000000002</cx:pt>
          <cx:pt idx="1103">49.990000000000002</cx:pt>
          <cx:pt idx="1104">49.990000000000002</cx:pt>
          <cx:pt idx="1105">49.990000000000002</cx:pt>
          <cx:pt idx="1106">49.990000000000002</cx:pt>
          <cx:pt idx="1107">49.990000000000002</cx:pt>
          <cx:pt idx="1108">49.990000000000002</cx:pt>
          <cx:pt idx="1109">49.990000000000002</cx:pt>
          <cx:pt idx="1110">49.990000000000002</cx:pt>
          <cx:pt idx="1111">49.990000000000002</cx:pt>
          <cx:pt idx="1112">49.990000000000002</cx:pt>
          <cx:pt idx="1113">49.990000000000002</cx:pt>
          <cx:pt idx="1114">49.990000000000002</cx:pt>
          <cx:pt idx="1115">49.990000000000002</cx:pt>
          <cx:pt idx="1116">49.990000000000002</cx:pt>
          <cx:pt idx="1117">49.990000000000002</cx:pt>
          <cx:pt idx="1118">49.990000000000002</cx:pt>
          <cx:pt idx="1119">49.990000000000002</cx:pt>
          <cx:pt idx="1120">49.990000000000002</cx:pt>
          <cx:pt idx="1121">49.990000000000002</cx:pt>
          <cx:pt idx="1122">49.990000000000002</cx:pt>
          <cx:pt idx="1123">49.990000000000002</cx:pt>
          <cx:pt idx="1124">49.990000000000002</cx:pt>
          <cx:pt idx="1125">49.990000000000002</cx:pt>
          <cx:pt idx="1126">49.990000000000002</cx:pt>
          <cx:pt idx="1127">49.990000000000002</cx:pt>
          <cx:pt idx="1128">49.990000000000002</cx:pt>
          <cx:pt idx="1129">49.990000000000002</cx:pt>
          <cx:pt idx="1130">49.990000000000002</cx:pt>
          <cx:pt idx="1131">49.990000000000002</cx:pt>
          <cx:pt idx="1132">49.990000000000002</cx:pt>
          <cx:pt idx="1133">49.990000000000002</cx:pt>
          <cx:pt idx="1134">49.990000000000002</cx:pt>
          <cx:pt idx="1135">49.990000000000002</cx:pt>
          <cx:pt idx="1136">49.990000000000002</cx:pt>
          <cx:pt idx="1137">49.990000000000002</cx:pt>
          <cx:pt idx="1138">49.990000000000002</cx:pt>
          <cx:pt idx="1139">49.990000000000002</cx:pt>
          <cx:pt idx="1140">49.990000000000002</cx:pt>
          <cx:pt idx="1141">49.990000000000002</cx:pt>
          <cx:pt idx="1142">49.990000000000002</cx:pt>
          <cx:pt idx="1143">49.990000000000002</cx:pt>
          <cx:pt idx="1144">49.990000000000002</cx:pt>
          <cx:pt idx="1145">49.990000000000002</cx:pt>
          <cx:pt idx="1146">49.990000000000002</cx:pt>
          <cx:pt idx="1147">49.990000000000002</cx:pt>
          <cx:pt idx="1148">49.990000000000002</cx:pt>
          <cx:pt idx="1149">49.990000000000002</cx:pt>
          <cx:pt idx="1150">49.990000000000002</cx:pt>
          <cx:pt idx="1151">49.990000000000002</cx:pt>
          <cx:pt idx="1152">49.990000000000002</cx:pt>
          <cx:pt idx="1153">49.990000000000002</cx:pt>
          <cx:pt idx="1154">49.990000000000002</cx:pt>
          <cx:pt idx="1155">49.990000000000002</cx:pt>
          <cx:pt idx="1156">49.990000000000002</cx:pt>
          <cx:pt idx="1157">49.990000000000002</cx:pt>
          <cx:pt idx="1158">49.990000000000002</cx:pt>
          <cx:pt idx="1159">49.990000000000002</cx:pt>
          <cx:pt idx="1160">49.990000000000002</cx:pt>
          <cx:pt idx="1161">49.990000000000002</cx:pt>
          <cx:pt idx="1162">49.990000000000002</cx:pt>
          <cx:pt idx="1163">49.990000000000002</cx:pt>
          <cx:pt idx="1164">49.990000000000002</cx:pt>
          <cx:pt idx="1165">49.990000000000002</cx:pt>
          <cx:pt idx="1166">49.990000000000002</cx:pt>
          <cx:pt idx="1167">49.990000000000002</cx:pt>
          <cx:pt idx="1168">49.990000000000002</cx:pt>
          <cx:pt idx="1169">49.990000000000002</cx:pt>
          <cx:pt idx="1170">49.990000000000002</cx:pt>
          <cx:pt idx="1171">49.990000000000002</cx:pt>
          <cx:pt idx="1172">49.990000000000002</cx:pt>
          <cx:pt idx="1173">49.990000000000002</cx:pt>
          <cx:pt idx="1174">49.990000000000002</cx:pt>
          <cx:pt idx="1175">49.990000000000002</cx:pt>
          <cx:pt idx="1176">49.990000000000002</cx:pt>
          <cx:pt idx="1177">49.990000000000002</cx:pt>
          <cx:pt idx="1178">49.990000000000002</cx:pt>
          <cx:pt idx="1179">49.990000000000002</cx:pt>
          <cx:pt idx="1180">49.990000000000002</cx:pt>
          <cx:pt idx="1181">49.990000000000002</cx:pt>
          <cx:pt idx="1182">49.990000000000002</cx:pt>
          <cx:pt idx="1183">49.990000000000002</cx:pt>
          <cx:pt idx="1184">49.990000000000002</cx:pt>
          <cx:pt idx="1185">49.990000000000002</cx:pt>
          <cx:pt idx="1186">49.990000000000002</cx:pt>
          <cx:pt idx="1187">49.990000000000002</cx:pt>
          <cx:pt idx="1188">49.990000000000002</cx:pt>
          <cx:pt idx="1189">49.990000000000002</cx:pt>
          <cx:pt idx="1190">49.990000000000002</cx:pt>
          <cx:pt idx="1191">49.990000000000002</cx:pt>
          <cx:pt idx="1192">49.990000000000002</cx:pt>
          <cx:pt idx="1193">49.990000000000002</cx:pt>
          <cx:pt idx="1194">49.990000000000002</cx:pt>
          <cx:pt idx="1195">49.990000000000002</cx:pt>
          <cx:pt idx="1196">49.990000000000002</cx:pt>
          <cx:pt idx="1197">49.990000000000002</cx:pt>
          <cx:pt idx="1198">49.990000000000002</cx:pt>
          <cx:pt idx="1199">49.990000000000002</cx:pt>
          <cx:pt idx="1200">49.990000000000002</cx:pt>
          <cx:pt idx="1201">49.990000000000002</cx:pt>
          <cx:pt idx="1202">49.990000000000002</cx:pt>
          <cx:pt idx="1203">49.990000000000002</cx:pt>
          <cx:pt idx="1204">49.990000000000002</cx:pt>
          <cx:pt idx="1205">49.990000000000002</cx:pt>
          <cx:pt idx="1206">49.990000000000002</cx:pt>
          <cx:pt idx="1207">49.990000000000002</cx:pt>
          <cx:pt idx="1208">49.990000000000002</cx:pt>
          <cx:pt idx="1209">49.990000000000002</cx:pt>
          <cx:pt idx="1210">49.990000000000002</cx:pt>
          <cx:pt idx="1211">49.990000000000002</cx:pt>
          <cx:pt idx="1212">49.990000000000002</cx:pt>
          <cx:pt idx="1213">49.990000000000002</cx:pt>
          <cx:pt idx="1214">49.990000000000002</cx:pt>
          <cx:pt idx="1215">49.990000000000002</cx:pt>
          <cx:pt idx="1216">49.990000000000002</cx:pt>
          <cx:pt idx="1217">49.990000000000002</cx:pt>
          <cx:pt idx="1218">49.990000000000002</cx:pt>
          <cx:pt idx="1219">49.990000000000002</cx:pt>
          <cx:pt idx="1220">49.990000000000002</cx:pt>
          <cx:pt idx="1221">49.990000000000002</cx:pt>
          <cx:pt idx="1222">49.990000000000002</cx:pt>
          <cx:pt idx="1223">49.990000000000002</cx:pt>
          <cx:pt idx="1224">49.990000000000002</cx:pt>
          <cx:pt idx="1225">49.990000000000002</cx:pt>
          <cx:pt idx="1226">49.990000000000002</cx:pt>
          <cx:pt idx="1227">49.990000000000002</cx:pt>
          <cx:pt idx="1228">49.990000000000002</cx:pt>
          <cx:pt idx="1229">49.990000000000002</cx:pt>
          <cx:pt idx="1230">49.990000000000002</cx:pt>
          <cx:pt idx="1231">49.990000000000002</cx:pt>
          <cx:pt idx="1232">49.990000000000002</cx:pt>
          <cx:pt idx="1233">49.990000000000002</cx:pt>
          <cx:pt idx="1234">49.990000000000002</cx:pt>
          <cx:pt idx="1235">49.990000000000002</cx:pt>
          <cx:pt idx="1236">49.990000000000002</cx:pt>
          <cx:pt idx="1237">49.990000000000002</cx:pt>
          <cx:pt idx="1238">49.990000000000002</cx:pt>
          <cx:pt idx="1239">49.990000000000002</cx:pt>
          <cx:pt idx="1240">49.990000000000002</cx:pt>
          <cx:pt idx="1241">49.990000000000002</cx:pt>
          <cx:pt idx="1242">49.990000000000002</cx:pt>
          <cx:pt idx="1243">49.990000000000002</cx:pt>
          <cx:pt idx="1244">49.990000000000002</cx:pt>
          <cx:pt idx="1245">49.990000000000002</cx:pt>
          <cx:pt idx="1246">49.990000000000002</cx:pt>
          <cx:pt idx="1247">49.990000000000002</cx:pt>
          <cx:pt idx="1248">49.990000000000002</cx:pt>
          <cx:pt idx="1249">49.990000000000002</cx:pt>
          <cx:pt idx="1250">49.990000000000002</cx:pt>
          <cx:pt idx="1251">49.990000000000002</cx:pt>
          <cx:pt idx="1252">49.990000000000002</cx:pt>
          <cx:pt idx="1253">49.990000000000002</cx:pt>
          <cx:pt idx="1254">49.990000000000002</cx:pt>
          <cx:pt idx="1255">49.990000000000002</cx:pt>
          <cx:pt idx="1256">49.990000000000002</cx:pt>
          <cx:pt idx="1257">49.990000000000002</cx:pt>
          <cx:pt idx="1258">49.990000000000002</cx:pt>
          <cx:pt idx="1259">49.990000000000002</cx:pt>
          <cx:pt idx="1260">49.990000000000002</cx:pt>
          <cx:pt idx="1261">49.990000000000002</cx:pt>
          <cx:pt idx="1262">49.990000000000002</cx:pt>
          <cx:pt idx="1263">49.990000000000002</cx:pt>
          <cx:pt idx="1264">49.990000000000002</cx:pt>
          <cx:pt idx="1265">49.990000000000002</cx:pt>
          <cx:pt idx="1266">49.990000000000002</cx:pt>
          <cx:pt idx="1267">49.990000000000002</cx:pt>
          <cx:pt idx="1268">49.990000000000002</cx:pt>
          <cx:pt idx="1269">49.990000000000002</cx:pt>
          <cx:pt idx="1270">49.990000000000002</cx:pt>
          <cx:pt idx="1271">49.990000000000002</cx:pt>
          <cx:pt idx="1272">49.990000000000002</cx:pt>
          <cx:pt idx="1273">49.990000000000002</cx:pt>
          <cx:pt idx="1274">49.990000000000002</cx:pt>
          <cx:pt idx="1275">49.990000000000002</cx:pt>
          <cx:pt idx="1276">49.990000000000002</cx:pt>
          <cx:pt idx="1277">49.990000000000002</cx:pt>
          <cx:pt idx="1278">49.990000000000002</cx:pt>
          <cx:pt idx="1279">49.990000000000002</cx:pt>
          <cx:pt idx="1280">49.990000000000002</cx:pt>
          <cx:pt idx="1281">49.990000000000002</cx:pt>
          <cx:pt idx="1282">49.990000000000002</cx:pt>
          <cx:pt idx="1283">49.990000000000002</cx:pt>
          <cx:pt idx="1284">49.990000000000002</cx:pt>
          <cx:pt idx="1285">49.990000000000002</cx:pt>
          <cx:pt idx="1286">49.990000000000002</cx:pt>
          <cx:pt idx="1287">49.990000000000002</cx:pt>
          <cx:pt idx="1288">49.990000000000002</cx:pt>
          <cx:pt idx="1289">49.990000000000002</cx:pt>
          <cx:pt idx="1290">49.990000000000002</cx:pt>
          <cx:pt idx="1291">49.990000000000002</cx:pt>
          <cx:pt idx="1292">49.990000000000002</cx:pt>
          <cx:pt idx="1293">49.990000000000002</cx:pt>
          <cx:pt idx="1294">49.990000000000002</cx:pt>
          <cx:pt idx="1295">49.990000000000002</cx:pt>
          <cx:pt idx="1296">49.990000000000002</cx:pt>
          <cx:pt idx="1297">49.990000000000002</cx:pt>
          <cx:pt idx="1298">49.990000000000002</cx:pt>
          <cx:pt idx="1299">49.990000000000002</cx:pt>
          <cx:pt idx="1300">49.990000000000002</cx:pt>
          <cx:pt idx="1301">49.990000000000002</cx:pt>
          <cx:pt idx="1302">49.990000000000002</cx:pt>
          <cx:pt idx="1303">49.990000000000002</cx:pt>
          <cx:pt idx="1304">49.990000000000002</cx:pt>
          <cx:pt idx="1305">49.990000000000002</cx:pt>
          <cx:pt idx="1306">49.990000000000002</cx:pt>
          <cx:pt idx="1307">49.990000000000002</cx:pt>
          <cx:pt idx="1308">49.990000000000002</cx:pt>
          <cx:pt idx="1309">49.990000000000002</cx:pt>
          <cx:pt idx="1310">49.990000000000002</cx:pt>
          <cx:pt idx="1311">49.990000000000002</cx:pt>
          <cx:pt idx="1312">49.990000000000002</cx:pt>
          <cx:pt idx="1313">49.990000000000002</cx:pt>
          <cx:pt idx="1314">49.990000000000002</cx:pt>
          <cx:pt idx="1315">49.990000000000002</cx:pt>
          <cx:pt idx="1316">49.990000000000002</cx:pt>
          <cx:pt idx="1317">49.990000000000002</cx:pt>
          <cx:pt idx="1318">49.990000000000002</cx:pt>
          <cx:pt idx="1319">49.990000000000002</cx:pt>
          <cx:pt idx="1320">49.990000000000002</cx:pt>
          <cx:pt idx="1321">49.990000000000002</cx:pt>
          <cx:pt idx="1322">49.990000000000002</cx:pt>
          <cx:pt idx="1323">49.990000000000002</cx:pt>
          <cx:pt idx="1324">49.990000000000002</cx:pt>
          <cx:pt idx="1325">49.990000000000002</cx:pt>
          <cx:pt idx="1326">49.990000000000002</cx:pt>
          <cx:pt idx="1327">49.990000000000002</cx:pt>
          <cx:pt idx="1328">49.990000000000002</cx:pt>
          <cx:pt idx="1329">49.990000000000002</cx:pt>
          <cx:pt idx="1330">49.990000000000002</cx:pt>
          <cx:pt idx="1331">49.990000000000002</cx:pt>
          <cx:pt idx="1332">49.990000000000002</cx:pt>
          <cx:pt idx="1333">49.990000000000002</cx:pt>
          <cx:pt idx="1334">49.990000000000002</cx:pt>
          <cx:pt idx="1335">49.990000000000002</cx:pt>
          <cx:pt idx="1336">49.990000000000002</cx:pt>
          <cx:pt idx="1337">49.990000000000002</cx:pt>
          <cx:pt idx="1338">49.990000000000002</cx:pt>
          <cx:pt idx="1339">49.990000000000002</cx:pt>
          <cx:pt idx="1340">49.990000000000002</cx:pt>
          <cx:pt idx="1341">49.990000000000002</cx:pt>
          <cx:pt idx="1342">49.990000000000002</cx:pt>
          <cx:pt idx="1343">49.990000000000002</cx:pt>
          <cx:pt idx="1344">49.990000000000002</cx:pt>
          <cx:pt idx="1345">49.990000000000002</cx:pt>
          <cx:pt idx="1346">49.990000000000002</cx:pt>
          <cx:pt idx="1347">49.990000000000002</cx:pt>
          <cx:pt idx="1348">49.990000000000002</cx:pt>
          <cx:pt idx="1349">49.990000000000002</cx:pt>
          <cx:pt idx="1350">49.990000000000002</cx:pt>
          <cx:pt idx="1351">49.990000000000002</cx:pt>
          <cx:pt idx="1352">49.990000000000002</cx:pt>
          <cx:pt idx="1353">49.990000000000002</cx:pt>
          <cx:pt idx="1354">49.990000000000002</cx:pt>
          <cx:pt idx="1355">49.990000000000002</cx:pt>
          <cx:pt idx="1356">49.990000000000002</cx:pt>
          <cx:pt idx="1357">49.990000000000002</cx:pt>
          <cx:pt idx="1358">49.990000000000002</cx:pt>
          <cx:pt idx="1359">49.990000000000002</cx:pt>
          <cx:pt idx="1360">49.990000000000002</cx:pt>
          <cx:pt idx="1361">49.990000000000002</cx:pt>
          <cx:pt idx="1362">49.990000000000002</cx:pt>
          <cx:pt idx="1363">49.990000000000002</cx:pt>
          <cx:pt idx="1364">49.990000000000002</cx:pt>
          <cx:pt idx="1365">49.990000000000002</cx:pt>
          <cx:pt idx="1366">49.990000000000002</cx:pt>
          <cx:pt idx="1367">49.990000000000002</cx:pt>
          <cx:pt idx="1368">49.990000000000002</cx:pt>
          <cx:pt idx="1369">49.990000000000002</cx:pt>
          <cx:pt idx="1370">49.990000000000002</cx:pt>
          <cx:pt idx="1371">49.990000000000002</cx:pt>
          <cx:pt idx="1372">49.990000000000002</cx:pt>
          <cx:pt idx="1373">49.990000000000002</cx:pt>
          <cx:pt idx="1374">49.990000000000002</cx:pt>
          <cx:pt idx="1375">49.990000000000002</cx:pt>
          <cx:pt idx="1376">49.990000000000002</cx:pt>
          <cx:pt idx="1377">49.990000000000002</cx:pt>
          <cx:pt idx="1378">49.990000000000002</cx:pt>
          <cx:pt idx="1379">49.990000000000002</cx:pt>
          <cx:pt idx="1380">49.990000000000002</cx:pt>
          <cx:pt idx="1381">49.990000000000002</cx:pt>
          <cx:pt idx="1382">49.990000000000002</cx:pt>
          <cx:pt idx="1383">49.990000000000002</cx:pt>
          <cx:pt idx="1384">49.990000000000002</cx:pt>
          <cx:pt idx="1385">49.990000000000002</cx:pt>
          <cx:pt idx="1386">49.990000000000002</cx:pt>
          <cx:pt idx="1387">49.990000000000002</cx:pt>
          <cx:pt idx="1388">49.990000000000002</cx:pt>
          <cx:pt idx="1389">49.990000000000002</cx:pt>
          <cx:pt idx="1390">49.990000000000002</cx:pt>
          <cx:pt idx="1391">49.990000000000002</cx:pt>
          <cx:pt idx="1392">49.990000000000002</cx:pt>
          <cx:pt idx="1393">49.990000000000002</cx:pt>
          <cx:pt idx="1394">49.990000000000002</cx:pt>
          <cx:pt idx="1395">49.990000000000002</cx:pt>
          <cx:pt idx="1396">49.990000000000002</cx:pt>
          <cx:pt idx="1397">49.990000000000002</cx:pt>
          <cx:pt idx="1398">49.990000000000002</cx:pt>
          <cx:pt idx="1399">49.990000000000002</cx:pt>
          <cx:pt idx="1400">49.990000000000002</cx:pt>
          <cx:pt idx="1401">49.990000000000002</cx:pt>
          <cx:pt idx="1402">49.990000000000002</cx:pt>
          <cx:pt idx="1403">49.990000000000002</cx:pt>
          <cx:pt idx="1404">49.990000000000002</cx:pt>
          <cx:pt idx="1405">49.990000000000002</cx:pt>
          <cx:pt idx="1406">49.990000000000002</cx:pt>
          <cx:pt idx="1407">49.990000000000002</cx:pt>
          <cx:pt idx="1408">49.990000000000002</cx:pt>
          <cx:pt idx="1409">49.990000000000002</cx:pt>
          <cx:pt idx="1410">49.990000000000002</cx:pt>
          <cx:pt idx="1411">49.990000000000002</cx:pt>
          <cx:pt idx="1412">49.990000000000002</cx:pt>
          <cx:pt idx="1413">49.990000000000002</cx:pt>
          <cx:pt idx="1414">49.990000000000002</cx:pt>
          <cx:pt idx="1415">49.990000000000002</cx:pt>
          <cx:pt idx="1416">49.990000000000002</cx:pt>
          <cx:pt idx="1417">49.990000000000002</cx:pt>
          <cx:pt idx="1418">49.990000000000002</cx:pt>
          <cx:pt idx="1419">49.990000000000002</cx:pt>
          <cx:pt idx="1420">49.990000000000002</cx:pt>
          <cx:pt idx="1421">49.990000000000002</cx:pt>
          <cx:pt idx="1422">49.990000000000002</cx:pt>
          <cx:pt idx="1423">49.990000000000002</cx:pt>
          <cx:pt idx="1424">49.990000000000002</cx:pt>
          <cx:pt idx="1425">49.990000000000002</cx:pt>
          <cx:pt idx="1426">49.990000000000002</cx:pt>
          <cx:pt idx="1427">49.990000000000002</cx:pt>
          <cx:pt idx="1428">49.990000000000002</cx:pt>
          <cx:pt idx="1429">49.990000000000002</cx:pt>
          <cx:pt idx="1430">49.990000000000002</cx:pt>
          <cx:pt idx="1431">49.990000000000002</cx:pt>
          <cx:pt idx="1432">49.990000000000002</cx:pt>
          <cx:pt idx="1433">49.990000000000002</cx:pt>
          <cx:pt idx="1434">49.990000000000002</cx:pt>
          <cx:pt idx="1435">49.990000000000002</cx:pt>
          <cx:pt idx="1436">49.990000000000002</cx:pt>
          <cx:pt idx="1437">49.990000000000002</cx:pt>
          <cx:pt idx="1438">49.990000000000002</cx:pt>
          <cx:pt idx="1439">49.990000000000002</cx:pt>
          <cx:pt idx="1440">49.990000000000002</cx:pt>
          <cx:pt idx="1441">49.990000000000002</cx:pt>
          <cx:pt idx="1442">49.990000000000002</cx:pt>
          <cx:pt idx="1443">49.990000000000002</cx:pt>
          <cx:pt idx="1444">49.990000000000002</cx:pt>
          <cx:pt idx="1445">49.990000000000002</cx:pt>
          <cx:pt idx="1446">49.990000000000002</cx:pt>
          <cx:pt idx="1447">49.990000000000002</cx:pt>
          <cx:pt idx="1448">49.990000000000002</cx:pt>
          <cx:pt idx="1449">49.990000000000002</cx:pt>
          <cx:pt idx="1450">49.990000000000002</cx:pt>
          <cx:pt idx="1451">49.990000000000002</cx:pt>
          <cx:pt idx="1452">49.990000000000002</cx:pt>
          <cx:pt idx="1453">49.990000000000002</cx:pt>
          <cx:pt idx="1454">49.990000000000002</cx:pt>
          <cx:pt idx="1455">49.990000000000002</cx:pt>
          <cx:pt idx="1456">49.990000000000002</cx:pt>
          <cx:pt idx="1457">49.990000000000002</cx:pt>
          <cx:pt idx="1458">49.990000000000002</cx:pt>
          <cx:pt idx="1459">49.990000000000002</cx:pt>
          <cx:pt idx="1460">49.990000000000002</cx:pt>
          <cx:pt idx="1461">49.990000000000002</cx:pt>
          <cx:pt idx="1462">49.990000000000002</cx:pt>
          <cx:pt idx="1463">49.990000000000002</cx:pt>
          <cx:pt idx="1464">49.990000000000002</cx:pt>
          <cx:pt idx="1465">49.990000000000002</cx:pt>
          <cx:pt idx="1466">49.990000000000002</cx:pt>
          <cx:pt idx="1467">49.990000000000002</cx:pt>
          <cx:pt idx="1468">49.990000000000002</cx:pt>
          <cx:pt idx="1469">49.990000000000002</cx:pt>
          <cx:pt idx="1470">49.990000000000002</cx:pt>
          <cx:pt idx="1471">49.990000000000002</cx:pt>
          <cx:pt idx="1472">49.990000000000002</cx:pt>
          <cx:pt idx="1473">49.990000000000002</cx:pt>
          <cx:pt idx="1474">49.990000000000002</cx:pt>
          <cx:pt idx="1475">49.990000000000002</cx:pt>
          <cx:pt idx="1476">49.990000000000002</cx:pt>
          <cx:pt idx="1477">49.990000000000002</cx:pt>
          <cx:pt idx="1478">49.990000000000002</cx:pt>
          <cx:pt idx="1479">49.990000000000002</cx:pt>
          <cx:pt idx="1480">49.990000000000002</cx:pt>
          <cx:pt idx="1481">49.990000000000002</cx:pt>
          <cx:pt idx="1482">49.990000000000002</cx:pt>
          <cx:pt idx="1483">49.990000000000002</cx:pt>
          <cx:pt idx="1484">49.990000000000002</cx:pt>
          <cx:pt idx="1485">49.990000000000002</cx:pt>
          <cx:pt idx="1486">49.990000000000002</cx:pt>
          <cx:pt idx="1487">49.990000000000002</cx:pt>
          <cx:pt idx="1488">49.990000000000002</cx:pt>
          <cx:pt idx="1489">49.990000000000002</cx:pt>
          <cx:pt idx="1490">49.990000000000002</cx:pt>
          <cx:pt idx="1491">49.990000000000002</cx:pt>
          <cx:pt idx="1492">49.990000000000002</cx:pt>
          <cx:pt idx="1493">49.990000000000002</cx:pt>
          <cx:pt idx="1494">49.990000000000002</cx:pt>
          <cx:pt idx="1495">49.990000000000002</cx:pt>
          <cx:pt idx="1496">49.990000000000002</cx:pt>
          <cx:pt idx="1497">49.990000000000002</cx:pt>
          <cx:pt idx="1498">49.990000000000002</cx:pt>
          <cx:pt idx="1499">49.990000000000002</cx:pt>
          <cx:pt idx="1500">49.990000000000002</cx:pt>
          <cx:pt idx="1501">49.990000000000002</cx:pt>
          <cx:pt idx="1502">49.990000000000002</cx:pt>
          <cx:pt idx="1503">49.990000000000002</cx:pt>
          <cx:pt idx="1504">49.990000000000002</cx:pt>
          <cx:pt idx="1505">49.990000000000002</cx:pt>
          <cx:pt idx="1506">49.990000000000002</cx:pt>
          <cx:pt idx="1507">49.990000000000002</cx:pt>
          <cx:pt idx="1508">49.990000000000002</cx:pt>
          <cx:pt idx="1509">49.990000000000002</cx:pt>
          <cx:pt idx="1510">49.990000000000002</cx:pt>
          <cx:pt idx="1511">49.990000000000002</cx:pt>
          <cx:pt idx="1512">49.990000000000002</cx:pt>
          <cx:pt idx="1513">49.990000000000002</cx:pt>
          <cx:pt idx="1514">49.990000000000002</cx:pt>
          <cx:pt idx="1515">49.990000000000002</cx:pt>
          <cx:pt idx="1516">49.990000000000002</cx:pt>
          <cx:pt idx="1517">49.990000000000002</cx:pt>
          <cx:pt idx="1518">49.990000000000002</cx:pt>
          <cx:pt idx="1519">49.990000000000002</cx:pt>
          <cx:pt idx="1520">49.990000000000002</cx:pt>
          <cx:pt idx="1521">49.990000000000002</cx:pt>
          <cx:pt idx="1522">49.990000000000002</cx:pt>
          <cx:pt idx="1523">49.990000000000002</cx:pt>
          <cx:pt idx="1524">49.990000000000002</cx:pt>
          <cx:pt idx="1525">49.990000000000002</cx:pt>
          <cx:pt idx="1526">49.990000000000002</cx:pt>
          <cx:pt idx="1527">49.990000000000002</cx:pt>
          <cx:pt idx="1528">49.990000000000002</cx:pt>
          <cx:pt idx="1529">49.990000000000002</cx:pt>
          <cx:pt idx="1530">49.990000000000002</cx:pt>
          <cx:pt idx="1531">49.990000000000002</cx:pt>
          <cx:pt idx="1532">49.990000000000002</cx:pt>
          <cx:pt idx="1533">49.990000000000002</cx:pt>
          <cx:pt idx="1534">49.990000000000002</cx:pt>
          <cx:pt idx="1535">49.990000000000002</cx:pt>
          <cx:pt idx="1536">49.990000000000002</cx:pt>
          <cx:pt idx="1537">49.990000000000002</cx:pt>
          <cx:pt idx="1538">49.990000000000002</cx:pt>
          <cx:pt idx="1539">49.990000000000002</cx:pt>
          <cx:pt idx="1540">49.990000000000002</cx:pt>
          <cx:pt idx="1541">49.990000000000002</cx:pt>
          <cx:pt idx="1542">49.990000000000002</cx:pt>
          <cx:pt idx="1543">49.990000000000002</cx:pt>
          <cx:pt idx="1544">49.990000000000002</cx:pt>
          <cx:pt idx="1545">49.990000000000002</cx:pt>
          <cx:pt idx="1546">49.990000000000002</cx:pt>
          <cx:pt idx="1547">49.990000000000002</cx:pt>
          <cx:pt idx="1548">49.990000000000002</cx:pt>
          <cx:pt idx="1549">49.990000000000002</cx:pt>
          <cx:pt idx="1550">49.990000000000002</cx:pt>
          <cx:pt idx="1551">49.990000000000002</cx:pt>
          <cx:pt idx="1552">49.990000000000002</cx:pt>
          <cx:pt idx="1553">49.990000000000002</cx:pt>
          <cx:pt idx="1554">49.990000000000002</cx:pt>
          <cx:pt idx="1555">49.990000000000002</cx:pt>
          <cx:pt idx="1556">49.990000000000002</cx:pt>
          <cx:pt idx="1557">49.990000000000002</cx:pt>
          <cx:pt idx="1558">49.990000000000002</cx:pt>
          <cx:pt idx="1559">49.990000000000002</cx:pt>
          <cx:pt idx="1560">49.990000000000002</cx:pt>
          <cx:pt idx="1561">49.990000000000002</cx:pt>
          <cx:pt idx="1562">49.990000000000002</cx:pt>
          <cx:pt idx="1563">49.990000000000002</cx:pt>
          <cx:pt idx="1564">49.990000000000002</cx:pt>
          <cx:pt idx="1565">49.990000000000002</cx:pt>
          <cx:pt idx="1566">49.990000000000002</cx:pt>
          <cx:pt idx="1567">49.990000000000002</cx:pt>
          <cx:pt idx="1568">49.990000000000002</cx:pt>
          <cx:pt idx="1569">49.990000000000002</cx:pt>
          <cx:pt idx="1570">49.990000000000002</cx:pt>
          <cx:pt idx="1571">49.990000000000002</cx:pt>
          <cx:pt idx="1572">49.990000000000002</cx:pt>
          <cx:pt idx="1573">49.990000000000002</cx:pt>
          <cx:pt idx="1574">49.990000000000002</cx:pt>
          <cx:pt idx="1575">49.990000000000002</cx:pt>
          <cx:pt idx="1576">49.990000000000002</cx:pt>
          <cx:pt idx="1577">49.990000000000002</cx:pt>
          <cx:pt idx="1578">49.990000000000002</cx:pt>
          <cx:pt idx="1579">49.990000000000002</cx:pt>
          <cx:pt idx="1580">49.990000000000002</cx:pt>
          <cx:pt idx="1581">49.990000000000002</cx:pt>
          <cx:pt idx="1582">49.990000000000002</cx:pt>
          <cx:pt idx="1583">49.990000000000002</cx:pt>
          <cx:pt idx="1584">49.990000000000002</cx:pt>
          <cx:pt idx="1585">49.990000000000002</cx:pt>
          <cx:pt idx="1586">49.990000000000002</cx:pt>
          <cx:pt idx="1587">49.990000000000002</cx:pt>
          <cx:pt idx="1588">49.990000000000002</cx:pt>
          <cx:pt idx="1589">49.990000000000002</cx:pt>
          <cx:pt idx="1590">49.990000000000002</cx:pt>
          <cx:pt idx="1591">49.990000000000002</cx:pt>
          <cx:pt idx="1592">49.990000000000002</cx:pt>
          <cx:pt idx="1593">49.990000000000002</cx:pt>
          <cx:pt idx="1594">49.990000000000002</cx:pt>
          <cx:pt idx="1595">49.990000000000002</cx:pt>
          <cx:pt idx="1596">49.990000000000002</cx:pt>
          <cx:pt idx="1597">49.990000000000002</cx:pt>
          <cx:pt idx="1598">49.990000000000002</cx:pt>
          <cx:pt idx="1599">49.990000000000002</cx:pt>
          <cx:pt idx="1600">49.990000000000002</cx:pt>
          <cx:pt idx="1601">49.990000000000002</cx:pt>
          <cx:pt idx="1602">49.990000000000002</cx:pt>
          <cx:pt idx="1603">49.990000000000002</cx:pt>
          <cx:pt idx="1604">49.990000000000002</cx:pt>
          <cx:pt idx="1605">49.990000000000002</cx:pt>
          <cx:pt idx="1606">49.990000000000002</cx:pt>
          <cx:pt idx="1607">49.990000000000002</cx:pt>
          <cx:pt idx="1608">49.990000000000002</cx:pt>
          <cx:pt idx="1609">49.990000000000002</cx:pt>
          <cx:pt idx="1610">49.990000000000002</cx:pt>
          <cx:pt idx="1611">49.990000000000002</cx:pt>
          <cx:pt idx="1612">49.990000000000002</cx:pt>
          <cx:pt idx="1613">49.990000000000002</cx:pt>
          <cx:pt idx="1614">49.990000000000002</cx:pt>
          <cx:pt idx="1615">49.990000000000002</cx:pt>
          <cx:pt idx="1616">49.990000000000002</cx:pt>
          <cx:pt idx="1617">49.990000000000002</cx:pt>
          <cx:pt idx="1618">49.990000000000002</cx:pt>
          <cx:pt idx="1619">49.990000000000002</cx:pt>
          <cx:pt idx="1620">49.990000000000002</cx:pt>
          <cx:pt idx="1621">49.990000000000002</cx:pt>
          <cx:pt idx="1622">49.990000000000002</cx:pt>
          <cx:pt idx="1623">49.990000000000002</cx:pt>
          <cx:pt idx="1624">49.990000000000002</cx:pt>
          <cx:pt idx="1625">49.990000000000002</cx:pt>
          <cx:pt idx="1626">49.990000000000002</cx:pt>
          <cx:pt idx="1627">49.990000000000002</cx:pt>
          <cx:pt idx="1628">49.990000000000002</cx:pt>
          <cx:pt idx="1629">49.990000000000002</cx:pt>
          <cx:pt idx="1630">49.990000000000002</cx:pt>
          <cx:pt idx="1631">49.990000000000002</cx:pt>
          <cx:pt idx="1632">49.990000000000002</cx:pt>
          <cx:pt idx="1633">49.990000000000002</cx:pt>
          <cx:pt idx="1634">49.990000000000002</cx:pt>
          <cx:pt idx="1635">49.990000000000002</cx:pt>
          <cx:pt idx="1636">49.990000000000002</cx:pt>
          <cx:pt idx="1637">49.990000000000002</cx:pt>
          <cx:pt idx="1638">49.990000000000002</cx:pt>
          <cx:pt idx="1639">49.990000000000002</cx:pt>
          <cx:pt idx="1640">49.990000000000002</cx:pt>
          <cx:pt idx="1641">49.990000000000002</cx:pt>
          <cx:pt idx="1642">49.990000000000002</cx:pt>
          <cx:pt idx="1643">49.990000000000002</cx:pt>
          <cx:pt idx="1644">49.990000000000002</cx:pt>
          <cx:pt idx="1645">49.990000000000002</cx:pt>
          <cx:pt idx="1646">49.990000000000002</cx:pt>
          <cx:pt idx="1647">49.990000000000002</cx:pt>
          <cx:pt idx="1648">49.990000000000002</cx:pt>
          <cx:pt idx="1649">49.990000000000002</cx:pt>
          <cx:pt idx="1650">49.990000000000002</cx:pt>
          <cx:pt idx="1651">49.990000000000002</cx:pt>
          <cx:pt idx="1652">49.990000000000002</cx:pt>
          <cx:pt idx="1653">49.990000000000002</cx:pt>
          <cx:pt idx="1654">49.990000000000002</cx:pt>
          <cx:pt idx="1655">49.990000000000002</cx:pt>
          <cx:pt idx="1656">49.990000000000002</cx:pt>
          <cx:pt idx="1657">49.990000000000002</cx:pt>
          <cx:pt idx="1658">49.990000000000002</cx:pt>
          <cx:pt idx="1659">49.990000000000002</cx:pt>
          <cx:pt idx="1660">49.990000000000002</cx:pt>
          <cx:pt idx="1661">49.990000000000002</cx:pt>
          <cx:pt idx="1662">49.990000000000002</cx:pt>
          <cx:pt idx="1663">49.990000000000002</cx:pt>
          <cx:pt idx="1664">49.990000000000002</cx:pt>
          <cx:pt idx="1665">49.990000000000002</cx:pt>
          <cx:pt idx="1666">49.990000000000002</cx:pt>
          <cx:pt idx="1667">49.990000000000002</cx:pt>
          <cx:pt idx="1668">49.990000000000002</cx:pt>
          <cx:pt idx="1669">49.990000000000002</cx:pt>
          <cx:pt idx="1670">49.990000000000002</cx:pt>
          <cx:pt idx="1671">49.990000000000002</cx:pt>
          <cx:pt idx="1672">49.990000000000002</cx:pt>
          <cx:pt idx="1673">49.990000000000002</cx:pt>
          <cx:pt idx="1674">49.990000000000002</cx:pt>
          <cx:pt idx="1675">49.990000000000002</cx:pt>
          <cx:pt idx="1676">49.990000000000002</cx:pt>
          <cx:pt idx="1677">49.990000000000002</cx:pt>
          <cx:pt idx="1678">49.990000000000002</cx:pt>
          <cx:pt idx="1679">49.990000000000002</cx:pt>
          <cx:pt idx="1680">49.990000000000002</cx:pt>
          <cx:pt idx="1681">49.990000000000002</cx:pt>
          <cx:pt idx="1682">49.990000000000002</cx:pt>
          <cx:pt idx="1683">49.990000000000002</cx:pt>
          <cx:pt idx="1684">49.990000000000002</cx:pt>
          <cx:pt idx="1685">49.990000000000002</cx:pt>
          <cx:pt idx="1686">49.990000000000002</cx:pt>
          <cx:pt idx="1687">49.990000000000002</cx:pt>
          <cx:pt idx="1688">49.990000000000002</cx:pt>
          <cx:pt idx="1689">49.990000000000002</cx:pt>
          <cx:pt idx="1690">49.990000000000002</cx:pt>
          <cx:pt idx="1691">49.990000000000002</cx:pt>
          <cx:pt idx="1692">49.990000000000002</cx:pt>
          <cx:pt idx="1693">49.990000000000002</cx:pt>
          <cx:pt idx="1694">49.990000000000002</cx:pt>
          <cx:pt idx="1695">49.990000000000002</cx:pt>
          <cx:pt idx="1696">49.990000000000002</cx:pt>
          <cx:pt idx="1697">49.990000000000002</cx:pt>
          <cx:pt idx="1698">49.990000000000002</cx:pt>
          <cx:pt idx="1699">49.990000000000002</cx:pt>
          <cx:pt idx="1700">49.990000000000002</cx:pt>
          <cx:pt idx="1701">49.990000000000002</cx:pt>
          <cx:pt idx="1702">49.990000000000002</cx:pt>
          <cx:pt idx="1703">49.990000000000002</cx:pt>
          <cx:pt idx="1704">49.990000000000002</cx:pt>
          <cx:pt idx="1705">49.990000000000002</cx:pt>
          <cx:pt idx="1706">49.990000000000002</cx:pt>
          <cx:pt idx="1707">49.990000000000002</cx:pt>
          <cx:pt idx="1708">49.990000000000002</cx:pt>
          <cx:pt idx="1709">49.990000000000002</cx:pt>
          <cx:pt idx="1710">49.990000000000002</cx:pt>
          <cx:pt idx="1711">49.990000000000002</cx:pt>
          <cx:pt idx="1712">49.990000000000002</cx:pt>
          <cx:pt idx="1713">49.990000000000002</cx:pt>
          <cx:pt idx="1714">49.990000000000002</cx:pt>
          <cx:pt idx="1715">49.990000000000002</cx:pt>
          <cx:pt idx="1716">49.990000000000002</cx:pt>
          <cx:pt idx="1717">49.990000000000002</cx:pt>
          <cx:pt idx="1718">49.990000000000002</cx:pt>
          <cx:pt idx="1719">49.990000000000002</cx:pt>
          <cx:pt idx="1720">49.990000000000002</cx:pt>
          <cx:pt idx="1721">49.990000000000002</cx:pt>
          <cx:pt idx="1722">49.990000000000002</cx:pt>
          <cx:pt idx="1723">49.990000000000002</cx:pt>
          <cx:pt idx="1724">49.990000000000002</cx:pt>
          <cx:pt idx="1725">49.990000000000002</cx:pt>
          <cx:pt idx="1726">49.990000000000002</cx:pt>
          <cx:pt idx="1727">49.990000000000002</cx:pt>
          <cx:pt idx="1728">49.990000000000002</cx:pt>
          <cx:pt idx="1729">49.990000000000002</cx:pt>
          <cx:pt idx="1730">49.990000000000002</cx:pt>
          <cx:pt idx="1731">49.990000000000002</cx:pt>
          <cx:pt idx="1732">49.990000000000002</cx:pt>
          <cx:pt idx="1733">49.990000000000002</cx:pt>
          <cx:pt idx="1734">49.990000000000002</cx:pt>
          <cx:pt idx="1735">49.990000000000002</cx:pt>
          <cx:pt idx="1736">49.990000000000002</cx:pt>
          <cx:pt idx="1737">49.990000000000002</cx:pt>
          <cx:pt idx="1738">49.990000000000002</cx:pt>
          <cx:pt idx="1739">49.990000000000002</cx:pt>
          <cx:pt idx="1740">49.990000000000002</cx:pt>
          <cx:pt idx="1741">49.990000000000002</cx:pt>
          <cx:pt idx="1742">49.990000000000002</cx:pt>
          <cx:pt idx="1743">49.990000000000002</cx:pt>
          <cx:pt idx="1744">49.990000000000002</cx:pt>
          <cx:pt idx="1745">49.990000000000002</cx:pt>
          <cx:pt idx="1746">49.990000000000002</cx:pt>
          <cx:pt idx="1747">49.990000000000002</cx:pt>
          <cx:pt idx="1748">49.990000000000002</cx:pt>
          <cx:pt idx="1749">49.990000000000002</cx:pt>
          <cx:pt idx="1750">49.990000000000002</cx:pt>
          <cx:pt idx="1751">49.990000000000002</cx:pt>
          <cx:pt idx="1752">49.990000000000002</cx:pt>
          <cx:pt idx="1753">49.990000000000002</cx:pt>
          <cx:pt idx="1754">49.990000000000002</cx:pt>
          <cx:pt idx="1755">49.990000000000002</cx:pt>
          <cx:pt idx="1756">49.990000000000002</cx:pt>
          <cx:pt idx="1757">49.990000000000002</cx:pt>
          <cx:pt idx="1758">49.990000000000002</cx:pt>
          <cx:pt idx="1759">49.990000000000002</cx:pt>
          <cx:pt idx="1760">49.990000000000002</cx:pt>
          <cx:pt idx="1761">49.990000000000002</cx:pt>
          <cx:pt idx="1762">49.990000000000002</cx:pt>
          <cx:pt idx="1763">49.990000000000002</cx:pt>
          <cx:pt idx="1764">49.990000000000002</cx:pt>
          <cx:pt idx="1765">49.990000000000002</cx:pt>
          <cx:pt idx="1766">49.990000000000002</cx:pt>
          <cx:pt idx="1767">49.990000000000002</cx:pt>
          <cx:pt idx="1768">49.990000000000002</cx:pt>
          <cx:pt idx="1769">49.990000000000002</cx:pt>
          <cx:pt idx="1770">49.990000000000002</cx:pt>
          <cx:pt idx="1771">49.990000000000002</cx:pt>
          <cx:pt idx="1772">49.990000000000002</cx:pt>
          <cx:pt idx="1773">49.990000000000002</cx:pt>
          <cx:pt idx="1774">49.990000000000002</cx:pt>
          <cx:pt idx="1775">49.990000000000002</cx:pt>
          <cx:pt idx="1776">49.990000000000002</cx:pt>
          <cx:pt idx="1777">49.990000000000002</cx:pt>
          <cx:pt idx="1778">49.990000000000002</cx:pt>
          <cx:pt idx="1779">49.990000000000002</cx:pt>
          <cx:pt idx="1780">49.990000000000002</cx:pt>
          <cx:pt idx="1781">49.990000000000002</cx:pt>
          <cx:pt idx="1782">49.990000000000002</cx:pt>
          <cx:pt idx="1783">49.990000000000002</cx:pt>
          <cx:pt idx="1784">49.990000000000002</cx:pt>
          <cx:pt idx="1785">49.990000000000002</cx:pt>
          <cx:pt idx="1786">49.990000000000002</cx:pt>
          <cx:pt idx="1787">49.990000000000002</cx:pt>
          <cx:pt idx="1788">49.990000000000002</cx:pt>
          <cx:pt idx="1789">49.990000000000002</cx:pt>
          <cx:pt idx="1790">49.990000000000002</cx:pt>
          <cx:pt idx="1791">49.990000000000002</cx:pt>
          <cx:pt idx="1792">49.990000000000002</cx:pt>
          <cx:pt idx="1793">49.990000000000002</cx:pt>
          <cx:pt idx="1794">49.990000000000002</cx:pt>
          <cx:pt idx="1795">49.990000000000002</cx:pt>
          <cx:pt idx="1796">49.990000000000002</cx:pt>
          <cx:pt idx="1797">49.990000000000002</cx:pt>
          <cx:pt idx="1798">49.990000000000002</cx:pt>
          <cx:pt idx="1799">49.990000000000002</cx:pt>
          <cx:pt idx="1800">49.990000000000002</cx:pt>
          <cx:pt idx="1801">49.990000000000002</cx:pt>
          <cx:pt idx="1802">49.990000000000002</cx:pt>
          <cx:pt idx="1803">49.990000000000002</cx:pt>
          <cx:pt idx="1804">49.990000000000002</cx:pt>
          <cx:pt idx="1805">49.990000000000002</cx:pt>
          <cx:pt idx="1806">49.990000000000002</cx:pt>
          <cx:pt idx="1807">49.990000000000002</cx:pt>
          <cx:pt idx="1808">49.990000000000002</cx:pt>
          <cx:pt idx="1809">49.990000000000002</cx:pt>
          <cx:pt idx="1810">49.990000000000002</cx:pt>
          <cx:pt idx="1811">49.990000000000002</cx:pt>
          <cx:pt idx="1812">49.990000000000002</cx:pt>
          <cx:pt idx="1813">49.990000000000002</cx:pt>
          <cx:pt idx="1814">49.990000000000002</cx:pt>
          <cx:pt idx="1815">49.990000000000002</cx:pt>
          <cx:pt idx="1816">49.990000000000002</cx:pt>
          <cx:pt idx="1817">49.990000000000002</cx:pt>
          <cx:pt idx="1818">49.990000000000002</cx:pt>
          <cx:pt idx="1819">49.990000000000002</cx:pt>
          <cx:pt idx="1820">49.990000000000002</cx:pt>
          <cx:pt idx="1821">49.990000000000002</cx:pt>
          <cx:pt idx="1822">49.990000000000002</cx:pt>
          <cx:pt idx="1823">49.990000000000002</cx:pt>
          <cx:pt idx="1824">49.990000000000002</cx:pt>
          <cx:pt idx="1825">49.990000000000002</cx:pt>
          <cx:pt idx="1826">49.990000000000002</cx:pt>
          <cx:pt idx="1827">49.990000000000002</cx:pt>
          <cx:pt idx="1828">49.990000000000002</cx:pt>
          <cx:pt idx="1829">49.990000000000002</cx:pt>
          <cx:pt idx="1830">49.990000000000002</cx:pt>
          <cx:pt idx="1831">49.990000000000002</cx:pt>
          <cx:pt idx="1832">49.990000000000002</cx:pt>
          <cx:pt idx="1833">49.990000000000002</cx:pt>
          <cx:pt idx="1834">49.990000000000002</cx:pt>
          <cx:pt idx="1835">49.990000000000002</cx:pt>
          <cx:pt idx="1836">49.990000000000002</cx:pt>
          <cx:pt idx="1837">49.990000000000002</cx:pt>
          <cx:pt idx="1838">49.990000000000002</cx:pt>
          <cx:pt idx="1839">49.990000000000002</cx:pt>
          <cx:pt idx="1840">49.990000000000002</cx:pt>
          <cx:pt idx="1841">49.990000000000002</cx:pt>
          <cx:pt idx="1842">49.990000000000002</cx:pt>
          <cx:pt idx="1843">49.990000000000002</cx:pt>
          <cx:pt idx="1844">49.990000000000002</cx:pt>
          <cx:pt idx="1845">49.990000000000002</cx:pt>
          <cx:pt idx="1846">49.990000000000002</cx:pt>
          <cx:pt idx="1847">49.990000000000002</cx:pt>
          <cx:pt idx="1848">49.990000000000002</cx:pt>
          <cx:pt idx="1849">49.990000000000002</cx:pt>
          <cx:pt idx="1850">49.990000000000002</cx:pt>
          <cx:pt idx="1851">49.990000000000002</cx:pt>
          <cx:pt idx="1852">49.990000000000002</cx:pt>
          <cx:pt idx="1853">49.990000000000002</cx:pt>
          <cx:pt idx="1854">49.990000000000002</cx:pt>
          <cx:pt idx="1855">49.990000000000002</cx:pt>
          <cx:pt idx="1856">49.990000000000002</cx:pt>
          <cx:pt idx="1857">49.990000000000002</cx:pt>
          <cx:pt idx="1858">49.990000000000002</cx:pt>
          <cx:pt idx="1859">49.990000000000002</cx:pt>
          <cx:pt idx="1860">49.990000000000002</cx:pt>
          <cx:pt idx="1861">49.990000000000002</cx:pt>
          <cx:pt idx="1862">49.990000000000002</cx:pt>
          <cx:pt idx="1863">49.990000000000002</cx:pt>
          <cx:pt idx="1864">49.990000000000002</cx:pt>
          <cx:pt idx="1865">49.990000000000002</cx:pt>
          <cx:pt idx="1866">49.990000000000002</cx:pt>
          <cx:pt idx="1867">49.990000000000002</cx:pt>
          <cx:pt idx="1868">49.990000000000002</cx:pt>
          <cx:pt idx="1869">49.990000000000002</cx:pt>
          <cx:pt idx="1870">49.990000000000002</cx:pt>
          <cx:pt idx="1871">49.990000000000002</cx:pt>
          <cx:pt idx="1872">49.990000000000002</cx:pt>
          <cx:pt idx="1873">49.990000000000002</cx:pt>
          <cx:pt idx="1874">49.990000000000002</cx:pt>
          <cx:pt idx="1875">49.990000000000002</cx:pt>
          <cx:pt idx="1876">49.990000000000002</cx:pt>
          <cx:pt idx="1877">49.990000000000002</cx:pt>
          <cx:pt idx="1878">49.990000000000002</cx:pt>
          <cx:pt idx="1879">49.990000000000002</cx:pt>
          <cx:pt idx="1880">49.990000000000002</cx:pt>
          <cx:pt idx="1881">49.990000000000002</cx:pt>
          <cx:pt idx="1882">49.990000000000002</cx:pt>
          <cx:pt idx="1883">49.990000000000002</cx:pt>
          <cx:pt idx="1884">49.990000000000002</cx:pt>
          <cx:pt idx="1885">49.990000000000002</cx:pt>
          <cx:pt idx="1886">49.990000000000002</cx:pt>
          <cx:pt idx="1887">49.990000000000002</cx:pt>
          <cx:pt idx="1888">49.990000000000002</cx:pt>
          <cx:pt idx="1889">49.990000000000002</cx:pt>
          <cx:pt idx="1890">49.990000000000002</cx:pt>
          <cx:pt idx="1891">49.990000000000002</cx:pt>
          <cx:pt idx="1892">49.990000000000002</cx:pt>
          <cx:pt idx="1893">49.990000000000002</cx:pt>
          <cx:pt idx="1894">49.990000000000002</cx:pt>
          <cx:pt idx="1895">49.990000000000002</cx:pt>
          <cx:pt idx="1896">49.990000000000002</cx:pt>
          <cx:pt idx="1897">49.990000000000002</cx:pt>
          <cx:pt idx="1898">49.990000000000002</cx:pt>
          <cx:pt idx="1899">49.990000000000002</cx:pt>
          <cx:pt idx="1900">49.990000000000002</cx:pt>
          <cx:pt idx="1901">49.990000000000002</cx:pt>
          <cx:pt idx="1902">49.990000000000002</cx:pt>
          <cx:pt idx="1903">49.990000000000002</cx:pt>
          <cx:pt idx="1904">49.990000000000002</cx:pt>
          <cx:pt idx="1905">49.990000000000002</cx:pt>
          <cx:pt idx="1906">49.990000000000002</cx:pt>
          <cx:pt idx="1907">49.990000000000002</cx:pt>
          <cx:pt idx="1908">49.990000000000002</cx:pt>
          <cx:pt idx="1909">49.990000000000002</cx:pt>
          <cx:pt idx="1910">49.990000000000002</cx:pt>
          <cx:pt idx="1911">49.990000000000002</cx:pt>
          <cx:pt idx="1912">49.990000000000002</cx:pt>
          <cx:pt idx="1913">49.990000000000002</cx:pt>
          <cx:pt idx="1914">49.990000000000002</cx:pt>
          <cx:pt idx="1915">49.990000000000002</cx:pt>
          <cx:pt idx="1916">49.990000000000002</cx:pt>
          <cx:pt idx="1917">49.990000000000002</cx:pt>
          <cx:pt idx="1918">49.990000000000002</cx:pt>
          <cx:pt idx="1919">49.990000000000002</cx:pt>
          <cx:pt idx="1920">49.990000000000002</cx:pt>
          <cx:pt idx="1921">49.990000000000002</cx:pt>
          <cx:pt idx="1922">49.990000000000002</cx:pt>
          <cx:pt idx="1923">49.990000000000002</cx:pt>
          <cx:pt idx="1924">49.990000000000002</cx:pt>
          <cx:pt idx="1925">49.990000000000002</cx:pt>
          <cx:pt idx="1926">49.990000000000002</cx:pt>
          <cx:pt idx="1927">49.990000000000002</cx:pt>
          <cx:pt idx="1928">49.990000000000002</cx:pt>
          <cx:pt idx="1929">49.990000000000002</cx:pt>
          <cx:pt idx="1930">49.990000000000002</cx:pt>
          <cx:pt idx="1931">49.990000000000002</cx:pt>
          <cx:pt idx="1932">49.990000000000002</cx:pt>
          <cx:pt idx="1933">49.990000000000002</cx:pt>
          <cx:pt idx="1934">49.990000000000002</cx:pt>
          <cx:pt idx="1935">49.990000000000002</cx:pt>
          <cx:pt idx="1936">49.990000000000002</cx:pt>
          <cx:pt idx="1937">49.990000000000002</cx:pt>
          <cx:pt idx="1938">49.990000000000002</cx:pt>
          <cx:pt idx="1939">49.990000000000002</cx:pt>
          <cx:pt idx="1940">49.990000000000002</cx:pt>
          <cx:pt idx="1941">49.990000000000002</cx:pt>
          <cx:pt idx="1942">49.990000000000002</cx:pt>
          <cx:pt idx="1943">49.990000000000002</cx:pt>
          <cx:pt idx="1944">49.990000000000002</cx:pt>
          <cx:pt idx="1945">49.990000000000002</cx:pt>
          <cx:pt idx="1946">49.990000000000002</cx:pt>
          <cx:pt idx="1947">49.990000000000002</cx:pt>
          <cx:pt idx="1948">49.990000000000002</cx:pt>
          <cx:pt idx="1949">49.990000000000002</cx:pt>
          <cx:pt idx="1950">49.990000000000002</cx:pt>
          <cx:pt idx="1951">49.990000000000002</cx:pt>
          <cx:pt idx="1952">49.990000000000002</cx:pt>
          <cx:pt idx="1953">49.990000000000002</cx:pt>
          <cx:pt idx="1954">49.990000000000002</cx:pt>
          <cx:pt idx="1955">49.990000000000002</cx:pt>
          <cx:pt idx="1956">49.990000000000002</cx:pt>
          <cx:pt idx="1957">49.990000000000002</cx:pt>
          <cx:pt idx="1958">49.990000000000002</cx:pt>
          <cx:pt idx="1959">49.990000000000002</cx:pt>
          <cx:pt idx="1960">49.990000000000002</cx:pt>
          <cx:pt idx="1961">49.990000000000002</cx:pt>
          <cx:pt idx="1962">49.990000000000002</cx:pt>
          <cx:pt idx="1963">49.990000000000002</cx:pt>
          <cx:pt idx="1964">49.990000000000002</cx:pt>
          <cx:pt idx="1965">49.990000000000002</cx:pt>
          <cx:pt idx="1966">49.990000000000002</cx:pt>
          <cx:pt idx="1967">49.990000000000002</cx:pt>
          <cx:pt idx="1968">49.990000000000002</cx:pt>
          <cx:pt idx="1969">49.990000000000002</cx:pt>
          <cx:pt idx="1970">49.990000000000002</cx:pt>
          <cx:pt idx="1971">49.990000000000002</cx:pt>
          <cx:pt idx="1972">49.990000000000002</cx:pt>
          <cx:pt idx="1973">49.990000000000002</cx:pt>
          <cx:pt idx="1974">49.990000000000002</cx:pt>
          <cx:pt idx="1975">49.990000000000002</cx:pt>
          <cx:pt idx="1976">49.990000000000002</cx:pt>
          <cx:pt idx="1977">49.990000000000002</cx:pt>
          <cx:pt idx="1978">49.990000000000002</cx:pt>
          <cx:pt idx="1979">49.990000000000002</cx:pt>
          <cx:pt idx="1980">49.990000000000002</cx:pt>
          <cx:pt idx="1981">49.990000000000002</cx:pt>
          <cx:pt idx="1982">49.990000000000002</cx:pt>
          <cx:pt idx="1983">49.990000000000002</cx:pt>
          <cx:pt idx="1984">49.990000000000002</cx:pt>
          <cx:pt idx="1985">49.990000000000002</cx:pt>
          <cx:pt idx="1986">49.990000000000002</cx:pt>
          <cx:pt idx="1987">49.990000000000002</cx:pt>
          <cx:pt idx="1988">49.990000000000002</cx:pt>
          <cx:pt idx="1989">49.990000000000002</cx:pt>
          <cx:pt idx="1990">49.990000000000002</cx:pt>
          <cx:pt idx="1991">49.990000000000002</cx:pt>
          <cx:pt idx="1992">49.990000000000002</cx:pt>
          <cx:pt idx="1993">49.990000000000002</cx:pt>
          <cx:pt idx="1994">49.990000000000002</cx:pt>
          <cx:pt idx="1995">49.990000000000002</cx:pt>
          <cx:pt idx="1996">49.990000000000002</cx:pt>
          <cx:pt idx="1997">49.990000000000002</cx:pt>
          <cx:pt idx="1998">49.990000000000002</cx:pt>
          <cx:pt idx="1999">49.990000000000002</cx:pt>
          <cx:pt idx="2000">49.990000000000002</cx:pt>
          <cx:pt idx="2001">49.990000000000002</cx:pt>
          <cx:pt idx="2002">49.990000000000002</cx:pt>
          <cx:pt idx="2003">49.990000000000002</cx:pt>
          <cx:pt idx="2004">49.990000000000002</cx:pt>
          <cx:pt idx="2005">49.990000000000002</cx:pt>
          <cx:pt idx="2006">49.990000000000002</cx:pt>
          <cx:pt idx="2007">49.990000000000002</cx:pt>
          <cx:pt idx="2008">49.990000000000002</cx:pt>
          <cx:pt idx="2009">49.990000000000002</cx:pt>
          <cx:pt idx="2010">49.990000000000002</cx:pt>
          <cx:pt idx="2011">49.990000000000002</cx:pt>
          <cx:pt idx="2012">49.990000000000002</cx:pt>
          <cx:pt idx="2013">49.990000000000002</cx:pt>
          <cx:pt idx="2014">49.990000000000002</cx:pt>
          <cx:pt idx="2015">49.990000000000002</cx:pt>
          <cx:pt idx="2016">49.990000000000002</cx:pt>
          <cx:pt idx="2017">49.990000000000002</cx:pt>
          <cx:pt idx="2018">49.990000000000002</cx:pt>
          <cx:pt idx="2019">49.990000000000002</cx:pt>
          <cx:pt idx="2020">49.990000000000002</cx:pt>
          <cx:pt idx="2021">49.990000000000002</cx:pt>
          <cx:pt idx="2022">49.990000000000002</cx:pt>
          <cx:pt idx="2023">49.990000000000002</cx:pt>
          <cx:pt idx="2024">49.990000000000002</cx:pt>
          <cx:pt idx="2025">49.990000000000002</cx:pt>
          <cx:pt idx="2026">49.990000000000002</cx:pt>
          <cx:pt idx="2027">49.990000000000002</cx:pt>
          <cx:pt idx="2028">49.990000000000002</cx:pt>
          <cx:pt idx="2029">49.990000000000002</cx:pt>
          <cx:pt idx="2030">49.990000000000002</cx:pt>
          <cx:pt idx="2031">49.990000000000002</cx:pt>
          <cx:pt idx="2032">49.990000000000002</cx:pt>
          <cx:pt idx="2033">49.990000000000002</cx:pt>
          <cx:pt idx="2034">49.990000000000002</cx:pt>
          <cx:pt idx="2035">49.990000000000002</cx:pt>
          <cx:pt idx="2036">49.990000000000002</cx:pt>
          <cx:pt idx="2037">49.990000000000002</cx:pt>
          <cx:pt idx="2038">49.990000000000002</cx:pt>
          <cx:pt idx="2039">49.990000000000002</cx:pt>
          <cx:pt idx="2040">49.990000000000002</cx:pt>
          <cx:pt idx="2041">49.990000000000002</cx:pt>
          <cx:pt idx="2042">49.990000000000002</cx:pt>
          <cx:pt idx="2043">49.990000000000002</cx:pt>
          <cx:pt idx="2044">49.990000000000002</cx:pt>
          <cx:pt idx="2045">49.990000000000002</cx:pt>
          <cx:pt idx="2046">49.990000000000002</cx:pt>
          <cx:pt idx="2047">49.990000000000002</cx:pt>
          <cx:pt idx="2048">49.990000000000002</cx:pt>
          <cx:pt idx="2049">49.990000000000002</cx:pt>
          <cx:pt idx="2050">49.990000000000002</cx:pt>
          <cx:pt idx="2051">49.990000000000002</cx:pt>
          <cx:pt idx="2052">49.990000000000002</cx:pt>
          <cx:pt idx="2053">49.990000000000002</cx:pt>
          <cx:pt idx="2054">49.990000000000002</cx:pt>
          <cx:pt idx="2055">49.990000000000002</cx:pt>
          <cx:pt idx="2056">49.990000000000002</cx:pt>
          <cx:pt idx="2057">49.990000000000002</cx:pt>
          <cx:pt idx="2058">49.990000000000002</cx:pt>
          <cx:pt idx="2059">49.990000000000002</cx:pt>
          <cx:pt idx="2060">49.990000000000002</cx:pt>
          <cx:pt idx="2061">49.990000000000002</cx:pt>
          <cx:pt idx="2062">49.990000000000002</cx:pt>
          <cx:pt idx="2063">49.990000000000002</cx:pt>
          <cx:pt idx="2064">49.990000000000002</cx:pt>
          <cx:pt idx="2065">49.990000000000002</cx:pt>
          <cx:pt idx="2066">49.990000000000002</cx:pt>
          <cx:pt idx="2067">49.990000000000002</cx:pt>
          <cx:pt idx="2068">49.990000000000002</cx:pt>
          <cx:pt idx="2069">49.990000000000002</cx:pt>
          <cx:pt idx="2070">49.990000000000002</cx:pt>
          <cx:pt idx="2071">49.990000000000002</cx:pt>
          <cx:pt idx="2072">49.990000000000002</cx:pt>
          <cx:pt idx="2073">49.990000000000002</cx:pt>
          <cx:pt idx="2074">49.990000000000002</cx:pt>
          <cx:pt idx="2075">49.990000000000002</cx:pt>
          <cx:pt idx="2076">49.990000000000002</cx:pt>
          <cx:pt idx="2077">49.990000000000002</cx:pt>
          <cx:pt idx="2078">49.990000000000002</cx:pt>
          <cx:pt idx="2079">49.990000000000002</cx:pt>
          <cx:pt idx="2080">49.990000000000002</cx:pt>
          <cx:pt idx="2081">49.990000000000002</cx:pt>
          <cx:pt idx="2082">49.990000000000002</cx:pt>
          <cx:pt idx="2083">49.990000000000002</cx:pt>
          <cx:pt idx="2084">49.990000000000002</cx:pt>
          <cx:pt idx="2085">49.990000000000002</cx:pt>
          <cx:pt idx="2086">49.990000000000002</cx:pt>
          <cx:pt idx="2087">49.990000000000002</cx:pt>
          <cx:pt idx="2088">49.990000000000002</cx:pt>
          <cx:pt idx="2089">49.990000000000002</cx:pt>
          <cx:pt idx="2090">49.990000000000002</cx:pt>
          <cx:pt idx="2091">49.990000000000002</cx:pt>
          <cx:pt idx="2092">49.990000000000002</cx:pt>
          <cx:pt idx="2093">49.990000000000002</cx:pt>
          <cx:pt idx="2094">49.990000000000002</cx:pt>
          <cx:pt idx="2095">49.990000000000002</cx:pt>
          <cx:pt idx="2096">49.990000000000002</cx:pt>
          <cx:pt idx="2097">49.990000000000002</cx:pt>
          <cx:pt idx="2098">49.990000000000002</cx:pt>
          <cx:pt idx="2099">49.990000000000002</cx:pt>
          <cx:pt idx="2100">49.990000000000002</cx:pt>
          <cx:pt idx="2101">49.990000000000002</cx:pt>
          <cx:pt idx="2102">49.990000000000002</cx:pt>
          <cx:pt idx="2103">49.990000000000002</cx:pt>
          <cx:pt idx="2104">49.990000000000002</cx:pt>
          <cx:pt idx="2105">49.990000000000002</cx:pt>
          <cx:pt idx="2106">49.990000000000002</cx:pt>
          <cx:pt idx="2107">49.990000000000002</cx:pt>
          <cx:pt idx="2108">49.990000000000002</cx:pt>
          <cx:pt idx="2109">49.990000000000002</cx:pt>
          <cx:pt idx="2110">49.990000000000002</cx:pt>
          <cx:pt idx="2111">49.990000000000002</cx:pt>
          <cx:pt idx="2112">49.990000000000002</cx:pt>
          <cx:pt idx="2113">49.990000000000002</cx:pt>
          <cx:pt idx="2114">49.990000000000002</cx:pt>
          <cx:pt idx="2115">49.990000000000002</cx:pt>
          <cx:pt idx="2116">49.990000000000002</cx:pt>
          <cx:pt idx="2117">49.990000000000002</cx:pt>
          <cx:pt idx="2118">49.990000000000002</cx:pt>
          <cx:pt idx="2119">49.990000000000002</cx:pt>
          <cx:pt idx="2120">49.990000000000002</cx:pt>
          <cx:pt idx="2121">49.990000000000002</cx:pt>
          <cx:pt idx="2122">49.990000000000002</cx:pt>
          <cx:pt idx="2123">49.990000000000002</cx:pt>
          <cx:pt idx="2124">49.990000000000002</cx:pt>
          <cx:pt idx="2125">49.990000000000002</cx:pt>
          <cx:pt idx="2126">49.990000000000002</cx:pt>
          <cx:pt idx="2127">49.990000000000002</cx:pt>
          <cx:pt idx="2128">49.990000000000002</cx:pt>
          <cx:pt idx="2129">49.990000000000002</cx:pt>
          <cx:pt idx="2130">49.990000000000002</cx:pt>
          <cx:pt idx="2131">49.990000000000002</cx:pt>
          <cx:pt idx="2132">49.990000000000002</cx:pt>
          <cx:pt idx="2133">49.990000000000002</cx:pt>
          <cx:pt idx="2134">49.990000000000002</cx:pt>
          <cx:pt idx="2135">49.990000000000002</cx:pt>
          <cx:pt idx="2136">49.990000000000002</cx:pt>
          <cx:pt idx="2137">49.990000000000002</cx:pt>
          <cx:pt idx="2138">49.990000000000002</cx:pt>
          <cx:pt idx="2139">49.990000000000002</cx:pt>
          <cx:pt idx="2140">49.990000000000002</cx:pt>
          <cx:pt idx="2141">49.990000000000002</cx:pt>
          <cx:pt idx="2142">49.990000000000002</cx:pt>
          <cx:pt idx="2143">49.990000000000002</cx:pt>
          <cx:pt idx="2144">49.990000000000002</cx:pt>
          <cx:pt idx="2145">49.990000000000002</cx:pt>
          <cx:pt idx="2146">49.990000000000002</cx:pt>
          <cx:pt idx="2147">49.990000000000002</cx:pt>
          <cx:pt idx="2148">49.990000000000002</cx:pt>
          <cx:pt idx="2149">49.990000000000002</cx:pt>
          <cx:pt idx="2150">49.990000000000002</cx:pt>
          <cx:pt idx="2151">49.990000000000002</cx:pt>
          <cx:pt idx="2152">49.990000000000002</cx:pt>
          <cx:pt idx="2153">49.990000000000002</cx:pt>
          <cx:pt idx="2154">49.990000000000002</cx:pt>
          <cx:pt idx="2155">49.990000000000002</cx:pt>
          <cx:pt idx="2156">49.990000000000002</cx:pt>
          <cx:pt idx="2157">49.990000000000002</cx:pt>
          <cx:pt idx="2158">49.990000000000002</cx:pt>
          <cx:pt idx="2159">49.990000000000002</cx:pt>
          <cx:pt idx="2160">49.990000000000002</cx:pt>
          <cx:pt idx="2161">49.990000000000002</cx:pt>
          <cx:pt idx="2162">49.990000000000002</cx:pt>
          <cx:pt idx="2163">49.990000000000002</cx:pt>
          <cx:pt idx="2164">49.990000000000002</cx:pt>
          <cx:pt idx="2165">49.990000000000002</cx:pt>
          <cx:pt idx="2166">49.990000000000002</cx:pt>
          <cx:pt idx="2167">49.990000000000002</cx:pt>
          <cx:pt idx="2168">49.990000000000002</cx:pt>
          <cx:pt idx="2169">49.990000000000002</cx:pt>
          <cx:pt idx="2170">49.990000000000002</cx:pt>
          <cx:pt idx="2171">49.990000000000002</cx:pt>
          <cx:pt idx="2172">49.990000000000002</cx:pt>
          <cx:pt idx="2173">49.990000000000002</cx:pt>
          <cx:pt idx="2174">49.990000000000002</cx:pt>
          <cx:pt idx="2175">49.990000000000002</cx:pt>
          <cx:pt idx="2176">49.990000000000002</cx:pt>
          <cx:pt idx="2177">49.990000000000002</cx:pt>
          <cx:pt idx="2178">49.990000000000002</cx:pt>
          <cx:pt idx="2179">49.990000000000002</cx:pt>
          <cx:pt idx="2180">49.990000000000002</cx:pt>
          <cx:pt idx="2181">49.990000000000002</cx:pt>
          <cx:pt idx="2182">49.990000000000002</cx:pt>
          <cx:pt idx="2183">49.990000000000002</cx:pt>
          <cx:pt idx="2184">49.990000000000002</cx:pt>
          <cx:pt idx="2185">49.990000000000002</cx:pt>
          <cx:pt idx="2186">49.990000000000002</cx:pt>
          <cx:pt idx="2187">49.990000000000002</cx:pt>
          <cx:pt idx="2188">49.990000000000002</cx:pt>
          <cx:pt idx="2189">49.990000000000002</cx:pt>
          <cx:pt idx="2190">49.990000000000002</cx:pt>
          <cx:pt idx="2191">49.990000000000002</cx:pt>
          <cx:pt idx="2192">49.990000000000002</cx:pt>
          <cx:pt idx="2193">49.990000000000002</cx:pt>
          <cx:pt idx="2194">49.990000000000002</cx:pt>
          <cx:pt idx="2195">49.990000000000002</cx:pt>
          <cx:pt idx="2196">49.990000000000002</cx:pt>
          <cx:pt idx="2197">49.990000000000002</cx:pt>
          <cx:pt idx="2198">49.990000000000002</cx:pt>
          <cx:pt idx="2199">49.990000000000002</cx:pt>
          <cx:pt idx="2200">49.990000000000002</cx:pt>
          <cx:pt idx="2201">49.990000000000002</cx:pt>
          <cx:pt idx="2202">49.990000000000002</cx:pt>
          <cx:pt idx="2203">49.990000000000002</cx:pt>
          <cx:pt idx="2204">49.990000000000002</cx:pt>
          <cx:pt idx="2205">49.990000000000002</cx:pt>
          <cx:pt idx="2206">49.990000000000002</cx:pt>
          <cx:pt idx="2207">49.990000000000002</cx:pt>
          <cx:pt idx="2208">49.990000000000002</cx:pt>
          <cx:pt idx="2209">49.990000000000002</cx:pt>
          <cx:pt idx="2210">49.990000000000002</cx:pt>
          <cx:pt idx="2211">49.990000000000002</cx:pt>
          <cx:pt idx="2212">49.990000000000002</cx:pt>
          <cx:pt idx="2213">49.990000000000002</cx:pt>
          <cx:pt idx="2214">49.990000000000002</cx:pt>
          <cx:pt idx="2215">49.990000000000002</cx:pt>
          <cx:pt idx="2216">49.990000000000002</cx:pt>
          <cx:pt idx="2217">49.990000000000002</cx:pt>
          <cx:pt idx="2218">49.990000000000002</cx:pt>
          <cx:pt idx="2219">49.990000000000002</cx:pt>
          <cx:pt idx="2220">49.990000000000002</cx:pt>
          <cx:pt idx="2221">49.990000000000002</cx:pt>
          <cx:pt idx="2222">49.990000000000002</cx:pt>
          <cx:pt idx="2223">49.990000000000002</cx:pt>
          <cx:pt idx="2224">49.990000000000002</cx:pt>
          <cx:pt idx="2225">49.990000000000002</cx:pt>
          <cx:pt idx="2226">49.990000000000002</cx:pt>
          <cx:pt idx="2227">49.990000000000002</cx:pt>
          <cx:pt idx="2228">49.990000000000002</cx:pt>
          <cx:pt idx="2229">49.990000000000002</cx:pt>
          <cx:pt idx="2230">49.990000000000002</cx:pt>
          <cx:pt idx="2231">49.990000000000002</cx:pt>
          <cx:pt idx="2232">49.990000000000002</cx:pt>
          <cx:pt idx="2233">49.990000000000002</cx:pt>
          <cx:pt idx="2234">49.990000000000002</cx:pt>
          <cx:pt idx="2235">49.990000000000002</cx:pt>
          <cx:pt idx="2236">49.990000000000002</cx:pt>
          <cx:pt idx="2237">49.990000000000002</cx:pt>
          <cx:pt idx="2238">49.990000000000002</cx:pt>
          <cx:pt idx="2239">49.990000000000002</cx:pt>
          <cx:pt idx="2240">49.990000000000002</cx:pt>
          <cx:pt idx="2241">49.990000000000002</cx:pt>
          <cx:pt idx="2242">49.990000000000002</cx:pt>
          <cx:pt idx="2243">49.990000000000002</cx:pt>
          <cx:pt idx="2244">49.990000000000002</cx:pt>
          <cx:pt idx="2245">49.990000000000002</cx:pt>
          <cx:pt idx="2246">49.990000000000002</cx:pt>
          <cx:pt idx="2247">49.990000000000002</cx:pt>
          <cx:pt idx="2248">49.990000000000002</cx:pt>
          <cx:pt idx="2249">49.990000000000002</cx:pt>
          <cx:pt idx="2250">49.990000000000002</cx:pt>
          <cx:pt idx="2251">49.990000000000002</cx:pt>
          <cx:pt idx="2252">49.990000000000002</cx:pt>
          <cx:pt idx="2253">49.990000000000002</cx:pt>
          <cx:pt idx="2254">49.990000000000002</cx:pt>
          <cx:pt idx="2255">49.990000000000002</cx:pt>
          <cx:pt idx="2256">49.990000000000002</cx:pt>
          <cx:pt idx="2257">49.990000000000002</cx:pt>
          <cx:pt idx="2258">49.990000000000002</cx:pt>
          <cx:pt idx="2259">49.990000000000002</cx:pt>
          <cx:pt idx="2260">49.990000000000002</cx:pt>
          <cx:pt idx="2261">49.990000000000002</cx:pt>
          <cx:pt idx="2262">49.990000000000002</cx:pt>
          <cx:pt idx="2263">49.990000000000002</cx:pt>
          <cx:pt idx="2264">49.990000000000002</cx:pt>
          <cx:pt idx="2265">49.990000000000002</cx:pt>
          <cx:pt idx="2266">49.990000000000002</cx:pt>
          <cx:pt idx="2267">49.990000000000002</cx:pt>
          <cx:pt idx="2268">49.990000000000002</cx:pt>
          <cx:pt idx="2269">49.990000000000002</cx:pt>
          <cx:pt idx="2270">49.990000000000002</cx:pt>
          <cx:pt idx="2271">49.990000000000002</cx:pt>
          <cx:pt idx="2272">49.990000000000002</cx:pt>
          <cx:pt idx="2273">49.990000000000002</cx:pt>
          <cx:pt idx="2274">49.990000000000002</cx:pt>
          <cx:pt idx="2275">49.990000000000002</cx:pt>
          <cx:pt idx="2276">49.990000000000002</cx:pt>
          <cx:pt idx="2277">49.990000000000002</cx:pt>
          <cx:pt idx="2278">49.990000000000002</cx:pt>
          <cx:pt idx="2279">49.990000000000002</cx:pt>
          <cx:pt idx="2280">49.990000000000002</cx:pt>
          <cx:pt idx="2281">49.990000000000002</cx:pt>
          <cx:pt idx="2282">49.990000000000002</cx:pt>
          <cx:pt idx="2283">49.990000000000002</cx:pt>
          <cx:pt idx="2284">49.990000000000002</cx:pt>
          <cx:pt idx="2285">49.990000000000002</cx:pt>
          <cx:pt idx="2286">49.990000000000002</cx:pt>
          <cx:pt idx="2287">49.990000000000002</cx:pt>
          <cx:pt idx="2288">49.990000000000002</cx:pt>
          <cx:pt idx="2289">49.990000000000002</cx:pt>
          <cx:pt idx="2290">49.990000000000002</cx:pt>
          <cx:pt idx="2291">49.990000000000002</cx:pt>
          <cx:pt idx="2292">49.990000000000002</cx:pt>
          <cx:pt idx="2293">49.990000000000002</cx:pt>
          <cx:pt idx="2294">49.990000000000002</cx:pt>
          <cx:pt idx="2295">49.990000000000002</cx:pt>
          <cx:pt idx="2296">49.990000000000002</cx:pt>
          <cx:pt idx="2297">49.990000000000002</cx:pt>
          <cx:pt idx="2298">49.990000000000002</cx:pt>
          <cx:pt idx="2299">49.990000000000002</cx:pt>
          <cx:pt idx="2300">49.990000000000002</cx:pt>
          <cx:pt idx="2301">49.990000000000002</cx:pt>
          <cx:pt idx="2302">49.990000000000002</cx:pt>
          <cx:pt idx="2303">49.990000000000002</cx:pt>
          <cx:pt idx="2304">49.990000000000002</cx:pt>
          <cx:pt idx="2305">49.990000000000002</cx:pt>
          <cx:pt idx="2306">49.990000000000002</cx:pt>
          <cx:pt idx="2307">49.990000000000002</cx:pt>
          <cx:pt idx="2308">49.990000000000002</cx:pt>
          <cx:pt idx="2309">49.990000000000002</cx:pt>
          <cx:pt idx="2310">49.990000000000002</cx:pt>
          <cx:pt idx="2311">49.990000000000002</cx:pt>
          <cx:pt idx="2312">49.990000000000002</cx:pt>
          <cx:pt idx="2313">49.990000000000002</cx:pt>
          <cx:pt idx="2314">49.990000000000002</cx:pt>
          <cx:pt idx="2315">49.990000000000002</cx:pt>
          <cx:pt idx="2316">49.990000000000002</cx:pt>
          <cx:pt idx="2317">49.990000000000002</cx:pt>
          <cx:pt idx="2318">49.990000000000002</cx:pt>
          <cx:pt idx="2319">49.990000000000002</cx:pt>
          <cx:pt idx="2320">49.990000000000002</cx:pt>
          <cx:pt idx="2321">49.990000000000002</cx:pt>
          <cx:pt idx="2322">49.990000000000002</cx:pt>
          <cx:pt idx="2323">49.990000000000002</cx:pt>
          <cx:pt idx="2324">49.990000000000002</cx:pt>
          <cx:pt idx="2325">49.990000000000002</cx:pt>
          <cx:pt idx="2326">49.990000000000002</cx:pt>
          <cx:pt idx="2327">49.990000000000002</cx:pt>
          <cx:pt idx="2328">49.990000000000002</cx:pt>
          <cx:pt idx="2329">49.990000000000002</cx:pt>
          <cx:pt idx="2330">49.990000000000002</cx:pt>
          <cx:pt idx="2331">49.990000000000002</cx:pt>
          <cx:pt idx="2332">49.990000000000002</cx:pt>
          <cx:pt idx="2333">49.990000000000002</cx:pt>
          <cx:pt idx="2334">49.990000000000002</cx:pt>
          <cx:pt idx="2335">49.990000000000002</cx:pt>
          <cx:pt idx="2336">49.990000000000002</cx:pt>
          <cx:pt idx="2337">49.990000000000002</cx:pt>
          <cx:pt idx="2338">49.990000000000002</cx:pt>
          <cx:pt idx="2339">49.990000000000002</cx:pt>
          <cx:pt idx="2340">49.990000000000002</cx:pt>
          <cx:pt idx="2341">49.990000000000002</cx:pt>
          <cx:pt idx="2342">49.990000000000002</cx:pt>
          <cx:pt idx="2343">49.990000000000002</cx:pt>
          <cx:pt idx="2344">49.990000000000002</cx:pt>
          <cx:pt idx="2345">49.990000000000002</cx:pt>
          <cx:pt idx="2346">49.990000000000002</cx:pt>
          <cx:pt idx="2347">49.990000000000002</cx:pt>
          <cx:pt idx="2348">49.990000000000002</cx:pt>
          <cx:pt idx="2349">49.990000000000002</cx:pt>
          <cx:pt idx="2350">49.990000000000002</cx:pt>
          <cx:pt idx="2351">49.990000000000002</cx:pt>
          <cx:pt idx="2352">49.990000000000002</cx:pt>
          <cx:pt idx="2353">49.990000000000002</cx:pt>
          <cx:pt idx="2354">49.990000000000002</cx:pt>
          <cx:pt idx="2355">49.990000000000002</cx:pt>
          <cx:pt idx="2356">49.990000000000002</cx:pt>
          <cx:pt idx="2357">49.990000000000002</cx:pt>
          <cx:pt idx="2358">49.990000000000002</cx:pt>
          <cx:pt idx="2359">49.990000000000002</cx:pt>
          <cx:pt idx="2360">49.990000000000002</cx:pt>
          <cx:pt idx="2361">49.990000000000002</cx:pt>
          <cx:pt idx="2362">49.990000000000002</cx:pt>
          <cx:pt idx="2363">49.990000000000002</cx:pt>
          <cx:pt idx="2364">49.990000000000002</cx:pt>
          <cx:pt idx="2365">49.990000000000002</cx:pt>
          <cx:pt idx="2366">49.990000000000002</cx:pt>
          <cx:pt idx="2367">49.990000000000002</cx:pt>
          <cx:pt idx="2368">49.990000000000002</cx:pt>
          <cx:pt idx="2369">49.990000000000002</cx:pt>
          <cx:pt idx="2370">49.990000000000002</cx:pt>
          <cx:pt idx="2371">49.990000000000002</cx:pt>
          <cx:pt idx="2372">49.990000000000002</cx:pt>
          <cx:pt idx="2373">49.990000000000002</cx:pt>
          <cx:pt idx="2374">49.990000000000002</cx:pt>
          <cx:pt idx="2375">49.990000000000002</cx:pt>
          <cx:pt idx="2376">49.990000000000002</cx:pt>
          <cx:pt idx="2377">49.990000000000002</cx:pt>
          <cx:pt idx="2378">49.990000000000002</cx:pt>
          <cx:pt idx="2379">49.990000000000002</cx:pt>
          <cx:pt idx="2380">49.990000000000002</cx:pt>
          <cx:pt idx="2381">49.990000000000002</cx:pt>
          <cx:pt idx="2382">49.990000000000002</cx:pt>
          <cx:pt idx="2383">49.990000000000002</cx:pt>
          <cx:pt idx="2384">49.990000000000002</cx:pt>
          <cx:pt idx="2385">49.990000000000002</cx:pt>
          <cx:pt idx="2386">49.990000000000002</cx:pt>
          <cx:pt idx="2387">49.990000000000002</cx:pt>
          <cx:pt idx="2388">49.990000000000002</cx:pt>
          <cx:pt idx="2389">49.990000000000002</cx:pt>
          <cx:pt idx="2390">49.990000000000002</cx:pt>
          <cx:pt idx="2391">49.990000000000002</cx:pt>
          <cx:pt idx="2392">49.990000000000002</cx:pt>
          <cx:pt idx="2393">49.990000000000002</cx:pt>
          <cx:pt idx="2394">49.990000000000002</cx:pt>
          <cx:pt idx="2395">49.990000000000002</cx:pt>
          <cx:pt idx="2396">49.990000000000002</cx:pt>
          <cx:pt idx="2397">49.990000000000002</cx:pt>
          <cx:pt idx="2398">49.990000000000002</cx:pt>
          <cx:pt idx="2399">49.990000000000002</cx:pt>
          <cx:pt idx="2400">49.990000000000002</cx:pt>
          <cx:pt idx="2401">49.990000000000002</cx:pt>
          <cx:pt idx="2402">49.990000000000002</cx:pt>
          <cx:pt idx="2403">49.990000000000002</cx:pt>
          <cx:pt idx="2404">49.990000000000002</cx:pt>
          <cx:pt idx="2405">49.990000000000002</cx:pt>
          <cx:pt idx="2406">49.990000000000002</cx:pt>
          <cx:pt idx="2407">49.990000000000002</cx:pt>
          <cx:pt idx="2408">49.990000000000002</cx:pt>
          <cx:pt idx="2409">49.990000000000002</cx:pt>
          <cx:pt idx="2410">49.990000000000002</cx:pt>
          <cx:pt idx="2411">49.990000000000002</cx:pt>
          <cx:pt idx="2412">49.990000000000002</cx:pt>
          <cx:pt idx="2413">49.990000000000002</cx:pt>
          <cx:pt idx="2414">49.990000000000002</cx:pt>
          <cx:pt idx="2415">49.990000000000002</cx:pt>
          <cx:pt idx="2416">49.990000000000002</cx:pt>
          <cx:pt idx="2417">49.990000000000002</cx:pt>
          <cx:pt idx="2418">49.990000000000002</cx:pt>
          <cx:pt idx="2419">49.990000000000002</cx:pt>
          <cx:pt idx="2420">49.990000000000002</cx:pt>
          <cx:pt idx="2421">49.990000000000002</cx:pt>
          <cx:pt idx="2422">49.990000000000002</cx:pt>
          <cx:pt idx="2423">49.990000000000002</cx:pt>
          <cx:pt idx="2424">49.990000000000002</cx:pt>
          <cx:pt idx="2425">49.990000000000002</cx:pt>
          <cx:pt idx="2426">49.990000000000002</cx:pt>
          <cx:pt idx="2427">49.990000000000002</cx:pt>
          <cx:pt idx="2428">49.990000000000002</cx:pt>
          <cx:pt idx="2429">49.990000000000002</cx:pt>
          <cx:pt idx="2430">49.990000000000002</cx:pt>
          <cx:pt idx="2431">49.990000000000002</cx:pt>
          <cx:pt idx="2432">49.990000000000002</cx:pt>
          <cx:pt idx="2433">49.990000000000002</cx:pt>
          <cx:pt idx="2434">49.990000000000002</cx:pt>
          <cx:pt idx="2435">49.990000000000002</cx:pt>
          <cx:pt idx="2436">49.990000000000002</cx:pt>
          <cx:pt idx="2437">49.990000000000002</cx:pt>
          <cx:pt idx="2438">49.990000000000002</cx:pt>
          <cx:pt idx="2439">49.990000000000002</cx:pt>
          <cx:pt idx="2440">49.990000000000002</cx:pt>
          <cx:pt idx="2441">49.990000000000002</cx:pt>
          <cx:pt idx="2442">49.990000000000002</cx:pt>
          <cx:pt idx="2443">49.990000000000002</cx:pt>
          <cx:pt idx="2444">49.990000000000002</cx:pt>
          <cx:pt idx="2445">49.990000000000002</cx:pt>
          <cx:pt idx="2446">49.990000000000002</cx:pt>
          <cx:pt idx="2447">49.990000000000002</cx:pt>
          <cx:pt idx="2448">49.990000000000002</cx:pt>
          <cx:pt idx="2449">49.990000000000002</cx:pt>
          <cx:pt idx="2450">49.990000000000002</cx:pt>
          <cx:pt idx="2451">49.990000000000002</cx:pt>
          <cx:pt idx="2452">49.990000000000002</cx:pt>
          <cx:pt idx="2453">49.990000000000002</cx:pt>
          <cx:pt idx="2454">49.990000000000002</cx:pt>
          <cx:pt idx="2455">49.990000000000002</cx:pt>
          <cx:pt idx="2456">49.990000000000002</cx:pt>
          <cx:pt idx="2457">49.990000000000002</cx:pt>
          <cx:pt idx="2458">49.990000000000002</cx:pt>
          <cx:pt idx="2459">49.990000000000002</cx:pt>
          <cx:pt idx="2460">49.990000000000002</cx:pt>
          <cx:pt idx="2461">49.990000000000002</cx:pt>
          <cx:pt idx="2462">49.990000000000002</cx:pt>
          <cx:pt idx="2463">49.990000000000002</cx:pt>
          <cx:pt idx="2464">49.990000000000002</cx:pt>
          <cx:pt idx="2465">49.990000000000002</cx:pt>
          <cx:pt idx="2466">49.990000000000002</cx:pt>
          <cx:pt idx="2467">49.990000000000002</cx:pt>
          <cx:pt idx="2468">49.990000000000002</cx:pt>
          <cx:pt idx="2469">49.990000000000002</cx:pt>
          <cx:pt idx="2470">49.990000000000002</cx:pt>
          <cx:pt idx="2471">49.990000000000002</cx:pt>
          <cx:pt idx="2472">49.990000000000002</cx:pt>
          <cx:pt idx="2473">49.990000000000002</cx:pt>
          <cx:pt idx="2474">49.990000000000002</cx:pt>
          <cx:pt idx="2475">49.990000000000002</cx:pt>
          <cx:pt idx="2476">49.990000000000002</cx:pt>
          <cx:pt idx="2477">49.990000000000002</cx:pt>
          <cx:pt idx="2478">49.990000000000002</cx:pt>
          <cx:pt idx="2479">49.990000000000002</cx:pt>
          <cx:pt idx="2480">49.990000000000002</cx:pt>
          <cx:pt idx="2481">49.990000000000002</cx:pt>
          <cx:pt idx="2482">49.990000000000002</cx:pt>
          <cx:pt idx="2483">49.990000000000002</cx:pt>
          <cx:pt idx="2484">49.990000000000002</cx:pt>
          <cx:pt idx="2485">49.990000000000002</cx:pt>
          <cx:pt idx="2486">49.990000000000002</cx:pt>
          <cx:pt idx="2487">49.990000000000002</cx:pt>
          <cx:pt idx="2488">49.990000000000002</cx:pt>
          <cx:pt idx="2489">49.990000000000002</cx:pt>
          <cx:pt idx="2490">49.990000000000002</cx:pt>
          <cx:pt idx="2491">49.990000000000002</cx:pt>
          <cx:pt idx="2492">49.990000000000002</cx:pt>
          <cx:pt idx="2493">49.990000000000002</cx:pt>
          <cx:pt idx="2494">49.990000000000002</cx:pt>
          <cx:pt idx="2495">49.990000000000002</cx:pt>
          <cx:pt idx="2496">49.990000000000002</cx:pt>
          <cx:pt idx="2497">49.990000000000002</cx:pt>
          <cx:pt idx="2498">49.990000000000002</cx:pt>
          <cx:pt idx="2499">49.990000000000002</cx:pt>
          <cx:pt idx="2500">49.990000000000002</cx:pt>
          <cx:pt idx="2501">49.990000000000002</cx:pt>
          <cx:pt idx="2502">49.990000000000002</cx:pt>
          <cx:pt idx="2503">49.990000000000002</cx:pt>
          <cx:pt idx="2504">49.990000000000002</cx:pt>
          <cx:pt idx="2505">49.990000000000002</cx:pt>
          <cx:pt idx="2506">49.990000000000002</cx:pt>
          <cx:pt idx="2507">49.990000000000002</cx:pt>
          <cx:pt idx="2508">49.990000000000002</cx:pt>
          <cx:pt idx="2509">49.990000000000002</cx:pt>
          <cx:pt idx="2510">49.990000000000002</cx:pt>
          <cx:pt idx="2511">49.990000000000002</cx:pt>
          <cx:pt idx="2512">49.990000000000002</cx:pt>
          <cx:pt idx="2513">49.990000000000002</cx:pt>
          <cx:pt idx="2514">49.990000000000002</cx:pt>
          <cx:pt idx="2515">49.990000000000002</cx:pt>
          <cx:pt idx="2516">49.990000000000002</cx:pt>
          <cx:pt idx="2517">49.990000000000002</cx:pt>
          <cx:pt idx="2518">49.990000000000002</cx:pt>
          <cx:pt idx="2519">49.990000000000002</cx:pt>
          <cx:pt idx="2520">49.990000000000002</cx:pt>
          <cx:pt idx="2521">49.990000000000002</cx:pt>
          <cx:pt idx="2522">49.990000000000002</cx:pt>
          <cx:pt idx="2523">49.990000000000002</cx:pt>
          <cx:pt idx="2524">49.990000000000002</cx:pt>
          <cx:pt idx="2525">49.990000000000002</cx:pt>
          <cx:pt idx="2526">49.990000000000002</cx:pt>
          <cx:pt idx="2527">49.990000000000002</cx:pt>
          <cx:pt idx="2528">49.990000000000002</cx:pt>
          <cx:pt idx="2529">49.990000000000002</cx:pt>
          <cx:pt idx="2530">49.990000000000002</cx:pt>
          <cx:pt idx="2531">49.990000000000002</cx:pt>
          <cx:pt idx="2532">49.990000000000002</cx:pt>
          <cx:pt idx="2533">49.990000000000002</cx:pt>
          <cx:pt idx="2534">49.990000000000002</cx:pt>
          <cx:pt idx="2535">49.990000000000002</cx:pt>
          <cx:pt idx="2536">49.990000000000002</cx:pt>
          <cx:pt idx="2537">49.990000000000002</cx:pt>
          <cx:pt idx="2538">49.990000000000002</cx:pt>
          <cx:pt idx="2539">49.990000000000002</cx:pt>
          <cx:pt idx="2540">49.990000000000002</cx:pt>
          <cx:pt idx="2541">49.990000000000002</cx:pt>
          <cx:pt idx="2542">49.990000000000002</cx:pt>
          <cx:pt idx="2543">49.990000000000002</cx:pt>
          <cx:pt idx="2544">49.990000000000002</cx:pt>
          <cx:pt idx="2545">49.990000000000002</cx:pt>
          <cx:pt idx="2546">49.990000000000002</cx:pt>
          <cx:pt idx="2547">49.990000000000002</cx:pt>
          <cx:pt idx="2548">49.990000000000002</cx:pt>
          <cx:pt idx="2549">49.990000000000002</cx:pt>
          <cx:pt idx="2550">49.990000000000002</cx:pt>
          <cx:pt idx="2551">49.990000000000002</cx:pt>
          <cx:pt idx="2552">49.990000000000002</cx:pt>
          <cx:pt idx="2553">49.990000000000002</cx:pt>
          <cx:pt idx="2554">49.990000000000002</cx:pt>
          <cx:pt idx="2555">49.990000000000002</cx:pt>
          <cx:pt idx="2556">49.990000000000002</cx:pt>
          <cx:pt idx="2557">49.990000000000002</cx:pt>
          <cx:pt idx="2558">49.990000000000002</cx:pt>
          <cx:pt idx="2559">49.990000000000002</cx:pt>
          <cx:pt idx="2560">49.990000000000002</cx:pt>
          <cx:pt idx="2561">49.990000000000002</cx:pt>
          <cx:pt idx="2562">49.990000000000002</cx:pt>
          <cx:pt idx="2563">49.990000000000002</cx:pt>
          <cx:pt idx="2564">49.990000000000002</cx:pt>
          <cx:pt idx="2565">49.990000000000002</cx:pt>
          <cx:pt idx="2566">49.990000000000002</cx:pt>
          <cx:pt idx="2567">49.990000000000002</cx:pt>
          <cx:pt idx="2568">49.990000000000002</cx:pt>
          <cx:pt idx="2569">49.990000000000002</cx:pt>
          <cx:pt idx="2570">49.990000000000002</cx:pt>
          <cx:pt idx="2571">49.990000000000002</cx:pt>
          <cx:pt idx="2572">49.990000000000002</cx:pt>
          <cx:pt idx="2573">49.990000000000002</cx:pt>
          <cx:pt idx="2574">49.990000000000002</cx:pt>
          <cx:pt idx="2575">49.990000000000002</cx:pt>
          <cx:pt idx="2576">49.990000000000002</cx:pt>
          <cx:pt idx="2577">49.990000000000002</cx:pt>
          <cx:pt idx="2578">49.990000000000002</cx:pt>
          <cx:pt idx="2579">49.990000000000002</cx:pt>
          <cx:pt idx="2580">49.990000000000002</cx:pt>
          <cx:pt idx="2581">49.990000000000002</cx:pt>
          <cx:pt idx="2582">49.990000000000002</cx:pt>
          <cx:pt idx="2583">49.990000000000002</cx:pt>
          <cx:pt idx="2584">49.990000000000002</cx:pt>
          <cx:pt idx="2585">49.990000000000002</cx:pt>
          <cx:pt idx="2586">49.990000000000002</cx:pt>
          <cx:pt idx="2587">49.990000000000002</cx:pt>
          <cx:pt idx="2588">49.990000000000002</cx:pt>
          <cx:pt idx="2589">49.990000000000002</cx:pt>
          <cx:pt idx="2590">49.990000000000002</cx:pt>
          <cx:pt idx="2591">49.990000000000002</cx:pt>
          <cx:pt idx="2592">49.990000000000002</cx:pt>
          <cx:pt idx="2593">49.990000000000002</cx:pt>
          <cx:pt idx="2594">49.990000000000002</cx:pt>
          <cx:pt idx="2595">49.990000000000002</cx:pt>
          <cx:pt idx="2596">49.990000000000002</cx:pt>
          <cx:pt idx="2597">49.990000000000002</cx:pt>
          <cx:pt idx="2598">49.990000000000002</cx:pt>
          <cx:pt idx="2599">49.990000000000002</cx:pt>
          <cx:pt idx="2600">49.990000000000002</cx:pt>
          <cx:pt idx="2601">49.990000000000002</cx:pt>
          <cx:pt idx="2602">49.990000000000002</cx:pt>
          <cx:pt idx="2603">49.990000000000002</cx:pt>
          <cx:pt idx="2604">49.990000000000002</cx:pt>
          <cx:pt idx="2605">49.990000000000002</cx:pt>
          <cx:pt idx="2606">49.990000000000002</cx:pt>
          <cx:pt idx="2607">49.990000000000002</cx:pt>
          <cx:pt idx="2608">49.990000000000002</cx:pt>
          <cx:pt idx="2609">49.990000000000002</cx:pt>
          <cx:pt idx="2610">49.990000000000002</cx:pt>
          <cx:pt idx="2611">49.990000000000002</cx:pt>
          <cx:pt idx="2612">49.990000000000002</cx:pt>
          <cx:pt idx="2613">49.990000000000002</cx:pt>
          <cx:pt idx="2614">49.990000000000002</cx:pt>
          <cx:pt idx="2615">49.990000000000002</cx:pt>
          <cx:pt idx="2616">49.990000000000002</cx:pt>
          <cx:pt idx="2617">49.990000000000002</cx:pt>
          <cx:pt idx="2618">49.990000000000002</cx:pt>
          <cx:pt idx="2619">49.990000000000002</cx:pt>
          <cx:pt idx="2620">49.990000000000002</cx:pt>
          <cx:pt idx="2621">49.990000000000002</cx:pt>
          <cx:pt idx="2622">49.990000000000002</cx:pt>
          <cx:pt idx="2623">49.990000000000002</cx:pt>
          <cx:pt idx="2624">49.990000000000002</cx:pt>
          <cx:pt idx="2625">49.990000000000002</cx:pt>
          <cx:pt idx="2626">49.990000000000002</cx:pt>
          <cx:pt idx="2627">49.990000000000002</cx:pt>
          <cx:pt idx="2628">49.990000000000002</cx:pt>
          <cx:pt idx="2629">49.990000000000002</cx:pt>
          <cx:pt idx="2630">49.990000000000002</cx:pt>
          <cx:pt idx="2631">49.990000000000002</cx:pt>
          <cx:pt idx="2632">49.990000000000002</cx:pt>
          <cx:pt idx="2633">49.990000000000002</cx:pt>
          <cx:pt idx="2634">49.990000000000002</cx:pt>
          <cx:pt idx="2635">49.990000000000002</cx:pt>
          <cx:pt idx="2636">49.990000000000002</cx:pt>
          <cx:pt idx="2637">49.990000000000002</cx:pt>
          <cx:pt idx="2638">49.990000000000002</cx:pt>
          <cx:pt idx="2639">49.990000000000002</cx:pt>
          <cx:pt idx="2640">49.990000000000002</cx:pt>
          <cx:pt idx="2641">49.990000000000002</cx:pt>
          <cx:pt idx="2642">49.990000000000002</cx:pt>
          <cx:pt idx="2643">49.990000000000002</cx:pt>
          <cx:pt idx="2644">49.990000000000002</cx:pt>
          <cx:pt idx="2645">49.990000000000002</cx:pt>
          <cx:pt idx="2646">49.990000000000002</cx:pt>
          <cx:pt idx="2647">49.990000000000002</cx:pt>
          <cx:pt idx="2648">49.990000000000002</cx:pt>
          <cx:pt idx="2649">49.990000000000002</cx:pt>
          <cx:pt idx="2650">49.990000000000002</cx:pt>
          <cx:pt idx="2651">49.990000000000002</cx:pt>
          <cx:pt idx="2652">49.990000000000002</cx:pt>
          <cx:pt idx="2653">49.990000000000002</cx:pt>
          <cx:pt idx="2654">49.990000000000002</cx:pt>
          <cx:pt idx="2655">49.990000000000002</cx:pt>
          <cx:pt idx="2656">49.990000000000002</cx:pt>
          <cx:pt idx="2657">49.990000000000002</cx:pt>
          <cx:pt idx="2658">49.990000000000002</cx:pt>
          <cx:pt idx="2659">49.990000000000002</cx:pt>
          <cx:pt idx="2660">49.990000000000002</cx:pt>
          <cx:pt idx="2661">49.990000000000002</cx:pt>
          <cx:pt idx="2662">49.990000000000002</cx:pt>
          <cx:pt idx="2663">49.990000000000002</cx:pt>
          <cx:pt idx="2664">49.990000000000002</cx:pt>
          <cx:pt idx="2665">49.990000000000002</cx:pt>
          <cx:pt idx="2666">49.990000000000002</cx:pt>
          <cx:pt idx="2667">49.990000000000002</cx:pt>
          <cx:pt idx="2668">49.990000000000002</cx:pt>
          <cx:pt idx="2669">49.990000000000002</cx:pt>
          <cx:pt idx="2670">49.990000000000002</cx:pt>
          <cx:pt idx="2671">49.990000000000002</cx:pt>
          <cx:pt idx="2672">49.990000000000002</cx:pt>
          <cx:pt idx="2673">49.990000000000002</cx:pt>
          <cx:pt idx="2674">49.990000000000002</cx:pt>
          <cx:pt idx="2675">49.990000000000002</cx:pt>
          <cx:pt idx="2676">49.990000000000002</cx:pt>
          <cx:pt idx="2677">49.990000000000002</cx:pt>
          <cx:pt idx="2678">49.990000000000002</cx:pt>
          <cx:pt idx="2679">49.990000000000002</cx:pt>
          <cx:pt idx="2680">49.990000000000002</cx:pt>
          <cx:pt idx="2681">49.990000000000002</cx:pt>
          <cx:pt idx="2682">49.990000000000002</cx:pt>
          <cx:pt idx="2683">49.990000000000002</cx:pt>
          <cx:pt idx="2684">49.990000000000002</cx:pt>
          <cx:pt idx="2685">49.990000000000002</cx:pt>
          <cx:pt idx="2686">49.990000000000002</cx:pt>
          <cx:pt idx="2687">49.990000000000002</cx:pt>
          <cx:pt idx="2688">49.990000000000002</cx:pt>
          <cx:pt idx="2689">49.990000000000002</cx:pt>
          <cx:pt idx="2690">49.990000000000002</cx:pt>
          <cx:pt idx="2691">49.990000000000002</cx:pt>
          <cx:pt idx="2692">49.990000000000002</cx:pt>
          <cx:pt idx="2693">49.990000000000002</cx:pt>
          <cx:pt idx="2694">49.990000000000002</cx:pt>
          <cx:pt idx="2695">49.990000000000002</cx:pt>
          <cx:pt idx="2696">49.990000000000002</cx:pt>
          <cx:pt idx="2697">49.990000000000002</cx:pt>
          <cx:pt idx="2698">49.990000000000002</cx:pt>
          <cx:pt idx="2699">49.990000000000002</cx:pt>
          <cx:pt idx="2700">49.990000000000002</cx:pt>
          <cx:pt idx="2701">49.990000000000002</cx:pt>
          <cx:pt idx="2702">49.990000000000002</cx:pt>
          <cx:pt idx="2703">49.990000000000002</cx:pt>
          <cx:pt idx="2704">49.990000000000002</cx:pt>
          <cx:pt idx="2705">49.990000000000002</cx:pt>
          <cx:pt idx="2706">49.990000000000002</cx:pt>
          <cx:pt idx="2707">49.990000000000002</cx:pt>
          <cx:pt idx="2708">49.990000000000002</cx:pt>
          <cx:pt idx="2709">49.990000000000002</cx:pt>
          <cx:pt idx="2710">49.990000000000002</cx:pt>
          <cx:pt idx="2711">49.990000000000002</cx:pt>
          <cx:pt idx="2712">49.990000000000002</cx:pt>
          <cx:pt idx="2713">49.990000000000002</cx:pt>
          <cx:pt idx="2714">49.990000000000002</cx:pt>
          <cx:pt idx="2715">49.990000000000002</cx:pt>
          <cx:pt idx="2716">49.990000000000002</cx:pt>
          <cx:pt idx="2717">49.990000000000002</cx:pt>
          <cx:pt idx="2718">49.990000000000002</cx:pt>
          <cx:pt idx="2719">49.990000000000002</cx:pt>
          <cx:pt idx="2720">49.990000000000002</cx:pt>
          <cx:pt idx="2721">49.990000000000002</cx:pt>
          <cx:pt idx="2722">49.990000000000002</cx:pt>
          <cx:pt idx="2723">49.990000000000002</cx:pt>
          <cx:pt idx="2724">49.990000000000002</cx:pt>
          <cx:pt idx="2725">49.990000000000002</cx:pt>
          <cx:pt idx="2726">49.990000000000002</cx:pt>
          <cx:pt idx="2727">49.990000000000002</cx:pt>
          <cx:pt idx="2728">49.990000000000002</cx:pt>
          <cx:pt idx="2729">49.990000000000002</cx:pt>
          <cx:pt idx="2730">49.990000000000002</cx:pt>
          <cx:pt idx="2731">49.990000000000002</cx:pt>
          <cx:pt idx="2732">49.990000000000002</cx:pt>
          <cx:pt idx="2733">49.990000000000002</cx:pt>
          <cx:pt idx="2734">49.990000000000002</cx:pt>
          <cx:pt idx="2735">49.990000000000002</cx:pt>
          <cx:pt idx="2736">49.990000000000002</cx:pt>
          <cx:pt idx="2737">49.990000000000002</cx:pt>
          <cx:pt idx="2738">49.990000000000002</cx:pt>
          <cx:pt idx="2739">49.990000000000002</cx:pt>
          <cx:pt idx="2740">49.990000000000002</cx:pt>
          <cx:pt idx="2741">49.990000000000002</cx:pt>
          <cx:pt idx="2742">49.990000000000002</cx:pt>
          <cx:pt idx="2743">49.990000000000002</cx:pt>
          <cx:pt idx="2744">49.990000000000002</cx:pt>
          <cx:pt idx="2745">49.990000000000002</cx:pt>
          <cx:pt idx="2746">49.990000000000002</cx:pt>
          <cx:pt idx="2747">49.990000000000002</cx:pt>
          <cx:pt idx="2748">49.990000000000002</cx:pt>
          <cx:pt idx="2749">49.990000000000002</cx:pt>
          <cx:pt idx="2750">49.990000000000002</cx:pt>
          <cx:pt idx="2751">49.990000000000002</cx:pt>
          <cx:pt idx="2752">49.990000000000002</cx:pt>
          <cx:pt idx="2753">49.990000000000002</cx:pt>
          <cx:pt idx="2754">49.990000000000002</cx:pt>
          <cx:pt idx="2755">49.990000000000002</cx:pt>
          <cx:pt idx="2756">49.990000000000002</cx:pt>
          <cx:pt idx="2757">49.990000000000002</cx:pt>
          <cx:pt idx="2758">49.990000000000002</cx:pt>
          <cx:pt idx="2759">49.990000000000002</cx:pt>
          <cx:pt idx="2760">49.990000000000002</cx:pt>
          <cx:pt idx="2761">49.990000000000002</cx:pt>
          <cx:pt idx="2762">49.990000000000002</cx:pt>
          <cx:pt idx="2763">49.990000000000002</cx:pt>
          <cx:pt idx="2764">49.990000000000002</cx:pt>
          <cx:pt idx="2765">49.990000000000002</cx:pt>
          <cx:pt idx="2766">49.990000000000002</cx:pt>
          <cx:pt idx="2767">49.990000000000002</cx:pt>
          <cx:pt idx="2768">49.990000000000002</cx:pt>
          <cx:pt idx="2769">49.990000000000002</cx:pt>
          <cx:pt idx="2770">49.990000000000002</cx:pt>
          <cx:pt idx="2771">49.990000000000002</cx:pt>
          <cx:pt idx="2772">49.990000000000002</cx:pt>
          <cx:pt idx="2773">49.990000000000002</cx:pt>
          <cx:pt idx="2774">49.990000000000002</cx:pt>
          <cx:pt idx="2775">49.990000000000002</cx:pt>
          <cx:pt idx="2776">49.990000000000002</cx:pt>
          <cx:pt idx="2777">49.990000000000002</cx:pt>
          <cx:pt idx="2778">49.990000000000002</cx:pt>
          <cx:pt idx="2779">49.990000000000002</cx:pt>
          <cx:pt idx="2780">49.990000000000002</cx:pt>
          <cx:pt idx="2781">49.990000000000002</cx:pt>
          <cx:pt idx="2782">49.990000000000002</cx:pt>
          <cx:pt idx="2783">49.990000000000002</cx:pt>
          <cx:pt idx="2784">49.990000000000002</cx:pt>
          <cx:pt idx="2785">49.990000000000002</cx:pt>
          <cx:pt idx="2786">49.990000000000002</cx:pt>
          <cx:pt idx="2787">49.990000000000002</cx:pt>
          <cx:pt idx="2788">49.990000000000002</cx:pt>
          <cx:pt idx="2789">49.990000000000002</cx:pt>
          <cx:pt idx="2790">49.990000000000002</cx:pt>
          <cx:pt idx="2791">49.990000000000002</cx:pt>
          <cx:pt idx="2792">49.990000000000002</cx:pt>
          <cx:pt idx="2793">49.990000000000002</cx:pt>
          <cx:pt idx="2794">49.990000000000002</cx:pt>
          <cx:pt idx="2795">49.990000000000002</cx:pt>
          <cx:pt idx="2796">49.990000000000002</cx:pt>
          <cx:pt idx="2797">49.990000000000002</cx:pt>
          <cx:pt idx="2798">49.990000000000002</cx:pt>
          <cx:pt idx="2799">49.990000000000002</cx:pt>
          <cx:pt idx="2800">49.990000000000002</cx:pt>
          <cx:pt idx="2801">49.990000000000002</cx:pt>
          <cx:pt idx="2802">49.990000000000002</cx:pt>
          <cx:pt idx="2803">49.990000000000002</cx:pt>
          <cx:pt idx="2804">49.990000000000002</cx:pt>
          <cx:pt idx="2805">49.990000000000002</cx:pt>
          <cx:pt idx="2806">49.990000000000002</cx:pt>
          <cx:pt idx="2807">49.990000000000002</cx:pt>
          <cx:pt idx="2808">49.990000000000002</cx:pt>
          <cx:pt idx="2809">49.990000000000002</cx:pt>
          <cx:pt idx="2810">49.990000000000002</cx:pt>
          <cx:pt idx="2811">49.990000000000002</cx:pt>
          <cx:pt idx="2812">49.990000000000002</cx:pt>
          <cx:pt idx="2813">49.990000000000002</cx:pt>
          <cx:pt idx="2814">49.990000000000002</cx:pt>
          <cx:pt idx="2815">49.990000000000002</cx:pt>
          <cx:pt idx="2816">49.990000000000002</cx:pt>
          <cx:pt idx="2817">49.990000000000002</cx:pt>
          <cx:pt idx="2818">49.990000000000002</cx:pt>
          <cx:pt idx="2819">49.990000000000002</cx:pt>
          <cx:pt idx="2820">49.990000000000002</cx:pt>
          <cx:pt idx="2821">49.990000000000002</cx:pt>
          <cx:pt idx="2822">49.990000000000002</cx:pt>
          <cx:pt idx="2823">49.990000000000002</cx:pt>
          <cx:pt idx="2824">49.990000000000002</cx:pt>
          <cx:pt idx="2825">49.990000000000002</cx:pt>
          <cx:pt idx="2826">49.990000000000002</cx:pt>
          <cx:pt idx="2827">49.990000000000002</cx:pt>
          <cx:pt idx="2828">49.990000000000002</cx:pt>
          <cx:pt idx="2829">49.990000000000002</cx:pt>
          <cx:pt idx="2830">49.990000000000002</cx:pt>
          <cx:pt idx="2831">49.990000000000002</cx:pt>
          <cx:pt idx="2832">49.990000000000002</cx:pt>
          <cx:pt idx="2833">49.990000000000002</cx:pt>
          <cx:pt idx="2834">49.990000000000002</cx:pt>
          <cx:pt idx="2835">49.990000000000002</cx:pt>
          <cx:pt idx="2836">49.990000000000002</cx:pt>
          <cx:pt idx="2837">49.990000000000002</cx:pt>
          <cx:pt idx="2838">49.990000000000002</cx:pt>
          <cx:pt idx="2839">49.990000000000002</cx:pt>
          <cx:pt idx="2840">49.990000000000002</cx:pt>
          <cx:pt idx="2841">49.990000000000002</cx:pt>
          <cx:pt idx="2842">49.990000000000002</cx:pt>
          <cx:pt idx="2843">49.990000000000002</cx:pt>
          <cx:pt idx="2844">49.990000000000002</cx:pt>
          <cx:pt idx="2845">49.990000000000002</cx:pt>
          <cx:pt idx="2846">49.990000000000002</cx:pt>
          <cx:pt idx="2847">49.990000000000002</cx:pt>
          <cx:pt idx="2848">49.990000000000002</cx:pt>
          <cx:pt idx="2849">49.990000000000002</cx:pt>
          <cx:pt idx="2850">49.990000000000002</cx:pt>
          <cx:pt idx="2851">49.990000000000002</cx:pt>
          <cx:pt idx="2852">49.990000000000002</cx:pt>
          <cx:pt idx="2853">49.990000000000002</cx:pt>
          <cx:pt idx="2854">49.990000000000002</cx:pt>
          <cx:pt idx="2855">49.990000000000002</cx:pt>
          <cx:pt idx="2856">49.990000000000002</cx:pt>
          <cx:pt idx="2857">49.990000000000002</cx:pt>
          <cx:pt idx="2858">49.990000000000002</cx:pt>
          <cx:pt idx="2859">49.990000000000002</cx:pt>
          <cx:pt idx="2860">49.990000000000002</cx:pt>
          <cx:pt idx="2861">49.990000000000002</cx:pt>
          <cx:pt idx="2862">49.990000000000002</cx:pt>
          <cx:pt idx="2863">49.990000000000002</cx:pt>
          <cx:pt idx="2864">49.990000000000002</cx:pt>
          <cx:pt idx="2865">49.990000000000002</cx:pt>
          <cx:pt idx="2866">49.990000000000002</cx:pt>
          <cx:pt idx="2867">49.990000000000002</cx:pt>
          <cx:pt idx="2868">49.990000000000002</cx:pt>
          <cx:pt idx="2869">49.990000000000002</cx:pt>
          <cx:pt idx="2870">49.990000000000002</cx:pt>
          <cx:pt idx="2871">49.990000000000002</cx:pt>
          <cx:pt idx="2872">49.990000000000002</cx:pt>
          <cx:pt idx="2873">49.990000000000002</cx:pt>
          <cx:pt idx="2874">49.990000000000002</cx:pt>
          <cx:pt idx="2875">49.990000000000002</cx:pt>
          <cx:pt idx="2876">49.990000000000002</cx:pt>
          <cx:pt idx="2877">49.990000000000002</cx:pt>
          <cx:pt idx="2878">49.990000000000002</cx:pt>
          <cx:pt idx="2879">49.990000000000002</cx:pt>
          <cx:pt idx="2880">49.990000000000002</cx:pt>
          <cx:pt idx="2881">49.990000000000002</cx:pt>
          <cx:pt idx="2882">49.990000000000002</cx:pt>
          <cx:pt idx="2883">49.990000000000002</cx:pt>
          <cx:pt idx="2884">49.990000000000002</cx:pt>
          <cx:pt idx="2885">49.990000000000002</cx:pt>
          <cx:pt idx="2886">49.990000000000002</cx:pt>
          <cx:pt idx="2887">49.990000000000002</cx:pt>
          <cx:pt idx="2888">49.990000000000002</cx:pt>
          <cx:pt idx="2889">49.990000000000002</cx:pt>
          <cx:pt idx="2890">49.990000000000002</cx:pt>
          <cx:pt idx="2891">49.990000000000002</cx:pt>
          <cx:pt idx="2892">49.990000000000002</cx:pt>
          <cx:pt idx="2893">49.990000000000002</cx:pt>
          <cx:pt idx="2894">49.990000000000002</cx:pt>
          <cx:pt idx="2895">49.990000000000002</cx:pt>
          <cx:pt idx="2896">49.990000000000002</cx:pt>
          <cx:pt idx="2897">49.990000000000002</cx:pt>
          <cx:pt idx="2898">49.990000000000002</cx:pt>
          <cx:pt idx="2899">49.990000000000002</cx:pt>
          <cx:pt idx="2900">49.990000000000002</cx:pt>
          <cx:pt idx="2901">49.990000000000002</cx:pt>
          <cx:pt idx="2902">49.990000000000002</cx:pt>
          <cx:pt idx="2903">49.990000000000002</cx:pt>
          <cx:pt idx="2904">49.990000000000002</cx:pt>
          <cx:pt idx="2905">49.990000000000002</cx:pt>
          <cx:pt idx="2906">49.990000000000002</cx:pt>
          <cx:pt idx="2907">49.990000000000002</cx:pt>
          <cx:pt idx="2908">49.990000000000002</cx:pt>
          <cx:pt idx="2909">49.990000000000002</cx:pt>
          <cx:pt idx="2910">49.990000000000002</cx:pt>
          <cx:pt idx="2911">49.990000000000002</cx:pt>
          <cx:pt idx="2912">49.990000000000002</cx:pt>
          <cx:pt idx="2913">49.990000000000002</cx:pt>
          <cx:pt idx="2914">49.990000000000002</cx:pt>
          <cx:pt idx="2915">49.990000000000002</cx:pt>
          <cx:pt idx="2916">49.990000000000002</cx:pt>
          <cx:pt idx="2917">49.990000000000002</cx:pt>
          <cx:pt idx="2918">49.990000000000002</cx:pt>
          <cx:pt idx="2919">49.990000000000002</cx:pt>
          <cx:pt idx="2920">49.990000000000002</cx:pt>
          <cx:pt idx="2921">49.990000000000002</cx:pt>
          <cx:pt idx="2922">49.990000000000002</cx:pt>
          <cx:pt idx="2923">49.990000000000002</cx:pt>
          <cx:pt idx="2924">49.990000000000002</cx:pt>
          <cx:pt idx="2925">49.990000000000002</cx:pt>
          <cx:pt idx="2926">49.990000000000002</cx:pt>
          <cx:pt idx="2927">49.990000000000002</cx:pt>
          <cx:pt idx="2928">49.990000000000002</cx:pt>
          <cx:pt idx="2929">49.990000000000002</cx:pt>
          <cx:pt idx="2930">49.990000000000002</cx:pt>
          <cx:pt idx="2931">49.990000000000002</cx:pt>
          <cx:pt idx="2932">49.990000000000002</cx:pt>
          <cx:pt idx="2933">49.990000000000002</cx:pt>
          <cx:pt idx="2934">49.990000000000002</cx:pt>
          <cx:pt idx="2935">49.990000000000002</cx:pt>
          <cx:pt idx="2936">49.990000000000002</cx:pt>
          <cx:pt idx="2937">49.990000000000002</cx:pt>
          <cx:pt idx="2938">49.990000000000002</cx:pt>
          <cx:pt idx="2939">49.990000000000002</cx:pt>
          <cx:pt idx="2940">49.990000000000002</cx:pt>
          <cx:pt idx="2941">49.990000000000002</cx:pt>
          <cx:pt idx="2942">49.990000000000002</cx:pt>
          <cx:pt idx="2943">49.990000000000002</cx:pt>
          <cx:pt idx="2944">49.990000000000002</cx:pt>
          <cx:pt idx="2945">49.990000000000002</cx:pt>
          <cx:pt idx="2946">49.990000000000002</cx:pt>
          <cx:pt idx="2947">49.990000000000002</cx:pt>
          <cx:pt idx="2948">49.990000000000002</cx:pt>
          <cx:pt idx="2949">49.990000000000002</cx:pt>
          <cx:pt idx="2950">49.990000000000002</cx:pt>
          <cx:pt idx="2951">49.990000000000002</cx:pt>
          <cx:pt idx="2952">49.990000000000002</cx:pt>
          <cx:pt idx="2953">49.990000000000002</cx:pt>
          <cx:pt idx="2954">49.990000000000002</cx:pt>
          <cx:pt idx="2955">49.990000000000002</cx:pt>
          <cx:pt idx="2956">49.990000000000002</cx:pt>
          <cx:pt idx="2957">49.990000000000002</cx:pt>
          <cx:pt idx="2958">49.990000000000002</cx:pt>
          <cx:pt idx="2959">49.990000000000002</cx:pt>
          <cx:pt idx="2960">49.990000000000002</cx:pt>
          <cx:pt idx="2961">49.990000000000002</cx:pt>
          <cx:pt idx="2962">49.990000000000002</cx:pt>
          <cx:pt idx="2963">49.990000000000002</cx:pt>
          <cx:pt idx="2964">49.990000000000002</cx:pt>
          <cx:pt idx="2965">49.990000000000002</cx:pt>
          <cx:pt idx="2966">49.990000000000002</cx:pt>
          <cx:pt idx="2967">49.990000000000002</cx:pt>
          <cx:pt idx="2968">49.990000000000002</cx:pt>
          <cx:pt idx="2969">49.990000000000002</cx:pt>
          <cx:pt idx="2970">49.990000000000002</cx:pt>
          <cx:pt idx="2971">49.990000000000002</cx:pt>
          <cx:pt idx="2972">49.990000000000002</cx:pt>
          <cx:pt idx="2973">49.990000000000002</cx:pt>
          <cx:pt idx="2974">49.990000000000002</cx:pt>
          <cx:pt idx="2975">49.990000000000002</cx:pt>
          <cx:pt idx="2976">49.990000000000002</cx:pt>
          <cx:pt idx="2977">49.990000000000002</cx:pt>
          <cx:pt idx="2978">49.990000000000002</cx:pt>
          <cx:pt idx="2979">49.990000000000002</cx:pt>
          <cx:pt idx="2980">49.990000000000002</cx:pt>
          <cx:pt idx="2981">49.990000000000002</cx:pt>
          <cx:pt idx="2982">49.990000000000002</cx:pt>
          <cx:pt idx="2983">49.990000000000002</cx:pt>
          <cx:pt idx="2984">49.990000000000002</cx:pt>
          <cx:pt idx="2985">49.990000000000002</cx:pt>
          <cx:pt idx="2986">49.990000000000002</cx:pt>
          <cx:pt idx="2987">49.990000000000002</cx:pt>
          <cx:pt idx="2988">49.990000000000002</cx:pt>
          <cx:pt idx="2989">49.990000000000002</cx:pt>
          <cx:pt idx="2990">49.990000000000002</cx:pt>
          <cx:pt idx="2991">49.990000000000002</cx:pt>
          <cx:pt idx="2992">49.990000000000002</cx:pt>
          <cx:pt idx="2993">49.990000000000002</cx:pt>
          <cx:pt idx="2994">49.990000000000002</cx:pt>
          <cx:pt idx="2995">49.990000000000002</cx:pt>
          <cx:pt idx="2996">49.990000000000002</cx:pt>
          <cx:pt idx="2997">49.990000000000002</cx:pt>
          <cx:pt idx="2998">49.990000000000002</cx:pt>
          <cx:pt idx="2999">49.990000000000002</cx:pt>
          <cx:pt idx="3000">49.990000000000002</cx:pt>
          <cx:pt idx="3001">49.990000000000002</cx:pt>
          <cx:pt idx="3002">49.990000000000002</cx:pt>
          <cx:pt idx="3003">49.990000000000002</cx:pt>
          <cx:pt idx="3004">49.990000000000002</cx:pt>
          <cx:pt idx="3005">49.990000000000002</cx:pt>
          <cx:pt idx="3006">49.990000000000002</cx:pt>
          <cx:pt idx="3007">49.990000000000002</cx:pt>
          <cx:pt idx="3008">49.990000000000002</cx:pt>
          <cx:pt idx="3009">49.990000000000002</cx:pt>
          <cx:pt idx="3010">49.990000000000002</cx:pt>
          <cx:pt idx="3011">49.990000000000002</cx:pt>
          <cx:pt idx="3012">49.990000000000002</cx:pt>
          <cx:pt idx="3013">49.990000000000002</cx:pt>
          <cx:pt idx="3014">49.990000000000002</cx:pt>
          <cx:pt idx="3015">49.990000000000002</cx:pt>
          <cx:pt idx="3016">49.990000000000002</cx:pt>
          <cx:pt idx="3017">49.990000000000002</cx:pt>
          <cx:pt idx="3018">49.990000000000002</cx:pt>
          <cx:pt idx="3019">49.990000000000002</cx:pt>
          <cx:pt idx="3020">49.990000000000002</cx:pt>
          <cx:pt idx="3021">49.990000000000002</cx:pt>
          <cx:pt idx="3022">49.990000000000002</cx:pt>
          <cx:pt idx="3023">49.990000000000002</cx:pt>
          <cx:pt idx="3024">49.990000000000002</cx:pt>
          <cx:pt idx="3025">49.990000000000002</cx:pt>
          <cx:pt idx="3026">49.990000000000002</cx:pt>
          <cx:pt idx="3027">49.990000000000002</cx:pt>
          <cx:pt idx="3028">49.990000000000002</cx:pt>
          <cx:pt idx="3029">49.990000000000002</cx:pt>
          <cx:pt idx="3030">49.990000000000002</cx:pt>
          <cx:pt idx="3031">49.990000000000002</cx:pt>
          <cx:pt idx="3032">49.990000000000002</cx:pt>
          <cx:pt idx="3033">49.990000000000002</cx:pt>
          <cx:pt idx="3034">49.990000000000002</cx:pt>
          <cx:pt idx="3035">49.990000000000002</cx:pt>
          <cx:pt idx="3036">49.990000000000002</cx:pt>
          <cx:pt idx="3037">49.990000000000002</cx:pt>
          <cx:pt idx="3038">49.990000000000002</cx:pt>
          <cx:pt idx="3039">49.990000000000002</cx:pt>
          <cx:pt idx="3040">49.990000000000002</cx:pt>
          <cx:pt idx="3041">49.990000000000002</cx:pt>
          <cx:pt idx="3042">49.990000000000002</cx:pt>
          <cx:pt idx="3043">49.990000000000002</cx:pt>
          <cx:pt idx="3044">49.990000000000002</cx:pt>
          <cx:pt idx="3045">49.990000000000002</cx:pt>
          <cx:pt idx="3046">49.990000000000002</cx:pt>
          <cx:pt idx="3047">49.990000000000002</cx:pt>
          <cx:pt idx="3048">49.990000000000002</cx:pt>
          <cx:pt idx="3049">49.990000000000002</cx:pt>
          <cx:pt idx="3050">49.990000000000002</cx:pt>
          <cx:pt idx="3051">49.990000000000002</cx:pt>
          <cx:pt idx="3052">49.990000000000002</cx:pt>
          <cx:pt idx="3053">49.990000000000002</cx:pt>
          <cx:pt idx="3054">49.990000000000002</cx:pt>
          <cx:pt idx="3055">49.990000000000002</cx:pt>
          <cx:pt idx="3056">49.990000000000002</cx:pt>
          <cx:pt idx="3057">49.990000000000002</cx:pt>
          <cx:pt idx="3058">49.990000000000002</cx:pt>
          <cx:pt idx="3059">49.990000000000002</cx:pt>
          <cx:pt idx="3060">49.990000000000002</cx:pt>
          <cx:pt idx="3061">49.990000000000002</cx:pt>
          <cx:pt idx="3062">49.990000000000002</cx:pt>
          <cx:pt idx="3063">49.990000000000002</cx:pt>
          <cx:pt idx="3064">49.990000000000002</cx:pt>
          <cx:pt idx="3065">49.990000000000002</cx:pt>
          <cx:pt idx="3066">49.990000000000002</cx:pt>
          <cx:pt idx="3067">49.990000000000002</cx:pt>
          <cx:pt idx="3068">49.990000000000002</cx:pt>
          <cx:pt idx="3069">49.990000000000002</cx:pt>
          <cx:pt idx="3070">49.990000000000002</cx:pt>
          <cx:pt idx="3071">49.990000000000002</cx:pt>
          <cx:pt idx="3072">49.990000000000002</cx:pt>
          <cx:pt idx="3073">49.990000000000002</cx:pt>
          <cx:pt idx="3074">49.990000000000002</cx:pt>
          <cx:pt idx="3075">49.990000000000002</cx:pt>
          <cx:pt idx="3076">49.990000000000002</cx:pt>
          <cx:pt idx="3077">49.990000000000002</cx:pt>
          <cx:pt idx="3078">49.990000000000002</cx:pt>
          <cx:pt idx="3079">49.990000000000002</cx:pt>
          <cx:pt idx="3080">49.990000000000002</cx:pt>
          <cx:pt idx="3081">49.990000000000002</cx:pt>
          <cx:pt idx="3082">49.990000000000002</cx:pt>
          <cx:pt idx="3083">49.990000000000002</cx:pt>
          <cx:pt idx="3084">49.990000000000002</cx:pt>
          <cx:pt idx="3085">49.990000000000002</cx:pt>
          <cx:pt idx="3086">49.990000000000002</cx:pt>
          <cx:pt idx="3087">49.990000000000002</cx:pt>
          <cx:pt idx="3088">49.990000000000002</cx:pt>
          <cx:pt idx="3089">49.990000000000002</cx:pt>
          <cx:pt idx="3090">49.990000000000002</cx:pt>
          <cx:pt idx="3091">49.990000000000002</cx:pt>
          <cx:pt idx="3092">49.990000000000002</cx:pt>
          <cx:pt idx="3093">49.990000000000002</cx:pt>
          <cx:pt idx="3094">49.990000000000002</cx:pt>
          <cx:pt idx="3095">49.990000000000002</cx:pt>
          <cx:pt idx="3096">49.990000000000002</cx:pt>
          <cx:pt idx="3097">49.990000000000002</cx:pt>
          <cx:pt idx="3098">49.990000000000002</cx:pt>
          <cx:pt idx="3099">49.990000000000002</cx:pt>
          <cx:pt idx="3100">49.990000000000002</cx:pt>
          <cx:pt idx="3101">49.990000000000002</cx:pt>
          <cx:pt idx="3102">49.990000000000002</cx:pt>
          <cx:pt idx="3103">49.990000000000002</cx:pt>
          <cx:pt idx="3104">49.990000000000002</cx:pt>
          <cx:pt idx="3105">49.990000000000002</cx:pt>
          <cx:pt idx="3106">49.990000000000002</cx:pt>
          <cx:pt idx="3107">49.990000000000002</cx:pt>
          <cx:pt idx="3108">49.990000000000002</cx:pt>
          <cx:pt idx="3109">49.990000000000002</cx:pt>
          <cx:pt idx="3110">49.990000000000002</cx:pt>
          <cx:pt idx="3111">49.990000000000002</cx:pt>
          <cx:pt idx="3112">49.990000000000002</cx:pt>
          <cx:pt idx="3113">49.990000000000002</cx:pt>
          <cx:pt idx="3114">49.990000000000002</cx:pt>
          <cx:pt idx="3115">49.990000000000002</cx:pt>
          <cx:pt idx="3116">49.990000000000002</cx:pt>
          <cx:pt idx="3117">49.990000000000002</cx:pt>
          <cx:pt idx="3118">49.990000000000002</cx:pt>
          <cx:pt idx="3119">49.990000000000002</cx:pt>
          <cx:pt idx="3120">49.990000000000002</cx:pt>
          <cx:pt idx="3121">49.990000000000002</cx:pt>
          <cx:pt idx="3122">49.990000000000002</cx:pt>
          <cx:pt idx="3123">49.990000000000002</cx:pt>
          <cx:pt idx="3124">49.990000000000002</cx:pt>
          <cx:pt idx="3125">49.990000000000002</cx:pt>
          <cx:pt idx="3126">49.990000000000002</cx:pt>
          <cx:pt idx="3127">49.990000000000002</cx:pt>
          <cx:pt idx="3128">49.990000000000002</cx:pt>
          <cx:pt idx="3129">49.990000000000002</cx:pt>
          <cx:pt idx="3130">49.990000000000002</cx:pt>
          <cx:pt idx="3131">49.990000000000002</cx:pt>
          <cx:pt idx="3132">49.990000000000002</cx:pt>
          <cx:pt idx="3133">49.990000000000002</cx:pt>
          <cx:pt idx="3134">49.990000000000002</cx:pt>
          <cx:pt idx="3135">49.990000000000002</cx:pt>
          <cx:pt idx="3136">49.990000000000002</cx:pt>
          <cx:pt idx="3137">49.990000000000002</cx:pt>
          <cx:pt idx="3138">49.990000000000002</cx:pt>
          <cx:pt idx="3139">49.990000000000002</cx:pt>
          <cx:pt idx="3140">49.990000000000002</cx:pt>
          <cx:pt idx="3141">49.990000000000002</cx:pt>
          <cx:pt idx="3142">49.990000000000002</cx:pt>
          <cx:pt idx="3143">49.990000000000002</cx:pt>
          <cx:pt idx="3144">49.990000000000002</cx:pt>
          <cx:pt idx="3145">49.990000000000002</cx:pt>
          <cx:pt idx="3146">49.990000000000002</cx:pt>
          <cx:pt idx="3147">49.990000000000002</cx:pt>
          <cx:pt idx="3148">49.990000000000002</cx:pt>
          <cx:pt idx="3149">49.990000000000002</cx:pt>
          <cx:pt idx="3150">49.990000000000002</cx:pt>
          <cx:pt idx="3151">49.990000000000002</cx:pt>
          <cx:pt idx="3152">49.990000000000002</cx:pt>
          <cx:pt idx="3153">49.990000000000002</cx:pt>
          <cx:pt idx="3154">49.990000000000002</cx:pt>
          <cx:pt idx="3155">49.990000000000002</cx:pt>
          <cx:pt idx="3156">49.990000000000002</cx:pt>
          <cx:pt idx="3157">49.990000000000002</cx:pt>
          <cx:pt idx="3158">49.990000000000002</cx:pt>
          <cx:pt idx="3159">49.990000000000002</cx:pt>
          <cx:pt idx="3160">49.990000000000002</cx:pt>
          <cx:pt idx="3161">49.990000000000002</cx:pt>
          <cx:pt idx="3162">49.990000000000002</cx:pt>
          <cx:pt idx="3163">49.990000000000002</cx:pt>
          <cx:pt idx="3164">49.990000000000002</cx:pt>
          <cx:pt idx="3165">49.990000000000002</cx:pt>
          <cx:pt idx="3166">49.990000000000002</cx:pt>
          <cx:pt idx="3167">49.990000000000002</cx:pt>
          <cx:pt idx="3168">49.990000000000002</cx:pt>
          <cx:pt idx="3169">49.990000000000002</cx:pt>
          <cx:pt idx="3170">49.990000000000002</cx:pt>
          <cx:pt idx="3171">49.990000000000002</cx:pt>
          <cx:pt idx="3172">49.990000000000002</cx:pt>
          <cx:pt idx="3173">49.990000000000002</cx:pt>
          <cx:pt idx="3174">49.990000000000002</cx:pt>
          <cx:pt idx="3175">49.990000000000002</cx:pt>
          <cx:pt idx="3176">49.990000000000002</cx:pt>
          <cx:pt idx="3177">49.990000000000002</cx:pt>
          <cx:pt idx="3178">49.990000000000002</cx:pt>
          <cx:pt idx="3179">49.990000000000002</cx:pt>
          <cx:pt idx="3180">49.990000000000002</cx:pt>
          <cx:pt idx="3181">49.990000000000002</cx:pt>
          <cx:pt idx="3182">49.990000000000002</cx:pt>
          <cx:pt idx="3183">49.990000000000002</cx:pt>
          <cx:pt idx="3184">49.990000000000002</cx:pt>
          <cx:pt idx="3185">49.990000000000002</cx:pt>
          <cx:pt idx="3186">49.990000000000002</cx:pt>
          <cx:pt idx="3187">49.990000000000002</cx:pt>
          <cx:pt idx="3188">49.990000000000002</cx:pt>
          <cx:pt idx="3189">49.990000000000002</cx:pt>
          <cx:pt idx="3190">49.990000000000002</cx:pt>
          <cx:pt idx="3191">49.990000000000002</cx:pt>
          <cx:pt idx="3192">49.990000000000002</cx:pt>
          <cx:pt idx="3193">49.990000000000002</cx:pt>
          <cx:pt idx="3194">49.990000000000002</cx:pt>
          <cx:pt idx="3195">49.990000000000002</cx:pt>
          <cx:pt idx="3196">49.990000000000002</cx:pt>
          <cx:pt idx="3197">49.990000000000002</cx:pt>
          <cx:pt idx="3198">49.990000000000002</cx:pt>
          <cx:pt idx="3199">49.990000000000002</cx:pt>
          <cx:pt idx="3200">49.990000000000002</cx:pt>
          <cx:pt idx="3201">49.990000000000002</cx:pt>
          <cx:pt idx="3202">49.990000000000002</cx:pt>
          <cx:pt idx="3203">49.990000000000002</cx:pt>
          <cx:pt idx="3204">49.990000000000002</cx:pt>
          <cx:pt idx="3205">49.990000000000002</cx:pt>
          <cx:pt idx="3206">49.990000000000002</cx:pt>
          <cx:pt idx="3207">49.990000000000002</cx:pt>
          <cx:pt idx="3208">49.990000000000002</cx:pt>
          <cx:pt idx="3209">49.990000000000002</cx:pt>
          <cx:pt idx="3210">49.990000000000002</cx:pt>
          <cx:pt idx="3211">49.990000000000002</cx:pt>
          <cx:pt idx="3212">49.990000000000002</cx:pt>
          <cx:pt idx="3213">49.990000000000002</cx:pt>
          <cx:pt idx="3214">49.990000000000002</cx:pt>
          <cx:pt idx="3215">49.990000000000002</cx:pt>
          <cx:pt idx="3216">49.990000000000002</cx:pt>
          <cx:pt idx="3217">49.990000000000002</cx:pt>
          <cx:pt idx="3218">49.990000000000002</cx:pt>
          <cx:pt idx="3219">49.990000000000002</cx:pt>
          <cx:pt idx="3220">49.990000000000002</cx:pt>
          <cx:pt idx="3221">49.990000000000002</cx:pt>
          <cx:pt idx="3222">49.990000000000002</cx:pt>
          <cx:pt idx="3223">49.990000000000002</cx:pt>
          <cx:pt idx="3224">49.990000000000002</cx:pt>
          <cx:pt idx="3225">49.990000000000002</cx:pt>
          <cx:pt idx="3226">49.990000000000002</cx:pt>
          <cx:pt idx="3227">49.990000000000002</cx:pt>
          <cx:pt idx="3228">49.990000000000002</cx:pt>
          <cx:pt idx="3229">49.990000000000002</cx:pt>
          <cx:pt idx="3230">49.990000000000002</cx:pt>
          <cx:pt idx="3231">49.990000000000002</cx:pt>
          <cx:pt idx="3232">49.990000000000002</cx:pt>
          <cx:pt idx="3233">49.990000000000002</cx:pt>
          <cx:pt idx="3234">49.990000000000002</cx:pt>
          <cx:pt idx="3235">49.990000000000002</cx:pt>
          <cx:pt idx="3236">49.990000000000002</cx:pt>
          <cx:pt idx="3237">49.990000000000002</cx:pt>
          <cx:pt idx="3238">49.990000000000002</cx:pt>
          <cx:pt idx="3239">49.990000000000002</cx:pt>
          <cx:pt idx="3240">49.990000000000002</cx:pt>
          <cx:pt idx="3241">49.990000000000002</cx:pt>
          <cx:pt idx="3242">49.990000000000002</cx:pt>
          <cx:pt idx="3243">49.990000000000002</cx:pt>
          <cx:pt idx="3244">49.990000000000002</cx:pt>
          <cx:pt idx="3245">49.990000000000002</cx:pt>
          <cx:pt idx="3246">49.990000000000002</cx:pt>
          <cx:pt idx="3247">49.990000000000002</cx:pt>
          <cx:pt idx="3248">49.990000000000002</cx:pt>
          <cx:pt idx="3249">49.990000000000002</cx:pt>
          <cx:pt idx="3250">49.990000000000002</cx:pt>
          <cx:pt idx="3251">49.990000000000002</cx:pt>
          <cx:pt idx="3252">49.990000000000002</cx:pt>
          <cx:pt idx="3253">49.990000000000002</cx:pt>
          <cx:pt idx="3254">49.990000000000002</cx:pt>
          <cx:pt idx="3255">49.990000000000002</cx:pt>
          <cx:pt idx="3256">49.990000000000002</cx:pt>
          <cx:pt idx="3257">49.990000000000002</cx:pt>
          <cx:pt idx="3258">49.990000000000002</cx:pt>
          <cx:pt idx="3259">49.990000000000002</cx:pt>
          <cx:pt idx="3260">49.990000000000002</cx:pt>
          <cx:pt idx="3261">49.990000000000002</cx:pt>
          <cx:pt idx="3262">49.990000000000002</cx:pt>
          <cx:pt idx="3263">49.990000000000002</cx:pt>
          <cx:pt idx="3264">49.990000000000002</cx:pt>
          <cx:pt idx="3265">49.990000000000002</cx:pt>
          <cx:pt idx="3266">49.990000000000002</cx:pt>
          <cx:pt idx="3267">49.990000000000002</cx:pt>
          <cx:pt idx="3268">49.990000000000002</cx:pt>
          <cx:pt idx="3269">49.990000000000002</cx:pt>
          <cx:pt idx="3270">49.990000000000002</cx:pt>
          <cx:pt idx="3271">49.990000000000002</cx:pt>
          <cx:pt idx="3272">49.990000000000002</cx:pt>
          <cx:pt idx="3273">49.990000000000002</cx:pt>
          <cx:pt idx="3274">49.990000000000002</cx:pt>
          <cx:pt idx="3275">49.990000000000002</cx:pt>
          <cx:pt idx="3276">49.990000000000002</cx:pt>
          <cx:pt idx="3277">49.990000000000002</cx:pt>
          <cx:pt idx="3278">49.990000000000002</cx:pt>
          <cx:pt idx="3279">49.990000000000002</cx:pt>
          <cx:pt idx="3280">49.990000000000002</cx:pt>
          <cx:pt idx="3281">49.990000000000002</cx:pt>
          <cx:pt idx="3282">49.990000000000002</cx:pt>
          <cx:pt idx="3283">49.990000000000002</cx:pt>
          <cx:pt idx="3284">49.990000000000002</cx:pt>
          <cx:pt idx="3285">49.990000000000002</cx:pt>
          <cx:pt idx="3286">49.990000000000002</cx:pt>
          <cx:pt idx="3287">49.990000000000002</cx:pt>
          <cx:pt idx="3288">49.990000000000002</cx:pt>
          <cx:pt idx="3289">49.990000000000002</cx:pt>
          <cx:pt idx="3290">49.990000000000002</cx:pt>
          <cx:pt idx="3291">49.990000000000002</cx:pt>
          <cx:pt idx="3292">49.990000000000002</cx:pt>
          <cx:pt idx="3293">49.990000000000002</cx:pt>
          <cx:pt idx="3294">49.990000000000002</cx:pt>
          <cx:pt idx="3295">49.990000000000002</cx:pt>
          <cx:pt idx="3296">49.990000000000002</cx:pt>
          <cx:pt idx="3297">49.990000000000002</cx:pt>
          <cx:pt idx="3298">49.990000000000002</cx:pt>
          <cx:pt idx="3299">49.990000000000002</cx:pt>
          <cx:pt idx="3300">49.990000000000002</cx:pt>
          <cx:pt idx="3301">49.990000000000002</cx:pt>
          <cx:pt idx="3302">49.990000000000002</cx:pt>
          <cx:pt idx="3303">49.990000000000002</cx:pt>
          <cx:pt idx="3304">49.990000000000002</cx:pt>
          <cx:pt idx="3305">49.990000000000002</cx:pt>
          <cx:pt idx="3306">49.990000000000002</cx:pt>
          <cx:pt idx="3307">49.990000000000002</cx:pt>
          <cx:pt idx="3308">49.990000000000002</cx:pt>
          <cx:pt idx="3309">49.990000000000002</cx:pt>
          <cx:pt idx="3310">49.990000000000002</cx:pt>
          <cx:pt idx="3311">49.990000000000002</cx:pt>
          <cx:pt idx="3312">49.990000000000002</cx:pt>
          <cx:pt idx="3313">49.990000000000002</cx:pt>
          <cx:pt idx="3314">49.990000000000002</cx:pt>
          <cx:pt idx="3315">49.990000000000002</cx:pt>
          <cx:pt idx="3316">49.990000000000002</cx:pt>
          <cx:pt idx="3317">49.990000000000002</cx:pt>
          <cx:pt idx="3318">49.990000000000002</cx:pt>
          <cx:pt idx="3319">49.990000000000002</cx:pt>
          <cx:pt idx="3320">49.990000000000002</cx:pt>
          <cx:pt idx="3321">49.990000000000002</cx:pt>
          <cx:pt idx="3322">49.990000000000002</cx:pt>
          <cx:pt idx="3323">49.990000000000002</cx:pt>
          <cx:pt idx="3324">49.990000000000002</cx:pt>
          <cx:pt idx="3325">49.990000000000002</cx:pt>
          <cx:pt idx="3326">49.990000000000002</cx:pt>
          <cx:pt idx="3327">49.990000000000002</cx:pt>
          <cx:pt idx="3328">49.990000000000002</cx:pt>
          <cx:pt idx="3329">49.990000000000002</cx:pt>
          <cx:pt idx="3330">49.990000000000002</cx:pt>
          <cx:pt idx="3331">49.990000000000002</cx:pt>
          <cx:pt idx="3332">49.990000000000002</cx:pt>
          <cx:pt idx="3333">49.990000000000002</cx:pt>
          <cx:pt idx="3334">49.990000000000002</cx:pt>
          <cx:pt idx="3335">49.990000000000002</cx:pt>
          <cx:pt idx="3336">49.990000000000002</cx:pt>
          <cx:pt idx="3337">49.990000000000002</cx:pt>
          <cx:pt idx="3338">49.990000000000002</cx:pt>
          <cx:pt idx="3339">49.990000000000002</cx:pt>
          <cx:pt idx="3340">49.990000000000002</cx:pt>
          <cx:pt idx="3341">49.990000000000002</cx:pt>
          <cx:pt idx="3342">49.990000000000002</cx:pt>
          <cx:pt idx="3343">49.990000000000002</cx:pt>
          <cx:pt idx="3344">49.990000000000002</cx:pt>
          <cx:pt idx="3345">49.990000000000002</cx:pt>
          <cx:pt idx="3346">49.990000000000002</cx:pt>
          <cx:pt idx="3347">49.990000000000002</cx:pt>
          <cx:pt idx="3348">49.990000000000002</cx:pt>
          <cx:pt idx="3349">49.990000000000002</cx:pt>
          <cx:pt idx="3350">49.990000000000002</cx:pt>
          <cx:pt idx="3351">49.990000000000002</cx:pt>
          <cx:pt idx="3352">49.990000000000002</cx:pt>
          <cx:pt idx="3353">49.990000000000002</cx:pt>
          <cx:pt idx="3354">49.990000000000002</cx:pt>
          <cx:pt idx="3355">49.990000000000002</cx:pt>
          <cx:pt idx="3356">49.990000000000002</cx:pt>
          <cx:pt idx="3357">49.990000000000002</cx:pt>
          <cx:pt idx="3358">49.990000000000002</cx:pt>
          <cx:pt idx="3359">49.990000000000002</cx:pt>
          <cx:pt idx="3360">49.990000000000002</cx:pt>
          <cx:pt idx="3361">49.990000000000002</cx:pt>
          <cx:pt idx="3362">49.990000000000002</cx:pt>
          <cx:pt idx="3363">49.990000000000002</cx:pt>
          <cx:pt idx="3364">49.990000000000002</cx:pt>
          <cx:pt idx="3365">49.990000000000002</cx:pt>
          <cx:pt idx="3366">49.990000000000002</cx:pt>
          <cx:pt idx="3367">49.990000000000002</cx:pt>
          <cx:pt idx="3368">49.990000000000002</cx:pt>
          <cx:pt idx="3369">49.990000000000002</cx:pt>
          <cx:pt idx="3370">49.990000000000002</cx:pt>
          <cx:pt idx="3371">49.990000000000002</cx:pt>
          <cx:pt idx="3372">49.990000000000002</cx:pt>
          <cx:pt idx="3373">49.990000000000002</cx:pt>
          <cx:pt idx="3374">49.990000000000002</cx:pt>
          <cx:pt idx="3375">49.990000000000002</cx:pt>
          <cx:pt idx="3376">49.990000000000002</cx:pt>
          <cx:pt idx="3377">49.990000000000002</cx:pt>
          <cx:pt idx="3378">49.990000000000002</cx:pt>
          <cx:pt idx="3379">49.990000000000002</cx:pt>
          <cx:pt idx="3380">49.990000000000002</cx:pt>
          <cx:pt idx="3381">49.990000000000002</cx:pt>
          <cx:pt idx="3382">49.990000000000002</cx:pt>
          <cx:pt idx="3383">49.990000000000002</cx:pt>
          <cx:pt idx="3384">49.990000000000002</cx:pt>
          <cx:pt idx="3385">49.990000000000002</cx:pt>
          <cx:pt idx="3386">49.990000000000002</cx:pt>
          <cx:pt idx="3387">49.990000000000002</cx:pt>
          <cx:pt idx="3388">49.990000000000002</cx:pt>
          <cx:pt idx="3389">49.990000000000002</cx:pt>
          <cx:pt idx="3390">49.990000000000002</cx:pt>
          <cx:pt idx="3391">49.990000000000002</cx:pt>
          <cx:pt idx="3392">49.990000000000002</cx:pt>
          <cx:pt idx="3393">49.990000000000002</cx:pt>
          <cx:pt idx="3394">49.990000000000002</cx:pt>
          <cx:pt idx="3395">49.990000000000002</cx:pt>
          <cx:pt idx="3396">49.990000000000002</cx:pt>
          <cx:pt idx="3397">49.990000000000002</cx:pt>
          <cx:pt idx="3398">49.990000000000002</cx:pt>
          <cx:pt idx="3399">49.990000000000002</cx:pt>
          <cx:pt idx="3400">49.990000000000002</cx:pt>
          <cx:pt idx="3401">49.990000000000002</cx:pt>
          <cx:pt idx="3402">49.990000000000002</cx:pt>
          <cx:pt idx="3403">49.990000000000002</cx:pt>
          <cx:pt idx="3404">49.990000000000002</cx:pt>
          <cx:pt idx="3405">49.990000000000002</cx:pt>
          <cx:pt idx="3406">49.990000000000002</cx:pt>
          <cx:pt idx="3407">49.990000000000002</cx:pt>
          <cx:pt idx="3408">49.990000000000002</cx:pt>
          <cx:pt idx="3409">49.990000000000002</cx:pt>
          <cx:pt idx="3410">49.990000000000002</cx:pt>
          <cx:pt idx="3411">49.990000000000002</cx:pt>
          <cx:pt idx="3412">49.990000000000002</cx:pt>
          <cx:pt idx="3413">49.990000000000002</cx:pt>
          <cx:pt idx="3414">49.990000000000002</cx:pt>
          <cx:pt idx="3415">49.990000000000002</cx:pt>
          <cx:pt idx="3416">49.990000000000002</cx:pt>
          <cx:pt idx="3417">49.990000000000002</cx:pt>
          <cx:pt idx="3418">49.990000000000002</cx:pt>
          <cx:pt idx="3419">49.990000000000002</cx:pt>
          <cx:pt idx="3420">49.990000000000002</cx:pt>
          <cx:pt idx="3421">49.990000000000002</cx:pt>
          <cx:pt idx="3422">49.990000000000002</cx:pt>
          <cx:pt idx="3423">49.990000000000002</cx:pt>
          <cx:pt idx="3424">49.990000000000002</cx:pt>
          <cx:pt idx="3425">49.990000000000002</cx:pt>
          <cx:pt idx="3426">49.990000000000002</cx:pt>
          <cx:pt idx="3427">49.990000000000002</cx:pt>
          <cx:pt idx="3428">49.990000000000002</cx:pt>
          <cx:pt idx="3429">49.990000000000002</cx:pt>
          <cx:pt idx="3430">49.990000000000002</cx:pt>
          <cx:pt idx="3431">49.990000000000002</cx:pt>
          <cx:pt idx="3432">49.990000000000002</cx:pt>
          <cx:pt idx="3433">49.990000000000002</cx:pt>
          <cx:pt idx="3434">49.990000000000002</cx:pt>
          <cx:pt idx="3435">49.990000000000002</cx:pt>
          <cx:pt idx="3436">49.990000000000002</cx:pt>
          <cx:pt idx="3437">49.990000000000002</cx:pt>
          <cx:pt idx="3438">49.990000000000002</cx:pt>
          <cx:pt idx="3439">49.990000000000002</cx:pt>
          <cx:pt idx="3440">49.990000000000002</cx:pt>
          <cx:pt idx="3441">49.990000000000002</cx:pt>
          <cx:pt idx="3442">49.990000000000002</cx:pt>
          <cx:pt idx="3443">49.990000000000002</cx:pt>
          <cx:pt idx="3444">49.990000000000002</cx:pt>
          <cx:pt idx="3445">49.990000000000002</cx:pt>
          <cx:pt idx="3446">49.990000000000002</cx:pt>
          <cx:pt idx="3447">49.990000000000002</cx:pt>
          <cx:pt idx="3448">49.990000000000002</cx:pt>
          <cx:pt idx="3449">49.990000000000002</cx:pt>
          <cx:pt idx="3450">49.990000000000002</cx:pt>
          <cx:pt idx="3451">49.990000000000002</cx:pt>
          <cx:pt idx="3452">49.990000000000002</cx:pt>
          <cx:pt idx="3453">49.990000000000002</cx:pt>
          <cx:pt idx="3454">49.990000000000002</cx:pt>
          <cx:pt idx="3455">49.990000000000002</cx:pt>
          <cx:pt idx="3456">49.990000000000002</cx:pt>
          <cx:pt idx="3457">49.990000000000002</cx:pt>
          <cx:pt idx="3458">49.990000000000002</cx:pt>
          <cx:pt idx="3459">49.990000000000002</cx:pt>
          <cx:pt idx="3460">49.990000000000002</cx:pt>
          <cx:pt idx="3461">49.990000000000002</cx:pt>
          <cx:pt idx="3462">49.990000000000002</cx:pt>
          <cx:pt idx="3463">49.990000000000002</cx:pt>
          <cx:pt idx="3464">49.990000000000002</cx:pt>
          <cx:pt idx="3465">49.990000000000002</cx:pt>
          <cx:pt idx="3466">49.990000000000002</cx:pt>
          <cx:pt idx="3467">49.990000000000002</cx:pt>
          <cx:pt idx="3468">49.990000000000002</cx:pt>
          <cx:pt idx="3469">49.990000000000002</cx:pt>
          <cx:pt idx="3470">49.990000000000002</cx:pt>
          <cx:pt idx="3471">49.990000000000002</cx:pt>
          <cx:pt idx="3472">49.990000000000002</cx:pt>
          <cx:pt idx="3473">49.990000000000002</cx:pt>
          <cx:pt idx="3474">49.990000000000002</cx:pt>
          <cx:pt idx="3475">49.990000000000002</cx:pt>
          <cx:pt idx="3476">49.990000000000002</cx:pt>
          <cx:pt idx="3477">49.990000000000002</cx:pt>
          <cx:pt idx="3478">49.990000000000002</cx:pt>
          <cx:pt idx="3479">49.990000000000002</cx:pt>
          <cx:pt idx="3480">49.990000000000002</cx:pt>
          <cx:pt idx="3481">49.990000000000002</cx:pt>
          <cx:pt idx="3482">49.990000000000002</cx:pt>
          <cx:pt idx="3483">49.990000000000002</cx:pt>
          <cx:pt idx="3484">49.990000000000002</cx:pt>
          <cx:pt idx="3485">49.990000000000002</cx:pt>
          <cx:pt idx="3486">49.990000000000002</cx:pt>
          <cx:pt idx="3487">49.990000000000002</cx:pt>
          <cx:pt idx="3488">49.990000000000002</cx:pt>
          <cx:pt idx="3489">49.990000000000002</cx:pt>
          <cx:pt idx="3490">49.990000000000002</cx:pt>
          <cx:pt idx="3491">49.990000000000002</cx:pt>
          <cx:pt idx="3492">49.990000000000002</cx:pt>
          <cx:pt idx="3493">49.990000000000002</cx:pt>
          <cx:pt idx="3494">49.990000000000002</cx:pt>
          <cx:pt idx="3495">49.990000000000002</cx:pt>
          <cx:pt idx="3496">49.990000000000002</cx:pt>
          <cx:pt idx="3497">49.990000000000002</cx:pt>
          <cx:pt idx="3498">49.990000000000002</cx:pt>
          <cx:pt idx="3499">49.990000000000002</cx:pt>
          <cx:pt idx="3500">49.990000000000002</cx:pt>
          <cx:pt idx="3501">49.990000000000002</cx:pt>
          <cx:pt idx="3502">49.990000000000002</cx:pt>
          <cx:pt idx="3503">49.990000000000002</cx:pt>
          <cx:pt idx="3504">49.990000000000002</cx:pt>
          <cx:pt idx="3505">49.990000000000002</cx:pt>
          <cx:pt idx="3506">49.990000000000002</cx:pt>
          <cx:pt idx="3507">49.990000000000002</cx:pt>
          <cx:pt idx="3508">49.990000000000002</cx:pt>
          <cx:pt idx="3509">49.990000000000002</cx:pt>
          <cx:pt idx="3510">49.990000000000002</cx:pt>
          <cx:pt idx="3511">49.990000000000002</cx:pt>
          <cx:pt idx="3512">49.990000000000002</cx:pt>
          <cx:pt idx="3513">49.990000000000002</cx:pt>
          <cx:pt idx="3514">49.990000000000002</cx:pt>
          <cx:pt idx="3515">49.990000000000002</cx:pt>
          <cx:pt idx="3516">49.990000000000002</cx:pt>
          <cx:pt idx="3517">49.990000000000002</cx:pt>
          <cx:pt idx="3518">49.990000000000002</cx:pt>
          <cx:pt idx="3519">49.990000000000002</cx:pt>
          <cx:pt idx="3520">49.990000000000002</cx:pt>
          <cx:pt idx="3521">49.990000000000002</cx:pt>
          <cx:pt idx="3522">49.990000000000002</cx:pt>
          <cx:pt idx="3523">49.990000000000002</cx:pt>
          <cx:pt idx="3524">49.990000000000002</cx:pt>
          <cx:pt idx="3525">49.990000000000002</cx:pt>
          <cx:pt idx="3526">49.990000000000002</cx:pt>
          <cx:pt idx="3527">49.990000000000002</cx:pt>
          <cx:pt idx="3528">49.990000000000002</cx:pt>
          <cx:pt idx="3529">49.990000000000002</cx:pt>
          <cx:pt idx="3530">49.990000000000002</cx:pt>
          <cx:pt idx="3531">49.990000000000002</cx:pt>
          <cx:pt idx="3532">49.990000000000002</cx:pt>
          <cx:pt idx="3533">49.990000000000002</cx:pt>
          <cx:pt idx="3534">49.990000000000002</cx:pt>
          <cx:pt idx="3535">49.990000000000002</cx:pt>
          <cx:pt idx="3536">49.990000000000002</cx:pt>
          <cx:pt idx="3537">49.990000000000002</cx:pt>
          <cx:pt idx="3538">49.990000000000002</cx:pt>
          <cx:pt idx="3539">49.990000000000002</cx:pt>
          <cx:pt idx="3540">49.990000000000002</cx:pt>
          <cx:pt idx="3541">49.990000000000002</cx:pt>
          <cx:pt idx="3542">49.990000000000002</cx:pt>
          <cx:pt idx="3543">49.990000000000002</cx:pt>
          <cx:pt idx="3544">49.990000000000002</cx:pt>
          <cx:pt idx="3545">49.990000000000002</cx:pt>
          <cx:pt idx="3546">49.990000000000002</cx:pt>
          <cx:pt idx="3547">49.990000000000002</cx:pt>
          <cx:pt idx="3548">49.990000000000002</cx:pt>
          <cx:pt idx="3549">49.990000000000002</cx:pt>
          <cx:pt idx="3550">49.990000000000002</cx:pt>
          <cx:pt idx="3551">49.990000000000002</cx:pt>
          <cx:pt idx="3552">49.990000000000002</cx:pt>
          <cx:pt idx="3553">49.990000000000002</cx:pt>
          <cx:pt idx="3554">49.990000000000002</cx:pt>
          <cx:pt idx="3555">49.990000000000002</cx:pt>
          <cx:pt idx="3556">49.990000000000002</cx:pt>
          <cx:pt idx="3557">49.990000000000002</cx:pt>
          <cx:pt idx="3558">49.990000000000002</cx:pt>
          <cx:pt idx="3559">49.990000000000002</cx:pt>
          <cx:pt idx="3560">49.990000000000002</cx:pt>
          <cx:pt idx="3561">49.990000000000002</cx:pt>
          <cx:pt idx="3562">49.990000000000002</cx:pt>
          <cx:pt idx="3563">49.990000000000002</cx:pt>
          <cx:pt idx="3564">49.990000000000002</cx:pt>
          <cx:pt idx="3565">49.990000000000002</cx:pt>
          <cx:pt idx="3566">49.990000000000002</cx:pt>
          <cx:pt idx="3567">49.990000000000002</cx:pt>
          <cx:pt idx="3568">49.990000000000002</cx:pt>
          <cx:pt idx="3569">49.990000000000002</cx:pt>
          <cx:pt idx="3570">49.990000000000002</cx:pt>
          <cx:pt idx="3571">49.990000000000002</cx:pt>
          <cx:pt idx="3572">49.990000000000002</cx:pt>
          <cx:pt idx="3573">49.990000000000002</cx:pt>
          <cx:pt idx="3574">49.990000000000002</cx:pt>
          <cx:pt idx="3575">49.990000000000002</cx:pt>
          <cx:pt idx="3576">49.990000000000002</cx:pt>
          <cx:pt idx="3577">49.990000000000002</cx:pt>
          <cx:pt idx="3578">49.990000000000002</cx:pt>
          <cx:pt idx="3579">49.990000000000002</cx:pt>
          <cx:pt idx="3580">49.990000000000002</cx:pt>
          <cx:pt idx="3581">49.990000000000002</cx:pt>
          <cx:pt idx="3582">49.990000000000002</cx:pt>
          <cx:pt idx="3583">49.990000000000002</cx:pt>
          <cx:pt idx="3584">49.990000000000002</cx:pt>
          <cx:pt idx="3585">49.990000000000002</cx:pt>
          <cx:pt idx="3586">49.990000000000002</cx:pt>
          <cx:pt idx="3587">49.990000000000002</cx:pt>
          <cx:pt idx="3588">49.990000000000002</cx:pt>
          <cx:pt idx="3589">49.990000000000002</cx:pt>
          <cx:pt idx="3590">49.990000000000002</cx:pt>
          <cx:pt idx="3591">49.990000000000002</cx:pt>
          <cx:pt idx="3592">49.990000000000002</cx:pt>
          <cx:pt idx="3593">49.990000000000002</cx:pt>
          <cx:pt idx="3594">49.990000000000002</cx:pt>
          <cx:pt idx="3595">49.990000000000002</cx:pt>
          <cx:pt idx="3596">49.990000000000002</cx:pt>
          <cx:pt idx="3597">49.990000000000002</cx:pt>
          <cx:pt idx="3598">49.990000000000002</cx:pt>
          <cx:pt idx="3599">49.990000000000002</cx:pt>
          <cx:pt idx="3600">49.990000000000002</cx:pt>
          <cx:pt idx="3601">49.990000000000002</cx:pt>
          <cx:pt idx="3602">49.990000000000002</cx:pt>
          <cx:pt idx="3603">49.990000000000002</cx:pt>
          <cx:pt idx="3604">49.990000000000002</cx:pt>
          <cx:pt idx="3605">49.990000000000002</cx:pt>
          <cx:pt idx="3606">49.990000000000002</cx:pt>
          <cx:pt idx="3607">49.990000000000002</cx:pt>
          <cx:pt idx="3608">49.990000000000002</cx:pt>
          <cx:pt idx="3609">49.990000000000002</cx:pt>
          <cx:pt idx="3610">49.990000000000002</cx:pt>
          <cx:pt idx="3611">49.990000000000002</cx:pt>
          <cx:pt idx="3612">49.990000000000002</cx:pt>
          <cx:pt idx="3613">49.990000000000002</cx:pt>
          <cx:pt idx="3614">49.990000000000002</cx:pt>
          <cx:pt idx="3615">49.990000000000002</cx:pt>
          <cx:pt idx="3616">49.990000000000002</cx:pt>
          <cx:pt idx="3617">49.990000000000002</cx:pt>
          <cx:pt idx="3618">49.990000000000002</cx:pt>
          <cx:pt idx="3619">49.990000000000002</cx:pt>
          <cx:pt idx="3620">49.990000000000002</cx:pt>
          <cx:pt idx="3621">49.990000000000002</cx:pt>
          <cx:pt idx="3622">49.990000000000002</cx:pt>
          <cx:pt idx="3623">49.990000000000002</cx:pt>
          <cx:pt idx="3624">49.990000000000002</cx:pt>
          <cx:pt idx="3625">49.990000000000002</cx:pt>
          <cx:pt idx="3626">49.990000000000002</cx:pt>
          <cx:pt idx="3627">49.990000000000002</cx:pt>
          <cx:pt idx="3628">49.990000000000002</cx:pt>
          <cx:pt idx="3629">49.990000000000002</cx:pt>
          <cx:pt idx="3630">49.990000000000002</cx:pt>
          <cx:pt idx="3631">49.990000000000002</cx:pt>
          <cx:pt idx="3632">49.990000000000002</cx:pt>
          <cx:pt idx="3633">49.990000000000002</cx:pt>
          <cx:pt idx="3634">49.990000000000002</cx:pt>
          <cx:pt idx="3635">49.990000000000002</cx:pt>
          <cx:pt idx="3636">49.990000000000002</cx:pt>
          <cx:pt idx="3637">49.990000000000002</cx:pt>
          <cx:pt idx="3638">49.990000000000002</cx:pt>
          <cx:pt idx="3639">49.990000000000002</cx:pt>
          <cx:pt idx="3640">49.990000000000002</cx:pt>
          <cx:pt idx="3641">49.990000000000002</cx:pt>
          <cx:pt idx="3642">49.990000000000002</cx:pt>
          <cx:pt idx="3643">49.990000000000002</cx:pt>
          <cx:pt idx="3644">49.990000000000002</cx:pt>
          <cx:pt idx="3645">49.990000000000002</cx:pt>
          <cx:pt idx="3646">49.990000000000002</cx:pt>
          <cx:pt idx="3647">49.990000000000002</cx:pt>
          <cx:pt idx="3648">49.990000000000002</cx:pt>
          <cx:pt idx="3649">49.990000000000002</cx:pt>
          <cx:pt idx="3650">49.990000000000002</cx:pt>
          <cx:pt idx="3651">49.990000000000002</cx:pt>
          <cx:pt idx="3652">49.990000000000002</cx:pt>
          <cx:pt idx="3653">49.990000000000002</cx:pt>
          <cx:pt idx="3654">49.990000000000002</cx:pt>
          <cx:pt idx="3655">49.990000000000002</cx:pt>
          <cx:pt idx="3656">49.990000000000002</cx:pt>
          <cx:pt idx="3657">49.990000000000002</cx:pt>
          <cx:pt idx="3658">49.990000000000002</cx:pt>
          <cx:pt idx="3659">49.990000000000002</cx:pt>
          <cx:pt idx="3660">49.990000000000002</cx:pt>
          <cx:pt idx="3661">49.990000000000002</cx:pt>
          <cx:pt idx="3662">49.990000000000002</cx:pt>
          <cx:pt idx="3663">49.990000000000002</cx:pt>
          <cx:pt idx="3664">49.990000000000002</cx:pt>
          <cx:pt idx="3665">49.990000000000002</cx:pt>
          <cx:pt idx="3666">49.990000000000002</cx:pt>
          <cx:pt idx="3667">49.990000000000002</cx:pt>
          <cx:pt idx="3668">49.990000000000002</cx:pt>
          <cx:pt idx="3669">49.990000000000002</cx:pt>
          <cx:pt idx="3670">49.990000000000002</cx:pt>
          <cx:pt idx="3671">49.990000000000002</cx:pt>
          <cx:pt idx="3672">49.990000000000002</cx:pt>
          <cx:pt idx="3673">49.990000000000002</cx:pt>
          <cx:pt idx="3674">49.990000000000002</cx:pt>
          <cx:pt idx="3675">49.990000000000002</cx:pt>
          <cx:pt idx="3676">49.990000000000002</cx:pt>
          <cx:pt idx="3677">49.990000000000002</cx:pt>
          <cx:pt idx="3678">49.990000000000002</cx:pt>
          <cx:pt idx="3679">49.990000000000002</cx:pt>
          <cx:pt idx="3680">49.990000000000002</cx:pt>
          <cx:pt idx="3681">49.990000000000002</cx:pt>
          <cx:pt idx="3682">49.990000000000002</cx:pt>
          <cx:pt idx="3683">49.990000000000002</cx:pt>
          <cx:pt idx="3684">49.990000000000002</cx:pt>
          <cx:pt idx="3685">49.990000000000002</cx:pt>
          <cx:pt idx="3686">49.990000000000002</cx:pt>
          <cx:pt idx="3687">49.990000000000002</cx:pt>
          <cx:pt idx="3688">49.990000000000002</cx:pt>
          <cx:pt idx="3689">49.990000000000002</cx:pt>
          <cx:pt idx="3690">49.990000000000002</cx:pt>
          <cx:pt idx="3691">49.990000000000002</cx:pt>
          <cx:pt idx="3692">49.990000000000002</cx:pt>
          <cx:pt idx="3693">49.990000000000002</cx:pt>
          <cx:pt idx="3694">49.990000000000002</cx:pt>
          <cx:pt idx="3695">49.990000000000002</cx:pt>
          <cx:pt idx="3696">49.990000000000002</cx:pt>
          <cx:pt idx="3697">49.990000000000002</cx:pt>
          <cx:pt idx="3698">49.990000000000002</cx:pt>
          <cx:pt idx="3699">49.990000000000002</cx:pt>
          <cx:pt idx="3700">49.990000000000002</cx:pt>
          <cx:pt idx="3701">49.990000000000002</cx:pt>
          <cx:pt idx="3702">49.990000000000002</cx:pt>
          <cx:pt idx="3703">49.990000000000002</cx:pt>
          <cx:pt idx="3704">49.990000000000002</cx:pt>
          <cx:pt idx="3705">49.990000000000002</cx:pt>
          <cx:pt idx="3706">49.990000000000002</cx:pt>
          <cx:pt idx="3707">49.990000000000002</cx:pt>
          <cx:pt idx="3708">49.990000000000002</cx:pt>
          <cx:pt idx="3709">49.990000000000002</cx:pt>
          <cx:pt idx="3710">49.990000000000002</cx:pt>
          <cx:pt idx="3711">49.990000000000002</cx:pt>
          <cx:pt idx="3712">49.990000000000002</cx:pt>
          <cx:pt idx="3713">49.990000000000002</cx:pt>
          <cx:pt idx="3714">49.990000000000002</cx:pt>
          <cx:pt idx="3715">49.990000000000002</cx:pt>
          <cx:pt idx="3716">49.990000000000002</cx:pt>
          <cx:pt idx="3717">49.990000000000002</cx:pt>
          <cx:pt idx="3718">49.990000000000002</cx:pt>
          <cx:pt idx="3719">49.990000000000002</cx:pt>
          <cx:pt idx="3720">49.990000000000002</cx:pt>
          <cx:pt idx="3721">49.990000000000002</cx:pt>
          <cx:pt idx="3722">49.990000000000002</cx:pt>
          <cx:pt idx="3723">49.990000000000002</cx:pt>
          <cx:pt idx="3724">49.990000000000002</cx:pt>
          <cx:pt idx="3725">49.990000000000002</cx:pt>
          <cx:pt idx="3726">49.990000000000002</cx:pt>
          <cx:pt idx="3727">49.990000000000002</cx:pt>
          <cx:pt idx="3728">49.990000000000002</cx:pt>
          <cx:pt idx="3729">49.990000000000002</cx:pt>
          <cx:pt idx="3730">49.990000000000002</cx:pt>
          <cx:pt idx="3731">49.990000000000002</cx:pt>
          <cx:pt idx="3732">49.990000000000002</cx:pt>
          <cx:pt idx="3733">49.990000000000002</cx:pt>
          <cx:pt idx="3734">49.990000000000002</cx:pt>
          <cx:pt idx="3735">49.990000000000002</cx:pt>
          <cx:pt idx="3736">49.990000000000002</cx:pt>
          <cx:pt idx="3737">49.990000000000002</cx:pt>
          <cx:pt idx="3738">49.990000000000002</cx:pt>
          <cx:pt idx="3739">49.990000000000002</cx:pt>
          <cx:pt idx="3740">49.990000000000002</cx:pt>
          <cx:pt idx="3741">49.990000000000002</cx:pt>
          <cx:pt idx="3742">49.990000000000002</cx:pt>
          <cx:pt idx="3743">49.990000000000002</cx:pt>
          <cx:pt idx="3744">49.990000000000002</cx:pt>
          <cx:pt idx="3745">49.990000000000002</cx:pt>
          <cx:pt idx="3746">49.990000000000002</cx:pt>
          <cx:pt idx="3747">49.990000000000002</cx:pt>
          <cx:pt idx="3748">49.990000000000002</cx:pt>
          <cx:pt idx="3749">49.990000000000002</cx:pt>
          <cx:pt idx="3750">49.990000000000002</cx:pt>
          <cx:pt idx="3751">49.990000000000002</cx:pt>
          <cx:pt idx="3752">49.990000000000002</cx:pt>
          <cx:pt idx="3753">49.990000000000002</cx:pt>
          <cx:pt idx="3754">49.990000000000002</cx:pt>
          <cx:pt idx="3755">49.990000000000002</cx:pt>
          <cx:pt idx="3756">49.990000000000002</cx:pt>
          <cx:pt idx="3757">49.990000000000002</cx:pt>
          <cx:pt idx="3758">49.990000000000002</cx:pt>
          <cx:pt idx="3759">49.990000000000002</cx:pt>
          <cx:pt idx="3760">49.990000000000002</cx:pt>
          <cx:pt idx="3761">49.990000000000002</cx:pt>
          <cx:pt idx="3762">49.990000000000002</cx:pt>
          <cx:pt idx="3763">49.990000000000002</cx:pt>
          <cx:pt idx="3764">49.990000000000002</cx:pt>
          <cx:pt idx="3765">49.990000000000002</cx:pt>
          <cx:pt idx="3766">49.990000000000002</cx:pt>
          <cx:pt idx="3767">49.990000000000002</cx:pt>
          <cx:pt idx="3768">49.990000000000002</cx:pt>
          <cx:pt idx="3769">49.990000000000002</cx:pt>
          <cx:pt idx="3770">49.990000000000002</cx:pt>
          <cx:pt idx="3771">49.990000000000002</cx:pt>
          <cx:pt idx="3772">49.990000000000002</cx:pt>
          <cx:pt idx="3773">49.990000000000002</cx:pt>
          <cx:pt idx="3774">49.990000000000002</cx:pt>
          <cx:pt idx="3775">49.990000000000002</cx:pt>
          <cx:pt idx="3776">49.990000000000002</cx:pt>
          <cx:pt idx="3777">49.990000000000002</cx:pt>
          <cx:pt idx="3778">49.990000000000002</cx:pt>
          <cx:pt idx="3779">49.990000000000002</cx:pt>
          <cx:pt idx="3780">49.990000000000002</cx:pt>
          <cx:pt idx="3781">49.990000000000002</cx:pt>
          <cx:pt idx="3782">49.990000000000002</cx:pt>
          <cx:pt idx="3783">49.990000000000002</cx:pt>
          <cx:pt idx="3784">49.990000000000002</cx:pt>
          <cx:pt idx="3785">49.990000000000002</cx:pt>
          <cx:pt idx="3786">49.990000000000002</cx:pt>
          <cx:pt idx="3787">49.990000000000002</cx:pt>
          <cx:pt idx="3788">49.990000000000002</cx:pt>
          <cx:pt idx="3789">49.990000000000002</cx:pt>
          <cx:pt idx="3790">49.990000000000002</cx:pt>
          <cx:pt idx="3791">49.990000000000002</cx:pt>
          <cx:pt idx="3792">49.990000000000002</cx:pt>
          <cx:pt idx="3793">49.990000000000002</cx:pt>
          <cx:pt idx="3794">49.990000000000002</cx:pt>
          <cx:pt idx="3795">49.990000000000002</cx:pt>
          <cx:pt idx="3796">49.990000000000002</cx:pt>
          <cx:pt idx="3797">49.990000000000002</cx:pt>
          <cx:pt idx="3798">49.990000000000002</cx:pt>
          <cx:pt idx="3799">49.990000000000002</cx:pt>
          <cx:pt idx="3800">49.990000000000002</cx:pt>
          <cx:pt idx="3801">49.990000000000002</cx:pt>
          <cx:pt idx="3802">49.990000000000002</cx:pt>
          <cx:pt idx="3803">49.990000000000002</cx:pt>
          <cx:pt idx="3804">49.990000000000002</cx:pt>
          <cx:pt idx="3805">49.990000000000002</cx:pt>
          <cx:pt idx="3806">49.990000000000002</cx:pt>
          <cx:pt idx="3807">49.990000000000002</cx:pt>
          <cx:pt idx="3808">49.990000000000002</cx:pt>
          <cx:pt idx="3809">49.990000000000002</cx:pt>
          <cx:pt idx="3810">49.990000000000002</cx:pt>
          <cx:pt idx="3811">49.990000000000002</cx:pt>
          <cx:pt idx="3812">49.990000000000002</cx:pt>
          <cx:pt idx="3813">49.990000000000002</cx:pt>
          <cx:pt idx="3814">49.990000000000002</cx:pt>
          <cx:pt idx="3815">49.990000000000002</cx:pt>
          <cx:pt idx="3816">49.990000000000002</cx:pt>
          <cx:pt idx="3817">49.990000000000002</cx:pt>
          <cx:pt idx="3818">49.990000000000002</cx:pt>
          <cx:pt idx="3819">49.990000000000002</cx:pt>
          <cx:pt idx="3820">49.990000000000002</cx:pt>
          <cx:pt idx="3821">49.990000000000002</cx:pt>
          <cx:pt idx="3822">49.990000000000002</cx:pt>
          <cx:pt idx="3823">49.990000000000002</cx:pt>
          <cx:pt idx="3824">49.990000000000002</cx:pt>
          <cx:pt idx="3825">49.990000000000002</cx:pt>
          <cx:pt idx="3826">49.990000000000002</cx:pt>
          <cx:pt idx="3827">49.990000000000002</cx:pt>
          <cx:pt idx="3828">49.990000000000002</cx:pt>
          <cx:pt idx="3829">49.990000000000002</cx:pt>
          <cx:pt idx="3830">49.990000000000002</cx:pt>
          <cx:pt idx="3831">49.990000000000002</cx:pt>
          <cx:pt idx="3832">49.990000000000002</cx:pt>
          <cx:pt idx="3833">49.990000000000002</cx:pt>
          <cx:pt idx="3834">49.990000000000002</cx:pt>
          <cx:pt idx="3835">49.990000000000002</cx:pt>
          <cx:pt idx="3836">49.990000000000002</cx:pt>
          <cx:pt idx="3837">49.990000000000002</cx:pt>
          <cx:pt idx="3838">49.990000000000002</cx:pt>
          <cx:pt idx="3839">49.990000000000002</cx:pt>
          <cx:pt idx="3840">49.990000000000002</cx:pt>
          <cx:pt idx="3841">49.990000000000002</cx:pt>
          <cx:pt idx="3842">49.990000000000002</cx:pt>
          <cx:pt idx="3843">49.990000000000002</cx:pt>
          <cx:pt idx="3844">49.990000000000002</cx:pt>
          <cx:pt idx="3845">49.990000000000002</cx:pt>
          <cx:pt idx="3846">49.990000000000002</cx:pt>
          <cx:pt idx="3847">49.990000000000002</cx:pt>
          <cx:pt idx="3848">49.990000000000002</cx:pt>
          <cx:pt idx="3849">49.990000000000002</cx:pt>
          <cx:pt idx="3850">49.990000000000002</cx:pt>
          <cx:pt idx="3851">49.990000000000002</cx:pt>
          <cx:pt idx="3852">49.990000000000002</cx:pt>
          <cx:pt idx="3853">49.990000000000002</cx:pt>
          <cx:pt idx="3854">49.990000000000002</cx:pt>
          <cx:pt idx="3855">49.990000000000002</cx:pt>
          <cx:pt idx="3856">49.990000000000002</cx:pt>
          <cx:pt idx="3857">49.990000000000002</cx:pt>
          <cx:pt idx="3858">49.990000000000002</cx:pt>
          <cx:pt idx="3859">49.990000000000002</cx:pt>
          <cx:pt idx="3860">49.990000000000002</cx:pt>
          <cx:pt idx="3861">49.990000000000002</cx:pt>
          <cx:pt idx="3862">49.990000000000002</cx:pt>
          <cx:pt idx="3863">49.990000000000002</cx:pt>
          <cx:pt idx="3864">49.990000000000002</cx:pt>
          <cx:pt idx="3865">49.990000000000002</cx:pt>
          <cx:pt idx="3866">49.990000000000002</cx:pt>
          <cx:pt idx="3867">49.990000000000002</cx:pt>
          <cx:pt idx="3868">49.990000000000002</cx:pt>
          <cx:pt idx="3869">49.990000000000002</cx:pt>
          <cx:pt idx="3870">49.990000000000002</cx:pt>
          <cx:pt idx="3871">49.990000000000002</cx:pt>
          <cx:pt idx="3872">49.990000000000002</cx:pt>
          <cx:pt idx="3873">49.990000000000002</cx:pt>
          <cx:pt idx="3874">49.990000000000002</cx:pt>
          <cx:pt idx="3875">49.990000000000002</cx:pt>
          <cx:pt idx="3876">49.990000000000002</cx:pt>
          <cx:pt idx="3877">49.990000000000002</cx:pt>
          <cx:pt idx="3878">49.990000000000002</cx:pt>
          <cx:pt idx="3879">49.990000000000002</cx:pt>
          <cx:pt idx="3880">49.990000000000002</cx:pt>
          <cx:pt idx="3881">49.990000000000002</cx:pt>
          <cx:pt idx="3882">49.990000000000002</cx:pt>
          <cx:pt idx="3883">49.990000000000002</cx:pt>
          <cx:pt idx="3884">49.990000000000002</cx:pt>
          <cx:pt idx="3885">49.990000000000002</cx:pt>
          <cx:pt idx="3886">49.990000000000002</cx:pt>
          <cx:pt idx="3887">49.990000000000002</cx:pt>
          <cx:pt idx="3888">49.990000000000002</cx:pt>
          <cx:pt idx="3889">49.990000000000002</cx:pt>
          <cx:pt idx="3890">49.990000000000002</cx:pt>
          <cx:pt idx="3891">49.990000000000002</cx:pt>
          <cx:pt idx="3892">49.990000000000002</cx:pt>
          <cx:pt idx="3893">49.990000000000002</cx:pt>
          <cx:pt idx="3894">49.990000000000002</cx:pt>
          <cx:pt idx="3895">49.990000000000002</cx:pt>
          <cx:pt idx="3896">49.990000000000002</cx:pt>
          <cx:pt idx="3897">49.990000000000002</cx:pt>
          <cx:pt idx="3898">49.990000000000002</cx:pt>
          <cx:pt idx="3899">49.990000000000002</cx:pt>
          <cx:pt idx="3900">49.990000000000002</cx:pt>
          <cx:pt idx="3901">49.990000000000002</cx:pt>
          <cx:pt idx="3902">49.990000000000002</cx:pt>
          <cx:pt idx="3903">49.990000000000002</cx:pt>
          <cx:pt idx="3904">49.990000000000002</cx:pt>
          <cx:pt idx="3905">49.990000000000002</cx:pt>
          <cx:pt idx="3906">49.990000000000002</cx:pt>
          <cx:pt idx="3907">49.990000000000002</cx:pt>
          <cx:pt idx="3908">49.990000000000002</cx:pt>
          <cx:pt idx="3909">49.990000000000002</cx:pt>
          <cx:pt idx="3910">49.990000000000002</cx:pt>
          <cx:pt idx="3911">49.990000000000002</cx:pt>
          <cx:pt idx="3912">49.990000000000002</cx:pt>
          <cx:pt idx="3913">49.990000000000002</cx:pt>
          <cx:pt idx="3914">49.990000000000002</cx:pt>
          <cx:pt idx="3915">49.990000000000002</cx:pt>
          <cx:pt idx="3916">49.990000000000002</cx:pt>
          <cx:pt idx="3917">49.990000000000002</cx:pt>
          <cx:pt idx="3918">49.990000000000002</cx:pt>
          <cx:pt idx="3919">49.990000000000002</cx:pt>
          <cx:pt idx="3920">49.990000000000002</cx:pt>
          <cx:pt idx="3921">49.990000000000002</cx:pt>
          <cx:pt idx="3922">49.990000000000002</cx:pt>
          <cx:pt idx="3923">49.990000000000002</cx:pt>
          <cx:pt idx="3924">49.990000000000002</cx:pt>
          <cx:pt idx="3925">49.990000000000002</cx:pt>
          <cx:pt idx="3926">49.990000000000002</cx:pt>
          <cx:pt idx="3927">49.990000000000002</cx:pt>
          <cx:pt idx="3928">49.990000000000002</cx:pt>
          <cx:pt idx="3929">49.990000000000002</cx:pt>
          <cx:pt idx="3930">49.990000000000002</cx:pt>
          <cx:pt idx="3931">49.990000000000002</cx:pt>
          <cx:pt idx="3932">49.990000000000002</cx:pt>
          <cx:pt idx="3933">49.990000000000002</cx:pt>
          <cx:pt idx="3934">49.990000000000002</cx:pt>
          <cx:pt idx="3935">49.990000000000002</cx:pt>
          <cx:pt idx="3936">49.990000000000002</cx:pt>
          <cx:pt idx="3937">49.990000000000002</cx:pt>
          <cx:pt idx="3938">49.990000000000002</cx:pt>
          <cx:pt idx="3939">49.990000000000002</cx:pt>
          <cx:pt idx="3940">49.990000000000002</cx:pt>
          <cx:pt idx="3941">49.990000000000002</cx:pt>
          <cx:pt idx="3942">49.990000000000002</cx:pt>
          <cx:pt idx="3943">49.990000000000002</cx:pt>
          <cx:pt idx="3944">49.990000000000002</cx:pt>
          <cx:pt idx="3945">49.990000000000002</cx:pt>
          <cx:pt idx="3946">49.990000000000002</cx:pt>
          <cx:pt idx="3947">49.990000000000002</cx:pt>
          <cx:pt idx="3948">49.990000000000002</cx:pt>
          <cx:pt idx="3949">49.990000000000002</cx:pt>
          <cx:pt idx="3950">49.990000000000002</cx:pt>
          <cx:pt idx="3951">49.990000000000002</cx:pt>
          <cx:pt idx="3952">49.990000000000002</cx:pt>
          <cx:pt idx="3953">49.990000000000002</cx:pt>
          <cx:pt idx="3954">49.990000000000002</cx:pt>
          <cx:pt idx="3955">49.990000000000002</cx:pt>
          <cx:pt idx="3956">49.990000000000002</cx:pt>
          <cx:pt idx="3957">49.990000000000002</cx:pt>
          <cx:pt idx="3958">49.990000000000002</cx:pt>
          <cx:pt idx="3959">49.990000000000002</cx:pt>
          <cx:pt idx="3960">49.990000000000002</cx:pt>
          <cx:pt idx="3961">49.990000000000002</cx:pt>
          <cx:pt idx="3962">49.990000000000002</cx:pt>
          <cx:pt idx="3963">49.990000000000002</cx:pt>
          <cx:pt idx="3964">49.990000000000002</cx:pt>
          <cx:pt idx="3965">49.990000000000002</cx:pt>
          <cx:pt idx="3966">49.990000000000002</cx:pt>
          <cx:pt idx="3967">49.990000000000002</cx:pt>
          <cx:pt idx="3968">49.990000000000002</cx:pt>
          <cx:pt idx="3969">49.990000000000002</cx:pt>
          <cx:pt idx="3970">49.990000000000002</cx:pt>
          <cx:pt idx="3971">49.990000000000002</cx:pt>
          <cx:pt idx="3972">49.990000000000002</cx:pt>
          <cx:pt idx="3973">49.990000000000002</cx:pt>
          <cx:pt idx="3974">49.990000000000002</cx:pt>
          <cx:pt idx="3975">49.990000000000002</cx:pt>
          <cx:pt idx="3976">49.990000000000002</cx:pt>
          <cx:pt idx="3977">49.990000000000002</cx:pt>
          <cx:pt idx="3978">49.990000000000002</cx:pt>
          <cx:pt idx="3979">49.990000000000002</cx:pt>
          <cx:pt idx="3980">49.990000000000002</cx:pt>
          <cx:pt idx="3981">49.990000000000002</cx:pt>
          <cx:pt idx="3982">49.990000000000002</cx:pt>
          <cx:pt idx="3983">49.990000000000002</cx:pt>
          <cx:pt idx="3984">49.990000000000002</cx:pt>
          <cx:pt idx="3985">49.990000000000002</cx:pt>
          <cx:pt idx="3986">49.990000000000002</cx:pt>
          <cx:pt idx="3987">49.990000000000002</cx:pt>
          <cx:pt idx="3988">49.990000000000002</cx:pt>
          <cx:pt idx="3989">49.990000000000002</cx:pt>
          <cx:pt idx="3990">49.990000000000002</cx:pt>
          <cx:pt idx="3991">49.990000000000002</cx:pt>
          <cx:pt idx="3992">49.990000000000002</cx:pt>
          <cx:pt idx="3993">49.990000000000002</cx:pt>
          <cx:pt idx="3994">49.990000000000002</cx:pt>
          <cx:pt idx="3995">49.990000000000002</cx:pt>
          <cx:pt idx="3996">49.990000000000002</cx:pt>
          <cx:pt idx="3997">49.990000000000002</cx:pt>
          <cx:pt idx="3998">49.990000000000002</cx:pt>
          <cx:pt idx="3999">49.990000000000002</cx:pt>
          <cx:pt idx="4000">49.990000000000002</cx:pt>
          <cx:pt idx="4001">49.990000000000002</cx:pt>
          <cx:pt idx="4002">49.990000000000002</cx:pt>
          <cx:pt idx="4003">49.990000000000002</cx:pt>
          <cx:pt idx="4004">49.990000000000002</cx:pt>
          <cx:pt idx="4005">49.990000000000002</cx:pt>
          <cx:pt idx="4006">49.990000000000002</cx:pt>
          <cx:pt idx="4007">49.990000000000002</cx:pt>
          <cx:pt idx="4008">49.990000000000002</cx:pt>
          <cx:pt idx="4009">49.990000000000002</cx:pt>
          <cx:pt idx="4010">49.990000000000002</cx:pt>
          <cx:pt idx="4011">49.990000000000002</cx:pt>
          <cx:pt idx="4012">49.990000000000002</cx:pt>
          <cx:pt idx="4013">49.990000000000002</cx:pt>
          <cx:pt idx="4014">49.990000000000002</cx:pt>
          <cx:pt idx="4015">49.990000000000002</cx:pt>
          <cx:pt idx="4016">49.990000000000002</cx:pt>
          <cx:pt idx="4017">49.990000000000002</cx:pt>
          <cx:pt idx="4018">49.990000000000002</cx:pt>
          <cx:pt idx="4019">49.990000000000002</cx:pt>
          <cx:pt idx="4020">49.990000000000002</cx:pt>
          <cx:pt idx="4021">49.990000000000002</cx:pt>
          <cx:pt idx="4022">49.990000000000002</cx:pt>
          <cx:pt idx="4023">49.990000000000002</cx:pt>
          <cx:pt idx="4024">49.990000000000002</cx:pt>
          <cx:pt idx="4025">49.990000000000002</cx:pt>
          <cx:pt idx="4026">49.990000000000002</cx:pt>
          <cx:pt idx="4027">49.990000000000002</cx:pt>
          <cx:pt idx="4028">49.990000000000002</cx:pt>
          <cx:pt idx="4029">49.990000000000002</cx:pt>
          <cx:pt idx="4030">49.990000000000002</cx:pt>
          <cx:pt idx="4031">49.990000000000002</cx:pt>
          <cx:pt idx="4032">49.990000000000002</cx:pt>
          <cx:pt idx="4033">49.990000000000002</cx:pt>
          <cx:pt idx="4034">49.990000000000002</cx:pt>
          <cx:pt idx="4035">49.990000000000002</cx:pt>
          <cx:pt idx="4036">49.990000000000002</cx:pt>
          <cx:pt idx="4037">49.990000000000002</cx:pt>
          <cx:pt idx="4038">49.990000000000002</cx:pt>
          <cx:pt idx="4039">49.990000000000002</cx:pt>
          <cx:pt idx="4040">49.990000000000002</cx:pt>
          <cx:pt idx="4041">49.990000000000002</cx:pt>
          <cx:pt idx="4042">49.990000000000002</cx:pt>
          <cx:pt idx="4043">49.990000000000002</cx:pt>
          <cx:pt idx="4044">49.990000000000002</cx:pt>
          <cx:pt idx="4045">49.990000000000002</cx:pt>
          <cx:pt idx="4046">49.990000000000002</cx:pt>
          <cx:pt idx="4047">49.990000000000002</cx:pt>
          <cx:pt idx="4048">49.990000000000002</cx:pt>
          <cx:pt idx="4049">49.990000000000002</cx:pt>
          <cx:pt idx="4050">49.990000000000002</cx:pt>
          <cx:pt idx="4051">49.990000000000002</cx:pt>
          <cx:pt idx="4052">49.990000000000002</cx:pt>
          <cx:pt idx="4053">49.990000000000002</cx:pt>
          <cx:pt idx="4054">49.990000000000002</cx:pt>
          <cx:pt idx="4055">49.990000000000002</cx:pt>
          <cx:pt idx="4056">49.990000000000002</cx:pt>
          <cx:pt idx="4057">49.990000000000002</cx:pt>
          <cx:pt idx="4058">49.990000000000002</cx:pt>
          <cx:pt idx="4059">49.990000000000002</cx:pt>
          <cx:pt idx="4060">49.990000000000002</cx:pt>
          <cx:pt idx="4061">49.990000000000002</cx:pt>
          <cx:pt idx="4062">49.990000000000002</cx:pt>
          <cx:pt idx="4063">49.990000000000002</cx:pt>
          <cx:pt idx="4064">49.990000000000002</cx:pt>
          <cx:pt idx="4065">49.990000000000002</cx:pt>
          <cx:pt idx="4066">49.990000000000002</cx:pt>
          <cx:pt idx="4067">49.990000000000002</cx:pt>
          <cx:pt idx="4068">49.990000000000002</cx:pt>
          <cx:pt idx="4069">49.990000000000002</cx:pt>
          <cx:pt idx="4070">49.990000000000002</cx:pt>
          <cx:pt idx="4071">49.990000000000002</cx:pt>
          <cx:pt idx="4072">49.990000000000002</cx:pt>
          <cx:pt idx="4073">49.990000000000002</cx:pt>
          <cx:pt idx="4074">49.990000000000002</cx:pt>
          <cx:pt idx="4075">49.990000000000002</cx:pt>
          <cx:pt idx="4076">49.990000000000002</cx:pt>
          <cx:pt idx="4077">49.990000000000002</cx:pt>
          <cx:pt idx="4078">49.990000000000002</cx:pt>
          <cx:pt idx="4079">49.990000000000002</cx:pt>
          <cx:pt idx="4080">49.990000000000002</cx:pt>
          <cx:pt idx="4081">49.990000000000002</cx:pt>
          <cx:pt idx="4082">49.990000000000002</cx:pt>
          <cx:pt idx="4083">49.990000000000002</cx:pt>
          <cx:pt idx="4084">49.990000000000002</cx:pt>
          <cx:pt idx="4085">49.990000000000002</cx:pt>
          <cx:pt idx="4086">49.990000000000002</cx:pt>
          <cx:pt idx="4087">49.990000000000002</cx:pt>
          <cx:pt idx="4088">49.990000000000002</cx:pt>
          <cx:pt idx="4089">49.990000000000002</cx:pt>
          <cx:pt idx="4090">49.990000000000002</cx:pt>
          <cx:pt idx="4091">49.990000000000002</cx:pt>
          <cx:pt idx="4092">49.990000000000002</cx:pt>
          <cx:pt idx="4093">49.990000000000002</cx:pt>
          <cx:pt idx="4094">49.990000000000002</cx:pt>
          <cx:pt idx="4095">49.990000000000002</cx:pt>
          <cx:pt idx="4096">49.990000000000002</cx:pt>
          <cx:pt idx="4097">49.990000000000002</cx:pt>
          <cx:pt idx="4098">49.990000000000002</cx:pt>
          <cx:pt idx="4099">49.990000000000002</cx:pt>
          <cx:pt idx="4100">49.990000000000002</cx:pt>
          <cx:pt idx="4101">49.990000000000002</cx:pt>
          <cx:pt idx="4102">49.990000000000002</cx:pt>
          <cx:pt idx="4103">49.990000000000002</cx:pt>
          <cx:pt idx="4104">49.990000000000002</cx:pt>
          <cx:pt idx="4105">49.990000000000002</cx:pt>
          <cx:pt idx="4106">49.990000000000002</cx:pt>
          <cx:pt idx="4107">49.990000000000002</cx:pt>
          <cx:pt idx="4108">49.990000000000002</cx:pt>
          <cx:pt idx="4109">49.990000000000002</cx:pt>
          <cx:pt idx="4110">49.990000000000002</cx:pt>
          <cx:pt idx="4111">49.990000000000002</cx:pt>
          <cx:pt idx="4112">49.990000000000002</cx:pt>
          <cx:pt idx="4113">49.990000000000002</cx:pt>
          <cx:pt idx="4114">49.990000000000002</cx:pt>
          <cx:pt idx="4115">49.990000000000002</cx:pt>
          <cx:pt idx="4116">49.990000000000002</cx:pt>
          <cx:pt idx="4117">49.990000000000002</cx:pt>
          <cx:pt idx="4118">49.990000000000002</cx:pt>
          <cx:pt idx="4119">49.990000000000002</cx:pt>
          <cx:pt idx="4120">49.990000000000002</cx:pt>
          <cx:pt idx="4121">49.990000000000002</cx:pt>
          <cx:pt idx="4122">49.990000000000002</cx:pt>
          <cx:pt idx="4123">49.990000000000002</cx:pt>
          <cx:pt idx="4124">49.990000000000002</cx:pt>
          <cx:pt idx="4125">49.990000000000002</cx:pt>
          <cx:pt idx="4126">49.990000000000002</cx:pt>
          <cx:pt idx="4127">49.990000000000002</cx:pt>
          <cx:pt idx="4128">49.990000000000002</cx:pt>
          <cx:pt idx="4129">49.990000000000002</cx:pt>
          <cx:pt idx="4130">49.990000000000002</cx:pt>
          <cx:pt idx="4131">49.990000000000002</cx:pt>
          <cx:pt idx="4132">49.990000000000002</cx:pt>
          <cx:pt idx="4133">49.990000000000002</cx:pt>
          <cx:pt idx="4134">49.990000000000002</cx:pt>
          <cx:pt idx="4135">49.990000000000002</cx:pt>
          <cx:pt idx="4136">49.990000000000002</cx:pt>
          <cx:pt idx="4137">49.990000000000002</cx:pt>
          <cx:pt idx="4138">49.990000000000002</cx:pt>
          <cx:pt idx="4139">49.990000000000002</cx:pt>
          <cx:pt idx="4140">49.990000000000002</cx:pt>
          <cx:pt idx="4141">49.990000000000002</cx:pt>
          <cx:pt idx="4142">49.990000000000002</cx:pt>
          <cx:pt idx="4143">49.990000000000002</cx:pt>
          <cx:pt idx="4144">49.990000000000002</cx:pt>
          <cx:pt idx="4145">49.990000000000002</cx:pt>
          <cx:pt idx="4146">49.990000000000002</cx:pt>
          <cx:pt idx="4147">49.990000000000002</cx:pt>
          <cx:pt idx="4148">49.990000000000002</cx:pt>
          <cx:pt idx="4149">49.990000000000002</cx:pt>
          <cx:pt idx="4150">49.990000000000002</cx:pt>
          <cx:pt idx="4151">49.990000000000002</cx:pt>
          <cx:pt idx="4152">49.990000000000002</cx:pt>
          <cx:pt idx="4153">49.990000000000002</cx:pt>
          <cx:pt idx="4154">49.990000000000002</cx:pt>
          <cx:pt idx="4155">49.990000000000002</cx:pt>
          <cx:pt idx="4156">49.990000000000002</cx:pt>
          <cx:pt idx="4157">49.990000000000002</cx:pt>
          <cx:pt idx="4158">49.990000000000002</cx:pt>
          <cx:pt idx="4159">49.990000000000002</cx:pt>
          <cx:pt idx="4160">49.990000000000002</cx:pt>
          <cx:pt idx="4161">49.990000000000002</cx:pt>
          <cx:pt idx="4162">49.990000000000002</cx:pt>
          <cx:pt idx="4163">49.990000000000002</cx:pt>
          <cx:pt idx="4164">49.990000000000002</cx:pt>
          <cx:pt idx="4165">49.990000000000002</cx:pt>
          <cx:pt idx="4166">49.990000000000002</cx:pt>
          <cx:pt idx="4167">49.990000000000002</cx:pt>
          <cx:pt idx="4168">49.990000000000002</cx:pt>
          <cx:pt idx="4169">49.990000000000002</cx:pt>
          <cx:pt idx="4170">49.990000000000002</cx:pt>
          <cx:pt idx="4171">49.990000000000002</cx:pt>
          <cx:pt idx="4172">49.990000000000002</cx:pt>
          <cx:pt idx="4173">49.990000000000002</cx:pt>
          <cx:pt idx="4174">49.990000000000002</cx:pt>
          <cx:pt idx="4175">49.990000000000002</cx:pt>
          <cx:pt idx="4176">49.990000000000002</cx:pt>
          <cx:pt idx="4177">49.990000000000002</cx:pt>
          <cx:pt idx="4178">49.990000000000002</cx:pt>
          <cx:pt idx="4179">49.990000000000002</cx:pt>
          <cx:pt idx="4180">49.990000000000002</cx:pt>
          <cx:pt idx="4181">49.990000000000002</cx:pt>
          <cx:pt idx="4182">49.990000000000002</cx:pt>
          <cx:pt idx="4183">49.990000000000002</cx:pt>
          <cx:pt idx="4184">49.990000000000002</cx:pt>
          <cx:pt idx="4185">49.990000000000002</cx:pt>
          <cx:pt idx="4186">49.990000000000002</cx:pt>
          <cx:pt idx="4187">49.990000000000002</cx:pt>
          <cx:pt idx="4188">49.990000000000002</cx:pt>
          <cx:pt idx="4189">49.990000000000002</cx:pt>
          <cx:pt idx="4190">49.990000000000002</cx:pt>
          <cx:pt idx="4191">49.990000000000002</cx:pt>
          <cx:pt idx="4192">49.990000000000002</cx:pt>
          <cx:pt idx="4193">49.990000000000002</cx:pt>
          <cx:pt idx="4194">49.990000000000002</cx:pt>
          <cx:pt idx="4195">49.990000000000002</cx:pt>
          <cx:pt idx="4196">49.990000000000002</cx:pt>
          <cx:pt idx="4197">49.990000000000002</cx:pt>
          <cx:pt idx="4198">49.990000000000002</cx:pt>
          <cx:pt idx="4199">49.990000000000002</cx:pt>
          <cx:pt idx="4200">49.990000000000002</cx:pt>
          <cx:pt idx="4201">49.990000000000002</cx:pt>
          <cx:pt idx="4202">49.990000000000002</cx:pt>
          <cx:pt idx="4203">49.990000000000002</cx:pt>
          <cx:pt idx="4204">49.990000000000002</cx:pt>
          <cx:pt idx="4205">49.990000000000002</cx:pt>
          <cx:pt idx="4206">49.990000000000002</cx:pt>
          <cx:pt idx="4207">49.990000000000002</cx:pt>
          <cx:pt idx="4208">49.990000000000002</cx:pt>
          <cx:pt idx="4209">49.990000000000002</cx:pt>
          <cx:pt idx="4210">49.990000000000002</cx:pt>
          <cx:pt idx="4211">49.990000000000002</cx:pt>
          <cx:pt idx="4212">49.990000000000002</cx:pt>
          <cx:pt idx="4213">49.990000000000002</cx:pt>
          <cx:pt idx="4214">49.990000000000002</cx:pt>
          <cx:pt idx="4215">49.990000000000002</cx:pt>
          <cx:pt idx="4216">49.990000000000002</cx:pt>
          <cx:pt idx="4217">49.990000000000002</cx:pt>
          <cx:pt idx="4218">49.990000000000002</cx:pt>
          <cx:pt idx="4219">49.990000000000002</cx:pt>
          <cx:pt idx="4220">49.990000000000002</cx:pt>
          <cx:pt idx="4221">49.990000000000002</cx:pt>
          <cx:pt idx="4222">49.990000000000002</cx:pt>
          <cx:pt idx="4223">49.990000000000002</cx:pt>
          <cx:pt idx="4224">49.990000000000002</cx:pt>
          <cx:pt idx="4225">49.990000000000002</cx:pt>
          <cx:pt idx="4226">49.990000000000002</cx:pt>
          <cx:pt idx="4227">49.990000000000002</cx:pt>
          <cx:pt idx="4228">49.990000000000002</cx:pt>
          <cx:pt idx="4229">49.990000000000002</cx:pt>
          <cx:pt idx="4230">49.990000000000002</cx:pt>
          <cx:pt idx="4231">49.990000000000002</cx:pt>
          <cx:pt idx="4232">49.990000000000002</cx:pt>
          <cx:pt idx="4233">49.990000000000002</cx:pt>
          <cx:pt idx="4234">49.990000000000002</cx:pt>
          <cx:pt idx="4235">49.990000000000002</cx:pt>
          <cx:pt idx="4236">49.990000000000002</cx:pt>
          <cx:pt idx="4237">49.990000000000002</cx:pt>
          <cx:pt idx="4238">49.990000000000002</cx:pt>
          <cx:pt idx="4239">49.990000000000002</cx:pt>
          <cx:pt idx="4240">49.990000000000002</cx:pt>
          <cx:pt idx="4241">49.990000000000002</cx:pt>
          <cx:pt idx="4242">49.990000000000002</cx:pt>
          <cx:pt idx="4243">49.990000000000002</cx:pt>
          <cx:pt idx="4244">49.990000000000002</cx:pt>
          <cx:pt idx="4245">49.990000000000002</cx:pt>
          <cx:pt idx="4246">49.990000000000002</cx:pt>
          <cx:pt idx="4247">49.990000000000002</cx:pt>
          <cx:pt idx="4248">49.990000000000002</cx:pt>
          <cx:pt idx="4249">49.990000000000002</cx:pt>
          <cx:pt idx="4250">49.990000000000002</cx:pt>
          <cx:pt idx="4251">49.990000000000002</cx:pt>
          <cx:pt idx="4252">49.990000000000002</cx:pt>
          <cx:pt idx="4253">49.990000000000002</cx:pt>
          <cx:pt idx="4254">49.990000000000002</cx:pt>
          <cx:pt idx="4255">49.990000000000002</cx:pt>
          <cx:pt idx="4256">49.990000000000002</cx:pt>
          <cx:pt idx="4257">49.990000000000002</cx:pt>
          <cx:pt idx="4258">49.990000000000002</cx:pt>
          <cx:pt idx="4259">49.990000000000002</cx:pt>
          <cx:pt idx="4260">49.990000000000002</cx:pt>
          <cx:pt idx="4261">49.990000000000002</cx:pt>
          <cx:pt idx="4262">49.990000000000002</cx:pt>
          <cx:pt idx="4263">49.990000000000002</cx:pt>
          <cx:pt idx="4264">49.990000000000002</cx:pt>
          <cx:pt idx="4265">49.990000000000002</cx:pt>
          <cx:pt idx="4266">49.990000000000002</cx:pt>
          <cx:pt idx="4267">49.990000000000002</cx:pt>
          <cx:pt idx="4268">49.990000000000002</cx:pt>
          <cx:pt idx="4269">49.990000000000002</cx:pt>
          <cx:pt idx="4270">49.990000000000002</cx:pt>
          <cx:pt idx="4271">49.990000000000002</cx:pt>
          <cx:pt idx="4272">49.990000000000002</cx:pt>
          <cx:pt idx="4273">49.990000000000002</cx:pt>
          <cx:pt idx="4274">49.990000000000002</cx:pt>
          <cx:pt idx="4275">49.990000000000002</cx:pt>
          <cx:pt idx="4276">49.990000000000002</cx:pt>
          <cx:pt idx="4277">49.990000000000002</cx:pt>
          <cx:pt idx="4278">49.990000000000002</cx:pt>
          <cx:pt idx="4279">49.990000000000002</cx:pt>
          <cx:pt idx="4280">49.990000000000002</cx:pt>
          <cx:pt idx="4281">49.990000000000002</cx:pt>
          <cx:pt idx="4282">49.990000000000002</cx:pt>
          <cx:pt idx="4283">49.990000000000002</cx:pt>
          <cx:pt idx="4284">49.990000000000002</cx:pt>
          <cx:pt idx="4285">49.990000000000002</cx:pt>
          <cx:pt idx="4286">49.990000000000002</cx:pt>
          <cx:pt idx="4287">49.990000000000002</cx:pt>
          <cx:pt idx="4288">49.990000000000002</cx:pt>
          <cx:pt idx="4289">49.990000000000002</cx:pt>
          <cx:pt idx="4290">49.990000000000002</cx:pt>
          <cx:pt idx="4291">49.990000000000002</cx:pt>
          <cx:pt idx="4292">49.990000000000002</cx:pt>
          <cx:pt idx="4293">49.990000000000002</cx:pt>
          <cx:pt idx="4294">49.990000000000002</cx:pt>
          <cx:pt idx="4295">49.990000000000002</cx:pt>
          <cx:pt idx="4296">49.990000000000002</cx:pt>
          <cx:pt idx="4297">49.990000000000002</cx:pt>
          <cx:pt idx="4298">49.990000000000002</cx:pt>
          <cx:pt idx="4299">49.990000000000002</cx:pt>
          <cx:pt idx="4300">49.990000000000002</cx:pt>
          <cx:pt idx="4301">49.990000000000002</cx:pt>
          <cx:pt idx="4302">49.990000000000002</cx:pt>
          <cx:pt idx="4303">49.990000000000002</cx:pt>
          <cx:pt idx="4304">49.990000000000002</cx:pt>
          <cx:pt idx="4305">49.990000000000002</cx:pt>
          <cx:pt idx="4306">49.990000000000002</cx:pt>
          <cx:pt idx="4307">49.990000000000002</cx:pt>
          <cx:pt idx="4308">49.990000000000002</cx:pt>
          <cx:pt idx="4309">49.990000000000002</cx:pt>
          <cx:pt idx="4310">49.990000000000002</cx:pt>
          <cx:pt idx="4311">49.990000000000002</cx:pt>
          <cx:pt idx="4312">49.990000000000002</cx:pt>
          <cx:pt idx="4313">49.990000000000002</cx:pt>
          <cx:pt idx="4314">49.990000000000002</cx:pt>
          <cx:pt idx="4315">49.990000000000002</cx:pt>
          <cx:pt idx="4316">49.990000000000002</cx:pt>
          <cx:pt idx="4317">49.990000000000002</cx:pt>
          <cx:pt idx="4318">49.990000000000002</cx:pt>
          <cx:pt idx="4319">49.990000000000002</cx:pt>
          <cx:pt idx="4320">49.990000000000002</cx:pt>
          <cx:pt idx="4321">49.990000000000002</cx:pt>
          <cx:pt idx="4322">49.990000000000002</cx:pt>
          <cx:pt idx="4323">49.990000000000002</cx:pt>
          <cx:pt idx="4324">49.990000000000002</cx:pt>
          <cx:pt idx="4325">49.990000000000002</cx:pt>
          <cx:pt idx="4326">49.990000000000002</cx:pt>
          <cx:pt idx="4327">49.990000000000002</cx:pt>
          <cx:pt idx="4328">49.990000000000002</cx:pt>
          <cx:pt idx="4329">49.990000000000002</cx:pt>
          <cx:pt idx="4330">49.990000000000002</cx:pt>
          <cx:pt idx="4331">49.990000000000002</cx:pt>
          <cx:pt idx="4332">49.990000000000002</cx:pt>
          <cx:pt idx="4333">49.990000000000002</cx:pt>
          <cx:pt idx="4334">49.990000000000002</cx:pt>
          <cx:pt idx="4335">49.990000000000002</cx:pt>
          <cx:pt idx="4336">49.990000000000002</cx:pt>
          <cx:pt idx="4337">49.990000000000002</cx:pt>
          <cx:pt idx="4338">49.990000000000002</cx:pt>
          <cx:pt idx="4339">49.990000000000002</cx:pt>
          <cx:pt idx="4340">49.990000000000002</cx:pt>
          <cx:pt idx="4341">49.990000000000002</cx:pt>
          <cx:pt idx="4342">49.990000000000002</cx:pt>
          <cx:pt idx="4343">49.990000000000002</cx:pt>
          <cx:pt idx="4344">49.990000000000002</cx:pt>
          <cx:pt idx="4345">49.990000000000002</cx:pt>
          <cx:pt idx="4346">49.990000000000002</cx:pt>
          <cx:pt idx="4347">49.990000000000002</cx:pt>
          <cx:pt idx="4348">49.990000000000002</cx:pt>
          <cx:pt idx="4349">49.990000000000002</cx:pt>
          <cx:pt idx="4350">49.990000000000002</cx:pt>
          <cx:pt idx="4351">49.990000000000002</cx:pt>
          <cx:pt idx="4352">49.990000000000002</cx:pt>
          <cx:pt idx="4353">49.990000000000002</cx:pt>
          <cx:pt idx="4354">49.990000000000002</cx:pt>
          <cx:pt idx="4355">49.990000000000002</cx:pt>
          <cx:pt idx="4356">49.990000000000002</cx:pt>
          <cx:pt idx="4357">49.990000000000002</cx:pt>
          <cx:pt idx="4358">49.990000000000002</cx:pt>
          <cx:pt idx="4359">49.990000000000002</cx:pt>
          <cx:pt idx="4360">49.990000000000002</cx:pt>
          <cx:pt idx="4361">49.990000000000002</cx:pt>
          <cx:pt idx="4362">49.990000000000002</cx:pt>
          <cx:pt idx="4363">49.990000000000002</cx:pt>
          <cx:pt idx="4364">49.990000000000002</cx:pt>
          <cx:pt idx="4365">49.990000000000002</cx:pt>
          <cx:pt idx="4366">49.990000000000002</cx:pt>
          <cx:pt idx="4367">49.990000000000002</cx:pt>
          <cx:pt idx="4368">49.990000000000002</cx:pt>
          <cx:pt idx="4369">49.990000000000002</cx:pt>
          <cx:pt idx="4370">49.990000000000002</cx:pt>
          <cx:pt idx="4371">49.990000000000002</cx:pt>
          <cx:pt idx="4372">49.990000000000002</cx:pt>
          <cx:pt idx="4373">49.990000000000002</cx:pt>
          <cx:pt idx="4374">49.990000000000002</cx:pt>
          <cx:pt idx="4375">49.990000000000002</cx:pt>
          <cx:pt idx="4376">49.990000000000002</cx:pt>
          <cx:pt idx="4377">49.990000000000002</cx:pt>
          <cx:pt idx="4378">49.990000000000002</cx:pt>
          <cx:pt idx="4379">49.990000000000002</cx:pt>
          <cx:pt idx="4380">49.990000000000002</cx:pt>
          <cx:pt idx="4381">49.990000000000002</cx:pt>
          <cx:pt idx="4382">49.990000000000002</cx:pt>
          <cx:pt idx="4383">49.990000000000002</cx:pt>
          <cx:pt idx="4384">49.990000000000002</cx:pt>
          <cx:pt idx="4385">49.990000000000002</cx:pt>
          <cx:pt idx="4386">49.990000000000002</cx:pt>
          <cx:pt idx="4387">49.990000000000002</cx:pt>
          <cx:pt idx="4388">49.990000000000002</cx:pt>
          <cx:pt idx="4389">49.990000000000002</cx:pt>
          <cx:pt idx="4390">49.990000000000002</cx:pt>
          <cx:pt idx="4391">49.990000000000002</cx:pt>
          <cx:pt idx="4392">49.990000000000002</cx:pt>
          <cx:pt idx="4393">49.990000000000002</cx:pt>
          <cx:pt idx="4394">49.990000000000002</cx:pt>
          <cx:pt idx="4395">49.990000000000002</cx:pt>
          <cx:pt idx="4396">49.990000000000002</cx:pt>
          <cx:pt idx="4397">49.990000000000002</cx:pt>
          <cx:pt idx="4398">49.990000000000002</cx:pt>
          <cx:pt idx="4399">49.990000000000002</cx:pt>
          <cx:pt idx="4400">49.990000000000002</cx:pt>
          <cx:pt idx="4401">49.990000000000002</cx:pt>
          <cx:pt idx="4402">49.990000000000002</cx:pt>
          <cx:pt idx="4403">49.990000000000002</cx:pt>
          <cx:pt idx="4404">49.990000000000002</cx:pt>
          <cx:pt idx="4405">49.990000000000002</cx:pt>
          <cx:pt idx="4406">49.990000000000002</cx:pt>
          <cx:pt idx="4407">49.990000000000002</cx:pt>
          <cx:pt idx="4408">49.990000000000002</cx:pt>
          <cx:pt idx="4409">49.990000000000002</cx:pt>
          <cx:pt idx="4410">49.990000000000002</cx:pt>
          <cx:pt idx="4411">49.990000000000002</cx:pt>
          <cx:pt idx="4412">49.990000000000002</cx:pt>
          <cx:pt idx="4413">49.990000000000002</cx:pt>
          <cx:pt idx="4414">49.990000000000002</cx:pt>
          <cx:pt idx="4415">49.990000000000002</cx:pt>
          <cx:pt idx="4416">49.990000000000002</cx:pt>
          <cx:pt idx="4417">49.990000000000002</cx:pt>
          <cx:pt idx="4418">49.990000000000002</cx:pt>
          <cx:pt idx="4419">49.990000000000002</cx:pt>
          <cx:pt idx="4420">49.990000000000002</cx:pt>
          <cx:pt idx="4421">49.990000000000002</cx:pt>
          <cx:pt idx="4422">49.990000000000002</cx:pt>
          <cx:pt idx="4423">49.990000000000002</cx:pt>
          <cx:pt idx="4424">49.990000000000002</cx:pt>
          <cx:pt idx="4425">49.990000000000002</cx:pt>
          <cx:pt idx="4426">49.990000000000002</cx:pt>
          <cx:pt idx="4427">49.990000000000002</cx:pt>
          <cx:pt idx="4428">49.990000000000002</cx:pt>
          <cx:pt idx="4429">49.990000000000002</cx:pt>
          <cx:pt idx="4430">49.990000000000002</cx:pt>
          <cx:pt idx="4431">49.990000000000002</cx:pt>
          <cx:pt idx="4432">49.990000000000002</cx:pt>
          <cx:pt idx="4433">49.990000000000002</cx:pt>
          <cx:pt idx="4434">49.990000000000002</cx:pt>
          <cx:pt idx="4435">49.990000000000002</cx:pt>
          <cx:pt idx="4436">49.990000000000002</cx:pt>
          <cx:pt idx="4437">49.990000000000002</cx:pt>
          <cx:pt idx="4438">49.990000000000002</cx:pt>
          <cx:pt idx="4439">49.990000000000002</cx:pt>
          <cx:pt idx="4440">49.990000000000002</cx:pt>
          <cx:pt idx="4441">49.990000000000002</cx:pt>
          <cx:pt idx="4442">49.990000000000002</cx:pt>
          <cx:pt idx="4443">49.990000000000002</cx:pt>
          <cx:pt idx="4444">49.990000000000002</cx:pt>
          <cx:pt idx="4445">49.990000000000002</cx:pt>
          <cx:pt idx="4446">49.990000000000002</cx:pt>
          <cx:pt idx="4447">49.990000000000002</cx:pt>
          <cx:pt idx="4448">49.990000000000002</cx:pt>
          <cx:pt idx="4449">49.990000000000002</cx:pt>
          <cx:pt idx="4450">49.990000000000002</cx:pt>
          <cx:pt idx="4451">49.990000000000002</cx:pt>
          <cx:pt idx="4452">49.990000000000002</cx:pt>
          <cx:pt idx="4453">49.990000000000002</cx:pt>
          <cx:pt idx="4454">49.990000000000002</cx:pt>
          <cx:pt idx="4455">49.990000000000002</cx:pt>
          <cx:pt idx="4456">49.990000000000002</cx:pt>
          <cx:pt idx="4457">49.990000000000002</cx:pt>
          <cx:pt idx="4458">49.990000000000002</cx:pt>
          <cx:pt idx="4459">49.990000000000002</cx:pt>
          <cx:pt idx="4460">49.990000000000002</cx:pt>
          <cx:pt idx="4461">49.990000000000002</cx:pt>
          <cx:pt idx="4462">49.990000000000002</cx:pt>
          <cx:pt idx="4463">49.990000000000002</cx:pt>
          <cx:pt idx="4464">49.990000000000002</cx:pt>
          <cx:pt idx="4465">49.990000000000002</cx:pt>
          <cx:pt idx="4466">49.990000000000002</cx:pt>
          <cx:pt idx="4467">49.990000000000002</cx:pt>
          <cx:pt idx="4468">49.990000000000002</cx:pt>
          <cx:pt idx="4469">49.990000000000002</cx:pt>
          <cx:pt idx="4470">49.990000000000002</cx:pt>
          <cx:pt idx="4471">49.990000000000002</cx:pt>
          <cx:pt idx="4472">49.990000000000002</cx:pt>
          <cx:pt idx="4473">49.990000000000002</cx:pt>
          <cx:pt idx="4474">49.990000000000002</cx:pt>
          <cx:pt idx="4475">49.990000000000002</cx:pt>
          <cx:pt idx="4476">49.990000000000002</cx:pt>
          <cx:pt idx="4477">49.990000000000002</cx:pt>
          <cx:pt idx="4478">49.990000000000002</cx:pt>
          <cx:pt idx="4479">49.990000000000002</cx:pt>
          <cx:pt idx="4480">49.990000000000002</cx:pt>
          <cx:pt idx="4481">49.990000000000002</cx:pt>
          <cx:pt idx="4482">49.990000000000002</cx:pt>
          <cx:pt idx="4483">49.990000000000002</cx:pt>
          <cx:pt idx="4484">49.990000000000002</cx:pt>
          <cx:pt idx="4485">49.990000000000002</cx:pt>
          <cx:pt idx="4486">49.990000000000002</cx:pt>
          <cx:pt idx="4487">49.990000000000002</cx:pt>
          <cx:pt idx="4488">49.990000000000002</cx:pt>
          <cx:pt idx="4489">49.990000000000002</cx:pt>
          <cx:pt idx="4490">49.990000000000002</cx:pt>
          <cx:pt idx="4491">49.990000000000002</cx:pt>
          <cx:pt idx="4492">49.990000000000002</cx:pt>
          <cx:pt idx="4493">49.990000000000002</cx:pt>
          <cx:pt idx="4494">49.990000000000002</cx:pt>
          <cx:pt idx="4495">49.990000000000002</cx:pt>
          <cx:pt idx="4496">49.990000000000002</cx:pt>
          <cx:pt idx="4497">49.990000000000002</cx:pt>
          <cx:pt idx="4498">49.990000000000002</cx:pt>
          <cx:pt idx="4499">49.990000000000002</cx:pt>
          <cx:pt idx="4500">49.990000000000002</cx:pt>
          <cx:pt idx="4501">49.990000000000002</cx:pt>
          <cx:pt idx="4502">49.990000000000002</cx:pt>
          <cx:pt idx="4503">49.990000000000002</cx:pt>
          <cx:pt idx="4504">49.990000000000002</cx:pt>
          <cx:pt idx="4505">49.990000000000002</cx:pt>
          <cx:pt idx="4506">49.990000000000002</cx:pt>
          <cx:pt idx="4507">49.990000000000002</cx:pt>
          <cx:pt idx="4508">49.990000000000002</cx:pt>
          <cx:pt idx="4509">49.990000000000002</cx:pt>
          <cx:pt idx="4510">49.990000000000002</cx:pt>
          <cx:pt idx="4511">49.990000000000002</cx:pt>
          <cx:pt idx="4512">49.990000000000002</cx:pt>
          <cx:pt idx="4513">49.990000000000002</cx:pt>
          <cx:pt idx="4514">49.990000000000002</cx:pt>
          <cx:pt idx="4515">49.990000000000002</cx:pt>
          <cx:pt idx="4516">49.990000000000002</cx:pt>
          <cx:pt idx="4517">49.990000000000002</cx:pt>
          <cx:pt idx="4518">49.990000000000002</cx:pt>
          <cx:pt idx="4519">49.990000000000002</cx:pt>
          <cx:pt idx="4520">49.990000000000002</cx:pt>
          <cx:pt idx="4521">49.990000000000002</cx:pt>
          <cx:pt idx="4522">49.990000000000002</cx:pt>
          <cx:pt idx="4523">49.990000000000002</cx:pt>
          <cx:pt idx="4524">49.990000000000002</cx:pt>
          <cx:pt idx="4525">49.990000000000002</cx:pt>
          <cx:pt idx="4526">49.990000000000002</cx:pt>
          <cx:pt idx="4527">49.990000000000002</cx:pt>
          <cx:pt idx="4528">49.990000000000002</cx:pt>
          <cx:pt idx="4529">49.990000000000002</cx:pt>
          <cx:pt idx="4530">49.990000000000002</cx:pt>
          <cx:pt idx="4531">49.990000000000002</cx:pt>
          <cx:pt idx="4532">49.990000000000002</cx:pt>
          <cx:pt idx="4533">49.990000000000002</cx:pt>
          <cx:pt idx="4534">49.990000000000002</cx:pt>
          <cx:pt idx="4535">49.990000000000002</cx:pt>
          <cx:pt idx="4536">49.990000000000002</cx:pt>
          <cx:pt idx="4537">49.990000000000002</cx:pt>
          <cx:pt idx="4538">49.990000000000002</cx:pt>
          <cx:pt idx="4539">49.990000000000002</cx:pt>
          <cx:pt idx="4540">49.990000000000002</cx:pt>
          <cx:pt idx="4541">49.990000000000002</cx:pt>
          <cx:pt idx="4542">49.990000000000002</cx:pt>
          <cx:pt idx="4543">49.990000000000002</cx:pt>
          <cx:pt idx="4544">49.990000000000002</cx:pt>
          <cx:pt idx="4545">49.990000000000002</cx:pt>
          <cx:pt idx="4546">49.990000000000002</cx:pt>
          <cx:pt idx="4547">49.990000000000002</cx:pt>
          <cx:pt idx="4548">49.990000000000002</cx:pt>
          <cx:pt idx="4549">49.990000000000002</cx:pt>
          <cx:pt idx="4550">49.990000000000002</cx:pt>
          <cx:pt idx="4551">49.990000000000002</cx:pt>
          <cx:pt idx="4552">49.990000000000002</cx:pt>
          <cx:pt idx="4553">49.990000000000002</cx:pt>
          <cx:pt idx="4554">49.990000000000002</cx:pt>
          <cx:pt idx="4555">49.990000000000002</cx:pt>
          <cx:pt idx="4556">49.990000000000002</cx:pt>
          <cx:pt idx="4557">49.990000000000002</cx:pt>
          <cx:pt idx="4558">49.990000000000002</cx:pt>
          <cx:pt idx="4559">49.990000000000002</cx:pt>
          <cx:pt idx="4560">49.990000000000002</cx:pt>
          <cx:pt idx="4561">49.990000000000002</cx:pt>
          <cx:pt idx="4562">49.990000000000002</cx:pt>
          <cx:pt idx="4563">49.990000000000002</cx:pt>
          <cx:pt idx="4564">49.990000000000002</cx:pt>
          <cx:pt idx="4565">49.990000000000002</cx:pt>
          <cx:pt idx="4566">49.990000000000002</cx:pt>
          <cx:pt idx="4567">49.990000000000002</cx:pt>
          <cx:pt idx="4568">49.990000000000002</cx:pt>
          <cx:pt idx="4569">49.990000000000002</cx:pt>
          <cx:pt idx="4570">49.990000000000002</cx:pt>
          <cx:pt idx="4571">49.990000000000002</cx:pt>
          <cx:pt idx="4572">49.990000000000002</cx:pt>
          <cx:pt idx="4573">49.990000000000002</cx:pt>
          <cx:pt idx="4574">49.990000000000002</cx:pt>
          <cx:pt idx="4575">49.990000000000002</cx:pt>
          <cx:pt idx="4576">49.990000000000002</cx:pt>
          <cx:pt idx="4577">49.990000000000002</cx:pt>
          <cx:pt idx="4578">49.990000000000002</cx:pt>
          <cx:pt idx="4579">49.990000000000002</cx:pt>
          <cx:pt idx="4580">49.990000000000002</cx:pt>
          <cx:pt idx="4581">49.990000000000002</cx:pt>
          <cx:pt idx="4582">49.990000000000002</cx:pt>
          <cx:pt idx="4583">49.990000000000002</cx:pt>
          <cx:pt idx="4584">49.990000000000002</cx:pt>
          <cx:pt idx="4585">49.990000000000002</cx:pt>
          <cx:pt idx="4586">49.990000000000002</cx:pt>
          <cx:pt idx="4587">49.990000000000002</cx:pt>
          <cx:pt idx="4588">49.990000000000002</cx:pt>
          <cx:pt idx="4589">49.990000000000002</cx:pt>
          <cx:pt idx="4590">49.990000000000002</cx:pt>
          <cx:pt idx="4591">49.990000000000002</cx:pt>
          <cx:pt idx="4592">49.990000000000002</cx:pt>
          <cx:pt idx="4593">49.990000000000002</cx:pt>
          <cx:pt idx="4594">49.990000000000002</cx:pt>
          <cx:pt idx="4595">49.990000000000002</cx:pt>
          <cx:pt idx="4596">49.990000000000002</cx:pt>
          <cx:pt idx="4597">49.990000000000002</cx:pt>
          <cx:pt idx="4598">49.990000000000002</cx:pt>
          <cx:pt idx="4599">49.990000000000002</cx:pt>
          <cx:pt idx="4600">49.990000000000002</cx:pt>
          <cx:pt idx="4601">49.990000000000002</cx:pt>
          <cx:pt idx="4602">49.990000000000002</cx:pt>
          <cx:pt idx="4603">49.990000000000002</cx:pt>
          <cx:pt idx="4604">49.990000000000002</cx:pt>
          <cx:pt idx="4605">49.990000000000002</cx:pt>
          <cx:pt idx="4606">49.990000000000002</cx:pt>
          <cx:pt idx="4607">49.990000000000002</cx:pt>
          <cx:pt idx="4608">49.990000000000002</cx:pt>
          <cx:pt idx="4609">49.990000000000002</cx:pt>
          <cx:pt idx="4610">49.990000000000002</cx:pt>
          <cx:pt idx="4611">49.990000000000002</cx:pt>
          <cx:pt idx="4612">49.990000000000002</cx:pt>
          <cx:pt idx="4613">49.990000000000002</cx:pt>
          <cx:pt idx="4614">49.990000000000002</cx:pt>
          <cx:pt idx="4615">49.990000000000002</cx:pt>
          <cx:pt idx="4616">49.990000000000002</cx:pt>
          <cx:pt idx="4617">49.990000000000002</cx:pt>
          <cx:pt idx="4618">49.990000000000002</cx:pt>
          <cx:pt idx="4619">49.990000000000002</cx:pt>
          <cx:pt idx="4620">49.990000000000002</cx:pt>
          <cx:pt idx="4621">49.990000000000002</cx:pt>
          <cx:pt idx="4622">49.990000000000002</cx:pt>
          <cx:pt idx="4623">49.990000000000002</cx:pt>
          <cx:pt idx="4624">49.990000000000002</cx:pt>
          <cx:pt idx="4625">49.990000000000002</cx:pt>
          <cx:pt idx="4626">49.990000000000002</cx:pt>
          <cx:pt idx="4627">49.990000000000002</cx:pt>
          <cx:pt idx="4628">49.990000000000002</cx:pt>
          <cx:pt idx="4629">49.990000000000002</cx:pt>
          <cx:pt idx="4630">49.990000000000002</cx:pt>
          <cx:pt idx="4631">49.990000000000002</cx:pt>
          <cx:pt idx="4632">49.990000000000002</cx:pt>
          <cx:pt idx="4633">49.990000000000002</cx:pt>
          <cx:pt idx="4634">49.990000000000002</cx:pt>
          <cx:pt idx="4635">49.990000000000002</cx:pt>
          <cx:pt idx="4636">49.990000000000002</cx:pt>
          <cx:pt idx="4637">49.990000000000002</cx:pt>
          <cx:pt idx="4638">49.990000000000002</cx:pt>
          <cx:pt idx="4639">49.990000000000002</cx:pt>
          <cx:pt idx="4640">49.990000000000002</cx:pt>
          <cx:pt idx="4641">49.990000000000002</cx:pt>
          <cx:pt idx="4642">49.990000000000002</cx:pt>
          <cx:pt idx="4643">49.990000000000002</cx:pt>
          <cx:pt idx="4644">49.990000000000002</cx:pt>
          <cx:pt idx="4645">49.990000000000002</cx:pt>
          <cx:pt idx="4646">49.990000000000002</cx:pt>
          <cx:pt idx="4647">49.990000000000002</cx:pt>
          <cx:pt idx="4648">49.990000000000002</cx:pt>
          <cx:pt idx="4649">49.990000000000002</cx:pt>
          <cx:pt idx="4650">49.990000000000002</cx:pt>
          <cx:pt idx="4651">49.990000000000002</cx:pt>
          <cx:pt idx="4652">49.990000000000002</cx:pt>
          <cx:pt idx="4653">49.990000000000002</cx:pt>
          <cx:pt idx="4654">49.990000000000002</cx:pt>
          <cx:pt idx="4655">49.990000000000002</cx:pt>
          <cx:pt idx="4656">49.990000000000002</cx:pt>
          <cx:pt idx="4657">49.990000000000002</cx:pt>
          <cx:pt idx="4658">49.990000000000002</cx:pt>
          <cx:pt idx="4659">49.990000000000002</cx:pt>
          <cx:pt idx="4660">49.990000000000002</cx:pt>
          <cx:pt idx="4661">49.990000000000002</cx:pt>
          <cx:pt idx="4662">49.990000000000002</cx:pt>
          <cx:pt idx="4663">49.990000000000002</cx:pt>
          <cx:pt idx="4664">49.990000000000002</cx:pt>
          <cx:pt idx="4665">49.990000000000002</cx:pt>
          <cx:pt idx="4666">49.990000000000002</cx:pt>
          <cx:pt idx="4667">49.990000000000002</cx:pt>
          <cx:pt idx="4668">49.990000000000002</cx:pt>
          <cx:pt idx="4669">49.990000000000002</cx:pt>
          <cx:pt idx="4670">49.990000000000002</cx:pt>
          <cx:pt idx="4671">49.990000000000002</cx:pt>
          <cx:pt idx="4672">49.990000000000002</cx:pt>
          <cx:pt idx="4673">49.990000000000002</cx:pt>
          <cx:pt idx="4674">49.990000000000002</cx:pt>
          <cx:pt idx="4675">49.990000000000002</cx:pt>
          <cx:pt idx="4676">49.990000000000002</cx:pt>
          <cx:pt idx="4677">49.990000000000002</cx:pt>
          <cx:pt idx="4678">49.990000000000002</cx:pt>
          <cx:pt idx="4679">49.990000000000002</cx:pt>
          <cx:pt idx="4680">49.990000000000002</cx:pt>
          <cx:pt idx="4681">49.990000000000002</cx:pt>
          <cx:pt idx="4682">49.990000000000002</cx:pt>
          <cx:pt idx="4683">49.990000000000002</cx:pt>
          <cx:pt idx="4684">49.990000000000002</cx:pt>
          <cx:pt idx="4685">49.990000000000002</cx:pt>
          <cx:pt idx="4686">49.990000000000002</cx:pt>
          <cx:pt idx="4687">49.990000000000002</cx:pt>
          <cx:pt idx="4688">49.990000000000002</cx:pt>
          <cx:pt idx="4689">49.990000000000002</cx:pt>
          <cx:pt idx="4690">49.990000000000002</cx:pt>
          <cx:pt idx="4691">49.990000000000002</cx:pt>
          <cx:pt idx="4692">49.990000000000002</cx:pt>
          <cx:pt idx="4693">49.990000000000002</cx:pt>
          <cx:pt idx="4694">49.990000000000002</cx:pt>
          <cx:pt idx="4695">49.990000000000002</cx:pt>
          <cx:pt idx="4696">49.990000000000002</cx:pt>
          <cx:pt idx="4697">49.990000000000002</cx:pt>
          <cx:pt idx="4698">49.990000000000002</cx:pt>
          <cx:pt idx="4699">49.990000000000002</cx:pt>
          <cx:pt idx="4700">49.990000000000002</cx:pt>
          <cx:pt idx="4701">49.990000000000002</cx:pt>
          <cx:pt idx="4702">49.990000000000002</cx:pt>
          <cx:pt idx="4703">49.990000000000002</cx:pt>
          <cx:pt idx="4704">49.990000000000002</cx:pt>
          <cx:pt idx="4705">49.990000000000002</cx:pt>
          <cx:pt idx="4706">49.990000000000002</cx:pt>
          <cx:pt idx="4707">49.990000000000002</cx:pt>
          <cx:pt idx="4708">49.990000000000002</cx:pt>
          <cx:pt idx="4709">49.990000000000002</cx:pt>
          <cx:pt idx="4710">49.990000000000002</cx:pt>
          <cx:pt idx="4711">49.990000000000002</cx:pt>
          <cx:pt idx="4712">49.990000000000002</cx:pt>
          <cx:pt idx="4713">49.990000000000002</cx:pt>
          <cx:pt idx="4714">49.990000000000002</cx:pt>
          <cx:pt idx="4715">49.990000000000002</cx:pt>
          <cx:pt idx="4716">49.990000000000002</cx:pt>
          <cx:pt idx="4717">49.990000000000002</cx:pt>
          <cx:pt idx="4718">49.990000000000002</cx:pt>
          <cx:pt idx="4719">49.990000000000002</cx:pt>
          <cx:pt idx="4720">49.990000000000002</cx:pt>
          <cx:pt idx="4721">49.990000000000002</cx:pt>
          <cx:pt idx="4722">49.990000000000002</cx:pt>
          <cx:pt idx="4723">49.990000000000002</cx:pt>
          <cx:pt idx="4724">49.990000000000002</cx:pt>
          <cx:pt idx="4725">49.990000000000002</cx:pt>
          <cx:pt idx="4726">49.990000000000002</cx:pt>
          <cx:pt idx="4727">49.990000000000002</cx:pt>
          <cx:pt idx="4728">49.990000000000002</cx:pt>
          <cx:pt idx="4729">49.990000000000002</cx:pt>
          <cx:pt idx="4730">49.990000000000002</cx:pt>
          <cx:pt idx="4731">49.990000000000002</cx:pt>
          <cx:pt idx="4732">49.990000000000002</cx:pt>
          <cx:pt idx="4733">49.990000000000002</cx:pt>
          <cx:pt idx="4734">49.990000000000002</cx:pt>
          <cx:pt idx="4735">49.990000000000002</cx:pt>
          <cx:pt idx="4736">49.990000000000002</cx:pt>
          <cx:pt idx="4737">49.990000000000002</cx:pt>
          <cx:pt idx="4738">49.990000000000002</cx:pt>
          <cx:pt idx="4739">49.990000000000002</cx:pt>
          <cx:pt idx="4740">49.990000000000002</cx:pt>
          <cx:pt idx="4741">49.990000000000002</cx:pt>
          <cx:pt idx="4742">49.990000000000002</cx:pt>
          <cx:pt idx="4743">49.990000000000002</cx:pt>
          <cx:pt idx="4744">49.990000000000002</cx:pt>
          <cx:pt idx="4745">49.990000000000002</cx:pt>
          <cx:pt idx="4746">49.990000000000002</cx:pt>
          <cx:pt idx="4747">49.990000000000002</cx:pt>
          <cx:pt idx="4748">49.990000000000002</cx:pt>
          <cx:pt idx="4749">49.990000000000002</cx:pt>
          <cx:pt idx="4750">49.990000000000002</cx:pt>
          <cx:pt idx="4751">49.990000000000002</cx:pt>
          <cx:pt idx="4752">49.990000000000002</cx:pt>
          <cx:pt idx="4753">49.990000000000002</cx:pt>
          <cx:pt idx="4754">49.990000000000002</cx:pt>
          <cx:pt idx="4755">49.990000000000002</cx:pt>
          <cx:pt idx="4756">49.990000000000002</cx:pt>
          <cx:pt idx="4757">49.990000000000002</cx:pt>
          <cx:pt idx="4758">49.990000000000002</cx:pt>
          <cx:pt idx="4759">49.990000000000002</cx:pt>
          <cx:pt idx="4760">49.990000000000002</cx:pt>
          <cx:pt idx="4761">49.990000000000002</cx:pt>
          <cx:pt idx="4762">49.990000000000002</cx:pt>
          <cx:pt idx="4763">49.990000000000002</cx:pt>
          <cx:pt idx="4764">49.990000000000002</cx:pt>
          <cx:pt idx="4765">49.990000000000002</cx:pt>
          <cx:pt idx="4766">49.990000000000002</cx:pt>
          <cx:pt idx="4767">49.990000000000002</cx:pt>
          <cx:pt idx="4768">49.990000000000002</cx:pt>
          <cx:pt idx="4769">49.990000000000002</cx:pt>
          <cx:pt idx="4770">49.990000000000002</cx:pt>
          <cx:pt idx="4771">49.990000000000002</cx:pt>
          <cx:pt idx="4772">49.990000000000002</cx:pt>
          <cx:pt idx="4773">49.990000000000002</cx:pt>
          <cx:pt idx="4774">49.990000000000002</cx:pt>
          <cx:pt idx="4775">49.990000000000002</cx:pt>
          <cx:pt idx="4776">49.990000000000002</cx:pt>
          <cx:pt idx="4777">49.990000000000002</cx:pt>
          <cx:pt idx="4778">49.990000000000002</cx:pt>
          <cx:pt idx="4779">49.990000000000002</cx:pt>
          <cx:pt idx="4780">49.990000000000002</cx:pt>
          <cx:pt idx="4781">49.990000000000002</cx:pt>
          <cx:pt idx="4782">49.990000000000002</cx:pt>
          <cx:pt idx="4783">49.990000000000002</cx:pt>
          <cx:pt idx="4784">49.990000000000002</cx:pt>
          <cx:pt idx="4785">49.990000000000002</cx:pt>
          <cx:pt idx="4786">49.990000000000002</cx:pt>
          <cx:pt idx="4787">49.990000000000002</cx:pt>
          <cx:pt idx="4788">49.990000000000002</cx:pt>
          <cx:pt idx="4789">49.990000000000002</cx:pt>
          <cx:pt idx="4790">49.990000000000002</cx:pt>
          <cx:pt idx="4791">49.990000000000002</cx:pt>
          <cx:pt idx="4792">49.990000000000002</cx:pt>
          <cx:pt idx="4793">49.990000000000002</cx:pt>
          <cx:pt idx="4794">49.990000000000002</cx:pt>
          <cx:pt idx="4795">49.990000000000002</cx:pt>
          <cx:pt idx="4796">49.990000000000002</cx:pt>
          <cx:pt idx="4797">49.990000000000002</cx:pt>
          <cx:pt idx="4798">49.990000000000002</cx:pt>
          <cx:pt idx="4799">49.990000000000002</cx:pt>
          <cx:pt idx="4800">49.990000000000002</cx:pt>
          <cx:pt idx="4801">49.990000000000002</cx:pt>
          <cx:pt idx="4802">49.990000000000002</cx:pt>
          <cx:pt idx="4803">49.990000000000002</cx:pt>
          <cx:pt idx="4804">49.990000000000002</cx:pt>
          <cx:pt idx="4805">49.990000000000002</cx:pt>
          <cx:pt idx="4806">49.990000000000002</cx:pt>
          <cx:pt idx="4807">49.990000000000002</cx:pt>
          <cx:pt idx="4808">49.990000000000002</cx:pt>
          <cx:pt idx="4809">49.990000000000002</cx:pt>
          <cx:pt idx="4810">49.990000000000002</cx:pt>
          <cx:pt idx="4811">49.990000000000002</cx:pt>
          <cx:pt idx="4812">49.990000000000002</cx:pt>
          <cx:pt idx="4813">49.990000000000002</cx:pt>
          <cx:pt idx="4814">49.990000000000002</cx:pt>
          <cx:pt idx="4815">49.990000000000002</cx:pt>
          <cx:pt idx="4816">49.990000000000002</cx:pt>
          <cx:pt idx="4817">49.990000000000002</cx:pt>
          <cx:pt idx="4818">49.990000000000002</cx:pt>
          <cx:pt idx="4819">49.990000000000002</cx:pt>
          <cx:pt idx="4820">49.990000000000002</cx:pt>
          <cx:pt idx="4821">49.990000000000002</cx:pt>
          <cx:pt idx="4822">49.990000000000002</cx:pt>
          <cx:pt idx="4823">49.990000000000002</cx:pt>
          <cx:pt idx="4824">49.990000000000002</cx:pt>
          <cx:pt idx="4825">49.990000000000002</cx:pt>
          <cx:pt idx="4826">49.990000000000002</cx:pt>
          <cx:pt idx="4827">49.990000000000002</cx:pt>
          <cx:pt idx="4828">49.990000000000002</cx:pt>
          <cx:pt idx="4829">49.990000000000002</cx:pt>
          <cx:pt idx="4830">49.990000000000002</cx:pt>
          <cx:pt idx="4831">49.990000000000002</cx:pt>
          <cx:pt idx="4832">49.990000000000002</cx:pt>
          <cx:pt idx="4833">49.990000000000002</cx:pt>
          <cx:pt idx="4834">49.990000000000002</cx:pt>
          <cx:pt idx="4835">49.990000000000002</cx:pt>
          <cx:pt idx="4836">49.990000000000002</cx:pt>
          <cx:pt idx="4837">49.990000000000002</cx:pt>
          <cx:pt idx="4838">49.990000000000002</cx:pt>
          <cx:pt idx="4839">49.990000000000002</cx:pt>
          <cx:pt idx="4840">49.990000000000002</cx:pt>
          <cx:pt idx="4841">49.990000000000002</cx:pt>
          <cx:pt idx="4842">49.990000000000002</cx:pt>
          <cx:pt idx="4843">49.990000000000002</cx:pt>
          <cx:pt idx="4844">49.990000000000002</cx:pt>
          <cx:pt idx="4845">49.990000000000002</cx:pt>
          <cx:pt idx="4846">49.990000000000002</cx:pt>
          <cx:pt idx="4847">49.990000000000002</cx:pt>
          <cx:pt idx="4848">49.990000000000002</cx:pt>
          <cx:pt idx="4849">49.990000000000002</cx:pt>
          <cx:pt idx="4850">49.990000000000002</cx:pt>
          <cx:pt idx="4851">49.990000000000002</cx:pt>
          <cx:pt idx="4852">49.990000000000002</cx:pt>
          <cx:pt idx="4853">49.990000000000002</cx:pt>
          <cx:pt idx="4854">49.990000000000002</cx:pt>
          <cx:pt idx="4855">49.990000000000002</cx:pt>
          <cx:pt idx="4856">49.990000000000002</cx:pt>
          <cx:pt idx="4857">49.990000000000002</cx:pt>
          <cx:pt idx="4858">49.990000000000002</cx:pt>
          <cx:pt idx="4859">49.990000000000002</cx:pt>
          <cx:pt idx="4860">49.990000000000002</cx:pt>
          <cx:pt idx="4861">49.990000000000002</cx:pt>
          <cx:pt idx="4862">49.990000000000002</cx:pt>
          <cx:pt idx="4863">49.990000000000002</cx:pt>
          <cx:pt idx="4864">49.990000000000002</cx:pt>
          <cx:pt idx="4865">49.990000000000002</cx:pt>
          <cx:pt idx="4866">49.990000000000002</cx:pt>
          <cx:pt idx="4867">49.990000000000002</cx:pt>
          <cx:pt idx="4868">49.990000000000002</cx:pt>
          <cx:pt idx="4869">49.990000000000002</cx:pt>
          <cx:pt idx="4870">49.990000000000002</cx:pt>
          <cx:pt idx="4871">49.990000000000002</cx:pt>
          <cx:pt idx="4872">49.990000000000002</cx:pt>
          <cx:pt idx="4873">49.990000000000002</cx:pt>
          <cx:pt idx="4874">49.990000000000002</cx:pt>
          <cx:pt idx="4875">49.990000000000002</cx:pt>
          <cx:pt idx="4876">49.990000000000002</cx:pt>
          <cx:pt idx="4877">49.990000000000002</cx:pt>
          <cx:pt idx="4878">49.990000000000002</cx:pt>
          <cx:pt idx="4879">49.990000000000002</cx:pt>
          <cx:pt idx="4880">49.990000000000002</cx:pt>
          <cx:pt idx="4881">49.990000000000002</cx:pt>
          <cx:pt idx="4882">49.990000000000002</cx:pt>
          <cx:pt idx="4883">49.990000000000002</cx:pt>
          <cx:pt idx="4884">49.990000000000002</cx:pt>
          <cx:pt idx="4885">49.990000000000002</cx:pt>
          <cx:pt idx="4886">49.990000000000002</cx:pt>
          <cx:pt idx="4887">49.990000000000002</cx:pt>
          <cx:pt idx="4888">49.990000000000002</cx:pt>
          <cx:pt idx="4889">49.990000000000002</cx:pt>
          <cx:pt idx="4890">49.990000000000002</cx:pt>
          <cx:pt idx="4891">49.990000000000002</cx:pt>
          <cx:pt idx="4892">49.990000000000002</cx:pt>
          <cx:pt idx="4893">49.990000000000002</cx:pt>
          <cx:pt idx="4894">49.990000000000002</cx:pt>
          <cx:pt idx="4895">49.990000000000002</cx:pt>
          <cx:pt idx="4896">49.990000000000002</cx:pt>
          <cx:pt idx="4897">49.990000000000002</cx:pt>
          <cx:pt idx="4898">49.990000000000002</cx:pt>
          <cx:pt idx="4899">49.990000000000002</cx:pt>
          <cx:pt idx="4900">49.990000000000002</cx:pt>
          <cx:pt idx="4901">49.990000000000002</cx:pt>
          <cx:pt idx="4902">49.990000000000002</cx:pt>
          <cx:pt idx="4903">49.990000000000002</cx:pt>
          <cx:pt idx="4904">49.990000000000002</cx:pt>
          <cx:pt idx="4905">49.990000000000002</cx:pt>
          <cx:pt idx="4906">49.990000000000002</cx:pt>
          <cx:pt idx="4907">49.990000000000002</cx:pt>
          <cx:pt idx="4908">49.990000000000002</cx:pt>
          <cx:pt idx="4909">49.990000000000002</cx:pt>
          <cx:pt idx="4910">49.990000000000002</cx:pt>
          <cx:pt idx="4911">49.990000000000002</cx:pt>
          <cx:pt idx="4912">49.990000000000002</cx:pt>
          <cx:pt idx="4913">49.990000000000002</cx:pt>
          <cx:pt idx="4914">49.990000000000002</cx:pt>
          <cx:pt idx="4915">49.990000000000002</cx:pt>
          <cx:pt idx="4916">49.990000000000002</cx:pt>
          <cx:pt idx="4917">49.990000000000002</cx:pt>
          <cx:pt idx="4918">49.990000000000002</cx:pt>
          <cx:pt idx="4919">49.990000000000002</cx:pt>
          <cx:pt idx="4920">49.990000000000002</cx:pt>
          <cx:pt idx="4921">49.990000000000002</cx:pt>
          <cx:pt idx="4922">49.990000000000002</cx:pt>
          <cx:pt idx="4923">49.990000000000002</cx:pt>
          <cx:pt idx="4924">49.990000000000002</cx:pt>
          <cx:pt idx="4925">49.990000000000002</cx:pt>
          <cx:pt idx="4926">49.990000000000002</cx:pt>
          <cx:pt idx="4927">49.990000000000002</cx:pt>
          <cx:pt idx="4928">49.990000000000002</cx:pt>
          <cx:pt idx="4929">49.990000000000002</cx:pt>
          <cx:pt idx="4930">49.990000000000002</cx:pt>
          <cx:pt idx="4931">49.990000000000002</cx:pt>
          <cx:pt idx="4932">49.990000000000002</cx:pt>
          <cx:pt idx="4933">49.990000000000002</cx:pt>
          <cx:pt idx="4934">49.990000000000002</cx:pt>
          <cx:pt idx="4935">49.990000000000002</cx:pt>
          <cx:pt idx="4936">49.990000000000002</cx:pt>
          <cx:pt idx="4937">49.990000000000002</cx:pt>
          <cx:pt idx="4938">49.990000000000002</cx:pt>
          <cx:pt idx="4939">49.990000000000002</cx:pt>
          <cx:pt idx="4940">49.990000000000002</cx:pt>
          <cx:pt idx="4941">49.990000000000002</cx:pt>
          <cx:pt idx="4942">49.990000000000002</cx:pt>
          <cx:pt idx="4943">49.990000000000002</cx:pt>
          <cx:pt idx="4944">49.990000000000002</cx:pt>
          <cx:pt idx="4945">49.990000000000002</cx:pt>
          <cx:pt idx="4946">49.990000000000002</cx:pt>
          <cx:pt idx="4947">49.990000000000002</cx:pt>
          <cx:pt idx="4948">49.990000000000002</cx:pt>
          <cx:pt idx="4949">49.990000000000002</cx:pt>
          <cx:pt idx="4950">49.990000000000002</cx:pt>
          <cx:pt idx="4951">49.990000000000002</cx:pt>
          <cx:pt idx="4952">49.990000000000002</cx:pt>
          <cx:pt idx="4953">49.990000000000002</cx:pt>
          <cx:pt idx="4954">49.990000000000002</cx:pt>
          <cx:pt idx="4955">49.990000000000002</cx:pt>
          <cx:pt idx="4956">49.990000000000002</cx:pt>
          <cx:pt idx="4957">49.990000000000002</cx:pt>
          <cx:pt idx="4958">49.990000000000002</cx:pt>
          <cx:pt idx="4959">49.990000000000002</cx:pt>
          <cx:pt idx="4960">49.990000000000002</cx:pt>
          <cx:pt idx="4961">49.990000000000002</cx:pt>
          <cx:pt idx="4962">49.990000000000002</cx:pt>
          <cx:pt idx="4963">49.990000000000002</cx:pt>
          <cx:pt idx="4964">49.990000000000002</cx:pt>
          <cx:pt idx="4965">49.990000000000002</cx:pt>
          <cx:pt idx="4966">49.990000000000002</cx:pt>
          <cx:pt idx="4967">49.990000000000002</cx:pt>
          <cx:pt idx="4968">49.990000000000002</cx:pt>
          <cx:pt idx="4969">49.990000000000002</cx:pt>
          <cx:pt idx="4970">49.990000000000002</cx:pt>
          <cx:pt idx="4971">49.990000000000002</cx:pt>
          <cx:pt idx="4972">49.990000000000002</cx:pt>
          <cx:pt idx="4973">49.990000000000002</cx:pt>
          <cx:pt idx="4974">49.990000000000002</cx:pt>
          <cx:pt idx="4975">49.990000000000002</cx:pt>
          <cx:pt idx="4976">49.990000000000002</cx:pt>
          <cx:pt idx="4977">49.990000000000002</cx:pt>
          <cx:pt idx="4978">49.990000000000002</cx:pt>
          <cx:pt idx="4979">49.990000000000002</cx:pt>
          <cx:pt idx="4980">49.990000000000002</cx:pt>
          <cx:pt idx="4981">49.990000000000002</cx:pt>
          <cx:pt idx="4982">49.990000000000002</cx:pt>
          <cx:pt idx="4983">49.990000000000002</cx:pt>
          <cx:pt idx="4984">49.990000000000002</cx:pt>
          <cx:pt idx="4985">49.990000000000002</cx:pt>
          <cx:pt idx="4986">49.990000000000002</cx:pt>
          <cx:pt idx="4987">49.990000000000002</cx:pt>
          <cx:pt idx="4988">49.990000000000002</cx:pt>
          <cx:pt idx="4989">49.990000000000002</cx:pt>
          <cx:pt idx="4990">49.990000000000002</cx:pt>
          <cx:pt idx="4991">49.990000000000002</cx:pt>
          <cx:pt idx="4992">49.990000000000002</cx:pt>
          <cx:pt idx="4993">49.990000000000002</cx:pt>
          <cx:pt idx="4994">49.990000000000002</cx:pt>
          <cx:pt idx="4995">49.990000000000002</cx:pt>
          <cx:pt idx="4996">49.990000000000002</cx:pt>
          <cx:pt idx="4997">49.990000000000002</cx:pt>
          <cx:pt idx="4998">49.990000000000002</cx:pt>
          <cx:pt idx="4999">49.990000000000002</cx:pt>
          <cx:pt idx="5000">49.990000000000002</cx:pt>
          <cx:pt idx="5001">49.990000000000002</cx:pt>
          <cx:pt idx="5002">49.990000000000002</cx:pt>
          <cx:pt idx="5003">49.990000000000002</cx:pt>
          <cx:pt idx="5004">49.990000000000002</cx:pt>
          <cx:pt idx="5005">49.990000000000002</cx:pt>
          <cx:pt idx="5006">49.990000000000002</cx:pt>
          <cx:pt idx="5007">49.990000000000002</cx:pt>
          <cx:pt idx="5008">49.990000000000002</cx:pt>
          <cx:pt idx="5009">49.990000000000002</cx:pt>
          <cx:pt idx="5010">49.990000000000002</cx:pt>
          <cx:pt idx="5011">49.990000000000002</cx:pt>
          <cx:pt idx="5012">49.990000000000002</cx:pt>
          <cx:pt idx="5013">49.990000000000002</cx:pt>
          <cx:pt idx="5014">49.990000000000002</cx:pt>
          <cx:pt idx="5015">49.990000000000002</cx:pt>
          <cx:pt idx="5016">49.990000000000002</cx:pt>
          <cx:pt idx="5017">49.990000000000002</cx:pt>
          <cx:pt idx="5018">49.990000000000002</cx:pt>
          <cx:pt idx="5019">49.990000000000002</cx:pt>
          <cx:pt idx="5020">49.990000000000002</cx:pt>
          <cx:pt idx="5021">49.990000000000002</cx:pt>
          <cx:pt idx="5022">49.990000000000002</cx:pt>
          <cx:pt idx="5023">49.990000000000002</cx:pt>
          <cx:pt idx="5024">49.990000000000002</cx:pt>
          <cx:pt idx="5025">49.990000000000002</cx:pt>
          <cx:pt idx="5026">49.990000000000002</cx:pt>
          <cx:pt idx="5027">49.990000000000002</cx:pt>
          <cx:pt idx="5028">49.990000000000002</cx:pt>
          <cx:pt idx="5029">49.990000000000002</cx:pt>
          <cx:pt idx="5030">49.990000000000002</cx:pt>
          <cx:pt idx="5031">49.990000000000002</cx:pt>
          <cx:pt idx="5032">49.990000000000002</cx:pt>
          <cx:pt idx="5033">49.990000000000002</cx:pt>
          <cx:pt idx="5034">49.990000000000002</cx:pt>
          <cx:pt idx="5035">49.990000000000002</cx:pt>
          <cx:pt idx="5036">49.990000000000002</cx:pt>
          <cx:pt idx="5037">49.990000000000002</cx:pt>
          <cx:pt idx="5038">49.990000000000002</cx:pt>
          <cx:pt idx="5039">49.990000000000002</cx:pt>
          <cx:pt idx="5040">49.990000000000002</cx:pt>
          <cx:pt idx="5041">49.990000000000002</cx:pt>
          <cx:pt idx="5042">49.990000000000002</cx:pt>
          <cx:pt idx="5043">49.990000000000002</cx:pt>
          <cx:pt idx="5044">49.990000000000002</cx:pt>
          <cx:pt idx="5045">49.990000000000002</cx:pt>
          <cx:pt idx="5046">49.990000000000002</cx:pt>
          <cx:pt idx="5047">49.990000000000002</cx:pt>
          <cx:pt idx="5048">49.990000000000002</cx:pt>
          <cx:pt idx="5049">49.990000000000002</cx:pt>
          <cx:pt idx="5050">49.990000000000002</cx:pt>
          <cx:pt idx="5051">49.990000000000002</cx:pt>
          <cx:pt idx="5052">49.990000000000002</cx:pt>
          <cx:pt idx="5053">49.990000000000002</cx:pt>
          <cx:pt idx="5054">49.990000000000002</cx:pt>
          <cx:pt idx="5055">49.990000000000002</cx:pt>
          <cx:pt idx="5056">49.990000000000002</cx:pt>
          <cx:pt idx="5057">49.990000000000002</cx:pt>
          <cx:pt idx="5058">49.990000000000002</cx:pt>
          <cx:pt idx="5059">49.990000000000002</cx:pt>
          <cx:pt idx="5060">49.990000000000002</cx:pt>
          <cx:pt idx="5061">49.990000000000002</cx:pt>
          <cx:pt idx="5062">49.990000000000002</cx:pt>
          <cx:pt idx="5063">49.990000000000002</cx:pt>
          <cx:pt idx="5064">49.990000000000002</cx:pt>
          <cx:pt idx="5065">49.990000000000002</cx:pt>
          <cx:pt idx="5066">49.990000000000002</cx:pt>
          <cx:pt idx="5067">49.990000000000002</cx:pt>
          <cx:pt idx="5068">49.990000000000002</cx:pt>
          <cx:pt idx="5069">49.990000000000002</cx:pt>
          <cx:pt idx="5070">49.990000000000002</cx:pt>
          <cx:pt idx="5071">49.990000000000002</cx:pt>
          <cx:pt idx="5072">49.990000000000002</cx:pt>
          <cx:pt idx="5073">49.990000000000002</cx:pt>
          <cx:pt idx="5074">49.990000000000002</cx:pt>
          <cx:pt idx="5075">49.990000000000002</cx:pt>
          <cx:pt idx="5076">49.990000000000002</cx:pt>
          <cx:pt idx="5077">49.990000000000002</cx:pt>
          <cx:pt idx="5078">49.990000000000002</cx:pt>
          <cx:pt idx="5079">49.990000000000002</cx:pt>
          <cx:pt idx="5080">49.990000000000002</cx:pt>
          <cx:pt idx="5081">49.990000000000002</cx:pt>
          <cx:pt idx="5082">49.990000000000002</cx:pt>
          <cx:pt idx="5083">49.990000000000002</cx:pt>
          <cx:pt idx="5084">49.990000000000002</cx:pt>
          <cx:pt idx="5085">49.990000000000002</cx:pt>
          <cx:pt idx="5086">49.990000000000002</cx:pt>
          <cx:pt idx="5087">49.990000000000002</cx:pt>
          <cx:pt idx="5088">49.990000000000002</cx:pt>
          <cx:pt idx="5089">49.990000000000002</cx:pt>
          <cx:pt idx="5090">49.990000000000002</cx:pt>
          <cx:pt idx="5091">49.990000000000002</cx:pt>
          <cx:pt idx="5092">49.990000000000002</cx:pt>
          <cx:pt idx="5093">49.990000000000002</cx:pt>
          <cx:pt idx="5094">49.990000000000002</cx:pt>
          <cx:pt idx="5095">49.990000000000002</cx:pt>
          <cx:pt idx="5096">49.990000000000002</cx:pt>
          <cx:pt idx="5097">49.990000000000002</cx:pt>
          <cx:pt idx="5098">49.990000000000002</cx:pt>
          <cx:pt idx="5099">49.990000000000002</cx:pt>
          <cx:pt idx="5100">49.990000000000002</cx:pt>
          <cx:pt idx="5101">49.990000000000002</cx:pt>
          <cx:pt idx="5102">49.990000000000002</cx:pt>
          <cx:pt idx="5103">49.990000000000002</cx:pt>
          <cx:pt idx="5104">49.990000000000002</cx:pt>
          <cx:pt idx="5105">49.990000000000002</cx:pt>
          <cx:pt idx="5106">49.990000000000002</cx:pt>
          <cx:pt idx="5107">49.990000000000002</cx:pt>
          <cx:pt idx="5108">49.990000000000002</cx:pt>
          <cx:pt idx="5109">49.990000000000002</cx:pt>
          <cx:pt idx="5110">49.990000000000002</cx:pt>
          <cx:pt idx="5111">49.990000000000002</cx:pt>
          <cx:pt idx="5112">49.990000000000002</cx:pt>
          <cx:pt idx="5113">49.990000000000002</cx:pt>
          <cx:pt idx="5114">49.990000000000002</cx:pt>
          <cx:pt idx="5115">49.990000000000002</cx:pt>
          <cx:pt idx="5116">49.990000000000002</cx:pt>
          <cx:pt idx="5117">49.990000000000002</cx:pt>
          <cx:pt idx="5118">49.990000000000002</cx:pt>
          <cx:pt idx="5119">49.990000000000002</cx:pt>
          <cx:pt idx="5120">49.990000000000002</cx:pt>
          <cx:pt idx="5121">49.990000000000002</cx:pt>
          <cx:pt idx="5122">49.990000000000002</cx:pt>
          <cx:pt idx="5123">49.990000000000002</cx:pt>
          <cx:pt idx="5124">49.990000000000002</cx:pt>
          <cx:pt idx="5125">49.990000000000002</cx:pt>
          <cx:pt idx="5126">49.990000000000002</cx:pt>
          <cx:pt idx="5127">49.990000000000002</cx:pt>
          <cx:pt idx="5128">49.990000000000002</cx:pt>
          <cx:pt idx="5129">49.990000000000002</cx:pt>
          <cx:pt idx="5130">49.990000000000002</cx:pt>
          <cx:pt idx="5131">49.990000000000002</cx:pt>
          <cx:pt idx="5132">49.990000000000002</cx:pt>
          <cx:pt idx="5133">49.990000000000002</cx:pt>
          <cx:pt idx="5134">49.990000000000002</cx:pt>
          <cx:pt idx="5135">49.990000000000002</cx:pt>
          <cx:pt idx="5136">49.990000000000002</cx:pt>
          <cx:pt idx="5137">49.990000000000002</cx:pt>
          <cx:pt idx="5138">49.990000000000002</cx:pt>
          <cx:pt idx="5139">49.990000000000002</cx:pt>
          <cx:pt idx="5140">49.990000000000002</cx:pt>
          <cx:pt idx="5141">49.990000000000002</cx:pt>
          <cx:pt idx="5142">49.990000000000002</cx:pt>
          <cx:pt idx="5143">49.990000000000002</cx:pt>
          <cx:pt idx="5144">49.990000000000002</cx:pt>
          <cx:pt idx="5145">49.990000000000002</cx:pt>
          <cx:pt idx="5146">49.990000000000002</cx:pt>
          <cx:pt idx="5147">49.990000000000002</cx:pt>
          <cx:pt idx="5148">49.990000000000002</cx:pt>
          <cx:pt idx="5149">49.990000000000002</cx:pt>
          <cx:pt idx="5150">49.990000000000002</cx:pt>
          <cx:pt idx="5151">49.990000000000002</cx:pt>
          <cx:pt idx="5152">49.990000000000002</cx:pt>
          <cx:pt idx="5153">49.990000000000002</cx:pt>
          <cx:pt idx="5154">49.990000000000002</cx:pt>
          <cx:pt idx="5155">49.990000000000002</cx:pt>
          <cx:pt idx="5156">49.990000000000002</cx:pt>
          <cx:pt idx="5157">49.990000000000002</cx:pt>
          <cx:pt idx="5158">49.990000000000002</cx:pt>
          <cx:pt idx="5159">49.990000000000002</cx:pt>
          <cx:pt idx="5160">49.990000000000002</cx:pt>
          <cx:pt idx="5161">49.990000000000002</cx:pt>
          <cx:pt idx="5162">49.990000000000002</cx:pt>
          <cx:pt idx="5163">49.990000000000002</cx:pt>
          <cx:pt idx="5164">49.990000000000002</cx:pt>
          <cx:pt idx="5165">49.990000000000002</cx:pt>
          <cx:pt idx="5166">49.990000000000002</cx:pt>
          <cx:pt idx="5167">49.990000000000002</cx:pt>
          <cx:pt idx="5168">49.990000000000002</cx:pt>
          <cx:pt idx="5169">49.990000000000002</cx:pt>
          <cx:pt idx="5170">49.990000000000002</cx:pt>
          <cx:pt idx="5171">49.990000000000002</cx:pt>
          <cx:pt idx="5172">49.990000000000002</cx:pt>
          <cx:pt idx="5173">49.990000000000002</cx:pt>
          <cx:pt idx="5174">49.990000000000002</cx:pt>
          <cx:pt idx="5175">49.990000000000002</cx:pt>
          <cx:pt idx="5176">49.990000000000002</cx:pt>
          <cx:pt idx="5177">49.990000000000002</cx:pt>
          <cx:pt idx="5178">49.990000000000002</cx:pt>
          <cx:pt idx="5179">49.990000000000002</cx:pt>
          <cx:pt idx="5180">49.990000000000002</cx:pt>
          <cx:pt idx="5181">49.990000000000002</cx:pt>
          <cx:pt idx="5182">49.990000000000002</cx:pt>
          <cx:pt idx="5183">49.990000000000002</cx:pt>
          <cx:pt idx="5184">49.990000000000002</cx:pt>
          <cx:pt idx="5185">49.990000000000002</cx:pt>
          <cx:pt idx="5186">49.990000000000002</cx:pt>
          <cx:pt idx="5187">49.990000000000002</cx:pt>
          <cx:pt idx="5188">49.990000000000002</cx:pt>
          <cx:pt idx="5189">49.990000000000002</cx:pt>
          <cx:pt idx="5190">49.990000000000002</cx:pt>
          <cx:pt idx="5191">49.990000000000002</cx:pt>
          <cx:pt idx="5192">49.990000000000002</cx:pt>
          <cx:pt idx="5193">49.990000000000002</cx:pt>
          <cx:pt idx="5194">49.990000000000002</cx:pt>
          <cx:pt idx="5195">49.990000000000002</cx:pt>
          <cx:pt idx="5196">49.990000000000002</cx:pt>
          <cx:pt idx="5197">49.990000000000002</cx:pt>
          <cx:pt idx="5198">49.990000000000002</cx:pt>
          <cx:pt idx="5199">49.990000000000002</cx:pt>
          <cx:pt idx="5200">49.990000000000002</cx:pt>
          <cx:pt idx="5201">49.990000000000002</cx:pt>
          <cx:pt idx="5202">49.990000000000002</cx:pt>
          <cx:pt idx="5203">49.990000000000002</cx:pt>
          <cx:pt idx="5204">49.990000000000002</cx:pt>
          <cx:pt idx="5205">49.990000000000002</cx:pt>
          <cx:pt idx="5206">49.990000000000002</cx:pt>
          <cx:pt idx="5207">49.990000000000002</cx:pt>
          <cx:pt idx="5208">49.990000000000002</cx:pt>
          <cx:pt idx="5209">49.990000000000002</cx:pt>
          <cx:pt idx="5210">49.990000000000002</cx:pt>
          <cx:pt idx="5211">49.990000000000002</cx:pt>
          <cx:pt idx="5212">49.990000000000002</cx:pt>
          <cx:pt idx="5213">49.990000000000002</cx:pt>
          <cx:pt idx="5214">49.990000000000002</cx:pt>
          <cx:pt idx="5215">49.990000000000002</cx:pt>
          <cx:pt idx="5216">49.990000000000002</cx:pt>
          <cx:pt idx="5217">49.990000000000002</cx:pt>
          <cx:pt idx="5218">49.990000000000002</cx:pt>
          <cx:pt idx="5219">49.990000000000002</cx:pt>
          <cx:pt idx="5220">49.990000000000002</cx:pt>
          <cx:pt idx="5221">49.990000000000002</cx:pt>
          <cx:pt idx="5222">49.990000000000002</cx:pt>
          <cx:pt idx="5223">49.990000000000002</cx:pt>
          <cx:pt idx="5224">49.990000000000002</cx:pt>
          <cx:pt idx="5225">49.990000000000002</cx:pt>
          <cx:pt idx="5226">49.990000000000002</cx:pt>
          <cx:pt idx="5227">49.990000000000002</cx:pt>
          <cx:pt idx="5228">49.990000000000002</cx:pt>
          <cx:pt idx="5229">49.990000000000002</cx:pt>
          <cx:pt idx="5230">49.990000000000002</cx:pt>
          <cx:pt idx="5231">49.990000000000002</cx:pt>
          <cx:pt idx="5232">49.990000000000002</cx:pt>
          <cx:pt idx="5233">49.990000000000002</cx:pt>
          <cx:pt idx="5234">49.990000000000002</cx:pt>
          <cx:pt idx="5235">49.990000000000002</cx:pt>
          <cx:pt idx="5236">49.990000000000002</cx:pt>
          <cx:pt idx="5237">49.990000000000002</cx:pt>
          <cx:pt idx="5238">49.990000000000002</cx:pt>
          <cx:pt idx="5239">49.990000000000002</cx:pt>
          <cx:pt idx="5240">49.990000000000002</cx:pt>
          <cx:pt idx="5241">49.990000000000002</cx:pt>
          <cx:pt idx="5242">49.990000000000002</cx:pt>
          <cx:pt idx="5243">49.990000000000002</cx:pt>
          <cx:pt idx="5244">49.990000000000002</cx:pt>
          <cx:pt idx="5245">49.990000000000002</cx:pt>
          <cx:pt idx="5246">49.990000000000002</cx:pt>
          <cx:pt idx="5247">49.990000000000002</cx:pt>
          <cx:pt idx="5248">49.990000000000002</cx:pt>
          <cx:pt idx="5249">49.990000000000002</cx:pt>
          <cx:pt idx="5250">49.990000000000002</cx:pt>
          <cx:pt idx="5251">49.990000000000002</cx:pt>
          <cx:pt idx="5252">49.990000000000002</cx:pt>
          <cx:pt idx="5253">49.990000000000002</cx:pt>
          <cx:pt idx="5254">49.990000000000002</cx:pt>
          <cx:pt idx="5255">49.990000000000002</cx:pt>
          <cx:pt idx="5256">49.990000000000002</cx:pt>
          <cx:pt idx="5257">49.990000000000002</cx:pt>
          <cx:pt idx="5258">49.990000000000002</cx:pt>
          <cx:pt idx="5259">49.990000000000002</cx:pt>
          <cx:pt idx="5260">49.990000000000002</cx:pt>
          <cx:pt idx="5261">49.990000000000002</cx:pt>
          <cx:pt idx="5262">49.990000000000002</cx:pt>
          <cx:pt idx="5263">49.990000000000002</cx:pt>
          <cx:pt idx="5264">49.990000000000002</cx:pt>
          <cx:pt idx="5265">49.990000000000002</cx:pt>
          <cx:pt idx="5266">49.990000000000002</cx:pt>
          <cx:pt idx="5267">49.990000000000002</cx:pt>
          <cx:pt idx="5268">49.990000000000002</cx:pt>
          <cx:pt idx="5269">49.990000000000002</cx:pt>
          <cx:pt idx="5270">49.990000000000002</cx:pt>
          <cx:pt idx="5271">49.990000000000002</cx:pt>
          <cx:pt idx="5272">49.990000000000002</cx:pt>
          <cx:pt idx="5273">49.990000000000002</cx:pt>
          <cx:pt idx="5274">49.990000000000002</cx:pt>
          <cx:pt idx="5275">49.990000000000002</cx:pt>
          <cx:pt idx="5276">49.990000000000002</cx:pt>
          <cx:pt idx="5277">49.990000000000002</cx:pt>
          <cx:pt idx="5278">49.990000000000002</cx:pt>
          <cx:pt idx="5279">49.990000000000002</cx:pt>
          <cx:pt idx="5280">49.990000000000002</cx:pt>
          <cx:pt idx="5281">49.990000000000002</cx:pt>
          <cx:pt idx="5282">49.990000000000002</cx:pt>
          <cx:pt idx="5283">49.990000000000002</cx:pt>
          <cx:pt idx="5284">49.990000000000002</cx:pt>
          <cx:pt idx="5285">49.990000000000002</cx:pt>
          <cx:pt idx="5286">49.990000000000002</cx:pt>
          <cx:pt idx="5287">49.990000000000002</cx:pt>
          <cx:pt idx="5288">49.990000000000002</cx:pt>
          <cx:pt idx="5289">49.990000000000002</cx:pt>
          <cx:pt idx="5290">49.990000000000002</cx:pt>
          <cx:pt idx="5291">49.990000000000002</cx:pt>
          <cx:pt idx="5292">49.990000000000002</cx:pt>
          <cx:pt idx="5293">49.990000000000002</cx:pt>
          <cx:pt idx="5294">49.990000000000002</cx:pt>
          <cx:pt idx="5295">49.990000000000002</cx:pt>
          <cx:pt idx="5296">49.990000000000002</cx:pt>
          <cx:pt idx="5297">49.990000000000002</cx:pt>
          <cx:pt idx="5298">49.990000000000002</cx:pt>
          <cx:pt idx="5299">49.990000000000002</cx:pt>
          <cx:pt idx="5300">49.990000000000002</cx:pt>
          <cx:pt idx="5301">49.990000000000002</cx:pt>
          <cx:pt idx="5302">49.990000000000002</cx:pt>
          <cx:pt idx="5303">49.990000000000002</cx:pt>
          <cx:pt idx="5304">49.990000000000002</cx:pt>
          <cx:pt idx="5305">49.990000000000002</cx:pt>
          <cx:pt idx="5306">49.990000000000002</cx:pt>
          <cx:pt idx="5307">49.990000000000002</cx:pt>
          <cx:pt idx="5308">49.990000000000002</cx:pt>
          <cx:pt idx="5309">49.990000000000002</cx:pt>
          <cx:pt idx="5310">49.990000000000002</cx:pt>
          <cx:pt idx="5311">49.990000000000002</cx:pt>
          <cx:pt idx="5312">49.990000000000002</cx:pt>
          <cx:pt idx="5313">49.990000000000002</cx:pt>
          <cx:pt idx="5314">49.990000000000002</cx:pt>
          <cx:pt idx="5315">49.990000000000002</cx:pt>
          <cx:pt idx="5316">49.990000000000002</cx:pt>
          <cx:pt idx="5317">49.990000000000002</cx:pt>
          <cx:pt idx="5318">49.990000000000002</cx:pt>
          <cx:pt idx="5319">49.990000000000002</cx:pt>
          <cx:pt idx="5320">49.990000000000002</cx:pt>
          <cx:pt idx="5321">49.990000000000002</cx:pt>
          <cx:pt idx="5322">49.990000000000002</cx:pt>
          <cx:pt idx="5323">49.990000000000002</cx:pt>
          <cx:pt idx="5324">49.990000000000002</cx:pt>
          <cx:pt idx="5325">49.990000000000002</cx:pt>
          <cx:pt idx="5326">49.990000000000002</cx:pt>
          <cx:pt idx="5327">49.990000000000002</cx:pt>
          <cx:pt idx="5328">49.990000000000002</cx:pt>
          <cx:pt idx="5329">49.990000000000002</cx:pt>
          <cx:pt idx="5330">49.990000000000002</cx:pt>
          <cx:pt idx="5331">49.990000000000002</cx:pt>
          <cx:pt idx="5332">49.990000000000002</cx:pt>
          <cx:pt idx="5333">49.990000000000002</cx:pt>
          <cx:pt idx="5334">49.990000000000002</cx:pt>
          <cx:pt idx="5335">49.990000000000002</cx:pt>
          <cx:pt idx="5336">49.990000000000002</cx:pt>
          <cx:pt idx="5337">49.990000000000002</cx:pt>
          <cx:pt idx="5338">49.990000000000002</cx:pt>
          <cx:pt idx="5339">49.990000000000002</cx:pt>
          <cx:pt idx="5340">49.990000000000002</cx:pt>
          <cx:pt idx="5341">49.990000000000002</cx:pt>
          <cx:pt idx="5342">49.990000000000002</cx:pt>
          <cx:pt idx="5343">49.990000000000002</cx:pt>
          <cx:pt idx="5344">49.990000000000002</cx:pt>
          <cx:pt idx="5345">49.990000000000002</cx:pt>
          <cx:pt idx="5346">49.990000000000002</cx:pt>
          <cx:pt idx="5347">49.990000000000002</cx:pt>
          <cx:pt idx="5348">49.990000000000002</cx:pt>
          <cx:pt idx="5349">49.990000000000002</cx:pt>
          <cx:pt idx="5350">49.990000000000002</cx:pt>
          <cx:pt idx="5351">49.990000000000002</cx:pt>
          <cx:pt idx="5352">49.990000000000002</cx:pt>
          <cx:pt idx="5353">49.990000000000002</cx:pt>
          <cx:pt idx="5354">49.990000000000002</cx:pt>
          <cx:pt idx="5355">49.990000000000002</cx:pt>
          <cx:pt idx="5356">49.990000000000002</cx:pt>
          <cx:pt idx="5357">49.990000000000002</cx:pt>
          <cx:pt idx="5358">49.990000000000002</cx:pt>
          <cx:pt idx="5359">49.990000000000002</cx:pt>
          <cx:pt idx="5360">49.990000000000002</cx:pt>
          <cx:pt idx="5361">49.990000000000002</cx:pt>
          <cx:pt idx="5362">49.990000000000002</cx:pt>
          <cx:pt idx="5363">49.990000000000002</cx:pt>
          <cx:pt idx="5364">49.990000000000002</cx:pt>
          <cx:pt idx="5365">49.990000000000002</cx:pt>
          <cx:pt idx="5366">49.990000000000002</cx:pt>
          <cx:pt idx="5367">49.990000000000002</cx:pt>
          <cx:pt idx="5368">49.990000000000002</cx:pt>
          <cx:pt idx="5369">49.990000000000002</cx:pt>
          <cx:pt idx="5370">49.990000000000002</cx:pt>
          <cx:pt idx="5371">49.990000000000002</cx:pt>
          <cx:pt idx="5372">49.990000000000002</cx:pt>
          <cx:pt idx="5373">49.990000000000002</cx:pt>
          <cx:pt idx="5374">49.990000000000002</cx:pt>
          <cx:pt idx="5375">49.990000000000002</cx:pt>
          <cx:pt idx="5376">49.990000000000002</cx:pt>
          <cx:pt idx="5377">49.990000000000002</cx:pt>
          <cx:pt idx="5378">49.990000000000002</cx:pt>
          <cx:pt idx="5379">49.990000000000002</cx:pt>
          <cx:pt idx="5380">49.990000000000002</cx:pt>
          <cx:pt idx="5381">49.990000000000002</cx:pt>
          <cx:pt idx="5382">49.990000000000002</cx:pt>
          <cx:pt idx="5383">49.990000000000002</cx:pt>
          <cx:pt idx="5384">49.990000000000002</cx:pt>
          <cx:pt idx="5385">49.990000000000002</cx:pt>
          <cx:pt idx="5386">49.990000000000002</cx:pt>
          <cx:pt idx="5387">49.990000000000002</cx:pt>
          <cx:pt idx="5388">49.990000000000002</cx:pt>
          <cx:pt idx="5389">49.990000000000002</cx:pt>
          <cx:pt idx="5390">49.990000000000002</cx:pt>
          <cx:pt idx="5391">49.990000000000002</cx:pt>
          <cx:pt idx="5392">49.990000000000002</cx:pt>
          <cx:pt idx="5393">49.990000000000002</cx:pt>
          <cx:pt idx="5394">49.990000000000002</cx:pt>
          <cx:pt idx="5395">49.990000000000002</cx:pt>
          <cx:pt idx="5396">49.990000000000002</cx:pt>
          <cx:pt idx="5397">49.990000000000002</cx:pt>
          <cx:pt idx="5398">49.990000000000002</cx:pt>
          <cx:pt idx="5399">49.990000000000002</cx:pt>
          <cx:pt idx="5400">49.990000000000002</cx:pt>
          <cx:pt idx="5401">49.990000000000002</cx:pt>
          <cx:pt idx="5402">49.990000000000002</cx:pt>
          <cx:pt idx="5403">49.990000000000002</cx:pt>
          <cx:pt idx="5404">49.990000000000002</cx:pt>
          <cx:pt idx="5405">49.990000000000002</cx:pt>
          <cx:pt idx="5406">49.990000000000002</cx:pt>
          <cx:pt idx="5407">49.990000000000002</cx:pt>
          <cx:pt idx="5408">49.990000000000002</cx:pt>
          <cx:pt idx="5409">49.990000000000002</cx:pt>
          <cx:pt idx="5410">49.990000000000002</cx:pt>
          <cx:pt idx="5411">49.990000000000002</cx:pt>
          <cx:pt idx="5412">49.990000000000002</cx:pt>
          <cx:pt idx="5413">49.990000000000002</cx:pt>
          <cx:pt idx="5414">49.990000000000002</cx:pt>
          <cx:pt idx="5415">49.990000000000002</cx:pt>
          <cx:pt idx="5416">49.990000000000002</cx:pt>
          <cx:pt idx="5417">49.990000000000002</cx:pt>
          <cx:pt idx="5418">49.990000000000002</cx:pt>
          <cx:pt idx="5419">49.990000000000002</cx:pt>
          <cx:pt idx="5420">49.990000000000002</cx:pt>
          <cx:pt idx="5421">49.990000000000002</cx:pt>
          <cx:pt idx="5422">49.990000000000002</cx:pt>
          <cx:pt idx="5423">49.990000000000002</cx:pt>
          <cx:pt idx="5424">49.990000000000002</cx:pt>
          <cx:pt idx="5425">49.990000000000002</cx:pt>
          <cx:pt idx="5426">49.990000000000002</cx:pt>
          <cx:pt idx="5427">49.990000000000002</cx:pt>
          <cx:pt idx="5428">49.990000000000002</cx:pt>
          <cx:pt idx="5429">49.990000000000002</cx:pt>
          <cx:pt idx="5430">49.990000000000002</cx:pt>
          <cx:pt idx="5431">49.990000000000002</cx:pt>
          <cx:pt idx="5432">49.990000000000002</cx:pt>
          <cx:pt idx="5433">49.990000000000002</cx:pt>
          <cx:pt idx="5434">49.990000000000002</cx:pt>
          <cx:pt idx="5435">49.990000000000002</cx:pt>
          <cx:pt idx="5436">49.990000000000002</cx:pt>
          <cx:pt idx="5437">49.990000000000002</cx:pt>
          <cx:pt idx="5438">49.990000000000002</cx:pt>
          <cx:pt idx="5439">49.990000000000002</cx:pt>
          <cx:pt idx="5440">49.990000000000002</cx:pt>
          <cx:pt idx="5441">49.990000000000002</cx:pt>
          <cx:pt idx="5442">49.990000000000002</cx:pt>
          <cx:pt idx="5443">49.990000000000002</cx:pt>
          <cx:pt idx="5444">49.990000000000002</cx:pt>
          <cx:pt idx="5445">49.990000000000002</cx:pt>
          <cx:pt idx="5446">49.990000000000002</cx:pt>
          <cx:pt idx="5447">49.990000000000002</cx:pt>
          <cx:pt idx="5448">49.990000000000002</cx:pt>
          <cx:pt idx="5449">49.990000000000002</cx:pt>
          <cx:pt idx="5450">49.990000000000002</cx:pt>
          <cx:pt idx="5451">49.990000000000002</cx:pt>
          <cx:pt idx="5452">49.990000000000002</cx:pt>
          <cx:pt idx="5453">49.990000000000002</cx:pt>
          <cx:pt idx="5454">49.990000000000002</cx:pt>
          <cx:pt idx="5455">49.990000000000002</cx:pt>
          <cx:pt idx="5456">49.990000000000002</cx:pt>
          <cx:pt idx="5457">49.990000000000002</cx:pt>
          <cx:pt idx="5458">49.990000000000002</cx:pt>
          <cx:pt idx="5459">49.990000000000002</cx:pt>
          <cx:pt idx="5460">49.990000000000002</cx:pt>
          <cx:pt idx="5461">49.990000000000002</cx:pt>
          <cx:pt idx="5462">49.990000000000002</cx:pt>
          <cx:pt idx="5463">49.990000000000002</cx:pt>
          <cx:pt idx="5464">49.990000000000002</cx:pt>
          <cx:pt idx="5465">49.990000000000002</cx:pt>
          <cx:pt idx="5466">49.990000000000002</cx:pt>
          <cx:pt idx="5467">49.990000000000002</cx:pt>
          <cx:pt idx="5468">49.990000000000002</cx:pt>
          <cx:pt idx="5469">49.990000000000002</cx:pt>
          <cx:pt idx="5470">49.990000000000002</cx:pt>
          <cx:pt idx="5471">49.990000000000002</cx:pt>
          <cx:pt idx="5472">49.990000000000002</cx:pt>
          <cx:pt idx="5473">49.990000000000002</cx:pt>
          <cx:pt idx="5474">49.990000000000002</cx:pt>
          <cx:pt idx="5475">49.990000000000002</cx:pt>
          <cx:pt idx="5476">49.990000000000002</cx:pt>
          <cx:pt idx="5477">49.990000000000002</cx:pt>
          <cx:pt idx="5478">49.990000000000002</cx:pt>
          <cx:pt idx="5479">49.990000000000002</cx:pt>
          <cx:pt idx="5480">49.990000000000002</cx:pt>
          <cx:pt idx="5481">49.990000000000002</cx:pt>
          <cx:pt idx="5482">49.990000000000002</cx:pt>
          <cx:pt idx="5483">49.990000000000002</cx:pt>
          <cx:pt idx="5484">49.990000000000002</cx:pt>
          <cx:pt idx="5485">49.990000000000002</cx:pt>
          <cx:pt idx="5486">49.990000000000002</cx:pt>
          <cx:pt idx="5487">49.990000000000002</cx:pt>
          <cx:pt idx="5488">49.990000000000002</cx:pt>
          <cx:pt idx="5489">49.990000000000002</cx:pt>
          <cx:pt idx="5490">49.990000000000002</cx:pt>
          <cx:pt idx="5491">49.990000000000002</cx:pt>
          <cx:pt idx="5492">49.990000000000002</cx:pt>
          <cx:pt idx="5493">49.990000000000002</cx:pt>
          <cx:pt idx="5494">49.990000000000002</cx:pt>
          <cx:pt idx="5495">49.990000000000002</cx:pt>
          <cx:pt idx="5496">49.990000000000002</cx:pt>
          <cx:pt idx="5497">49.990000000000002</cx:pt>
          <cx:pt idx="5498">49.990000000000002</cx:pt>
          <cx:pt idx="5499">49.990000000000002</cx:pt>
          <cx:pt idx="5500">49.990000000000002</cx:pt>
          <cx:pt idx="5501">49.990000000000002</cx:pt>
          <cx:pt idx="5502">49.990000000000002</cx:pt>
          <cx:pt idx="5503">49.990000000000002</cx:pt>
          <cx:pt idx="5504">49.990000000000002</cx:pt>
          <cx:pt idx="5505">49.990000000000002</cx:pt>
          <cx:pt idx="5506">49.990000000000002</cx:pt>
          <cx:pt idx="5507">49.990000000000002</cx:pt>
          <cx:pt idx="5508">49.990000000000002</cx:pt>
          <cx:pt idx="5509">49.990000000000002</cx:pt>
          <cx:pt idx="5510">49.990000000000002</cx:pt>
          <cx:pt idx="5511">49.990000000000002</cx:pt>
          <cx:pt idx="5512">49.990000000000002</cx:pt>
          <cx:pt idx="5513">49.990000000000002</cx:pt>
          <cx:pt idx="5514">49.990000000000002</cx:pt>
          <cx:pt idx="5515">49.990000000000002</cx:pt>
          <cx:pt idx="5516">49.990000000000002</cx:pt>
          <cx:pt idx="5517">49.990000000000002</cx:pt>
          <cx:pt idx="5518">49.990000000000002</cx:pt>
          <cx:pt idx="5519">49.990000000000002</cx:pt>
          <cx:pt idx="5520">49.990000000000002</cx:pt>
          <cx:pt idx="5521">49.990000000000002</cx:pt>
          <cx:pt idx="5522">49.990000000000002</cx:pt>
          <cx:pt idx="5523">49.990000000000002</cx:pt>
          <cx:pt idx="5524">49.990000000000002</cx:pt>
          <cx:pt idx="5525">49.990000000000002</cx:pt>
          <cx:pt idx="5526">49.990000000000002</cx:pt>
          <cx:pt idx="5527">49.990000000000002</cx:pt>
          <cx:pt idx="5528">49.990000000000002</cx:pt>
          <cx:pt idx="5529">49.990000000000002</cx:pt>
          <cx:pt idx="5530">49.990000000000002</cx:pt>
          <cx:pt idx="5531">49.990000000000002</cx:pt>
          <cx:pt idx="5532">49.990000000000002</cx:pt>
          <cx:pt idx="5533">49.990000000000002</cx:pt>
          <cx:pt idx="5534">49.990000000000002</cx:pt>
          <cx:pt idx="5535">49.990000000000002</cx:pt>
          <cx:pt idx="5536">49.990000000000002</cx:pt>
          <cx:pt idx="5537">49.990000000000002</cx:pt>
          <cx:pt idx="5538">49.990000000000002</cx:pt>
          <cx:pt idx="5539">49.990000000000002</cx:pt>
          <cx:pt idx="5540">49.990000000000002</cx:pt>
          <cx:pt idx="5541">49.990000000000002</cx:pt>
          <cx:pt idx="5542">49.990000000000002</cx:pt>
          <cx:pt idx="5543">49.990000000000002</cx:pt>
          <cx:pt idx="5544">49.990000000000002</cx:pt>
          <cx:pt idx="5545">49.990000000000002</cx:pt>
          <cx:pt idx="5546">49.990000000000002</cx:pt>
          <cx:pt idx="5547">49.990000000000002</cx:pt>
          <cx:pt idx="5548">49.990000000000002</cx:pt>
          <cx:pt idx="5549">49.990000000000002</cx:pt>
          <cx:pt idx="5550">49.990000000000002</cx:pt>
          <cx:pt idx="5551">49.990000000000002</cx:pt>
          <cx:pt idx="5552">49.990000000000002</cx:pt>
          <cx:pt idx="5553">49.990000000000002</cx:pt>
          <cx:pt idx="5554">49.990000000000002</cx:pt>
          <cx:pt idx="5555">49.990000000000002</cx:pt>
          <cx:pt idx="5556">49.990000000000002</cx:pt>
          <cx:pt idx="5557">49.990000000000002</cx:pt>
          <cx:pt idx="5558">49.990000000000002</cx:pt>
          <cx:pt idx="5559">49.990000000000002</cx:pt>
          <cx:pt idx="5560">49.990000000000002</cx:pt>
          <cx:pt idx="5561">49.990000000000002</cx:pt>
          <cx:pt idx="5562">49.990000000000002</cx:pt>
          <cx:pt idx="5563">49.990000000000002</cx:pt>
          <cx:pt idx="5564">49.990000000000002</cx:pt>
          <cx:pt idx="5565">49.990000000000002</cx:pt>
          <cx:pt idx="5566">49.990000000000002</cx:pt>
          <cx:pt idx="5567">49.990000000000002</cx:pt>
          <cx:pt idx="5568">49.990000000000002</cx:pt>
          <cx:pt idx="5569">49.990000000000002</cx:pt>
          <cx:pt idx="5570">49.990000000000002</cx:pt>
          <cx:pt idx="5571">49.990000000000002</cx:pt>
          <cx:pt idx="5572">49.990000000000002</cx:pt>
          <cx:pt idx="5573">49.990000000000002</cx:pt>
          <cx:pt idx="5574">49.990000000000002</cx:pt>
          <cx:pt idx="5575">49.990000000000002</cx:pt>
          <cx:pt idx="5576">49.990000000000002</cx:pt>
          <cx:pt idx="5577">49.990000000000002</cx:pt>
          <cx:pt idx="5578">49.990000000000002</cx:pt>
          <cx:pt idx="5579">49.990000000000002</cx:pt>
          <cx:pt idx="5580">49.990000000000002</cx:pt>
          <cx:pt idx="5581">49.990000000000002</cx:pt>
          <cx:pt idx="5582">49.990000000000002</cx:pt>
          <cx:pt idx="5583">49.990000000000002</cx:pt>
          <cx:pt idx="5584">49.990000000000002</cx:pt>
          <cx:pt idx="5585">49.990000000000002</cx:pt>
          <cx:pt idx="5586">49.990000000000002</cx:pt>
          <cx:pt idx="5587">49.990000000000002</cx:pt>
          <cx:pt idx="5588">49.990000000000002</cx:pt>
          <cx:pt idx="5589">49.990000000000002</cx:pt>
          <cx:pt idx="5590">49.990000000000002</cx:pt>
          <cx:pt idx="5591">49.990000000000002</cx:pt>
          <cx:pt idx="5592">49.990000000000002</cx:pt>
          <cx:pt idx="5593">49.990000000000002</cx:pt>
          <cx:pt idx="5594">49.990000000000002</cx:pt>
          <cx:pt idx="5595">49.990000000000002</cx:pt>
          <cx:pt idx="5596">49.990000000000002</cx:pt>
          <cx:pt idx="5597">49.990000000000002</cx:pt>
          <cx:pt idx="5598">49.990000000000002</cx:pt>
          <cx:pt idx="5599">49.990000000000002</cx:pt>
          <cx:pt idx="5600">49.990000000000002</cx:pt>
          <cx:pt idx="5601">49.990000000000002</cx:pt>
          <cx:pt idx="5602">49.990000000000002</cx:pt>
          <cx:pt idx="5603">49.990000000000002</cx:pt>
          <cx:pt idx="5604">49.990000000000002</cx:pt>
          <cx:pt idx="5605">49.990000000000002</cx:pt>
          <cx:pt idx="5606">49.990000000000002</cx:pt>
          <cx:pt idx="5607">49.990000000000002</cx:pt>
          <cx:pt idx="5608">49.990000000000002</cx:pt>
          <cx:pt idx="5609">49.990000000000002</cx:pt>
          <cx:pt idx="5610">49.990000000000002</cx:pt>
          <cx:pt idx="5611">49.990000000000002</cx:pt>
          <cx:pt idx="5612">49.990000000000002</cx:pt>
          <cx:pt idx="5613">49.990000000000002</cx:pt>
          <cx:pt idx="5614">49.990000000000002</cx:pt>
          <cx:pt idx="5615">49.990000000000002</cx:pt>
          <cx:pt idx="5616">49.990000000000002</cx:pt>
          <cx:pt idx="5617">49.990000000000002</cx:pt>
          <cx:pt idx="5618">49.990000000000002</cx:pt>
          <cx:pt idx="5619">49.990000000000002</cx:pt>
          <cx:pt idx="5620">49.990000000000002</cx:pt>
          <cx:pt idx="5621">49.990000000000002</cx:pt>
          <cx:pt idx="5622">49.990000000000002</cx:pt>
          <cx:pt idx="5623">49.990000000000002</cx:pt>
          <cx:pt idx="5624">49.990000000000002</cx:pt>
          <cx:pt idx="5625">49.990000000000002</cx:pt>
          <cx:pt idx="5626">49.990000000000002</cx:pt>
          <cx:pt idx="5627">49.990000000000002</cx:pt>
          <cx:pt idx="5628">49.990000000000002</cx:pt>
          <cx:pt idx="5629">49.990000000000002</cx:pt>
          <cx:pt idx="5630">49.990000000000002</cx:pt>
          <cx:pt idx="5631">49.990000000000002</cx:pt>
          <cx:pt idx="5632">49.990000000000002</cx:pt>
          <cx:pt idx="5633">49.990000000000002</cx:pt>
          <cx:pt idx="5634">49.990000000000002</cx:pt>
          <cx:pt idx="5635">49.990000000000002</cx:pt>
          <cx:pt idx="5636">49.990000000000002</cx:pt>
          <cx:pt idx="5637">49.990000000000002</cx:pt>
          <cx:pt idx="5638">49.990000000000002</cx:pt>
          <cx:pt idx="5639">49.990000000000002</cx:pt>
          <cx:pt idx="5640">49.990000000000002</cx:pt>
          <cx:pt idx="5641">49.990000000000002</cx:pt>
          <cx:pt idx="5642">49.990000000000002</cx:pt>
          <cx:pt idx="5643">49.990000000000002</cx:pt>
          <cx:pt idx="5644">49.990000000000002</cx:pt>
          <cx:pt idx="5645">49.990000000000002</cx:pt>
          <cx:pt idx="5646">49.990000000000002</cx:pt>
          <cx:pt idx="5647">49.990000000000002</cx:pt>
          <cx:pt idx="5648">49.990000000000002</cx:pt>
          <cx:pt idx="5649">49.990000000000002</cx:pt>
          <cx:pt idx="5650">49.990000000000002</cx:pt>
          <cx:pt idx="5651">49.990000000000002</cx:pt>
          <cx:pt idx="5652">49.990000000000002</cx:pt>
          <cx:pt idx="5653">49.990000000000002</cx:pt>
          <cx:pt idx="5654">49.990000000000002</cx:pt>
          <cx:pt idx="5655">49.990000000000002</cx:pt>
          <cx:pt idx="5656">49.990000000000002</cx:pt>
          <cx:pt idx="5657">49.990000000000002</cx:pt>
          <cx:pt idx="5658">49.990000000000002</cx:pt>
          <cx:pt idx="5659">49.990000000000002</cx:pt>
          <cx:pt idx="5660">49.990000000000002</cx:pt>
          <cx:pt idx="5661">49.990000000000002</cx:pt>
          <cx:pt idx="5662">49.990000000000002</cx:pt>
          <cx:pt idx="5663">49.990000000000002</cx:pt>
          <cx:pt idx="5664">49.990000000000002</cx:pt>
          <cx:pt idx="5665">49.990000000000002</cx:pt>
          <cx:pt idx="5666">49.990000000000002</cx:pt>
          <cx:pt idx="5667">49.990000000000002</cx:pt>
          <cx:pt idx="5668">49.990000000000002</cx:pt>
          <cx:pt idx="5669">49.990000000000002</cx:pt>
          <cx:pt idx="5670">49.990000000000002</cx:pt>
          <cx:pt idx="5671">49.990000000000002</cx:pt>
          <cx:pt idx="5672">49.990000000000002</cx:pt>
          <cx:pt idx="5673">49.990000000000002</cx:pt>
          <cx:pt idx="5674">49.990000000000002</cx:pt>
          <cx:pt idx="5675">49.990000000000002</cx:pt>
          <cx:pt idx="5676">49.990000000000002</cx:pt>
          <cx:pt idx="5677">49.990000000000002</cx:pt>
          <cx:pt idx="5678">49.990000000000002</cx:pt>
          <cx:pt idx="5679">49.990000000000002</cx:pt>
          <cx:pt idx="5680">49.990000000000002</cx:pt>
          <cx:pt idx="5681">49.990000000000002</cx:pt>
          <cx:pt idx="5682">49.990000000000002</cx:pt>
          <cx:pt idx="5683">49.990000000000002</cx:pt>
          <cx:pt idx="5684">49.990000000000002</cx:pt>
          <cx:pt idx="5685">49.990000000000002</cx:pt>
          <cx:pt idx="5686">49.990000000000002</cx:pt>
          <cx:pt idx="5687">49.990000000000002</cx:pt>
          <cx:pt idx="5688">49.990000000000002</cx:pt>
          <cx:pt idx="5689">49.990000000000002</cx:pt>
          <cx:pt idx="5690">49.990000000000002</cx:pt>
          <cx:pt idx="5691">49.990000000000002</cx:pt>
          <cx:pt idx="5692">49.990000000000002</cx:pt>
          <cx:pt idx="5693">49.990000000000002</cx:pt>
          <cx:pt idx="5694">49.990000000000002</cx:pt>
          <cx:pt idx="5695">49.990000000000002</cx:pt>
          <cx:pt idx="5696">49.990000000000002</cx:pt>
          <cx:pt idx="5697">49.990000000000002</cx:pt>
          <cx:pt idx="5698">49.990000000000002</cx:pt>
          <cx:pt idx="5699">49.990000000000002</cx:pt>
          <cx:pt idx="5700">49.990000000000002</cx:pt>
          <cx:pt idx="5701">49.990000000000002</cx:pt>
          <cx:pt idx="5702">49.990000000000002</cx:pt>
          <cx:pt idx="5703">49.990000000000002</cx:pt>
          <cx:pt idx="5704">49.990000000000002</cx:pt>
          <cx:pt idx="5705">49.990000000000002</cx:pt>
          <cx:pt idx="5706">49.990000000000002</cx:pt>
          <cx:pt idx="5707">49.990000000000002</cx:pt>
          <cx:pt idx="5708">49.990000000000002</cx:pt>
          <cx:pt idx="5709">49.990000000000002</cx:pt>
          <cx:pt idx="5710">49.990000000000002</cx:pt>
          <cx:pt idx="5711">49.990000000000002</cx:pt>
          <cx:pt idx="5712">49.990000000000002</cx:pt>
          <cx:pt idx="5713">49.990000000000002</cx:pt>
          <cx:pt idx="5714">49.990000000000002</cx:pt>
          <cx:pt idx="5715">49.990000000000002</cx:pt>
          <cx:pt idx="5716">49.990000000000002</cx:pt>
          <cx:pt idx="5717">49.990000000000002</cx:pt>
          <cx:pt idx="5718">49.990000000000002</cx:pt>
          <cx:pt idx="5719">49.990000000000002</cx:pt>
          <cx:pt idx="5720">49.990000000000002</cx:pt>
          <cx:pt idx="5721">49.990000000000002</cx:pt>
          <cx:pt idx="5722">49.990000000000002</cx:pt>
          <cx:pt idx="5723">49.990000000000002</cx:pt>
          <cx:pt idx="5724">49.990000000000002</cx:pt>
          <cx:pt idx="5725">49.990000000000002</cx:pt>
          <cx:pt idx="5726">49.990000000000002</cx:pt>
          <cx:pt idx="5727">49.990000000000002</cx:pt>
          <cx:pt idx="5728">49.990000000000002</cx:pt>
          <cx:pt idx="5729">49.990000000000002</cx:pt>
          <cx:pt idx="5730">49.990000000000002</cx:pt>
          <cx:pt idx="5731">49.990000000000002</cx:pt>
          <cx:pt idx="5732">49.990000000000002</cx:pt>
          <cx:pt idx="5733">49.990000000000002</cx:pt>
          <cx:pt idx="5734">49.990000000000002</cx:pt>
          <cx:pt idx="5735">49.990000000000002</cx:pt>
          <cx:pt idx="5736">49.990000000000002</cx:pt>
          <cx:pt idx="5737">49.990000000000002</cx:pt>
          <cx:pt idx="5738">49.990000000000002</cx:pt>
          <cx:pt idx="5739">49.990000000000002</cx:pt>
          <cx:pt idx="5740">49.990000000000002</cx:pt>
          <cx:pt idx="5741">49.990000000000002</cx:pt>
          <cx:pt idx="5742">49.990000000000002</cx:pt>
          <cx:pt idx="5743">49.990000000000002</cx:pt>
          <cx:pt idx="5744">49.990000000000002</cx:pt>
          <cx:pt idx="5745">49.990000000000002</cx:pt>
          <cx:pt idx="5746">49.990000000000002</cx:pt>
          <cx:pt idx="5747">49.990000000000002</cx:pt>
          <cx:pt idx="5748">49.990000000000002</cx:pt>
          <cx:pt idx="5749">49.990000000000002</cx:pt>
          <cx:pt idx="5750">49.990000000000002</cx:pt>
          <cx:pt idx="5751">49.990000000000002</cx:pt>
          <cx:pt idx="5752">49.990000000000002</cx:pt>
          <cx:pt idx="5753">49.990000000000002</cx:pt>
          <cx:pt idx="5754">49.990000000000002</cx:pt>
          <cx:pt idx="5755">49.990000000000002</cx:pt>
          <cx:pt idx="5756">49.990000000000002</cx:pt>
          <cx:pt idx="5757">49.990000000000002</cx:pt>
          <cx:pt idx="5758">49.990000000000002</cx:pt>
          <cx:pt idx="5759">49.990000000000002</cx:pt>
          <cx:pt idx="5760">49.990000000000002</cx:pt>
          <cx:pt idx="5761">49.990000000000002</cx:pt>
          <cx:pt idx="5762">49.990000000000002</cx:pt>
          <cx:pt idx="5763">49.990000000000002</cx:pt>
          <cx:pt idx="5764">49.990000000000002</cx:pt>
          <cx:pt idx="5765">49.990000000000002</cx:pt>
          <cx:pt idx="5766">49.990000000000002</cx:pt>
          <cx:pt idx="5767">49.990000000000002</cx:pt>
          <cx:pt idx="5768">49.990000000000002</cx:pt>
          <cx:pt idx="5769">49.990000000000002</cx:pt>
          <cx:pt idx="5770">49.990000000000002</cx:pt>
          <cx:pt idx="5771">49.990000000000002</cx:pt>
          <cx:pt idx="5772">49.990000000000002</cx:pt>
          <cx:pt idx="5773">49.990000000000002</cx:pt>
          <cx:pt idx="5774">49.990000000000002</cx:pt>
          <cx:pt idx="5775">49.990000000000002</cx:pt>
          <cx:pt idx="5776">49.990000000000002</cx:pt>
          <cx:pt idx="5777">49.990000000000002</cx:pt>
          <cx:pt idx="5778">49.990000000000002</cx:pt>
          <cx:pt idx="5779">49.990000000000002</cx:pt>
          <cx:pt idx="5780">49.990000000000002</cx:pt>
          <cx:pt idx="5781">49.990000000000002</cx:pt>
          <cx:pt idx="5782">49.990000000000002</cx:pt>
          <cx:pt idx="5783">49.990000000000002</cx:pt>
          <cx:pt idx="5784">49.990000000000002</cx:pt>
          <cx:pt idx="5785">49.990000000000002</cx:pt>
          <cx:pt idx="5786">49.990000000000002</cx:pt>
          <cx:pt idx="5787">49.990000000000002</cx:pt>
          <cx:pt idx="5788">49.990000000000002</cx:pt>
          <cx:pt idx="5789">49.990000000000002</cx:pt>
          <cx:pt idx="5790">49.990000000000002</cx:pt>
          <cx:pt idx="5791">49.990000000000002</cx:pt>
          <cx:pt idx="5792">49.990000000000002</cx:pt>
          <cx:pt idx="5793">49.990000000000002</cx:pt>
          <cx:pt idx="5794">49.990000000000002</cx:pt>
          <cx:pt idx="5795">49.990000000000002</cx:pt>
          <cx:pt idx="5796">49.990000000000002</cx:pt>
          <cx:pt idx="5797">49.990000000000002</cx:pt>
          <cx:pt idx="5798">49.990000000000002</cx:pt>
          <cx:pt idx="5799">49.990000000000002</cx:pt>
          <cx:pt idx="5800">49.990000000000002</cx:pt>
          <cx:pt idx="5801">49.990000000000002</cx:pt>
          <cx:pt idx="5802">49.990000000000002</cx:pt>
          <cx:pt idx="5803">49.990000000000002</cx:pt>
          <cx:pt idx="5804">49.990000000000002</cx:pt>
          <cx:pt idx="5805">49.990000000000002</cx:pt>
          <cx:pt idx="5806">49.990000000000002</cx:pt>
          <cx:pt idx="5807">49.990000000000002</cx:pt>
          <cx:pt idx="5808">49.990000000000002</cx:pt>
          <cx:pt idx="5809">49.990000000000002</cx:pt>
          <cx:pt idx="5810">49.990000000000002</cx:pt>
          <cx:pt idx="5811">49.990000000000002</cx:pt>
          <cx:pt idx="5812">49.990000000000002</cx:pt>
          <cx:pt idx="5813">49.990000000000002</cx:pt>
          <cx:pt idx="5814">49.990000000000002</cx:pt>
          <cx:pt idx="5815">49.990000000000002</cx:pt>
          <cx:pt idx="5816">49.990000000000002</cx:pt>
          <cx:pt idx="5817">49.990000000000002</cx:pt>
          <cx:pt idx="5818">49.990000000000002</cx:pt>
          <cx:pt idx="5819">49.990000000000002</cx:pt>
          <cx:pt idx="5820">49.990000000000002</cx:pt>
          <cx:pt idx="5821">49.990000000000002</cx:pt>
          <cx:pt idx="5822">49.990000000000002</cx:pt>
          <cx:pt idx="5823">49.990000000000002</cx:pt>
          <cx:pt idx="5824">49.990000000000002</cx:pt>
          <cx:pt idx="5825">49.990000000000002</cx:pt>
          <cx:pt idx="5826">49.990000000000002</cx:pt>
          <cx:pt idx="5827">49.990000000000002</cx:pt>
          <cx:pt idx="5828">49.990000000000002</cx:pt>
          <cx:pt idx="5829">49.990000000000002</cx:pt>
          <cx:pt idx="5830">49.990000000000002</cx:pt>
          <cx:pt idx="5831">49.990000000000002</cx:pt>
          <cx:pt idx="5832">49.990000000000002</cx:pt>
          <cx:pt idx="5833">49.990000000000002</cx:pt>
          <cx:pt idx="5834">49.990000000000002</cx:pt>
          <cx:pt idx="5835">49.990000000000002</cx:pt>
          <cx:pt idx="5836">49.990000000000002</cx:pt>
          <cx:pt idx="5837">49.990000000000002</cx:pt>
          <cx:pt idx="5838">49.990000000000002</cx:pt>
          <cx:pt idx="5839">49.990000000000002</cx:pt>
          <cx:pt idx="5840">49.990000000000002</cx:pt>
          <cx:pt idx="5841">49.990000000000002</cx:pt>
          <cx:pt idx="5842">49.990000000000002</cx:pt>
          <cx:pt idx="5843">49.990000000000002</cx:pt>
          <cx:pt idx="5844">49.990000000000002</cx:pt>
          <cx:pt idx="5845">49.990000000000002</cx:pt>
          <cx:pt idx="5846">49.990000000000002</cx:pt>
          <cx:pt idx="5847">49.990000000000002</cx:pt>
          <cx:pt idx="5848">49.990000000000002</cx:pt>
          <cx:pt idx="5849">49.990000000000002</cx:pt>
          <cx:pt idx="5850">49.990000000000002</cx:pt>
          <cx:pt idx="5851">49.990000000000002</cx:pt>
          <cx:pt idx="5852">49.990000000000002</cx:pt>
          <cx:pt idx="5853">49.990000000000002</cx:pt>
          <cx:pt idx="5854">49.990000000000002</cx:pt>
          <cx:pt idx="5855">49.990000000000002</cx:pt>
          <cx:pt idx="5856">49.990000000000002</cx:pt>
          <cx:pt idx="5857">49.990000000000002</cx:pt>
          <cx:pt idx="5858">49.990000000000002</cx:pt>
          <cx:pt idx="5859">49.990000000000002</cx:pt>
          <cx:pt idx="5860">49.990000000000002</cx:pt>
          <cx:pt idx="5861">49.990000000000002</cx:pt>
          <cx:pt idx="5862">49.990000000000002</cx:pt>
          <cx:pt idx="5863">49.990000000000002</cx:pt>
          <cx:pt idx="5864">49.990000000000002</cx:pt>
          <cx:pt idx="5865">49.990000000000002</cx:pt>
          <cx:pt idx="5866">49.990000000000002</cx:pt>
          <cx:pt idx="5867">49.990000000000002</cx:pt>
          <cx:pt idx="5868">49.990000000000002</cx:pt>
          <cx:pt idx="5869">49.990000000000002</cx:pt>
          <cx:pt idx="5870">49.990000000000002</cx:pt>
          <cx:pt idx="5871">49.990000000000002</cx:pt>
          <cx:pt idx="5872">49.990000000000002</cx:pt>
          <cx:pt idx="5873">49.990000000000002</cx:pt>
          <cx:pt idx="5874">49.990000000000002</cx:pt>
          <cx:pt idx="5875">49.990000000000002</cx:pt>
          <cx:pt idx="5876">49.990000000000002</cx:pt>
          <cx:pt idx="5877">49.990000000000002</cx:pt>
          <cx:pt idx="5878">49.990000000000002</cx:pt>
          <cx:pt idx="5879">49.990000000000002</cx:pt>
          <cx:pt idx="5880">49.990000000000002</cx:pt>
          <cx:pt idx="5881">49.990000000000002</cx:pt>
          <cx:pt idx="5882">49.990000000000002</cx:pt>
          <cx:pt idx="5883">49.990000000000002</cx:pt>
          <cx:pt idx="5884">49.990000000000002</cx:pt>
          <cx:pt idx="5885">49.990000000000002</cx:pt>
          <cx:pt idx="5886">49.990000000000002</cx:pt>
          <cx:pt idx="5887">49.990000000000002</cx:pt>
          <cx:pt idx="5888">49.990000000000002</cx:pt>
          <cx:pt idx="5889">49.990000000000002</cx:pt>
          <cx:pt idx="5890">49.990000000000002</cx:pt>
          <cx:pt idx="5891">49.990000000000002</cx:pt>
          <cx:pt idx="5892">49.990000000000002</cx:pt>
          <cx:pt idx="5893">49.990000000000002</cx:pt>
          <cx:pt idx="5894">49.990000000000002</cx:pt>
          <cx:pt idx="5895">49.990000000000002</cx:pt>
          <cx:pt idx="5896">49.990000000000002</cx:pt>
          <cx:pt idx="5897">49.990000000000002</cx:pt>
          <cx:pt idx="5898">49.990000000000002</cx:pt>
          <cx:pt idx="5899">49.990000000000002</cx:pt>
          <cx:pt idx="5900">49.990000000000002</cx:pt>
          <cx:pt idx="5901">49.990000000000002</cx:pt>
          <cx:pt idx="5902">49.990000000000002</cx:pt>
          <cx:pt idx="5903">49.990000000000002</cx:pt>
          <cx:pt idx="5904">49.990000000000002</cx:pt>
          <cx:pt idx="5905">49.990000000000002</cx:pt>
          <cx:pt idx="5906">49.990000000000002</cx:pt>
          <cx:pt idx="5907">49.990000000000002</cx:pt>
          <cx:pt idx="5908">49.990000000000002</cx:pt>
          <cx:pt idx="5909">49.990000000000002</cx:pt>
          <cx:pt idx="5910">49.990000000000002</cx:pt>
          <cx:pt idx="5911">49.990000000000002</cx:pt>
          <cx:pt idx="5912">49.990000000000002</cx:pt>
          <cx:pt idx="5913">49.990000000000002</cx:pt>
          <cx:pt idx="5914">49.990000000000002</cx:pt>
          <cx:pt idx="5915">49.990000000000002</cx:pt>
          <cx:pt idx="5916">49.990000000000002</cx:pt>
          <cx:pt idx="5917">49.990000000000002</cx:pt>
          <cx:pt idx="5918">49.990000000000002</cx:pt>
          <cx:pt idx="5919">49.990000000000002</cx:pt>
          <cx:pt idx="5920">49.990000000000002</cx:pt>
          <cx:pt idx="5921">49.990000000000002</cx:pt>
          <cx:pt idx="5922">49.990000000000002</cx:pt>
          <cx:pt idx="5923">49.990000000000002</cx:pt>
          <cx:pt idx="5924">49.990000000000002</cx:pt>
          <cx:pt idx="5925">49.990000000000002</cx:pt>
          <cx:pt idx="5926">49.990000000000002</cx:pt>
          <cx:pt idx="5927">49.990000000000002</cx:pt>
          <cx:pt idx="5928">49.990000000000002</cx:pt>
          <cx:pt idx="5929">49.990000000000002</cx:pt>
          <cx:pt idx="5930">49.990000000000002</cx:pt>
          <cx:pt idx="5931">49.990000000000002</cx:pt>
          <cx:pt idx="5932">49.990000000000002</cx:pt>
          <cx:pt idx="5933">49.990000000000002</cx:pt>
          <cx:pt idx="5934">49.990000000000002</cx:pt>
          <cx:pt idx="5935">49.990000000000002</cx:pt>
          <cx:pt idx="5936">49.990000000000002</cx:pt>
          <cx:pt idx="5937">49.990000000000002</cx:pt>
          <cx:pt idx="5938">49.990000000000002</cx:pt>
          <cx:pt idx="5939">49.990000000000002</cx:pt>
          <cx:pt idx="5940">49.990000000000002</cx:pt>
          <cx:pt idx="5941">49.990000000000002</cx:pt>
          <cx:pt idx="5942">49.990000000000002</cx:pt>
          <cx:pt idx="5943">49.990000000000002</cx:pt>
          <cx:pt idx="5944">49.990000000000002</cx:pt>
          <cx:pt idx="5945">49.990000000000002</cx:pt>
          <cx:pt idx="5946">49.990000000000002</cx:pt>
          <cx:pt idx="5947">49.990000000000002</cx:pt>
          <cx:pt idx="5948">49.990000000000002</cx:pt>
          <cx:pt idx="5949">49.990000000000002</cx:pt>
          <cx:pt idx="5950">49.990000000000002</cx:pt>
          <cx:pt idx="5951">49.990000000000002</cx:pt>
          <cx:pt idx="5952">49.990000000000002</cx:pt>
          <cx:pt idx="5953">49.990000000000002</cx:pt>
          <cx:pt idx="5954">49.990000000000002</cx:pt>
          <cx:pt idx="5955">49.990000000000002</cx:pt>
          <cx:pt idx="5956">49.990000000000002</cx:pt>
          <cx:pt idx="5957">49.990000000000002</cx:pt>
          <cx:pt idx="5958">49.990000000000002</cx:pt>
          <cx:pt idx="5959">49.990000000000002</cx:pt>
          <cx:pt idx="5960">49.990000000000002</cx:pt>
          <cx:pt idx="5961">49.990000000000002</cx:pt>
          <cx:pt idx="5962">49.990000000000002</cx:pt>
          <cx:pt idx="5963">49.990000000000002</cx:pt>
          <cx:pt idx="5964">49.990000000000002</cx:pt>
          <cx:pt idx="5965">49.990000000000002</cx:pt>
          <cx:pt idx="5966">49.990000000000002</cx:pt>
          <cx:pt idx="5967">49.990000000000002</cx:pt>
          <cx:pt idx="5968">49.990000000000002</cx:pt>
          <cx:pt idx="5969">49.990000000000002</cx:pt>
          <cx:pt idx="5970">49.990000000000002</cx:pt>
          <cx:pt idx="5971">49.990000000000002</cx:pt>
          <cx:pt idx="5972">49.990000000000002</cx:pt>
          <cx:pt idx="5973">49.990000000000002</cx:pt>
          <cx:pt idx="5974">49.990000000000002</cx:pt>
          <cx:pt idx="5975">49.990000000000002</cx:pt>
          <cx:pt idx="5976">49.990000000000002</cx:pt>
          <cx:pt idx="5977">49.990000000000002</cx:pt>
          <cx:pt idx="5978">49.990000000000002</cx:pt>
          <cx:pt idx="5979">49.990000000000002</cx:pt>
          <cx:pt idx="5980">49.990000000000002</cx:pt>
          <cx:pt idx="5981">49.990000000000002</cx:pt>
          <cx:pt idx="5982">49.990000000000002</cx:pt>
          <cx:pt idx="5983">49.990000000000002</cx:pt>
          <cx:pt idx="5984">49.990000000000002</cx:pt>
          <cx:pt idx="5985">49.990000000000002</cx:pt>
          <cx:pt idx="5986">49.990000000000002</cx:pt>
          <cx:pt idx="5987">49.990000000000002</cx:pt>
          <cx:pt idx="5988">49.990000000000002</cx:pt>
          <cx:pt idx="5989">49.990000000000002</cx:pt>
          <cx:pt idx="5990">49.990000000000002</cx:pt>
          <cx:pt idx="5991">49.990000000000002</cx:pt>
          <cx:pt idx="5992">49.990000000000002</cx:pt>
          <cx:pt idx="5993">49.990000000000002</cx:pt>
          <cx:pt idx="5994">49.990000000000002</cx:pt>
          <cx:pt idx="5995">49.990000000000002</cx:pt>
          <cx:pt idx="5996">49.990000000000002</cx:pt>
          <cx:pt idx="5997">49.990000000000002</cx:pt>
          <cx:pt idx="5998">49.990000000000002</cx:pt>
          <cx:pt idx="5999">49.990000000000002</cx:pt>
          <cx:pt idx="6000">49.990000000000002</cx:pt>
          <cx:pt idx="6001">49.990000000000002</cx:pt>
          <cx:pt idx="6002">49.990000000000002</cx:pt>
          <cx:pt idx="6003">49.990000000000002</cx:pt>
          <cx:pt idx="6004">49.990000000000002</cx:pt>
          <cx:pt idx="6005">49.990000000000002</cx:pt>
          <cx:pt idx="6006">49.990000000000002</cx:pt>
          <cx:pt idx="6007">49.990000000000002</cx:pt>
          <cx:pt idx="6008">49.990000000000002</cx:pt>
          <cx:pt idx="6009">49.990000000000002</cx:pt>
          <cx:pt idx="6010">49.990000000000002</cx:pt>
          <cx:pt idx="6011">49.990000000000002</cx:pt>
          <cx:pt idx="6012">49.990000000000002</cx:pt>
          <cx:pt idx="6013">49.990000000000002</cx:pt>
          <cx:pt idx="6014">49.990000000000002</cx:pt>
          <cx:pt idx="6015">49.990000000000002</cx:pt>
          <cx:pt idx="6016">49.990000000000002</cx:pt>
          <cx:pt idx="6017">49.990000000000002</cx:pt>
          <cx:pt idx="6018">49.990000000000002</cx:pt>
          <cx:pt idx="6019">49.990000000000002</cx:pt>
          <cx:pt idx="6020">49.990000000000002</cx:pt>
          <cx:pt idx="6021">49.990000000000002</cx:pt>
          <cx:pt idx="6022">49.990000000000002</cx:pt>
          <cx:pt idx="6023">49.990000000000002</cx:pt>
          <cx:pt idx="6024">49.990000000000002</cx:pt>
          <cx:pt idx="6025">49.990000000000002</cx:pt>
          <cx:pt idx="6026">49.990000000000002</cx:pt>
          <cx:pt idx="6027">49.990000000000002</cx:pt>
          <cx:pt idx="6028">49.990000000000002</cx:pt>
          <cx:pt idx="6029">49.990000000000002</cx:pt>
          <cx:pt idx="6030">49.990000000000002</cx:pt>
          <cx:pt idx="6031">49.990000000000002</cx:pt>
          <cx:pt idx="6032">49.990000000000002</cx:pt>
          <cx:pt idx="6033">49.990000000000002</cx:pt>
          <cx:pt idx="6034">49.990000000000002</cx:pt>
          <cx:pt idx="6035">49.990000000000002</cx:pt>
          <cx:pt idx="6036">49.990000000000002</cx:pt>
          <cx:pt idx="6037">49.990000000000002</cx:pt>
          <cx:pt idx="6038">49.990000000000002</cx:pt>
          <cx:pt idx="6039">49.990000000000002</cx:pt>
          <cx:pt idx="6040">49.990000000000002</cx:pt>
          <cx:pt idx="6041">49.990000000000002</cx:pt>
          <cx:pt idx="6042">49.990000000000002</cx:pt>
          <cx:pt idx="6043">49.990000000000002</cx:pt>
          <cx:pt idx="6044">49.990000000000002</cx:pt>
          <cx:pt idx="6045">49.990000000000002</cx:pt>
          <cx:pt idx="6046">49.990000000000002</cx:pt>
          <cx:pt idx="6047">49.990000000000002</cx:pt>
          <cx:pt idx="6048">49.990000000000002</cx:pt>
          <cx:pt idx="6049">49.990000000000002</cx:pt>
          <cx:pt idx="6050">49.990000000000002</cx:pt>
          <cx:pt idx="6051">49.990000000000002</cx:pt>
          <cx:pt idx="6052">49.990000000000002</cx:pt>
          <cx:pt idx="6053">49.990000000000002</cx:pt>
          <cx:pt idx="6054">49.990000000000002</cx:pt>
          <cx:pt idx="6055">49.990000000000002</cx:pt>
          <cx:pt idx="6056">49.990000000000002</cx:pt>
          <cx:pt idx="6057">49.990000000000002</cx:pt>
          <cx:pt idx="6058">49.990000000000002</cx:pt>
          <cx:pt idx="6059">49.990000000000002</cx:pt>
          <cx:pt idx="6060">49.990000000000002</cx:pt>
          <cx:pt idx="6061">49.990000000000002</cx:pt>
          <cx:pt idx="6062">49.990000000000002</cx:pt>
          <cx:pt idx="6063">49.990000000000002</cx:pt>
          <cx:pt idx="6064">49.990000000000002</cx:pt>
          <cx:pt idx="6065">49.990000000000002</cx:pt>
          <cx:pt idx="6066">49.990000000000002</cx:pt>
          <cx:pt idx="6067">49.990000000000002</cx:pt>
          <cx:pt idx="6068">49.990000000000002</cx:pt>
          <cx:pt idx="6069">49.990000000000002</cx:pt>
          <cx:pt idx="6070">49.990000000000002</cx:pt>
          <cx:pt idx="6071">49.990000000000002</cx:pt>
          <cx:pt idx="6072">49.990000000000002</cx:pt>
          <cx:pt idx="6073">49.990000000000002</cx:pt>
          <cx:pt idx="6074">49.990000000000002</cx:pt>
          <cx:pt idx="6075">49.990000000000002</cx:pt>
          <cx:pt idx="6076">49.990000000000002</cx:pt>
          <cx:pt idx="6077">49.990000000000002</cx:pt>
          <cx:pt idx="6078">49.990000000000002</cx:pt>
          <cx:pt idx="6079">49.990000000000002</cx:pt>
          <cx:pt idx="6080">49.990000000000002</cx:pt>
          <cx:pt idx="6081">49.990000000000002</cx:pt>
          <cx:pt idx="6082">49.990000000000002</cx:pt>
          <cx:pt idx="6083">49.990000000000002</cx:pt>
          <cx:pt idx="6084">49.990000000000002</cx:pt>
          <cx:pt idx="6085">49.990000000000002</cx:pt>
          <cx:pt idx="6086">49.990000000000002</cx:pt>
          <cx:pt idx="6087">49.990000000000002</cx:pt>
          <cx:pt idx="6088">49.990000000000002</cx:pt>
          <cx:pt idx="6089">49.990000000000002</cx:pt>
          <cx:pt idx="6090">49.990000000000002</cx:pt>
          <cx:pt idx="6091">49.990000000000002</cx:pt>
          <cx:pt idx="6092">49.990000000000002</cx:pt>
          <cx:pt idx="6093">49.990000000000002</cx:pt>
          <cx:pt idx="6094">49.990000000000002</cx:pt>
          <cx:pt idx="6095">49.990000000000002</cx:pt>
          <cx:pt idx="6096">49.990000000000002</cx:pt>
          <cx:pt idx="6097">49.990000000000002</cx:pt>
          <cx:pt idx="6098">49.990000000000002</cx:pt>
          <cx:pt idx="6099">49.990000000000002</cx:pt>
          <cx:pt idx="6100">49.990000000000002</cx:pt>
          <cx:pt idx="6101">49.990000000000002</cx:pt>
          <cx:pt idx="6102">49.990000000000002</cx:pt>
          <cx:pt idx="6103">49.990000000000002</cx:pt>
          <cx:pt idx="6104">49.990000000000002</cx:pt>
          <cx:pt idx="6105">49.990000000000002</cx:pt>
          <cx:pt idx="6106">49.990000000000002</cx:pt>
          <cx:pt idx="6107">49.990000000000002</cx:pt>
          <cx:pt idx="6108">49.990000000000002</cx:pt>
          <cx:pt idx="6109">49.990000000000002</cx:pt>
          <cx:pt idx="6110">49.990000000000002</cx:pt>
          <cx:pt idx="6111">49.990000000000002</cx:pt>
          <cx:pt idx="6112">49.990000000000002</cx:pt>
          <cx:pt idx="6113">49.990000000000002</cx:pt>
          <cx:pt idx="6114">49.990000000000002</cx:pt>
          <cx:pt idx="6115">49.990000000000002</cx:pt>
          <cx:pt idx="6116">49.990000000000002</cx:pt>
          <cx:pt idx="6117">49.990000000000002</cx:pt>
          <cx:pt idx="6118">49.990000000000002</cx:pt>
          <cx:pt idx="6119">49.990000000000002</cx:pt>
          <cx:pt idx="6120">49.990000000000002</cx:pt>
          <cx:pt idx="6121">49.990000000000002</cx:pt>
          <cx:pt idx="6122">49.990000000000002</cx:pt>
          <cx:pt idx="6123">49.990000000000002</cx:pt>
          <cx:pt idx="6124">49.990000000000002</cx:pt>
          <cx:pt idx="6125">49.990000000000002</cx:pt>
          <cx:pt idx="6126">49.990000000000002</cx:pt>
          <cx:pt idx="6127">49.990000000000002</cx:pt>
          <cx:pt idx="6128">49.990000000000002</cx:pt>
          <cx:pt idx="6129">49.990000000000002</cx:pt>
          <cx:pt idx="6130">49.990000000000002</cx:pt>
          <cx:pt idx="6131">49.990000000000002</cx:pt>
          <cx:pt idx="6132">49.990000000000002</cx:pt>
          <cx:pt idx="6133">49.990000000000002</cx:pt>
          <cx:pt idx="6134">49.990000000000002</cx:pt>
          <cx:pt idx="6135">49.990000000000002</cx:pt>
          <cx:pt idx="6136">49.990000000000002</cx:pt>
          <cx:pt idx="6137">49.990000000000002</cx:pt>
          <cx:pt idx="6138">49.990000000000002</cx:pt>
          <cx:pt idx="6139">49.990000000000002</cx:pt>
          <cx:pt idx="6140">49.990000000000002</cx:pt>
          <cx:pt idx="6141">49.990000000000002</cx:pt>
          <cx:pt idx="6142">49.990000000000002</cx:pt>
          <cx:pt idx="6143">49.990000000000002</cx:pt>
          <cx:pt idx="6144">49.990000000000002</cx:pt>
          <cx:pt idx="6145">49.990000000000002</cx:pt>
          <cx:pt idx="6146">49.990000000000002</cx:pt>
          <cx:pt idx="6147">49.990000000000002</cx:pt>
          <cx:pt idx="6148">49.990000000000002</cx:pt>
          <cx:pt idx="6149">49.990000000000002</cx:pt>
          <cx:pt idx="6150">49.990000000000002</cx:pt>
          <cx:pt idx="6151">49.990000000000002</cx:pt>
          <cx:pt idx="6152">49.990000000000002</cx:pt>
          <cx:pt idx="6153">49.990000000000002</cx:pt>
          <cx:pt idx="6154">49.990000000000002</cx:pt>
          <cx:pt idx="6155">49.990000000000002</cx:pt>
          <cx:pt idx="6156">49.990000000000002</cx:pt>
          <cx:pt idx="6157">49.990000000000002</cx:pt>
          <cx:pt idx="6158">49.990000000000002</cx:pt>
          <cx:pt idx="6159">49.990000000000002</cx:pt>
          <cx:pt idx="6160">49.990000000000002</cx:pt>
          <cx:pt idx="6161">49.990000000000002</cx:pt>
          <cx:pt idx="6162">49.990000000000002</cx:pt>
          <cx:pt idx="6163">49.990000000000002</cx:pt>
          <cx:pt idx="6164">49.990000000000002</cx:pt>
          <cx:pt idx="6165">49.990000000000002</cx:pt>
          <cx:pt idx="6166">49.990000000000002</cx:pt>
          <cx:pt idx="6167">49.990000000000002</cx:pt>
          <cx:pt idx="6168">49.990000000000002</cx:pt>
          <cx:pt idx="6169">49.990000000000002</cx:pt>
          <cx:pt idx="6170">49.990000000000002</cx:pt>
          <cx:pt idx="6171">49.990000000000002</cx:pt>
          <cx:pt idx="6172">49.990000000000002</cx:pt>
          <cx:pt idx="6173">49.990000000000002</cx:pt>
          <cx:pt idx="6174">49.990000000000002</cx:pt>
          <cx:pt idx="6175">49.990000000000002</cx:pt>
          <cx:pt idx="6176">49.990000000000002</cx:pt>
          <cx:pt idx="6177">49.990000000000002</cx:pt>
          <cx:pt idx="6178">49.990000000000002</cx:pt>
          <cx:pt idx="6179">49.990000000000002</cx:pt>
          <cx:pt idx="6180">49.990000000000002</cx:pt>
          <cx:pt idx="6181">49.990000000000002</cx:pt>
          <cx:pt idx="6182">49.990000000000002</cx:pt>
          <cx:pt idx="6183">49.990000000000002</cx:pt>
          <cx:pt idx="6184">49.990000000000002</cx:pt>
          <cx:pt idx="6185">49.990000000000002</cx:pt>
          <cx:pt idx="6186">49.990000000000002</cx:pt>
          <cx:pt idx="6187">49.990000000000002</cx:pt>
          <cx:pt idx="6188">49.990000000000002</cx:pt>
          <cx:pt idx="6189">49.990000000000002</cx:pt>
          <cx:pt idx="6190">49.990000000000002</cx:pt>
          <cx:pt idx="6191">49.990000000000002</cx:pt>
          <cx:pt idx="6192">49.990000000000002</cx:pt>
          <cx:pt idx="6193">49.990000000000002</cx:pt>
          <cx:pt idx="6194">49.990000000000002</cx:pt>
          <cx:pt idx="6195">49.990000000000002</cx:pt>
          <cx:pt idx="6196">49.990000000000002</cx:pt>
          <cx:pt idx="6197">49.990000000000002</cx:pt>
          <cx:pt idx="6198">49.990000000000002</cx:pt>
          <cx:pt idx="6199">49.990000000000002</cx:pt>
          <cx:pt idx="6200">49.990000000000002</cx:pt>
          <cx:pt idx="6201">49.990000000000002</cx:pt>
          <cx:pt idx="6202">49.990000000000002</cx:pt>
          <cx:pt idx="6203">49.990000000000002</cx:pt>
          <cx:pt idx="6204">49.990000000000002</cx:pt>
          <cx:pt idx="6205">49.990000000000002</cx:pt>
          <cx:pt idx="6206">49.990000000000002</cx:pt>
          <cx:pt idx="6207">49.990000000000002</cx:pt>
          <cx:pt idx="6208">49.990000000000002</cx:pt>
          <cx:pt idx="6209">49.990000000000002</cx:pt>
          <cx:pt idx="6210">49.990000000000002</cx:pt>
          <cx:pt idx="6211">49.990000000000002</cx:pt>
          <cx:pt idx="6212">49.990000000000002</cx:pt>
          <cx:pt idx="6213">49.990000000000002</cx:pt>
          <cx:pt idx="6214">49.990000000000002</cx:pt>
          <cx:pt idx="6215">49.990000000000002</cx:pt>
          <cx:pt idx="6216">49.990000000000002</cx:pt>
          <cx:pt idx="6217">49.990000000000002</cx:pt>
          <cx:pt idx="6218">49.990000000000002</cx:pt>
          <cx:pt idx="6219">49.990000000000002</cx:pt>
          <cx:pt idx="6220">49.990000000000002</cx:pt>
          <cx:pt idx="6221">49.990000000000002</cx:pt>
          <cx:pt idx="6222">49.990000000000002</cx:pt>
          <cx:pt idx="6223">49.990000000000002</cx:pt>
          <cx:pt idx="6224">49.990000000000002</cx:pt>
          <cx:pt idx="6225">49.990000000000002</cx:pt>
          <cx:pt idx="6226">49.990000000000002</cx:pt>
          <cx:pt idx="6227">49.990000000000002</cx:pt>
          <cx:pt idx="6228">49.990000000000002</cx:pt>
          <cx:pt idx="6229">49.990000000000002</cx:pt>
          <cx:pt idx="6230">49.990000000000002</cx:pt>
          <cx:pt idx="6231">49.990000000000002</cx:pt>
          <cx:pt idx="6232">49.990000000000002</cx:pt>
          <cx:pt idx="6233">49.990000000000002</cx:pt>
          <cx:pt idx="6234">49.990000000000002</cx:pt>
          <cx:pt idx="6235">49.990000000000002</cx:pt>
          <cx:pt idx="6236">49.990000000000002</cx:pt>
          <cx:pt idx="6237">49.990000000000002</cx:pt>
          <cx:pt idx="6238">49.990000000000002</cx:pt>
          <cx:pt idx="6239">49.990000000000002</cx:pt>
          <cx:pt idx="6240">49.990000000000002</cx:pt>
          <cx:pt idx="6241">49.990000000000002</cx:pt>
          <cx:pt idx="6242">49.990000000000002</cx:pt>
          <cx:pt idx="6243">49.990000000000002</cx:pt>
          <cx:pt idx="6244">49.990000000000002</cx:pt>
          <cx:pt idx="6245">49.990000000000002</cx:pt>
          <cx:pt idx="6246">49.990000000000002</cx:pt>
          <cx:pt idx="6247">49.990000000000002</cx:pt>
          <cx:pt idx="6248">49.990000000000002</cx:pt>
          <cx:pt idx="6249">49.990000000000002</cx:pt>
          <cx:pt idx="6250">49.990000000000002</cx:pt>
          <cx:pt idx="6251">49.990000000000002</cx:pt>
          <cx:pt idx="6252">49.990000000000002</cx:pt>
          <cx:pt idx="6253">49.990000000000002</cx:pt>
          <cx:pt idx="6254">49.990000000000002</cx:pt>
          <cx:pt idx="6255">49.990000000000002</cx:pt>
          <cx:pt idx="6256">49.990000000000002</cx:pt>
          <cx:pt idx="6257">49.990000000000002</cx:pt>
          <cx:pt idx="6258">49.990000000000002</cx:pt>
          <cx:pt idx="6259">49.990000000000002</cx:pt>
          <cx:pt idx="6260">49.990000000000002</cx:pt>
          <cx:pt idx="6261">49.990000000000002</cx:pt>
          <cx:pt idx="6262">49.990000000000002</cx:pt>
          <cx:pt idx="6263">49.990000000000002</cx:pt>
          <cx:pt idx="6264">49.990000000000002</cx:pt>
          <cx:pt idx="6265">49.990000000000002</cx:pt>
          <cx:pt idx="6266">49.990000000000002</cx:pt>
          <cx:pt idx="6267">49.990000000000002</cx:pt>
          <cx:pt idx="6268">49.990000000000002</cx:pt>
          <cx:pt idx="6269">49.990000000000002</cx:pt>
          <cx:pt idx="6270">49.990000000000002</cx:pt>
          <cx:pt idx="6271">49.990000000000002</cx:pt>
          <cx:pt idx="6272">49.990000000000002</cx:pt>
          <cx:pt idx="6273">49.990000000000002</cx:pt>
          <cx:pt idx="6274">49.990000000000002</cx:pt>
          <cx:pt idx="6275">49.990000000000002</cx:pt>
          <cx:pt idx="6276">49.990000000000002</cx:pt>
          <cx:pt idx="6277">49.990000000000002</cx:pt>
          <cx:pt idx="6278">49.990000000000002</cx:pt>
          <cx:pt idx="6279">49.990000000000002</cx:pt>
          <cx:pt idx="6280">49.990000000000002</cx:pt>
          <cx:pt idx="6281">49.990000000000002</cx:pt>
          <cx:pt idx="6282">49.990000000000002</cx:pt>
          <cx:pt idx="6283">49.990000000000002</cx:pt>
          <cx:pt idx="6284">49.990000000000002</cx:pt>
          <cx:pt idx="6285">49.990000000000002</cx:pt>
          <cx:pt idx="6286">49.990000000000002</cx:pt>
          <cx:pt idx="6287">49.990000000000002</cx:pt>
          <cx:pt idx="6288">49.990000000000002</cx:pt>
          <cx:pt idx="6289">49.990000000000002</cx:pt>
          <cx:pt idx="6290">49.990000000000002</cx:pt>
          <cx:pt idx="6291">49.990000000000002</cx:pt>
          <cx:pt idx="6292">49.990000000000002</cx:pt>
          <cx:pt idx="6293">49.990000000000002</cx:pt>
          <cx:pt idx="6294">49.990000000000002</cx:pt>
          <cx:pt idx="6295">49.990000000000002</cx:pt>
          <cx:pt idx="6296">49.990000000000002</cx:pt>
          <cx:pt idx="6297">49.990000000000002</cx:pt>
          <cx:pt idx="6298">49.990000000000002</cx:pt>
          <cx:pt idx="6299">49.990000000000002</cx:pt>
          <cx:pt idx="6300">49.990000000000002</cx:pt>
          <cx:pt idx="6301">49.990000000000002</cx:pt>
          <cx:pt idx="6302">49.990000000000002</cx:pt>
          <cx:pt idx="6303">49.990000000000002</cx:pt>
          <cx:pt idx="6304">49.990000000000002</cx:pt>
          <cx:pt idx="6305">49.990000000000002</cx:pt>
          <cx:pt idx="6306">49.990000000000002</cx:pt>
          <cx:pt idx="6307">49.990000000000002</cx:pt>
          <cx:pt idx="6308">49.990000000000002</cx:pt>
          <cx:pt idx="6309">49.990000000000002</cx:pt>
          <cx:pt idx="6310">49.990000000000002</cx:pt>
          <cx:pt idx="6311">49.990000000000002</cx:pt>
          <cx:pt idx="6312">49.990000000000002</cx:pt>
          <cx:pt idx="6313">49.990000000000002</cx:pt>
          <cx:pt idx="6314">49.990000000000002</cx:pt>
          <cx:pt idx="6315">49.990000000000002</cx:pt>
          <cx:pt idx="6316">49.990000000000002</cx:pt>
          <cx:pt idx="6317">49.990000000000002</cx:pt>
          <cx:pt idx="6318">49.990000000000002</cx:pt>
          <cx:pt idx="6319">49.990000000000002</cx:pt>
          <cx:pt idx="6320">49.990000000000002</cx:pt>
          <cx:pt idx="6321">49.990000000000002</cx:pt>
          <cx:pt idx="6322">49.990000000000002</cx:pt>
          <cx:pt idx="6323">49.990000000000002</cx:pt>
          <cx:pt idx="6324">49.990000000000002</cx:pt>
          <cx:pt idx="6325">49.990000000000002</cx:pt>
          <cx:pt idx="6326">49.990000000000002</cx:pt>
          <cx:pt idx="6327">49.990000000000002</cx:pt>
          <cx:pt idx="6328">49.990000000000002</cx:pt>
          <cx:pt idx="6329">49.990000000000002</cx:pt>
          <cx:pt idx="6330">49.990000000000002</cx:pt>
          <cx:pt idx="6331">49.990000000000002</cx:pt>
          <cx:pt idx="6332">49.990000000000002</cx:pt>
          <cx:pt idx="6333">49.990000000000002</cx:pt>
          <cx:pt idx="6334">49.990000000000002</cx:pt>
          <cx:pt idx="6335">49.990000000000002</cx:pt>
          <cx:pt idx="6336">49.990000000000002</cx:pt>
          <cx:pt idx="6337">49.990000000000002</cx:pt>
          <cx:pt idx="6338">49.990000000000002</cx:pt>
          <cx:pt idx="6339">49.990000000000002</cx:pt>
          <cx:pt idx="6340">49.990000000000002</cx:pt>
          <cx:pt idx="6341">49.990000000000002</cx:pt>
          <cx:pt idx="6342">49.990000000000002</cx:pt>
          <cx:pt idx="6343">49.990000000000002</cx:pt>
          <cx:pt idx="6344">49.990000000000002</cx:pt>
          <cx:pt idx="6345">49.990000000000002</cx:pt>
          <cx:pt idx="6346">49.990000000000002</cx:pt>
          <cx:pt idx="6347">49.990000000000002</cx:pt>
          <cx:pt idx="6348">49.990000000000002</cx:pt>
          <cx:pt idx="6349">49.990000000000002</cx:pt>
          <cx:pt idx="6350">49.990000000000002</cx:pt>
          <cx:pt idx="6351">49.990000000000002</cx:pt>
          <cx:pt idx="6352">49.990000000000002</cx:pt>
          <cx:pt idx="6353">49.990000000000002</cx:pt>
          <cx:pt idx="6354">49.990000000000002</cx:pt>
          <cx:pt idx="6355">49.990000000000002</cx:pt>
          <cx:pt idx="6356">49.990000000000002</cx:pt>
          <cx:pt idx="6357">49.990000000000002</cx:pt>
          <cx:pt idx="6358">49.990000000000002</cx:pt>
          <cx:pt idx="6359">49.990000000000002</cx:pt>
          <cx:pt idx="6360">49.990000000000002</cx:pt>
          <cx:pt idx="6361">49.990000000000002</cx:pt>
          <cx:pt idx="6362">49.990000000000002</cx:pt>
          <cx:pt idx="6363">49.990000000000002</cx:pt>
          <cx:pt idx="6364">49.990000000000002</cx:pt>
          <cx:pt idx="6365">49.990000000000002</cx:pt>
          <cx:pt idx="6366">49.990000000000002</cx:pt>
          <cx:pt idx="6367">49.990000000000002</cx:pt>
          <cx:pt idx="6368">49.990000000000002</cx:pt>
          <cx:pt idx="6369">49.990000000000002</cx:pt>
          <cx:pt idx="6370">49.990000000000002</cx:pt>
          <cx:pt idx="6371">49.990000000000002</cx:pt>
          <cx:pt idx="6372">49.990000000000002</cx:pt>
          <cx:pt idx="6373">49.990000000000002</cx:pt>
          <cx:pt idx="6374">49.990000000000002</cx:pt>
          <cx:pt idx="6375">49.990000000000002</cx:pt>
          <cx:pt idx="6376">49.990000000000002</cx:pt>
          <cx:pt idx="6377">49.990000000000002</cx:pt>
          <cx:pt idx="6378">49.990000000000002</cx:pt>
          <cx:pt idx="6379">49.990000000000002</cx:pt>
          <cx:pt idx="6380">49.990000000000002</cx:pt>
          <cx:pt idx="6381">49.990000000000002</cx:pt>
          <cx:pt idx="6382">49.990000000000002</cx:pt>
          <cx:pt idx="6383">49.990000000000002</cx:pt>
          <cx:pt idx="6384">49.990000000000002</cx:pt>
          <cx:pt idx="6385">49.990000000000002</cx:pt>
          <cx:pt idx="6386">49.990000000000002</cx:pt>
          <cx:pt idx="6387">49.990000000000002</cx:pt>
          <cx:pt idx="6388">49.990000000000002</cx:pt>
          <cx:pt idx="6389">49.990000000000002</cx:pt>
          <cx:pt idx="6390">49.990000000000002</cx:pt>
          <cx:pt idx="6391">49.990000000000002</cx:pt>
          <cx:pt idx="6392">49.990000000000002</cx:pt>
          <cx:pt idx="6393">49.990000000000002</cx:pt>
          <cx:pt idx="6394">49.990000000000002</cx:pt>
          <cx:pt idx="6395">49.990000000000002</cx:pt>
          <cx:pt idx="6396">49.990000000000002</cx:pt>
          <cx:pt idx="6397">49.990000000000002</cx:pt>
          <cx:pt idx="6398">49.990000000000002</cx:pt>
          <cx:pt idx="6399">49.990000000000002</cx:pt>
          <cx:pt idx="6400">49.990000000000002</cx:pt>
          <cx:pt idx="6401">49.990000000000002</cx:pt>
          <cx:pt idx="6402">49.990000000000002</cx:pt>
          <cx:pt idx="6403">49.990000000000002</cx:pt>
          <cx:pt idx="6404">49.990000000000002</cx:pt>
          <cx:pt idx="6405">49.990000000000002</cx:pt>
          <cx:pt idx="6406">49.990000000000002</cx:pt>
          <cx:pt idx="6407">49.990000000000002</cx:pt>
          <cx:pt idx="6408">49.990000000000002</cx:pt>
          <cx:pt idx="6409">49.990000000000002</cx:pt>
          <cx:pt idx="6410">49.990000000000002</cx:pt>
          <cx:pt idx="6411">49.990000000000002</cx:pt>
          <cx:pt idx="6412">49.990000000000002</cx:pt>
          <cx:pt idx="6413">49.990000000000002</cx:pt>
          <cx:pt idx="6414">49.990000000000002</cx:pt>
          <cx:pt idx="6415">49.990000000000002</cx:pt>
          <cx:pt idx="6416">49.990000000000002</cx:pt>
          <cx:pt idx="6417">49.990000000000002</cx:pt>
          <cx:pt idx="6418">49.990000000000002</cx:pt>
          <cx:pt idx="6419">49.990000000000002</cx:pt>
          <cx:pt idx="6420">49.990000000000002</cx:pt>
          <cx:pt idx="6421">49.990000000000002</cx:pt>
          <cx:pt idx="6422">49.990000000000002</cx:pt>
          <cx:pt idx="6423">49.990000000000002</cx:pt>
          <cx:pt idx="6424">49.990000000000002</cx:pt>
          <cx:pt idx="6425">49.990000000000002</cx:pt>
          <cx:pt idx="6426">49.990000000000002</cx:pt>
          <cx:pt idx="6427">49.990000000000002</cx:pt>
          <cx:pt idx="6428">49.990000000000002</cx:pt>
          <cx:pt idx="6429">49.990000000000002</cx:pt>
          <cx:pt idx="6430">49.990000000000002</cx:pt>
          <cx:pt idx="6431">49.990000000000002</cx:pt>
          <cx:pt idx="6432">49.990000000000002</cx:pt>
          <cx:pt idx="6433">49.990000000000002</cx:pt>
          <cx:pt idx="6434">49.990000000000002</cx:pt>
          <cx:pt idx="6435">49.990000000000002</cx:pt>
          <cx:pt idx="6436">49.990000000000002</cx:pt>
          <cx:pt idx="6437">49.990000000000002</cx:pt>
          <cx:pt idx="6438">49.990000000000002</cx:pt>
          <cx:pt idx="6439">49.990000000000002</cx:pt>
          <cx:pt idx="6440">49.990000000000002</cx:pt>
          <cx:pt idx="6441">49.990000000000002</cx:pt>
          <cx:pt idx="6442">49.990000000000002</cx:pt>
          <cx:pt idx="6443">49.990000000000002</cx:pt>
          <cx:pt idx="6444">49.990000000000002</cx:pt>
          <cx:pt idx="6445">49.990000000000002</cx:pt>
          <cx:pt idx="6446">49.990000000000002</cx:pt>
          <cx:pt idx="6447">49.990000000000002</cx:pt>
          <cx:pt idx="6448">49.990000000000002</cx:pt>
          <cx:pt idx="6449">49.990000000000002</cx:pt>
          <cx:pt idx="6450">49.990000000000002</cx:pt>
          <cx:pt idx="6451">49.990000000000002</cx:pt>
          <cx:pt idx="6452">49.990000000000002</cx:pt>
          <cx:pt idx="6453">49.990000000000002</cx:pt>
          <cx:pt idx="6454">49.990000000000002</cx:pt>
          <cx:pt idx="6455">49.990000000000002</cx:pt>
          <cx:pt idx="6456">49.990000000000002</cx:pt>
          <cx:pt idx="6457">49.990000000000002</cx:pt>
          <cx:pt idx="6458">49.990000000000002</cx:pt>
          <cx:pt idx="6459">49.990000000000002</cx:pt>
          <cx:pt idx="6460">49.990000000000002</cx:pt>
          <cx:pt idx="6461">49.990000000000002</cx:pt>
          <cx:pt idx="6462">49.990000000000002</cx:pt>
          <cx:pt idx="6463">49.990000000000002</cx:pt>
          <cx:pt idx="6464">49.990000000000002</cx:pt>
          <cx:pt idx="6465">49.990000000000002</cx:pt>
          <cx:pt idx="6466">49.990000000000002</cx:pt>
          <cx:pt idx="6467">49.990000000000002</cx:pt>
          <cx:pt idx="6468">49.990000000000002</cx:pt>
          <cx:pt idx="6469">49.990000000000002</cx:pt>
          <cx:pt idx="6470">49.990000000000002</cx:pt>
          <cx:pt idx="6471">49.990000000000002</cx:pt>
          <cx:pt idx="6472">49.990000000000002</cx:pt>
          <cx:pt idx="6473">49.990000000000002</cx:pt>
          <cx:pt idx="6474">49.990000000000002</cx:pt>
          <cx:pt idx="6475">49.990000000000002</cx:pt>
          <cx:pt idx="6476">49.990000000000002</cx:pt>
          <cx:pt idx="6477">49.990000000000002</cx:pt>
          <cx:pt idx="6478">49.990000000000002</cx:pt>
          <cx:pt idx="6479">49.990000000000002</cx:pt>
          <cx:pt idx="6480">49.990000000000002</cx:pt>
          <cx:pt idx="6481">49.990000000000002</cx:pt>
          <cx:pt idx="6482">49.990000000000002</cx:pt>
          <cx:pt idx="6483">49.990000000000002</cx:pt>
          <cx:pt idx="6484">49.990000000000002</cx:pt>
          <cx:pt idx="6485">49.990000000000002</cx:pt>
          <cx:pt idx="6486">49.990000000000002</cx:pt>
          <cx:pt idx="6487">49.990000000000002</cx:pt>
          <cx:pt idx="6488">49.990000000000002</cx:pt>
          <cx:pt idx="6489">49.990000000000002</cx:pt>
          <cx:pt idx="6490">49.990000000000002</cx:pt>
          <cx:pt idx="6491">49.990000000000002</cx:pt>
          <cx:pt idx="6492">49.990000000000002</cx:pt>
          <cx:pt idx="6493">49.990000000000002</cx:pt>
          <cx:pt idx="6494">49.990000000000002</cx:pt>
          <cx:pt idx="6495">49.990000000000002</cx:pt>
          <cx:pt idx="6496">49.990000000000002</cx:pt>
          <cx:pt idx="6497">49.990000000000002</cx:pt>
          <cx:pt idx="6498">49.990000000000002</cx:pt>
          <cx:pt idx="6499">49.990000000000002</cx:pt>
          <cx:pt idx="6500">49.990000000000002</cx:pt>
          <cx:pt idx="6501">49.990000000000002</cx:pt>
          <cx:pt idx="6502">49.990000000000002</cx:pt>
          <cx:pt idx="6503">49.990000000000002</cx:pt>
          <cx:pt idx="6504">49.990000000000002</cx:pt>
          <cx:pt idx="6505">49.990000000000002</cx:pt>
          <cx:pt idx="6506">49.990000000000002</cx:pt>
          <cx:pt idx="6507">49.990000000000002</cx:pt>
          <cx:pt idx="6508">49.990000000000002</cx:pt>
          <cx:pt idx="6509">49.990000000000002</cx:pt>
          <cx:pt idx="6510">49.990000000000002</cx:pt>
          <cx:pt idx="6511">49.990000000000002</cx:pt>
          <cx:pt idx="6512">49.990000000000002</cx:pt>
          <cx:pt idx="6513">49.990000000000002</cx:pt>
          <cx:pt idx="6514">49.990000000000002</cx:pt>
          <cx:pt idx="6515">49.990000000000002</cx:pt>
          <cx:pt idx="6516">49.990000000000002</cx:pt>
          <cx:pt idx="6517">49.990000000000002</cx:pt>
          <cx:pt idx="6518">49.990000000000002</cx:pt>
          <cx:pt idx="6519">49.990000000000002</cx:pt>
          <cx:pt idx="6520">49.990000000000002</cx:pt>
          <cx:pt idx="6521">49.990000000000002</cx:pt>
          <cx:pt idx="6522">49.990000000000002</cx:pt>
          <cx:pt idx="6523">49.990000000000002</cx:pt>
          <cx:pt idx="6524">49.990000000000002</cx:pt>
          <cx:pt idx="6525">49.990000000000002</cx:pt>
          <cx:pt idx="6526">49.990000000000002</cx:pt>
          <cx:pt idx="6527">49.990000000000002</cx:pt>
          <cx:pt idx="6528">49.990000000000002</cx:pt>
          <cx:pt idx="6529">49.990000000000002</cx:pt>
          <cx:pt idx="6530">49.990000000000002</cx:pt>
          <cx:pt idx="6531">49.990000000000002</cx:pt>
          <cx:pt idx="6532">49.990000000000002</cx:pt>
          <cx:pt idx="6533">49.990000000000002</cx:pt>
          <cx:pt idx="6534">49.990000000000002</cx:pt>
          <cx:pt idx="6535">49.990000000000002</cx:pt>
          <cx:pt idx="6536">49.990000000000002</cx:pt>
          <cx:pt idx="6537">49.990000000000002</cx:pt>
          <cx:pt idx="6538">49.990000000000002</cx:pt>
          <cx:pt idx="6539">49.990000000000002</cx:pt>
          <cx:pt idx="6540">49.990000000000002</cx:pt>
          <cx:pt idx="6541">49.990000000000002</cx:pt>
          <cx:pt idx="6542">49.990000000000002</cx:pt>
          <cx:pt idx="6543">49.990000000000002</cx:pt>
          <cx:pt idx="6544">49.990000000000002</cx:pt>
          <cx:pt idx="6545">49.990000000000002</cx:pt>
          <cx:pt idx="6546">49.990000000000002</cx:pt>
          <cx:pt idx="6547">49.990000000000002</cx:pt>
          <cx:pt idx="6548">49.990000000000002</cx:pt>
          <cx:pt idx="6549">49.990000000000002</cx:pt>
          <cx:pt idx="6550">49.990000000000002</cx:pt>
          <cx:pt idx="6551">49.990000000000002</cx:pt>
          <cx:pt idx="6552">49.990000000000002</cx:pt>
          <cx:pt idx="6553">49.990000000000002</cx:pt>
          <cx:pt idx="6554">49.990000000000002</cx:pt>
          <cx:pt idx="6555">49.990000000000002</cx:pt>
          <cx:pt idx="6556">49.990000000000002</cx:pt>
          <cx:pt idx="6557">49.990000000000002</cx:pt>
          <cx:pt idx="6558">49.990000000000002</cx:pt>
          <cx:pt idx="6559">49.990000000000002</cx:pt>
          <cx:pt idx="6560">49.990000000000002</cx:pt>
          <cx:pt idx="6561">49.990000000000002</cx:pt>
          <cx:pt idx="6562">49.990000000000002</cx:pt>
          <cx:pt idx="6563">49.990000000000002</cx:pt>
          <cx:pt idx="6564">49.990000000000002</cx:pt>
          <cx:pt idx="6565">49.990000000000002</cx:pt>
          <cx:pt idx="6566">49.990000000000002</cx:pt>
          <cx:pt idx="6567">49.990000000000002</cx:pt>
          <cx:pt idx="6568">49.990000000000002</cx:pt>
          <cx:pt idx="6569">49.990000000000002</cx:pt>
          <cx:pt idx="6570">49.990000000000002</cx:pt>
          <cx:pt idx="6571">49.990000000000002</cx:pt>
          <cx:pt idx="6572">49.990000000000002</cx:pt>
          <cx:pt idx="6573">49.990000000000002</cx:pt>
          <cx:pt idx="6574">49.990000000000002</cx:pt>
          <cx:pt idx="6575">49.990000000000002</cx:pt>
          <cx:pt idx="6576">49.990000000000002</cx:pt>
          <cx:pt idx="6577">49.990000000000002</cx:pt>
          <cx:pt idx="6578">49.990000000000002</cx:pt>
          <cx:pt idx="6579">49.990000000000002</cx:pt>
          <cx:pt idx="6580">49.990000000000002</cx:pt>
          <cx:pt idx="6581">49.990000000000002</cx:pt>
          <cx:pt idx="6582">49.990000000000002</cx:pt>
          <cx:pt idx="6583">49.990000000000002</cx:pt>
          <cx:pt idx="6584">49.990000000000002</cx:pt>
          <cx:pt idx="6585">49.990000000000002</cx:pt>
          <cx:pt idx="6586">49.990000000000002</cx:pt>
          <cx:pt idx="6587">49.990000000000002</cx:pt>
          <cx:pt idx="6588">49.990000000000002</cx:pt>
          <cx:pt idx="6589">49.990000000000002</cx:pt>
          <cx:pt idx="6590">49.990000000000002</cx:pt>
          <cx:pt idx="6591">49.990000000000002</cx:pt>
          <cx:pt idx="6592">49.990000000000002</cx:pt>
          <cx:pt idx="6593">49.990000000000002</cx:pt>
          <cx:pt idx="6594">49.990000000000002</cx:pt>
          <cx:pt idx="6595">49.990000000000002</cx:pt>
          <cx:pt idx="6596">49.990000000000002</cx:pt>
          <cx:pt idx="6597">49.990000000000002</cx:pt>
          <cx:pt idx="6598">49.990000000000002</cx:pt>
          <cx:pt idx="6599">49.990000000000002</cx:pt>
          <cx:pt idx="6600">49.990000000000002</cx:pt>
          <cx:pt idx="6601">49.990000000000002</cx:pt>
          <cx:pt idx="6602">49.990000000000002</cx:pt>
          <cx:pt idx="6603">49.990000000000002</cx:pt>
          <cx:pt idx="6604">49.990000000000002</cx:pt>
          <cx:pt idx="6605">49.990000000000002</cx:pt>
          <cx:pt idx="6606">49.990000000000002</cx:pt>
          <cx:pt idx="6607">49.990000000000002</cx:pt>
          <cx:pt idx="6608">49.990000000000002</cx:pt>
          <cx:pt idx="6609">49.990000000000002</cx:pt>
          <cx:pt idx="6610">49.990000000000002</cx:pt>
          <cx:pt idx="6611">49.990000000000002</cx:pt>
          <cx:pt idx="6612">49.990000000000002</cx:pt>
          <cx:pt idx="6613">49.990000000000002</cx:pt>
          <cx:pt idx="6614">49.990000000000002</cx:pt>
          <cx:pt idx="6615">49.990000000000002</cx:pt>
          <cx:pt idx="6616">49.990000000000002</cx:pt>
          <cx:pt idx="6617">49.990000000000002</cx:pt>
          <cx:pt idx="6618">49.990000000000002</cx:pt>
          <cx:pt idx="6619">49.990000000000002</cx:pt>
          <cx:pt idx="6620">49.990000000000002</cx:pt>
          <cx:pt idx="6621">49.990000000000002</cx:pt>
          <cx:pt idx="6622">49.990000000000002</cx:pt>
          <cx:pt idx="6623">49.990000000000002</cx:pt>
          <cx:pt idx="6624">49.990000000000002</cx:pt>
          <cx:pt idx="6625">49.990000000000002</cx:pt>
          <cx:pt idx="6626">49.990000000000002</cx:pt>
          <cx:pt idx="6627">49.990000000000002</cx:pt>
          <cx:pt idx="6628">49.990000000000002</cx:pt>
          <cx:pt idx="6629">49.990000000000002</cx:pt>
          <cx:pt idx="6630">49.990000000000002</cx:pt>
          <cx:pt idx="6631">49.990000000000002</cx:pt>
          <cx:pt idx="6632">49.990000000000002</cx:pt>
          <cx:pt idx="6633">49.990000000000002</cx:pt>
          <cx:pt idx="6634">49.990000000000002</cx:pt>
          <cx:pt idx="6635">49.990000000000002</cx:pt>
          <cx:pt idx="6636">49.990000000000002</cx:pt>
          <cx:pt idx="6637">49.990000000000002</cx:pt>
          <cx:pt idx="6638">49.990000000000002</cx:pt>
          <cx:pt idx="6639">49.990000000000002</cx:pt>
          <cx:pt idx="6640">49.990000000000002</cx:pt>
          <cx:pt idx="6641">49.990000000000002</cx:pt>
          <cx:pt idx="6642">49.990000000000002</cx:pt>
          <cx:pt idx="6643">49.990000000000002</cx:pt>
          <cx:pt idx="6644">49.990000000000002</cx:pt>
          <cx:pt idx="6645">49.990000000000002</cx:pt>
          <cx:pt idx="6646">49.990000000000002</cx:pt>
          <cx:pt idx="6647">49.990000000000002</cx:pt>
          <cx:pt idx="6648">49.990000000000002</cx:pt>
          <cx:pt idx="6649">49.990000000000002</cx:pt>
          <cx:pt idx="6650">49.990000000000002</cx:pt>
          <cx:pt idx="6651">49.990000000000002</cx:pt>
          <cx:pt idx="6652">49.990000000000002</cx:pt>
          <cx:pt idx="6653">49.990000000000002</cx:pt>
          <cx:pt idx="6654">49.990000000000002</cx:pt>
          <cx:pt idx="6655">49.990000000000002</cx:pt>
          <cx:pt idx="6656">49.990000000000002</cx:pt>
          <cx:pt idx="6657">49.990000000000002</cx:pt>
          <cx:pt idx="6658">49.990000000000002</cx:pt>
          <cx:pt idx="6659">49.990000000000002</cx:pt>
          <cx:pt idx="6660">49.990000000000002</cx:pt>
          <cx:pt idx="6661">49.990000000000002</cx:pt>
          <cx:pt idx="6662">49.990000000000002</cx:pt>
          <cx:pt idx="6663">49.990000000000002</cx:pt>
          <cx:pt idx="6664">49.990000000000002</cx:pt>
          <cx:pt idx="6665">49.990000000000002</cx:pt>
          <cx:pt idx="6666">49.990000000000002</cx:pt>
          <cx:pt idx="6667">49.990000000000002</cx:pt>
          <cx:pt idx="6668">49.990000000000002</cx:pt>
          <cx:pt idx="6669">49.990000000000002</cx:pt>
          <cx:pt idx="6670">49.990000000000002</cx:pt>
          <cx:pt idx="6671">49.990000000000002</cx:pt>
          <cx:pt idx="6672">49.990000000000002</cx:pt>
          <cx:pt idx="6673">49.990000000000002</cx:pt>
          <cx:pt idx="6674">49.990000000000002</cx:pt>
          <cx:pt idx="6675">49.990000000000002</cx:pt>
          <cx:pt idx="6676">49.990000000000002</cx:pt>
          <cx:pt idx="6677">49.990000000000002</cx:pt>
          <cx:pt idx="6678">49.990000000000002</cx:pt>
          <cx:pt idx="6679">49.990000000000002</cx:pt>
          <cx:pt idx="6680">49.990000000000002</cx:pt>
          <cx:pt idx="6681">49.990000000000002</cx:pt>
          <cx:pt idx="6682">49.990000000000002</cx:pt>
          <cx:pt idx="6683">49.990000000000002</cx:pt>
          <cx:pt idx="6684">49.990000000000002</cx:pt>
          <cx:pt idx="6685">49.990000000000002</cx:pt>
          <cx:pt idx="6686">49.990000000000002</cx:pt>
          <cx:pt idx="6687">49.990000000000002</cx:pt>
          <cx:pt idx="6688">49.990000000000002</cx:pt>
          <cx:pt idx="6689">49.990000000000002</cx:pt>
          <cx:pt idx="6690">49.990000000000002</cx:pt>
          <cx:pt idx="6691">49.990000000000002</cx:pt>
          <cx:pt idx="6692">49.990000000000002</cx:pt>
          <cx:pt idx="6693">49.990000000000002</cx:pt>
          <cx:pt idx="6694">49.990000000000002</cx:pt>
          <cx:pt idx="6695">49.990000000000002</cx:pt>
          <cx:pt idx="6696">49.990000000000002</cx:pt>
          <cx:pt idx="6697">49.990000000000002</cx:pt>
          <cx:pt idx="6698">49.990000000000002</cx:pt>
          <cx:pt idx="6699">49.990000000000002</cx:pt>
          <cx:pt idx="6700">49.990000000000002</cx:pt>
          <cx:pt idx="6701">49.990000000000002</cx:pt>
          <cx:pt idx="6702">49.990000000000002</cx:pt>
          <cx:pt idx="6703">49.990000000000002</cx:pt>
          <cx:pt idx="6704">49.990000000000002</cx:pt>
          <cx:pt idx="6705">49.990000000000002</cx:pt>
          <cx:pt idx="6706">49.990000000000002</cx:pt>
          <cx:pt idx="6707">49.990000000000002</cx:pt>
          <cx:pt idx="6708">49.990000000000002</cx:pt>
          <cx:pt idx="6709">49.990000000000002</cx:pt>
          <cx:pt idx="6710">49.990000000000002</cx:pt>
          <cx:pt idx="6711">49.990000000000002</cx:pt>
          <cx:pt idx="6712">49.990000000000002</cx:pt>
          <cx:pt idx="6713">49.990000000000002</cx:pt>
          <cx:pt idx="6714">49.990000000000002</cx:pt>
          <cx:pt idx="6715">49.990000000000002</cx:pt>
          <cx:pt idx="6716">49.990000000000002</cx:pt>
          <cx:pt idx="6717">49.990000000000002</cx:pt>
          <cx:pt idx="6718">49.990000000000002</cx:pt>
          <cx:pt idx="6719">49.990000000000002</cx:pt>
          <cx:pt idx="6720">49.990000000000002</cx:pt>
          <cx:pt idx="6721">49.990000000000002</cx:pt>
          <cx:pt idx="6722">49.990000000000002</cx:pt>
          <cx:pt idx="6723">49.990000000000002</cx:pt>
          <cx:pt idx="6724">49.990000000000002</cx:pt>
          <cx:pt idx="6725">49.990000000000002</cx:pt>
          <cx:pt idx="6726">49.990000000000002</cx:pt>
          <cx:pt idx="6727">49.990000000000002</cx:pt>
          <cx:pt idx="6728">49.990000000000002</cx:pt>
          <cx:pt idx="6729">49.990000000000002</cx:pt>
          <cx:pt idx="6730">49.990000000000002</cx:pt>
          <cx:pt idx="6731">49.990000000000002</cx:pt>
          <cx:pt idx="6732">49.990000000000002</cx:pt>
          <cx:pt idx="6733">49.990000000000002</cx:pt>
          <cx:pt idx="6734">49.990000000000002</cx:pt>
          <cx:pt idx="6735">49.990000000000002</cx:pt>
          <cx:pt idx="6736">49.990000000000002</cx:pt>
          <cx:pt idx="6737">49.990000000000002</cx:pt>
          <cx:pt idx="6738">49.990000000000002</cx:pt>
          <cx:pt idx="6739">49.990000000000002</cx:pt>
          <cx:pt idx="6740">49.990000000000002</cx:pt>
          <cx:pt idx="6741">49.990000000000002</cx:pt>
          <cx:pt idx="6742">49.990000000000002</cx:pt>
          <cx:pt idx="6743">49.990000000000002</cx:pt>
          <cx:pt idx="6744">49.990000000000002</cx:pt>
          <cx:pt idx="6745">49.990000000000002</cx:pt>
          <cx:pt idx="6746">49.990000000000002</cx:pt>
          <cx:pt idx="6747">49.990000000000002</cx:pt>
          <cx:pt idx="6748">49.990000000000002</cx:pt>
          <cx:pt idx="6749">49.990000000000002</cx:pt>
          <cx:pt idx="6750">49.990000000000002</cx:pt>
          <cx:pt idx="6751">49.990000000000002</cx:pt>
          <cx:pt idx="6752">49.990000000000002</cx:pt>
          <cx:pt idx="6753">49.990000000000002</cx:pt>
          <cx:pt idx="6754">49.990000000000002</cx:pt>
          <cx:pt idx="6755">49.990000000000002</cx:pt>
          <cx:pt idx="6756">49.990000000000002</cx:pt>
          <cx:pt idx="6757">49.990000000000002</cx:pt>
          <cx:pt idx="6758">49.990000000000002</cx:pt>
          <cx:pt idx="6759">49.990000000000002</cx:pt>
          <cx:pt idx="6760">49.990000000000002</cx:pt>
          <cx:pt idx="6761">49.990000000000002</cx:pt>
          <cx:pt idx="6762">49.990000000000002</cx:pt>
          <cx:pt idx="6763">49.990000000000002</cx:pt>
          <cx:pt idx="6764">49.990000000000002</cx:pt>
          <cx:pt idx="6765">49.990000000000002</cx:pt>
          <cx:pt idx="6766">49.990000000000002</cx:pt>
          <cx:pt idx="6767">49.990000000000002</cx:pt>
          <cx:pt idx="6768">49.990000000000002</cx:pt>
          <cx:pt idx="6769">49.990000000000002</cx:pt>
          <cx:pt idx="6770">49.990000000000002</cx:pt>
          <cx:pt idx="6771">49.990000000000002</cx:pt>
          <cx:pt idx="6772">49.990000000000002</cx:pt>
          <cx:pt idx="6773">49.990000000000002</cx:pt>
          <cx:pt idx="6774">49.990000000000002</cx:pt>
          <cx:pt idx="6775">49.990000000000002</cx:pt>
          <cx:pt idx="6776">49.990000000000002</cx:pt>
          <cx:pt idx="6777">49.990000000000002</cx:pt>
          <cx:pt idx="6778">49.990000000000002</cx:pt>
          <cx:pt idx="6779">49.990000000000002</cx:pt>
          <cx:pt idx="6780">49.990000000000002</cx:pt>
          <cx:pt idx="6781">49.990000000000002</cx:pt>
          <cx:pt idx="6782">49.990000000000002</cx:pt>
          <cx:pt idx="6783">49.990000000000002</cx:pt>
          <cx:pt idx="6784">49.990000000000002</cx:pt>
          <cx:pt idx="6785">49.990000000000002</cx:pt>
          <cx:pt idx="6786">49.990000000000002</cx:pt>
          <cx:pt idx="6787">49.990000000000002</cx:pt>
          <cx:pt idx="6788">49.990000000000002</cx:pt>
          <cx:pt idx="6789">49.990000000000002</cx:pt>
          <cx:pt idx="6790">49.990000000000002</cx:pt>
          <cx:pt idx="6791">49.990000000000002</cx:pt>
          <cx:pt idx="6792">49.990000000000002</cx:pt>
          <cx:pt idx="6793">49.990000000000002</cx:pt>
          <cx:pt idx="6794">49.990000000000002</cx:pt>
          <cx:pt idx="6795">49.990000000000002</cx:pt>
          <cx:pt idx="6796">49.990000000000002</cx:pt>
          <cx:pt idx="6797">49.990000000000002</cx:pt>
          <cx:pt idx="6798">49.990000000000002</cx:pt>
          <cx:pt idx="6799">49.990000000000002</cx:pt>
          <cx:pt idx="6800">49.990000000000002</cx:pt>
          <cx:pt idx="6801">49.990000000000002</cx:pt>
          <cx:pt idx="6802">49.990000000000002</cx:pt>
          <cx:pt idx="6803">49.990000000000002</cx:pt>
          <cx:pt idx="6804">49.990000000000002</cx:pt>
          <cx:pt idx="6805">49.990000000000002</cx:pt>
          <cx:pt idx="6806">49.990000000000002</cx:pt>
          <cx:pt idx="6807">49.990000000000002</cx:pt>
          <cx:pt idx="6808">49.990000000000002</cx:pt>
          <cx:pt idx="6809">49.990000000000002</cx:pt>
          <cx:pt idx="6810">49.990000000000002</cx:pt>
          <cx:pt idx="6811">49.990000000000002</cx:pt>
          <cx:pt idx="6812">49.990000000000002</cx:pt>
          <cx:pt idx="6813">49.990000000000002</cx:pt>
          <cx:pt idx="6814">49.990000000000002</cx:pt>
          <cx:pt idx="6815">49.990000000000002</cx:pt>
          <cx:pt idx="6816">49.990000000000002</cx:pt>
          <cx:pt idx="6817">49.990000000000002</cx:pt>
          <cx:pt idx="6818">49.990000000000002</cx:pt>
          <cx:pt idx="6819">49.990000000000002</cx:pt>
          <cx:pt idx="6820">49.990000000000002</cx:pt>
          <cx:pt idx="6821">49.990000000000002</cx:pt>
          <cx:pt idx="6822">49.990000000000002</cx:pt>
          <cx:pt idx="6823">49.990000000000002</cx:pt>
          <cx:pt idx="6824">49.990000000000002</cx:pt>
          <cx:pt idx="6825">49.990000000000002</cx:pt>
          <cx:pt idx="6826">49.990000000000002</cx:pt>
          <cx:pt idx="6827">49.990000000000002</cx:pt>
          <cx:pt idx="6828">49.990000000000002</cx:pt>
          <cx:pt idx="6829">49.990000000000002</cx:pt>
          <cx:pt idx="6830">49.990000000000002</cx:pt>
          <cx:pt idx="6831">49.990000000000002</cx:pt>
          <cx:pt idx="6832">49.990000000000002</cx:pt>
          <cx:pt idx="6833">49.990000000000002</cx:pt>
          <cx:pt idx="6834">49.990000000000002</cx:pt>
          <cx:pt idx="6835">49.990000000000002</cx:pt>
          <cx:pt idx="6836">49.990000000000002</cx:pt>
          <cx:pt idx="6837">49.990000000000002</cx:pt>
          <cx:pt idx="6838">49.990000000000002</cx:pt>
          <cx:pt idx="6839">49.990000000000002</cx:pt>
          <cx:pt idx="6840">49.990000000000002</cx:pt>
          <cx:pt idx="6841">49.990000000000002</cx:pt>
          <cx:pt idx="6842">49.990000000000002</cx:pt>
          <cx:pt idx="6843">49.990000000000002</cx:pt>
          <cx:pt idx="6844">49.990000000000002</cx:pt>
          <cx:pt idx="6845">49.990000000000002</cx:pt>
          <cx:pt idx="6846">49.990000000000002</cx:pt>
          <cx:pt idx="6847">49.990000000000002</cx:pt>
          <cx:pt idx="6848">49.990000000000002</cx:pt>
          <cx:pt idx="6849">49.990000000000002</cx:pt>
          <cx:pt idx="6850">49.990000000000002</cx:pt>
          <cx:pt idx="6851">49.990000000000002</cx:pt>
          <cx:pt idx="6852">49.990000000000002</cx:pt>
          <cx:pt idx="6853">49.990000000000002</cx:pt>
          <cx:pt idx="6854">49.990000000000002</cx:pt>
          <cx:pt idx="6855">49.990000000000002</cx:pt>
          <cx:pt idx="6856">49.990000000000002</cx:pt>
          <cx:pt idx="6857">49.990000000000002</cx:pt>
          <cx:pt idx="6858">49.990000000000002</cx:pt>
          <cx:pt idx="6859">49.990000000000002</cx:pt>
          <cx:pt idx="6860">49.990000000000002</cx:pt>
          <cx:pt idx="6861">49.990000000000002</cx:pt>
          <cx:pt idx="6862">49.990000000000002</cx:pt>
          <cx:pt idx="6863">49.990000000000002</cx:pt>
          <cx:pt idx="6864">49.990000000000002</cx:pt>
          <cx:pt idx="6865">49.990000000000002</cx:pt>
          <cx:pt idx="6866">49.990000000000002</cx:pt>
          <cx:pt idx="6867">49.990000000000002</cx:pt>
          <cx:pt idx="6868">49.990000000000002</cx:pt>
          <cx:pt idx="6869">49.990000000000002</cx:pt>
          <cx:pt idx="6870">49.990000000000002</cx:pt>
          <cx:pt idx="6871">49.990000000000002</cx:pt>
          <cx:pt idx="6872">49.990000000000002</cx:pt>
          <cx:pt idx="6873">49.990000000000002</cx:pt>
          <cx:pt idx="6874">49.990000000000002</cx:pt>
          <cx:pt idx="6875">49.990000000000002</cx:pt>
          <cx:pt idx="6876">49.990000000000002</cx:pt>
          <cx:pt idx="6877">49.990000000000002</cx:pt>
          <cx:pt idx="6878">49.990000000000002</cx:pt>
          <cx:pt idx="6879">49.990000000000002</cx:pt>
          <cx:pt idx="6880">49.990000000000002</cx:pt>
          <cx:pt idx="6881">49.990000000000002</cx:pt>
          <cx:pt idx="6882">49.990000000000002</cx:pt>
          <cx:pt idx="6883">49.990000000000002</cx:pt>
          <cx:pt idx="6884">49.990000000000002</cx:pt>
          <cx:pt idx="6885">49.990000000000002</cx:pt>
          <cx:pt idx="6886">49.990000000000002</cx:pt>
          <cx:pt idx="6887">49.990000000000002</cx:pt>
          <cx:pt idx="6888">49.990000000000002</cx:pt>
          <cx:pt idx="6889">49.990000000000002</cx:pt>
          <cx:pt idx="6890">49.990000000000002</cx:pt>
          <cx:pt idx="6891">49.990000000000002</cx:pt>
          <cx:pt idx="6892">49.990000000000002</cx:pt>
          <cx:pt idx="6893">49.990000000000002</cx:pt>
          <cx:pt idx="6894">49.990000000000002</cx:pt>
          <cx:pt idx="6895">49.990000000000002</cx:pt>
          <cx:pt idx="6896">49.990000000000002</cx:pt>
          <cx:pt idx="6897">49.990000000000002</cx:pt>
          <cx:pt idx="6898">49.990000000000002</cx:pt>
          <cx:pt idx="6899">49.990000000000002</cx:pt>
          <cx:pt idx="6900">49.990000000000002</cx:pt>
          <cx:pt idx="6901">49.990000000000002</cx:pt>
          <cx:pt idx="6902">49.990000000000002</cx:pt>
          <cx:pt idx="6903">49.990000000000002</cx:pt>
          <cx:pt idx="6904">49.990000000000002</cx:pt>
          <cx:pt idx="6905">49.990000000000002</cx:pt>
          <cx:pt idx="6906">49.990000000000002</cx:pt>
          <cx:pt idx="6907">49.990000000000002</cx:pt>
          <cx:pt idx="6908">49.990000000000002</cx:pt>
          <cx:pt idx="6909">49.990000000000002</cx:pt>
          <cx:pt idx="6910">49.990000000000002</cx:pt>
          <cx:pt idx="6911">49.990000000000002</cx:pt>
          <cx:pt idx="6912">49.990000000000002</cx:pt>
          <cx:pt idx="6913">49.990000000000002</cx:pt>
          <cx:pt idx="6914">49.990000000000002</cx:pt>
          <cx:pt idx="6915">49.990000000000002</cx:pt>
          <cx:pt idx="6916">49.990000000000002</cx:pt>
          <cx:pt idx="6917">49.990000000000002</cx:pt>
          <cx:pt idx="6918">49.990000000000002</cx:pt>
          <cx:pt idx="6919">49.990000000000002</cx:pt>
          <cx:pt idx="6920">49.990000000000002</cx:pt>
          <cx:pt idx="6921">49.990000000000002</cx:pt>
          <cx:pt idx="6922">49.990000000000002</cx:pt>
          <cx:pt idx="6923">49.990000000000002</cx:pt>
          <cx:pt idx="6924">49.990000000000002</cx:pt>
          <cx:pt idx="6925">49.990000000000002</cx:pt>
          <cx:pt idx="6926">49.990000000000002</cx:pt>
          <cx:pt idx="6927">49.990000000000002</cx:pt>
          <cx:pt idx="6928">49.990000000000002</cx:pt>
          <cx:pt idx="6929">49.990000000000002</cx:pt>
          <cx:pt idx="6930">49.990000000000002</cx:pt>
          <cx:pt idx="6931">49.990000000000002</cx:pt>
          <cx:pt idx="6932">49.990000000000002</cx:pt>
          <cx:pt idx="6933">49.990000000000002</cx:pt>
          <cx:pt idx="6934">49.990000000000002</cx:pt>
          <cx:pt idx="6935">49.990000000000002</cx:pt>
          <cx:pt idx="6936">49.990000000000002</cx:pt>
          <cx:pt idx="6937">49.990000000000002</cx:pt>
          <cx:pt idx="6938">49.990000000000002</cx:pt>
          <cx:pt idx="6939">49.990000000000002</cx:pt>
          <cx:pt idx="6940">49.990000000000002</cx:pt>
          <cx:pt idx="6941">49.990000000000002</cx:pt>
          <cx:pt idx="6942">49.990000000000002</cx:pt>
          <cx:pt idx="6943">49.990000000000002</cx:pt>
          <cx:pt idx="6944">49.990000000000002</cx:pt>
          <cx:pt idx="6945">49.990000000000002</cx:pt>
          <cx:pt idx="6946">49.990000000000002</cx:pt>
          <cx:pt idx="6947">49.990000000000002</cx:pt>
          <cx:pt idx="6948">49.990000000000002</cx:pt>
          <cx:pt idx="6949">49.990000000000002</cx:pt>
          <cx:pt idx="6950">49.990000000000002</cx:pt>
          <cx:pt idx="6951">49.990000000000002</cx:pt>
          <cx:pt idx="6952">49.990000000000002</cx:pt>
          <cx:pt idx="6953">49.990000000000002</cx:pt>
          <cx:pt idx="6954">49.990000000000002</cx:pt>
          <cx:pt idx="6955">49.990000000000002</cx:pt>
          <cx:pt idx="6956">49.990000000000002</cx:pt>
          <cx:pt idx="6957">49.990000000000002</cx:pt>
          <cx:pt idx="6958">49.990000000000002</cx:pt>
          <cx:pt idx="6959">49.990000000000002</cx:pt>
          <cx:pt idx="6960">49.990000000000002</cx:pt>
          <cx:pt idx="6961">49.990000000000002</cx:pt>
          <cx:pt idx="6962">49.990000000000002</cx:pt>
          <cx:pt idx="6963">49.990000000000002</cx:pt>
          <cx:pt idx="6964">49.990000000000002</cx:pt>
          <cx:pt idx="6965">49.990000000000002</cx:pt>
          <cx:pt idx="6966">49.990000000000002</cx:pt>
          <cx:pt idx="6967">49.990000000000002</cx:pt>
          <cx:pt idx="6968">49.990000000000002</cx:pt>
          <cx:pt idx="6969">49.990000000000002</cx:pt>
          <cx:pt idx="6970">49.990000000000002</cx:pt>
          <cx:pt idx="6971">49.990000000000002</cx:pt>
          <cx:pt idx="6972">49.990000000000002</cx:pt>
          <cx:pt idx="6973">49.990000000000002</cx:pt>
          <cx:pt idx="6974">49.990000000000002</cx:pt>
          <cx:pt idx="6975">49.990000000000002</cx:pt>
          <cx:pt idx="6976">49.990000000000002</cx:pt>
          <cx:pt idx="6977">49.990000000000002</cx:pt>
          <cx:pt idx="6978">49.990000000000002</cx:pt>
          <cx:pt idx="6979">49.990000000000002</cx:pt>
          <cx:pt idx="6980">49.990000000000002</cx:pt>
          <cx:pt idx="6981">49.990000000000002</cx:pt>
          <cx:pt idx="6982">49.990000000000002</cx:pt>
          <cx:pt idx="6983">49.990000000000002</cx:pt>
          <cx:pt idx="6984">49.990000000000002</cx:pt>
          <cx:pt idx="6985">49.990000000000002</cx:pt>
          <cx:pt idx="6986">49.990000000000002</cx:pt>
          <cx:pt idx="6987">49.990000000000002</cx:pt>
          <cx:pt idx="6988">49.990000000000002</cx:pt>
          <cx:pt idx="6989">49.990000000000002</cx:pt>
          <cx:pt idx="6990">49.990000000000002</cx:pt>
          <cx:pt idx="6991">49.990000000000002</cx:pt>
          <cx:pt idx="6992">49.990000000000002</cx:pt>
          <cx:pt idx="6993">49.990000000000002</cx:pt>
          <cx:pt idx="6994">49.990000000000002</cx:pt>
          <cx:pt idx="6995">49.990000000000002</cx:pt>
          <cx:pt idx="6996">49.990000000000002</cx:pt>
          <cx:pt idx="6997">49.990000000000002</cx:pt>
          <cx:pt idx="6998">49.990000000000002</cx:pt>
          <cx:pt idx="6999">49.990000000000002</cx:pt>
          <cx:pt idx="7000">49.990000000000002</cx:pt>
          <cx:pt idx="7001">49.990000000000002</cx:pt>
          <cx:pt idx="7002">49.990000000000002</cx:pt>
          <cx:pt idx="7003">49.990000000000002</cx:pt>
          <cx:pt idx="7004">49.990000000000002</cx:pt>
          <cx:pt idx="7005">49.990000000000002</cx:pt>
          <cx:pt idx="7006">49.990000000000002</cx:pt>
          <cx:pt idx="7007">49.990000000000002</cx:pt>
          <cx:pt idx="7008">49.990000000000002</cx:pt>
          <cx:pt idx="7009">49.990000000000002</cx:pt>
          <cx:pt idx="7010">49.990000000000002</cx:pt>
          <cx:pt idx="7011">49.990000000000002</cx:pt>
          <cx:pt idx="7012">49.990000000000002</cx:pt>
          <cx:pt idx="7013">49.990000000000002</cx:pt>
          <cx:pt idx="7014">49.990000000000002</cx:pt>
          <cx:pt idx="7015">49.990000000000002</cx:pt>
          <cx:pt idx="7016">49.990000000000002</cx:pt>
          <cx:pt idx="7017">49.990000000000002</cx:pt>
          <cx:pt idx="7018">49.990000000000002</cx:pt>
          <cx:pt idx="7019">49.990000000000002</cx:pt>
          <cx:pt idx="7020">49.990000000000002</cx:pt>
          <cx:pt idx="7021">49.990000000000002</cx:pt>
          <cx:pt idx="7022">49.990000000000002</cx:pt>
          <cx:pt idx="7023">49.990000000000002</cx:pt>
          <cx:pt idx="7024">49.990000000000002</cx:pt>
          <cx:pt idx="7025">49.990000000000002</cx:pt>
          <cx:pt idx="7026">49.990000000000002</cx:pt>
          <cx:pt idx="7027">49.990000000000002</cx:pt>
          <cx:pt idx="7028">49.990000000000002</cx:pt>
          <cx:pt idx="7029">49.990000000000002</cx:pt>
          <cx:pt idx="7030">49.990000000000002</cx:pt>
          <cx:pt idx="7031">49.990000000000002</cx:pt>
          <cx:pt idx="7032">49.990000000000002</cx:pt>
          <cx:pt idx="7033">49.990000000000002</cx:pt>
          <cx:pt idx="7034">49.990000000000002</cx:pt>
          <cx:pt idx="7035">49.990000000000002</cx:pt>
          <cx:pt idx="7036">49.990000000000002</cx:pt>
          <cx:pt idx="7037">49.990000000000002</cx:pt>
          <cx:pt idx="7038">49.990000000000002</cx:pt>
          <cx:pt idx="7039">49.990000000000002</cx:pt>
          <cx:pt idx="7040">49.990000000000002</cx:pt>
          <cx:pt idx="7041">49.990000000000002</cx:pt>
          <cx:pt idx="7042">49.990000000000002</cx:pt>
          <cx:pt idx="7043">49.990000000000002</cx:pt>
          <cx:pt idx="7044">49.990000000000002</cx:pt>
          <cx:pt idx="7045">49.990000000000002</cx:pt>
          <cx:pt idx="7046">49.990000000000002</cx:pt>
          <cx:pt idx="7047">49.990000000000002</cx:pt>
          <cx:pt idx="7048">49.990000000000002</cx:pt>
          <cx:pt idx="7049">49.990000000000002</cx:pt>
          <cx:pt idx="7050">49.990000000000002</cx:pt>
          <cx:pt idx="7051">49.990000000000002</cx:pt>
          <cx:pt idx="7052">49.990000000000002</cx:pt>
          <cx:pt idx="7053">49.990000000000002</cx:pt>
          <cx:pt idx="7054">49.990000000000002</cx:pt>
          <cx:pt idx="7055">49.990000000000002</cx:pt>
          <cx:pt idx="7056">49.990000000000002</cx:pt>
          <cx:pt idx="7057">49.990000000000002</cx:pt>
          <cx:pt idx="7058">49.990000000000002</cx:pt>
          <cx:pt idx="7059">49.990000000000002</cx:pt>
          <cx:pt idx="7060">49.990000000000002</cx:pt>
          <cx:pt idx="7061">49.990000000000002</cx:pt>
          <cx:pt idx="7062">49.990000000000002</cx:pt>
          <cx:pt idx="7063">49.990000000000002</cx:pt>
          <cx:pt idx="7064">49.990000000000002</cx:pt>
          <cx:pt idx="7065">49.990000000000002</cx:pt>
          <cx:pt idx="7066">49.990000000000002</cx:pt>
          <cx:pt idx="7067">49.990000000000002</cx:pt>
          <cx:pt idx="7068">49.990000000000002</cx:pt>
          <cx:pt idx="7069">49.990000000000002</cx:pt>
          <cx:pt idx="7070">49.990000000000002</cx:pt>
          <cx:pt idx="7071">49.990000000000002</cx:pt>
          <cx:pt idx="7072">49.990000000000002</cx:pt>
          <cx:pt idx="7073">49.990000000000002</cx:pt>
          <cx:pt idx="7074">49.990000000000002</cx:pt>
          <cx:pt idx="7075">49.990000000000002</cx:pt>
          <cx:pt idx="7076">49.990000000000002</cx:pt>
          <cx:pt idx="7077">49.990000000000002</cx:pt>
          <cx:pt idx="7078">49.990000000000002</cx:pt>
          <cx:pt idx="7079">49.990000000000002</cx:pt>
          <cx:pt idx="7080">49.990000000000002</cx:pt>
          <cx:pt idx="7081">49.990000000000002</cx:pt>
          <cx:pt idx="7082">49.990000000000002</cx:pt>
          <cx:pt idx="7083">49.990000000000002</cx:pt>
          <cx:pt idx="7084">49.990000000000002</cx:pt>
          <cx:pt idx="7085">49.990000000000002</cx:pt>
          <cx:pt idx="7086">49.990000000000002</cx:pt>
          <cx:pt idx="7087">49.990000000000002</cx:pt>
          <cx:pt idx="7088">49.990000000000002</cx:pt>
          <cx:pt idx="7089">49.990000000000002</cx:pt>
          <cx:pt idx="7090">49.990000000000002</cx:pt>
          <cx:pt idx="7091">49.990000000000002</cx:pt>
          <cx:pt idx="7092">49.990000000000002</cx:pt>
          <cx:pt idx="7093">49.990000000000002</cx:pt>
          <cx:pt idx="7094">49.990000000000002</cx:pt>
          <cx:pt idx="7095">49.990000000000002</cx:pt>
          <cx:pt idx="7096">49.990000000000002</cx:pt>
          <cx:pt idx="7097">49.990000000000002</cx:pt>
          <cx:pt idx="7098">49.990000000000002</cx:pt>
          <cx:pt idx="7099">49.990000000000002</cx:pt>
          <cx:pt idx="7100">49.990000000000002</cx:pt>
          <cx:pt idx="7101">49.990000000000002</cx:pt>
          <cx:pt idx="7102">49.990000000000002</cx:pt>
          <cx:pt idx="7103">49.990000000000002</cx:pt>
          <cx:pt idx="7104">49.990000000000002</cx:pt>
          <cx:pt idx="7105">49.990000000000002</cx:pt>
          <cx:pt idx="7106">49.990000000000002</cx:pt>
          <cx:pt idx="7107">49.990000000000002</cx:pt>
          <cx:pt idx="7108">49.990000000000002</cx:pt>
          <cx:pt idx="7109">49.990000000000002</cx:pt>
          <cx:pt idx="7110">49.990000000000002</cx:pt>
          <cx:pt idx="7111">49.990000000000002</cx:pt>
          <cx:pt idx="7112">49.990000000000002</cx:pt>
          <cx:pt idx="7113">49.990000000000002</cx:pt>
          <cx:pt idx="7114">49.990000000000002</cx:pt>
          <cx:pt idx="7115">49.990000000000002</cx:pt>
          <cx:pt idx="7116">49.990000000000002</cx:pt>
          <cx:pt idx="7117">49.990000000000002</cx:pt>
          <cx:pt idx="7118">49.990000000000002</cx:pt>
          <cx:pt idx="7119">49.990000000000002</cx:pt>
          <cx:pt idx="7120">49.990000000000002</cx:pt>
          <cx:pt idx="7121">49.990000000000002</cx:pt>
          <cx:pt idx="7122">49.990000000000002</cx:pt>
          <cx:pt idx="7123">49.990000000000002</cx:pt>
          <cx:pt idx="7124">49.990000000000002</cx:pt>
          <cx:pt idx="7125">49.990000000000002</cx:pt>
          <cx:pt idx="7126">49.990000000000002</cx:pt>
          <cx:pt idx="7127">49.990000000000002</cx:pt>
          <cx:pt idx="7128">49.990000000000002</cx:pt>
          <cx:pt idx="7129">49.990000000000002</cx:pt>
          <cx:pt idx="7130">49.990000000000002</cx:pt>
          <cx:pt idx="7131">49.990000000000002</cx:pt>
          <cx:pt idx="7132">49.990000000000002</cx:pt>
          <cx:pt idx="7133">49.990000000000002</cx:pt>
          <cx:pt idx="7134">49.990000000000002</cx:pt>
          <cx:pt idx="7135">49.990000000000002</cx:pt>
          <cx:pt idx="7136">49.990000000000002</cx:pt>
          <cx:pt idx="7137">49.990000000000002</cx:pt>
          <cx:pt idx="7138">49.990000000000002</cx:pt>
          <cx:pt idx="7139">49.990000000000002</cx:pt>
          <cx:pt idx="7140">49.990000000000002</cx:pt>
          <cx:pt idx="7141">49.990000000000002</cx:pt>
          <cx:pt idx="7142">49.990000000000002</cx:pt>
          <cx:pt idx="7143">49.990000000000002</cx:pt>
          <cx:pt idx="7144">49.990000000000002</cx:pt>
          <cx:pt idx="7145">49.990000000000002</cx:pt>
          <cx:pt idx="7146">49.990000000000002</cx:pt>
          <cx:pt idx="7147">49.990000000000002</cx:pt>
          <cx:pt idx="7148">49.990000000000002</cx:pt>
          <cx:pt idx="7149">49.990000000000002</cx:pt>
          <cx:pt idx="7150">49.990000000000002</cx:pt>
          <cx:pt idx="7151">49.990000000000002</cx:pt>
          <cx:pt idx="7152">49.990000000000002</cx:pt>
          <cx:pt idx="7153">49.990000000000002</cx:pt>
          <cx:pt idx="7154">49.990000000000002</cx:pt>
          <cx:pt idx="7155">49.990000000000002</cx:pt>
          <cx:pt idx="7156">49.990000000000002</cx:pt>
          <cx:pt idx="7157">49.990000000000002</cx:pt>
          <cx:pt idx="7158">49.990000000000002</cx:pt>
          <cx:pt idx="7159">49.990000000000002</cx:pt>
          <cx:pt idx="7160">49.990000000000002</cx:pt>
          <cx:pt idx="7161">49.990000000000002</cx:pt>
          <cx:pt idx="7162">49.990000000000002</cx:pt>
          <cx:pt idx="7163">49.990000000000002</cx:pt>
          <cx:pt idx="7164">49.990000000000002</cx:pt>
          <cx:pt idx="7165">49.990000000000002</cx:pt>
          <cx:pt idx="7166">49.990000000000002</cx:pt>
          <cx:pt idx="7167">49.990000000000002</cx:pt>
          <cx:pt idx="7168">49.990000000000002</cx:pt>
          <cx:pt idx="7169">49.990000000000002</cx:pt>
          <cx:pt idx="7170">49.990000000000002</cx:pt>
          <cx:pt idx="7171">49.990000000000002</cx:pt>
          <cx:pt idx="7172">49.990000000000002</cx:pt>
          <cx:pt idx="7173">49.990000000000002</cx:pt>
          <cx:pt idx="7174">49.990000000000002</cx:pt>
          <cx:pt idx="7175">49.990000000000002</cx:pt>
          <cx:pt idx="7176">49.990000000000002</cx:pt>
          <cx:pt idx="7177">49.990000000000002</cx:pt>
          <cx:pt idx="7178">49.990000000000002</cx:pt>
          <cx:pt idx="7179">49.990000000000002</cx:pt>
          <cx:pt idx="7180">49.990000000000002</cx:pt>
          <cx:pt idx="7181">49.990000000000002</cx:pt>
          <cx:pt idx="7182">49.990000000000002</cx:pt>
          <cx:pt idx="7183">49.990000000000002</cx:pt>
          <cx:pt idx="7184">49.990000000000002</cx:pt>
          <cx:pt idx="7185">49.990000000000002</cx:pt>
          <cx:pt idx="7186">49.990000000000002</cx:pt>
          <cx:pt idx="7187">49.990000000000002</cx:pt>
          <cx:pt idx="7188">49.990000000000002</cx:pt>
          <cx:pt idx="7189">49.990000000000002</cx:pt>
          <cx:pt idx="7190">49.990000000000002</cx:pt>
          <cx:pt idx="7191">49.990000000000002</cx:pt>
          <cx:pt idx="7192">49.990000000000002</cx:pt>
          <cx:pt idx="7193">49.990000000000002</cx:pt>
          <cx:pt idx="7194">49.990000000000002</cx:pt>
          <cx:pt idx="7195">49.990000000000002</cx:pt>
          <cx:pt idx="7196">49.990000000000002</cx:pt>
          <cx:pt idx="7197">49.990000000000002</cx:pt>
          <cx:pt idx="7198">49.990000000000002</cx:pt>
          <cx:pt idx="7199">49.990000000000002</cx:pt>
          <cx:pt idx="7200">49.990000000000002</cx:pt>
          <cx:pt idx="7201">49.990000000000002</cx:pt>
          <cx:pt idx="7202">49.990000000000002</cx:pt>
          <cx:pt idx="7203">49.990000000000002</cx:pt>
          <cx:pt idx="7204">49.990000000000002</cx:pt>
          <cx:pt idx="7205">49.990000000000002</cx:pt>
          <cx:pt idx="7206">49.990000000000002</cx:pt>
          <cx:pt idx="7207">49.990000000000002</cx:pt>
          <cx:pt idx="7208">49.990000000000002</cx:pt>
          <cx:pt idx="7209">49.990000000000002</cx:pt>
          <cx:pt idx="7210">49.990000000000002</cx:pt>
          <cx:pt idx="7211">49.990000000000002</cx:pt>
          <cx:pt idx="7212">49.990000000000002</cx:pt>
          <cx:pt idx="7213">49.990000000000002</cx:pt>
          <cx:pt idx="7214">49.990000000000002</cx:pt>
          <cx:pt idx="7215">49.990000000000002</cx:pt>
          <cx:pt idx="7216">49.990000000000002</cx:pt>
          <cx:pt idx="7217">49.990000000000002</cx:pt>
          <cx:pt idx="7218">49.990000000000002</cx:pt>
          <cx:pt idx="7219">49.990000000000002</cx:pt>
          <cx:pt idx="7220">49.990000000000002</cx:pt>
          <cx:pt idx="7221">49.990000000000002</cx:pt>
          <cx:pt idx="7222">49.990000000000002</cx:pt>
          <cx:pt idx="7223">49.990000000000002</cx:pt>
          <cx:pt idx="7224">49.990000000000002</cx:pt>
          <cx:pt idx="7225">49.990000000000002</cx:pt>
          <cx:pt idx="7226">49.990000000000002</cx:pt>
          <cx:pt idx="7227">49.990000000000002</cx:pt>
          <cx:pt idx="7228">49.990000000000002</cx:pt>
          <cx:pt idx="7229">49.990000000000002</cx:pt>
          <cx:pt idx="7230">49.990000000000002</cx:pt>
          <cx:pt idx="7231">49.990000000000002</cx:pt>
          <cx:pt idx="7232">49.990000000000002</cx:pt>
          <cx:pt idx="7233">49.990000000000002</cx:pt>
          <cx:pt idx="7234">49.990000000000002</cx:pt>
          <cx:pt idx="7235">49.990000000000002</cx:pt>
          <cx:pt idx="7236">49.990000000000002</cx:pt>
          <cx:pt idx="7237">49.990000000000002</cx:pt>
          <cx:pt idx="7238">49.990000000000002</cx:pt>
          <cx:pt idx="7239">49.990000000000002</cx:pt>
          <cx:pt idx="7240">49.990000000000002</cx:pt>
          <cx:pt idx="7241">49.990000000000002</cx:pt>
          <cx:pt idx="7242">49.990000000000002</cx:pt>
          <cx:pt idx="7243">49.990000000000002</cx:pt>
          <cx:pt idx="7244">49.990000000000002</cx:pt>
          <cx:pt idx="7245">49.990000000000002</cx:pt>
          <cx:pt idx="7246">49.990000000000002</cx:pt>
          <cx:pt idx="7247">49.990000000000002</cx:pt>
          <cx:pt idx="7248">49.990000000000002</cx:pt>
          <cx:pt idx="7249">49.990000000000002</cx:pt>
          <cx:pt idx="7250">49.990000000000002</cx:pt>
          <cx:pt idx="7251">49.990000000000002</cx:pt>
          <cx:pt idx="7252">49.990000000000002</cx:pt>
          <cx:pt idx="7253">49.990000000000002</cx:pt>
          <cx:pt idx="7254">49.990000000000002</cx:pt>
          <cx:pt idx="7255">49.990000000000002</cx:pt>
          <cx:pt idx="7256">49.990000000000002</cx:pt>
          <cx:pt idx="7257">49.990000000000002</cx:pt>
          <cx:pt idx="7258">49.990000000000002</cx:pt>
          <cx:pt idx="7259">49.990000000000002</cx:pt>
          <cx:pt idx="7260">49.990000000000002</cx:pt>
          <cx:pt idx="7261">49.990000000000002</cx:pt>
          <cx:pt idx="7262">49.990000000000002</cx:pt>
          <cx:pt idx="7263">49.990000000000002</cx:pt>
          <cx:pt idx="7264">49.990000000000002</cx:pt>
          <cx:pt idx="7265">49.990000000000002</cx:pt>
          <cx:pt idx="7266">49.990000000000002</cx:pt>
          <cx:pt idx="7267">49.990000000000002</cx:pt>
          <cx:pt idx="7268">49.990000000000002</cx:pt>
          <cx:pt idx="7269">49.990000000000002</cx:pt>
          <cx:pt idx="7270">49.990000000000002</cx:pt>
          <cx:pt idx="7271">49.990000000000002</cx:pt>
          <cx:pt idx="7272">49.990000000000002</cx:pt>
          <cx:pt idx="7273">49.990000000000002</cx:pt>
          <cx:pt idx="7274">49.990000000000002</cx:pt>
          <cx:pt idx="7275">49.990000000000002</cx:pt>
          <cx:pt idx="7276">49.990000000000002</cx:pt>
          <cx:pt idx="7277">49.990000000000002</cx:pt>
          <cx:pt idx="7278">49.990000000000002</cx:pt>
          <cx:pt idx="7279">49.990000000000002</cx:pt>
          <cx:pt idx="7280">49.990000000000002</cx:pt>
          <cx:pt idx="7281">49.990000000000002</cx:pt>
          <cx:pt idx="7282">49.990000000000002</cx:pt>
          <cx:pt idx="7283">49.990000000000002</cx:pt>
          <cx:pt idx="7284">49.990000000000002</cx:pt>
          <cx:pt idx="7285">49.990000000000002</cx:pt>
          <cx:pt idx="7286">49.990000000000002</cx:pt>
          <cx:pt idx="7287">49.990000000000002</cx:pt>
          <cx:pt idx="7288">49.990000000000002</cx:pt>
          <cx:pt idx="7289">49.990000000000002</cx:pt>
          <cx:pt idx="7290">49.990000000000002</cx:pt>
          <cx:pt idx="7291">49.990000000000002</cx:pt>
          <cx:pt idx="7292">49.990000000000002</cx:pt>
          <cx:pt idx="7293">49.990000000000002</cx:pt>
          <cx:pt idx="7294">49.990000000000002</cx:pt>
          <cx:pt idx="7295">49.990000000000002</cx:pt>
          <cx:pt idx="7296">49.990000000000002</cx:pt>
          <cx:pt idx="7297">49.990000000000002</cx:pt>
          <cx:pt idx="7298">49.990000000000002</cx:pt>
          <cx:pt idx="7299">49.990000000000002</cx:pt>
          <cx:pt idx="7300">49.990000000000002</cx:pt>
          <cx:pt idx="7301">49.990000000000002</cx:pt>
          <cx:pt idx="7302">49.990000000000002</cx:pt>
          <cx:pt idx="7303">49.990000000000002</cx:pt>
          <cx:pt idx="7304">49.990000000000002</cx:pt>
          <cx:pt idx="7305">49.990000000000002</cx:pt>
          <cx:pt idx="7306">49.990000000000002</cx:pt>
          <cx:pt idx="7307">49.990000000000002</cx:pt>
          <cx:pt idx="7308">49.990000000000002</cx:pt>
          <cx:pt idx="7309">49.990000000000002</cx:pt>
          <cx:pt idx="7310">49.990000000000002</cx:pt>
          <cx:pt idx="7311">49.990000000000002</cx:pt>
          <cx:pt idx="7312">49.990000000000002</cx:pt>
          <cx:pt idx="7313">49.990000000000002</cx:pt>
          <cx:pt idx="7314">49.990000000000002</cx:pt>
          <cx:pt idx="7315">49.990000000000002</cx:pt>
          <cx:pt idx="7316">49.990000000000002</cx:pt>
          <cx:pt idx="7317">49.990000000000002</cx:pt>
          <cx:pt idx="7318">49.990000000000002</cx:pt>
          <cx:pt idx="7319">49.990000000000002</cx:pt>
          <cx:pt idx="7320">49.990000000000002</cx:pt>
          <cx:pt idx="7321">49.990000000000002</cx:pt>
          <cx:pt idx="7322">49.990000000000002</cx:pt>
          <cx:pt idx="7323">49.990000000000002</cx:pt>
          <cx:pt idx="7324">49.990000000000002</cx:pt>
          <cx:pt idx="7325">49.990000000000002</cx:pt>
          <cx:pt idx="7326">49.990000000000002</cx:pt>
          <cx:pt idx="7327">49.990000000000002</cx:pt>
          <cx:pt idx="7328">49.990000000000002</cx:pt>
          <cx:pt idx="7329">49.990000000000002</cx:pt>
          <cx:pt idx="7330">49.990000000000002</cx:pt>
          <cx:pt idx="7331">49.990000000000002</cx:pt>
          <cx:pt idx="7332">49.990000000000002</cx:pt>
          <cx:pt idx="7333">49.990000000000002</cx:pt>
          <cx:pt idx="7334">49.990000000000002</cx:pt>
          <cx:pt idx="7335">49.990000000000002</cx:pt>
          <cx:pt idx="7336">49.990000000000002</cx:pt>
          <cx:pt idx="7337">49.990000000000002</cx:pt>
          <cx:pt idx="7338">49.990000000000002</cx:pt>
          <cx:pt idx="7339">49.990000000000002</cx:pt>
          <cx:pt idx="7340">49.990000000000002</cx:pt>
          <cx:pt idx="7341">49.990000000000002</cx:pt>
          <cx:pt idx="7342">49.990000000000002</cx:pt>
          <cx:pt idx="7343">49.990000000000002</cx:pt>
          <cx:pt idx="7344">49.990000000000002</cx:pt>
          <cx:pt idx="7345">49.990000000000002</cx:pt>
          <cx:pt idx="7346">49.990000000000002</cx:pt>
          <cx:pt idx="7347">49.990000000000002</cx:pt>
          <cx:pt idx="7348">49.990000000000002</cx:pt>
          <cx:pt idx="7349">49.990000000000002</cx:pt>
          <cx:pt idx="7350">49.990000000000002</cx:pt>
          <cx:pt idx="7351">49.990000000000002</cx:pt>
          <cx:pt idx="7352">49.990000000000002</cx:pt>
          <cx:pt idx="7353">49.990000000000002</cx:pt>
          <cx:pt idx="7354">49.990000000000002</cx:pt>
          <cx:pt idx="7355">49.990000000000002</cx:pt>
          <cx:pt idx="7356">49.990000000000002</cx:pt>
          <cx:pt idx="7357">49.990000000000002</cx:pt>
          <cx:pt idx="7358">49.990000000000002</cx:pt>
          <cx:pt idx="7359">49.990000000000002</cx:pt>
          <cx:pt idx="7360">49.990000000000002</cx:pt>
          <cx:pt idx="7361">49.990000000000002</cx:pt>
          <cx:pt idx="7362">49.990000000000002</cx:pt>
          <cx:pt idx="7363">49.990000000000002</cx:pt>
          <cx:pt idx="7364">49.990000000000002</cx:pt>
          <cx:pt idx="7365">49.990000000000002</cx:pt>
          <cx:pt idx="7366">49.990000000000002</cx:pt>
          <cx:pt idx="7367">49.990000000000002</cx:pt>
          <cx:pt idx="7368">49.990000000000002</cx:pt>
          <cx:pt idx="7369">49.990000000000002</cx:pt>
          <cx:pt idx="7370">49.990000000000002</cx:pt>
          <cx:pt idx="7371">49.990000000000002</cx:pt>
          <cx:pt idx="7372">49.990000000000002</cx:pt>
          <cx:pt idx="7373">49.990000000000002</cx:pt>
          <cx:pt idx="7374">49.990000000000002</cx:pt>
          <cx:pt idx="7375">49.990000000000002</cx:pt>
          <cx:pt idx="7376">49.990000000000002</cx:pt>
          <cx:pt idx="7377">49.990000000000002</cx:pt>
          <cx:pt idx="7378">49.990000000000002</cx:pt>
          <cx:pt idx="7379">49.990000000000002</cx:pt>
          <cx:pt idx="7380">49.990000000000002</cx:pt>
          <cx:pt idx="7381">49.990000000000002</cx:pt>
          <cx:pt idx="7382">49.990000000000002</cx:pt>
          <cx:pt idx="7383">49.990000000000002</cx:pt>
          <cx:pt idx="7384">49.990000000000002</cx:pt>
          <cx:pt idx="7385">49.990000000000002</cx:pt>
          <cx:pt idx="7386">49.990000000000002</cx:pt>
          <cx:pt idx="7387">49.990000000000002</cx:pt>
          <cx:pt idx="7388">49.990000000000002</cx:pt>
          <cx:pt idx="7389">49.990000000000002</cx:pt>
          <cx:pt idx="7390">49.990000000000002</cx:pt>
          <cx:pt idx="7391">49.990000000000002</cx:pt>
          <cx:pt idx="7392">49.990000000000002</cx:pt>
          <cx:pt idx="7393">49.990000000000002</cx:pt>
          <cx:pt idx="7394">49.990000000000002</cx:pt>
          <cx:pt idx="7395">49.990000000000002</cx:pt>
          <cx:pt idx="7396">49.990000000000002</cx:pt>
          <cx:pt idx="7397">49.990000000000002</cx:pt>
          <cx:pt idx="7398">49.990000000000002</cx:pt>
          <cx:pt idx="7399">49.990000000000002</cx:pt>
          <cx:pt idx="7400">49.990000000000002</cx:pt>
          <cx:pt idx="7401">49.990000000000002</cx:pt>
          <cx:pt idx="7402">49.990000000000002</cx:pt>
          <cx:pt idx="7403">49.990000000000002</cx:pt>
          <cx:pt idx="7404">49.990000000000002</cx:pt>
          <cx:pt idx="7405">49.990000000000002</cx:pt>
          <cx:pt idx="7406">49.990000000000002</cx:pt>
          <cx:pt idx="7407">49.990000000000002</cx:pt>
          <cx:pt idx="7408">49.990000000000002</cx:pt>
          <cx:pt idx="7409">49.990000000000002</cx:pt>
          <cx:pt idx="7410">49.990000000000002</cx:pt>
          <cx:pt idx="7411">49.990000000000002</cx:pt>
          <cx:pt idx="7412">49.990000000000002</cx:pt>
          <cx:pt idx="7413">49.990000000000002</cx:pt>
          <cx:pt idx="7414">49.990000000000002</cx:pt>
          <cx:pt idx="7415">49.990000000000002</cx:pt>
          <cx:pt idx="7416">49.990000000000002</cx:pt>
          <cx:pt idx="7417">49.990000000000002</cx:pt>
          <cx:pt idx="7418">49.990000000000002</cx:pt>
          <cx:pt idx="7419">49.990000000000002</cx:pt>
          <cx:pt idx="7420">49.990000000000002</cx:pt>
          <cx:pt idx="7421">49.990000000000002</cx:pt>
          <cx:pt idx="7422">49.990000000000002</cx:pt>
          <cx:pt idx="7423">49.990000000000002</cx:pt>
          <cx:pt idx="7424">49.990000000000002</cx:pt>
          <cx:pt idx="7425">49.990000000000002</cx:pt>
          <cx:pt idx="7426">49.990000000000002</cx:pt>
          <cx:pt idx="7427">49.990000000000002</cx:pt>
          <cx:pt idx="7428">49.990000000000002</cx:pt>
          <cx:pt idx="7429">49.990000000000002</cx:pt>
          <cx:pt idx="7430">49.990000000000002</cx:pt>
          <cx:pt idx="7431">49.990000000000002</cx:pt>
          <cx:pt idx="7432">49.990000000000002</cx:pt>
          <cx:pt idx="7433">49.990000000000002</cx:pt>
          <cx:pt idx="7434">49.990000000000002</cx:pt>
          <cx:pt idx="7435">49.990000000000002</cx:pt>
          <cx:pt idx="7436">49.990000000000002</cx:pt>
          <cx:pt idx="7437">49.990000000000002</cx:pt>
          <cx:pt idx="7438">49.990000000000002</cx:pt>
          <cx:pt idx="7439">49.990000000000002</cx:pt>
          <cx:pt idx="7440">49.990000000000002</cx:pt>
          <cx:pt idx="7441">49.990000000000002</cx:pt>
          <cx:pt idx="7442">49.990000000000002</cx:pt>
          <cx:pt idx="7443">49.990000000000002</cx:pt>
          <cx:pt idx="7444">49.990000000000002</cx:pt>
          <cx:pt idx="7445">49.990000000000002</cx:pt>
          <cx:pt idx="7446">49.990000000000002</cx:pt>
          <cx:pt idx="7447">49.990000000000002</cx:pt>
          <cx:pt idx="7448">49.990000000000002</cx:pt>
          <cx:pt idx="7449">49.990000000000002</cx:pt>
          <cx:pt idx="7450">49.990000000000002</cx:pt>
          <cx:pt idx="7451">49.990000000000002</cx:pt>
          <cx:pt idx="7452">49.990000000000002</cx:pt>
          <cx:pt idx="7453">49.990000000000002</cx:pt>
          <cx:pt idx="7454">49.990000000000002</cx:pt>
          <cx:pt idx="7455">49.990000000000002</cx:pt>
          <cx:pt idx="7456">49.990000000000002</cx:pt>
          <cx:pt idx="7457">49.990000000000002</cx:pt>
          <cx:pt idx="7458">49.990000000000002</cx:pt>
          <cx:pt idx="7459">49.990000000000002</cx:pt>
          <cx:pt idx="7460">49.990000000000002</cx:pt>
          <cx:pt idx="7461">49.990000000000002</cx:pt>
          <cx:pt idx="7462">49.990000000000002</cx:pt>
          <cx:pt idx="7463">49.990000000000002</cx:pt>
          <cx:pt idx="7464">49.990000000000002</cx:pt>
          <cx:pt idx="7465">49.990000000000002</cx:pt>
          <cx:pt idx="7466">49.990000000000002</cx:pt>
          <cx:pt idx="7467">49.990000000000002</cx:pt>
          <cx:pt idx="7468">49.990000000000002</cx:pt>
          <cx:pt idx="7469">49.990000000000002</cx:pt>
          <cx:pt idx="7470">49.990000000000002</cx:pt>
          <cx:pt idx="7471">49.990000000000002</cx:pt>
          <cx:pt idx="7472">49.990000000000002</cx:pt>
          <cx:pt idx="7473">49.990000000000002</cx:pt>
          <cx:pt idx="7474">49.990000000000002</cx:pt>
          <cx:pt idx="7475">49.990000000000002</cx:pt>
          <cx:pt idx="7476">49.990000000000002</cx:pt>
          <cx:pt idx="7477">49.990000000000002</cx:pt>
          <cx:pt idx="7478">49.990000000000002</cx:pt>
          <cx:pt idx="7479">49.990000000000002</cx:pt>
          <cx:pt idx="7480">49.990000000000002</cx:pt>
          <cx:pt idx="7481">49.990000000000002</cx:pt>
          <cx:pt idx="7482">49.990000000000002</cx:pt>
          <cx:pt idx="7483">49.990000000000002</cx:pt>
          <cx:pt idx="7484">49.990000000000002</cx:pt>
          <cx:pt idx="7485">49.990000000000002</cx:pt>
          <cx:pt idx="7486">49.990000000000002</cx:pt>
          <cx:pt idx="7487">49.990000000000002</cx:pt>
          <cx:pt idx="7488">49.990000000000002</cx:pt>
          <cx:pt idx="7489">49.990000000000002</cx:pt>
          <cx:pt idx="7490">49.990000000000002</cx:pt>
          <cx:pt idx="7491">49.990000000000002</cx:pt>
          <cx:pt idx="7492">49.990000000000002</cx:pt>
          <cx:pt idx="7493">49.990000000000002</cx:pt>
          <cx:pt idx="7494">49.990000000000002</cx:pt>
          <cx:pt idx="7495">49.990000000000002</cx:pt>
          <cx:pt idx="7496">49.990000000000002</cx:pt>
          <cx:pt idx="7497">49.990000000000002</cx:pt>
          <cx:pt idx="7498">49.990000000000002</cx:pt>
          <cx:pt idx="7499">49.990000000000002</cx:pt>
          <cx:pt idx="7500">49.990000000000002</cx:pt>
          <cx:pt idx="7501">49.990000000000002</cx:pt>
          <cx:pt idx="7502">49.990000000000002</cx:pt>
          <cx:pt idx="7503">49.990000000000002</cx:pt>
          <cx:pt idx="7504">49.990000000000002</cx:pt>
          <cx:pt idx="7505">49.990000000000002</cx:pt>
          <cx:pt idx="7506">49.990000000000002</cx:pt>
          <cx:pt idx="7507">49.990000000000002</cx:pt>
          <cx:pt idx="7508">49.990000000000002</cx:pt>
          <cx:pt idx="7509">49.990000000000002</cx:pt>
          <cx:pt idx="7510">49.990000000000002</cx:pt>
          <cx:pt idx="7511">49.990000000000002</cx:pt>
          <cx:pt idx="7512">49.990000000000002</cx:pt>
          <cx:pt idx="7513">49.990000000000002</cx:pt>
          <cx:pt idx="7514">49.990000000000002</cx:pt>
          <cx:pt idx="7515">49.990000000000002</cx:pt>
          <cx:pt idx="7516">49.990000000000002</cx:pt>
          <cx:pt idx="7517">49.990000000000002</cx:pt>
          <cx:pt idx="7518">49.990000000000002</cx:pt>
          <cx:pt idx="7519">49.990000000000002</cx:pt>
          <cx:pt idx="7520">49.990000000000002</cx:pt>
          <cx:pt idx="7521">49.990000000000002</cx:pt>
          <cx:pt idx="7522">49.990000000000002</cx:pt>
          <cx:pt idx="7523">49.990000000000002</cx:pt>
          <cx:pt idx="7524">49.990000000000002</cx:pt>
          <cx:pt idx="7525">49.990000000000002</cx:pt>
          <cx:pt idx="7526">49.990000000000002</cx:pt>
          <cx:pt idx="7527">49.990000000000002</cx:pt>
          <cx:pt idx="7528">49.990000000000002</cx:pt>
          <cx:pt idx="7529">49.990000000000002</cx:pt>
          <cx:pt idx="7530">49.990000000000002</cx:pt>
          <cx:pt idx="7531">49.990000000000002</cx:pt>
          <cx:pt idx="7532">49.990000000000002</cx:pt>
          <cx:pt idx="7533">49.990000000000002</cx:pt>
          <cx:pt idx="7534">49.990000000000002</cx:pt>
          <cx:pt idx="7535">49.990000000000002</cx:pt>
          <cx:pt idx="7536">49.990000000000002</cx:pt>
          <cx:pt idx="7537">49.990000000000002</cx:pt>
          <cx:pt idx="7538">49.990000000000002</cx:pt>
          <cx:pt idx="7539">49.990000000000002</cx:pt>
          <cx:pt idx="7540">49.990000000000002</cx:pt>
          <cx:pt idx="7541">49.990000000000002</cx:pt>
          <cx:pt idx="7542">49.990000000000002</cx:pt>
          <cx:pt idx="7543">49.990000000000002</cx:pt>
          <cx:pt idx="7544">49.990000000000002</cx:pt>
          <cx:pt idx="7545">49.990000000000002</cx:pt>
          <cx:pt idx="7546">49.990000000000002</cx:pt>
          <cx:pt idx="7547">49.990000000000002</cx:pt>
          <cx:pt idx="7548">49.990000000000002</cx:pt>
          <cx:pt idx="7549">49.990000000000002</cx:pt>
          <cx:pt idx="7550">49.990000000000002</cx:pt>
          <cx:pt idx="7551">49.990000000000002</cx:pt>
          <cx:pt idx="7552">49.990000000000002</cx:pt>
          <cx:pt idx="7553">49.990000000000002</cx:pt>
          <cx:pt idx="7554">49.990000000000002</cx:pt>
          <cx:pt idx="7555">49.990000000000002</cx:pt>
          <cx:pt idx="7556">49.990000000000002</cx:pt>
          <cx:pt idx="7557">49.990000000000002</cx:pt>
          <cx:pt idx="7558">49.990000000000002</cx:pt>
          <cx:pt idx="7559">49.990000000000002</cx:pt>
          <cx:pt idx="7560">49.990000000000002</cx:pt>
          <cx:pt idx="7561">49.990000000000002</cx:pt>
          <cx:pt idx="7562">49.990000000000002</cx:pt>
          <cx:pt idx="7563">49.990000000000002</cx:pt>
          <cx:pt idx="7564">49.990000000000002</cx:pt>
          <cx:pt idx="7565">49.990000000000002</cx:pt>
          <cx:pt idx="7566">49.990000000000002</cx:pt>
          <cx:pt idx="7567">49.990000000000002</cx:pt>
          <cx:pt idx="7568">49.990000000000002</cx:pt>
          <cx:pt idx="7569">49.990000000000002</cx:pt>
          <cx:pt idx="7570">49.990000000000002</cx:pt>
          <cx:pt idx="7571">49.990000000000002</cx:pt>
          <cx:pt idx="7572">49.990000000000002</cx:pt>
          <cx:pt idx="7573">49.990000000000002</cx:pt>
          <cx:pt idx="7574">49.990000000000002</cx:pt>
          <cx:pt idx="7575">49.990000000000002</cx:pt>
          <cx:pt idx="7576">49.990000000000002</cx:pt>
          <cx:pt idx="7577">49.990000000000002</cx:pt>
          <cx:pt idx="7578">49.990000000000002</cx:pt>
          <cx:pt idx="7579">49.990000000000002</cx:pt>
          <cx:pt idx="7580">49.990000000000002</cx:pt>
          <cx:pt idx="7581">49.990000000000002</cx:pt>
          <cx:pt idx="7582">49.990000000000002</cx:pt>
          <cx:pt idx="7583">49.990000000000002</cx:pt>
          <cx:pt idx="7584">49.990000000000002</cx:pt>
          <cx:pt idx="7585">49.990000000000002</cx:pt>
          <cx:pt idx="7586">49.990000000000002</cx:pt>
          <cx:pt idx="7587">49.990000000000002</cx:pt>
          <cx:pt idx="7588">49.990000000000002</cx:pt>
          <cx:pt idx="7589">49.990000000000002</cx:pt>
          <cx:pt idx="7590">49.990000000000002</cx:pt>
          <cx:pt idx="7591">49.990000000000002</cx:pt>
          <cx:pt idx="7592">49.990000000000002</cx:pt>
          <cx:pt idx="7593">49.990000000000002</cx:pt>
          <cx:pt idx="7594">49.990000000000002</cx:pt>
          <cx:pt idx="7595">49.990000000000002</cx:pt>
          <cx:pt idx="7596">49.990000000000002</cx:pt>
          <cx:pt idx="7597">49.990000000000002</cx:pt>
          <cx:pt idx="7598">49.990000000000002</cx:pt>
          <cx:pt idx="7599">49.990000000000002</cx:pt>
          <cx:pt idx="7600">49.990000000000002</cx:pt>
          <cx:pt idx="7601">49.990000000000002</cx:pt>
          <cx:pt idx="7602">49.990000000000002</cx:pt>
          <cx:pt idx="7603">49.990000000000002</cx:pt>
          <cx:pt idx="7604">49.990000000000002</cx:pt>
          <cx:pt idx="7605">49.990000000000002</cx:pt>
          <cx:pt idx="7606">49.990000000000002</cx:pt>
          <cx:pt idx="7607">49.990000000000002</cx:pt>
          <cx:pt idx="7608">49.990000000000002</cx:pt>
          <cx:pt idx="7609">49.990000000000002</cx:pt>
          <cx:pt idx="7610">49.990000000000002</cx:pt>
          <cx:pt idx="7611">49.990000000000002</cx:pt>
          <cx:pt idx="7612">49.990000000000002</cx:pt>
          <cx:pt idx="7613">49.990000000000002</cx:pt>
          <cx:pt idx="7614">49.990000000000002</cx:pt>
          <cx:pt idx="7615">49.990000000000002</cx:pt>
          <cx:pt idx="7616">49.990000000000002</cx:pt>
          <cx:pt idx="7617">49.990000000000002</cx:pt>
          <cx:pt idx="7618">49.990000000000002</cx:pt>
          <cx:pt idx="7619">49.990000000000002</cx:pt>
          <cx:pt idx="7620">49.990000000000002</cx:pt>
          <cx:pt idx="7621">49.990000000000002</cx:pt>
          <cx:pt idx="7622">49.990000000000002</cx:pt>
          <cx:pt idx="7623">49.990000000000002</cx:pt>
          <cx:pt idx="7624">49.990000000000002</cx:pt>
          <cx:pt idx="7625">49.990000000000002</cx:pt>
          <cx:pt idx="7626">49.990000000000002</cx:pt>
          <cx:pt idx="7627">49.990000000000002</cx:pt>
          <cx:pt idx="7628">49.990000000000002</cx:pt>
          <cx:pt idx="7629">49.990000000000002</cx:pt>
          <cx:pt idx="7630">49.990000000000002</cx:pt>
          <cx:pt idx="7631">49.990000000000002</cx:pt>
          <cx:pt idx="7632">49.990000000000002</cx:pt>
          <cx:pt idx="7633">49.990000000000002</cx:pt>
          <cx:pt idx="7634">49.990000000000002</cx:pt>
          <cx:pt idx="7635">49.990000000000002</cx:pt>
          <cx:pt idx="7636">49.990000000000002</cx:pt>
          <cx:pt idx="7637">49.990000000000002</cx:pt>
          <cx:pt idx="7638">49.990000000000002</cx:pt>
          <cx:pt idx="7639">49.990000000000002</cx:pt>
          <cx:pt idx="7640">49.990000000000002</cx:pt>
          <cx:pt idx="7641">49.990000000000002</cx:pt>
          <cx:pt idx="7642">49.990000000000002</cx:pt>
          <cx:pt idx="7643">49.990000000000002</cx:pt>
          <cx:pt idx="7644">49.990000000000002</cx:pt>
          <cx:pt idx="7645">49.990000000000002</cx:pt>
          <cx:pt idx="7646">49.990000000000002</cx:pt>
          <cx:pt idx="7647">49.990000000000002</cx:pt>
          <cx:pt idx="7648">49.990000000000002</cx:pt>
          <cx:pt idx="7649">49.990000000000002</cx:pt>
          <cx:pt idx="7650">49.990000000000002</cx:pt>
          <cx:pt idx="7651">49.990000000000002</cx:pt>
          <cx:pt idx="7652">49.990000000000002</cx:pt>
          <cx:pt idx="7653">49.990000000000002</cx:pt>
          <cx:pt idx="7654">49.990000000000002</cx:pt>
          <cx:pt idx="7655">49.990000000000002</cx:pt>
          <cx:pt idx="7656">49.990000000000002</cx:pt>
          <cx:pt idx="7657">49.990000000000002</cx:pt>
          <cx:pt idx="7658">49.990000000000002</cx:pt>
          <cx:pt idx="7659">49.990000000000002</cx:pt>
          <cx:pt idx="7660">49.990000000000002</cx:pt>
          <cx:pt idx="7661">49.990000000000002</cx:pt>
          <cx:pt idx="7662">49.990000000000002</cx:pt>
          <cx:pt idx="7663">49.990000000000002</cx:pt>
          <cx:pt idx="7664">49.990000000000002</cx:pt>
          <cx:pt idx="7665">49.990000000000002</cx:pt>
          <cx:pt idx="7666">49.990000000000002</cx:pt>
          <cx:pt idx="7667">49.990000000000002</cx:pt>
          <cx:pt idx="7668">49.990000000000002</cx:pt>
          <cx:pt idx="7669">49.990000000000002</cx:pt>
          <cx:pt idx="7670">49.990000000000002</cx:pt>
          <cx:pt idx="7671">49.990000000000002</cx:pt>
          <cx:pt idx="7672">49.990000000000002</cx:pt>
          <cx:pt idx="7673">49.990000000000002</cx:pt>
          <cx:pt idx="7674">49.990000000000002</cx:pt>
          <cx:pt idx="7675">49.990000000000002</cx:pt>
          <cx:pt idx="7676">49.990000000000002</cx:pt>
          <cx:pt idx="7677">49.990000000000002</cx:pt>
          <cx:pt idx="7678">49.990000000000002</cx:pt>
          <cx:pt idx="7679">49.990000000000002</cx:pt>
          <cx:pt idx="7680">49.990000000000002</cx:pt>
          <cx:pt idx="7681">49.990000000000002</cx:pt>
          <cx:pt idx="7682">49.990000000000002</cx:pt>
          <cx:pt idx="7683">49.990000000000002</cx:pt>
          <cx:pt idx="7684">49.990000000000002</cx:pt>
          <cx:pt idx="7685">49.990000000000002</cx:pt>
          <cx:pt idx="7686">49.990000000000002</cx:pt>
          <cx:pt idx="7687">49.990000000000002</cx:pt>
          <cx:pt idx="7688">49.990000000000002</cx:pt>
          <cx:pt idx="7689">49.990000000000002</cx:pt>
          <cx:pt idx="7690">49.990000000000002</cx:pt>
          <cx:pt idx="7691">49.990000000000002</cx:pt>
          <cx:pt idx="7692">49.990000000000002</cx:pt>
          <cx:pt idx="7693">49.990000000000002</cx:pt>
          <cx:pt idx="7694">49.990000000000002</cx:pt>
          <cx:pt idx="7695">49.990000000000002</cx:pt>
          <cx:pt idx="7696">49.990000000000002</cx:pt>
          <cx:pt idx="7697">49.990000000000002</cx:pt>
          <cx:pt idx="7698">49.990000000000002</cx:pt>
          <cx:pt idx="7699">49.990000000000002</cx:pt>
          <cx:pt idx="7700">49.990000000000002</cx:pt>
          <cx:pt idx="7701">49.990000000000002</cx:pt>
          <cx:pt idx="7702">49.990000000000002</cx:pt>
          <cx:pt idx="7703">49.990000000000002</cx:pt>
          <cx:pt idx="7704">49.990000000000002</cx:pt>
          <cx:pt idx="7705">49.990000000000002</cx:pt>
          <cx:pt idx="7706">49.990000000000002</cx:pt>
          <cx:pt idx="7707">49.990000000000002</cx:pt>
          <cx:pt idx="7708">49.990000000000002</cx:pt>
          <cx:pt idx="7709">49.990000000000002</cx:pt>
          <cx:pt idx="7710">49.990000000000002</cx:pt>
          <cx:pt idx="7711">49.990000000000002</cx:pt>
          <cx:pt idx="7712">49.990000000000002</cx:pt>
          <cx:pt idx="7713">49.990000000000002</cx:pt>
          <cx:pt idx="7714">49.990000000000002</cx:pt>
          <cx:pt idx="7715">49.990000000000002</cx:pt>
          <cx:pt idx="7716">49.990000000000002</cx:pt>
          <cx:pt idx="7717">49.990000000000002</cx:pt>
          <cx:pt idx="7718">49.990000000000002</cx:pt>
          <cx:pt idx="7719">49.990000000000002</cx:pt>
          <cx:pt idx="7720">49.990000000000002</cx:pt>
          <cx:pt idx="7721">49.990000000000002</cx:pt>
          <cx:pt idx="7722">49.990000000000002</cx:pt>
          <cx:pt idx="7723">49.990000000000002</cx:pt>
          <cx:pt idx="7724">49.990000000000002</cx:pt>
          <cx:pt idx="7725">49.990000000000002</cx:pt>
          <cx:pt idx="7726">49.990000000000002</cx:pt>
          <cx:pt idx="7727">49.990000000000002</cx:pt>
          <cx:pt idx="7728">49.990000000000002</cx:pt>
          <cx:pt idx="7729">49.990000000000002</cx:pt>
          <cx:pt idx="7730">49.990000000000002</cx:pt>
          <cx:pt idx="7731">49.990000000000002</cx:pt>
          <cx:pt idx="7732">49.990000000000002</cx:pt>
          <cx:pt idx="7733">49.990000000000002</cx:pt>
          <cx:pt idx="7734">49.990000000000002</cx:pt>
          <cx:pt idx="7735">49.990000000000002</cx:pt>
          <cx:pt idx="7736">49.990000000000002</cx:pt>
          <cx:pt idx="7737">49.990000000000002</cx:pt>
          <cx:pt idx="7738">49.990000000000002</cx:pt>
          <cx:pt idx="7739">49.990000000000002</cx:pt>
          <cx:pt idx="7740">49.990000000000002</cx:pt>
          <cx:pt idx="7741">49.990000000000002</cx:pt>
          <cx:pt idx="7742">49.990000000000002</cx:pt>
          <cx:pt idx="7743">49.990000000000002</cx:pt>
          <cx:pt idx="7744">49.990000000000002</cx:pt>
          <cx:pt idx="7745">49.990000000000002</cx:pt>
          <cx:pt idx="7746">49.990000000000002</cx:pt>
          <cx:pt idx="7747">49.990000000000002</cx:pt>
          <cx:pt idx="7748">49.990000000000002</cx:pt>
          <cx:pt idx="7749">49.990000000000002</cx:pt>
          <cx:pt idx="7750">49.990000000000002</cx:pt>
          <cx:pt idx="7751">49.990000000000002</cx:pt>
          <cx:pt idx="7752">49.990000000000002</cx:pt>
          <cx:pt idx="7753">49.990000000000002</cx:pt>
          <cx:pt idx="7754">49.990000000000002</cx:pt>
          <cx:pt idx="7755">49.990000000000002</cx:pt>
          <cx:pt idx="7756">49.990000000000002</cx:pt>
          <cx:pt idx="7757">49.990000000000002</cx:pt>
          <cx:pt idx="7758">49.990000000000002</cx:pt>
          <cx:pt idx="7759">49.990000000000002</cx:pt>
          <cx:pt idx="7760">49.990000000000002</cx:pt>
          <cx:pt idx="7761">49.990000000000002</cx:pt>
          <cx:pt idx="7762">49.990000000000002</cx:pt>
          <cx:pt idx="7763">49.990000000000002</cx:pt>
          <cx:pt idx="7764">49.990000000000002</cx:pt>
          <cx:pt idx="7765">49.990000000000002</cx:pt>
          <cx:pt idx="7766">49.990000000000002</cx:pt>
          <cx:pt idx="7767">49.990000000000002</cx:pt>
          <cx:pt idx="7768">49.990000000000002</cx:pt>
          <cx:pt idx="7769">49.990000000000002</cx:pt>
          <cx:pt idx="7770">49.990000000000002</cx:pt>
          <cx:pt idx="7771">49.990000000000002</cx:pt>
          <cx:pt idx="7772">49.990000000000002</cx:pt>
          <cx:pt idx="7773">49.990000000000002</cx:pt>
          <cx:pt idx="7774">49.990000000000002</cx:pt>
          <cx:pt idx="7775">49.990000000000002</cx:pt>
          <cx:pt idx="7776">49.990000000000002</cx:pt>
          <cx:pt idx="7777">49.990000000000002</cx:pt>
          <cx:pt idx="7778">49.990000000000002</cx:pt>
          <cx:pt idx="7779">49.990000000000002</cx:pt>
          <cx:pt idx="7780">49.990000000000002</cx:pt>
          <cx:pt idx="7781">49.990000000000002</cx:pt>
          <cx:pt idx="7782">49.990000000000002</cx:pt>
          <cx:pt idx="7783">49.990000000000002</cx:pt>
          <cx:pt idx="7784">49.990000000000002</cx:pt>
          <cx:pt idx="7785">49.990000000000002</cx:pt>
          <cx:pt idx="7786">49.990000000000002</cx:pt>
          <cx:pt idx="7787">49.990000000000002</cx:pt>
          <cx:pt idx="7788">49.990000000000002</cx:pt>
          <cx:pt idx="7789">49.990000000000002</cx:pt>
          <cx:pt idx="7790">49.990000000000002</cx:pt>
          <cx:pt idx="7791">49.990000000000002</cx:pt>
          <cx:pt idx="7792">49.990000000000002</cx:pt>
          <cx:pt idx="7793">49.990000000000002</cx:pt>
          <cx:pt idx="7794">49.990000000000002</cx:pt>
          <cx:pt idx="7795">49.990000000000002</cx:pt>
          <cx:pt idx="7796">49.990000000000002</cx:pt>
          <cx:pt idx="7797">49.990000000000002</cx:pt>
          <cx:pt idx="7798">49.990000000000002</cx:pt>
          <cx:pt idx="7799">49.990000000000002</cx:pt>
          <cx:pt idx="7800">49.990000000000002</cx:pt>
          <cx:pt idx="7801">49.990000000000002</cx:pt>
          <cx:pt idx="7802">49.990000000000002</cx:pt>
          <cx:pt idx="7803">49.990000000000002</cx:pt>
          <cx:pt idx="7804">49.990000000000002</cx:pt>
          <cx:pt idx="7805">49.990000000000002</cx:pt>
          <cx:pt idx="7806">49.990000000000002</cx:pt>
          <cx:pt idx="7807">49.990000000000002</cx:pt>
          <cx:pt idx="7808">49.990000000000002</cx:pt>
          <cx:pt idx="7809">49.990000000000002</cx:pt>
          <cx:pt idx="7810">49.990000000000002</cx:pt>
          <cx:pt idx="7811">49.990000000000002</cx:pt>
          <cx:pt idx="7812">49.990000000000002</cx:pt>
          <cx:pt idx="7813">49.990000000000002</cx:pt>
          <cx:pt idx="7814">49.990000000000002</cx:pt>
          <cx:pt idx="7815">49.990000000000002</cx:pt>
          <cx:pt idx="7816">49.990000000000002</cx:pt>
          <cx:pt idx="7817">49.990000000000002</cx:pt>
          <cx:pt idx="7818">49.990000000000002</cx:pt>
          <cx:pt idx="7819">49.990000000000002</cx:pt>
          <cx:pt idx="7820">49.990000000000002</cx:pt>
          <cx:pt idx="7821">49.990000000000002</cx:pt>
          <cx:pt idx="7822">49.990000000000002</cx:pt>
          <cx:pt idx="7823">49.990000000000002</cx:pt>
          <cx:pt idx="7824">49.990000000000002</cx:pt>
          <cx:pt idx="7825">49.990000000000002</cx:pt>
          <cx:pt idx="7826">49.990000000000002</cx:pt>
          <cx:pt idx="7827">49.990000000000002</cx:pt>
          <cx:pt idx="7828">49.990000000000002</cx:pt>
          <cx:pt idx="7829">49.990000000000002</cx:pt>
          <cx:pt idx="7830">49.990000000000002</cx:pt>
          <cx:pt idx="7831">49.990000000000002</cx:pt>
          <cx:pt idx="7832">49.990000000000002</cx:pt>
          <cx:pt idx="7833">49.990000000000002</cx:pt>
          <cx:pt idx="7834">49.990000000000002</cx:pt>
          <cx:pt idx="7835">49.990000000000002</cx:pt>
          <cx:pt idx="7836">49.990000000000002</cx:pt>
          <cx:pt idx="7837">49.990000000000002</cx:pt>
          <cx:pt idx="7838">49.990000000000002</cx:pt>
          <cx:pt idx="7839">49.990000000000002</cx:pt>
          <cx:pt idx="7840">49.990000000000002</cx:pt>
          <cx:pt idx="7841">49.990000000000002</cx:pt>
          <cx:pt idx="7842">49.990000000000002</cx:pt>
          <cx:pt idx="7843">49.990000000000002</cx:pt>
          <cx:pt idx="7844">49.990000000000002</cx:pt>
          <cx:pt idx="7845">49.990000000000002</cx:pt>
          <cx:pt idx="7846">49.990000000000002</cx:pt>
          <cx:pt idx="7847">49.990000000000002</cx:pt>
          <cx:pt idx="7848">49.990000000000002</cx:pt>
          <cx:pt idx="7849">49.990000000000002</cx:pt>
          <cx:pt idx="7850">49.990000000000002</cx:pt>
          <cx:pt idx="7851">49.990000000000002</cx:pt>
          <cx:pt idx="7852">49.990000000000002</cx:pt>
          <cx:pt idx="7853">49.990000000000002</cx:pt>
          <cx:pt idx="7854">49.990000000000002</cx:pt>
          <cx:pt idx="7855">49.990000000000002</cx:pt>
          <cx:pt idx="7856">49.990000000000002</cx:pt>
          <cx:pt idx="7857">49.990000000000002</cx:pt>
          <cx:pt idx="7858">49.990000000000002</cx:pt>
          <cx:pt idx="7859">49.990000000000002</cx:pt>
          <cx:pt idx="7860">49.990000000000002</cx:pt>
          <cx:pt idx="7861">49.990000000000002</cx:pt>
          <cx:pt idx="7862">49.990000000000002</cx:pt>
          <cx:pt idx="7863">49.990000000000002</cx:pt>
          <cx:pt idx="7864">49.990000000000002</cx:pt>
          <cx:pt idx="7865">49.990000000000002</cx:pt>
          <cx:pt idx="7866">49.990000000000002</cx:pt>
          <cx:pt idx="7867">49.990000000000002</cx:pt>
          <cx:pt idx="7868">49.990000000000002</cx:pt>
          <cx:pt idx="7869">49.990000000000002</cx:pt>
          <cx:pt idx="7870">49.990000000000002</cx:pt>
          <cx:pt idx="7871">49.990000000000002</cx:pt>
          <cx:pt idx="7872">49.990000000000002</cx:pt>
          <cx:pt idx="7873">49.990000000000002</cx:pt>
          <cx:pt idx="7874">49.990000000000002</cx:pt>
          <cx:pt idx="7875">49.990000000000002</cx:pt>
          <cx:pt idx="7876">49.990000000000002</cx:pt>
          <cx:pt idx="7877">49.990000000000002</cx:pt>
          <cx:pt idx="7878">49.990000000000002</cx:pt>
          <cx:pt idx="7879">49.990000000000002</cx:pt>
          <cx:pt idx="7880">49.990000000000002</cx:pt>
          <cx:pt idx="7881">49.990000000000002</cx:pt>
          <cx:pt idx="7882">49.990000000000002</cx:pt>
          <cx:pt idx="7883">49.990000000000002</cx:pt>
          <cx:pt idx="7884">49.990000000000002</cx:pt>
          <cx:pt idx="7885">49.990000000000002</cx:pt>
          <cx:pt idx="7886">49.990000000000002</cx:pt>
          <cx:pt idx="7887">49.990000000000002</cx:pt>
          <cx:pt idx="7888">49.990000000000002</cx:pt>
          <cx:pt idx="7889">49.990000000000002</cx:pt>
          <cx:pt idx="7890">49.990000000000002</cx:pt>
          <cx:pt idx="7891">49.990000000000002</cx:pt>
          <cx:pt idx="7892">49.990000000000002</cx:pt>
          <cx:pt idx="7893">49.990000000000002</cx:pt>
          <cx:pt idx="7894">49.990000000000002</cx:pt>
          <cx:pt idx="7895">49.990000000000002</cx:pt>
          <cx:pt idx="7896">49.990000000000002</cx:pt>
          <cx:pt idx="7897">49.990000000000002</cx:pt>
          <cx:pt idx="7898">49.990000000000002</cx:pt>
          <cx:pt idx="7899">49.990000000000002</cx:pt>
          <cx:pt idx="7900">49.990000000000002</cx:pt>
          <cx:pt idx="7901">49.990000000000002</cx:pt>
          <cx:pt idx="7902">49.990000000000002</cx:pt>
          <cx:pt idx="7903">49.990000000000002</cx:pt>
          <cx:pt idx="7904">49.990000000000002</cx:pt>
          <cx:pt idx="7905">49.990000000000002</cx:pt>
          <cx:pt idx="7906">49.990000000000002</cx:pt>
          <cx:pt idx="7907">49.990000000000002</cx:pt>
          <cx:pt idx="7908">49.990000000000002</cx:pt>
          <cx:pt idx="7909">49.990000000000002</cx:pt>
          <cx:pt idx="7910">49.990000000000002</cx:pt>
          <cx:pt idx="7911">49.990000000000002</cx:pt>
          <cx:pt idx="7912">49.990000000000002</cx:pt>
          <cx:pt idx="7913">49.990000000000002</cx:pt>
          <cx:pt idx="7914">49.990000000000002</cx:pt>
          <cx:pt idx="7915">49.990000000000002</cx:pt>
          <cx:pt idx="7916">49.990000000000002</cx:pt>
          <cx:pt idx="7917">49.990000000000002</cx:pt>
          <cx:pt idx="7918">49.990000000000002</cx:pt>
          <cx:pt idx="7919">49.990000000000002</cx:pt>
          <cx:pt idx="7920">49.990000000000002</cx:pt>
          <cx:pt idx="7921">49.990000000000002</cx:pt>
          <cx:pt idx="7922">49.990000000000002</cx:pt>
          <cx:pt idx="7923">49.990000000000002</cx:pt>
          <cx:pt idx="7924">49.990000000000002</cx:pt>
          <cx:pt idx="7925">49.990000000000002</cx:pt>
          <cx:pt idx="7926">49.990000000000002</cx:pt>
          <cx:pt idx="7927">49.990000000000002</cx:pt>
          <cx:pt idx="7928">49.990000000000002</cx:pt>
          <cx:pt idx="7929">49.990000000000002</cx:pt>
          <cx:pt idx="7930">49.990000000000002</cx:pt>
          <cx:pt idx="7931">49.990000000000002</cx:pt>
          <cx:pt idx="7932">49.990000000000002</cx:pt>
          <cx:pt idx="7933">49.990000000000002</cx:pt>
          <cx:pt idx="7934">49.990000000000002</cx:pt>
          <cx:pt idx="7935">49.990000000000002</cx:pt>
          <cx:pt idx="7936">49.990000000000002</cx:pt>
          <cx:pt idx="7937">49.990000000000002</cx:pt>
          <cx:pt idx="7938">49.990000000000002</cx:pt>
          <cx:pt idx="7939">49.990000000000002</cx:pt>
          <cx:pt idx="7940">49.990000000000002</cx:pt>
          <cx:pt idx="7941">49.990000000000002</cx:pt>
          <cx:pt idx="7942">49.990000000000002</cx:pt>
          <cx:pt idx="7943">49.990000000000002</cx:pt>
          <cx:pt idx="7944">49.990000000000002</cx:pt>
          <cx:pt idx="7945">49.990000000000002</cx:pt>
          <cx:pt idx="7946">49.990000000000002</cx:pt>
          <cx:pt idx="7947">49.990000000000002</cx:pt>
          <cx:pt idx="7948">49.990000000000002</cx:pt>
          <cx:pt idx="7949">49.990000000000002</cx:pt>
          <cx:pt idx="7950">49.990000000000002</cx:pt>
          <cx:pt idx="7951">49.990000000000002</cx:pt>
          <cx:pt idx="7952">49.990000000000002</cx:pt>
          <cx:pt idx="7953">49.990000000000002</cx:pt>
          <cx:pt idx="7954">49.990000000000002</cx:pt>
          <cx:pt idx="7955">49.990000000000002</cx:pt>
          <cx:pt idx="7956">49.990000000000002</cx:pt>
          <cx:pt idx="7957">49.990000000000002</cx:pt>
          <cx:pt idx="7958">49.990000000000002</cx:pt>
          <cx:pt idx="7959">49.990000000000002</cx:pt>
          <cx:pt idx="7960">49.990000000000002</cx:pt>
          <cx:pt idx="7961">49.990000000000002</cx:pt>
          <cx:pt idx="7962">49.990000000000002</cx:pt>
          <cx:pt idx="7963">49.990000000000002</cx:pt>
          <cx:pt idx="7964">49.990000000000002</cx:pt>
          <cx:pt idx="7965">49.990000000000002</cx:pt>
          <cx:pt idx="7966">49.990000000000002</cx:pt>
          <cx:pt idx="7967">49.990000000000002</cx:pt>
          <cx:pt idx="7968">49.990000000000002</cx:pt>
          <cx:pt idx="7969">49.990000000000002</cx:pt>
          <cx:pt idx="7970">49.990000000000002</cx:pt>
          <cx:pt idx="7971">49.990000000000002</cx:pt>
          <cx:pt idx="7972">49.990000000000002</cx:pt>
          <cx:pt idx="7973">49.990000000000002</cx:pt>
          <cx:pt idx="7974">49.990000000000002</cx:pt>
          <cx:pt idx="7975">49.990000000000002</cx:pt>
          <cx:pt idx="7976">49.990000000000002</cx:pt>
          <cx:pt idx="7977">49.990000000000002</cx:pt>
          <cx:pt idx="7978">49.990000000000002</cx:pt>
          <cx:pt idx="7979">49.990000000000002</cx:pt>
          <cx:pt idx="7980">49.990000000000002</cx:pt>
          <cx:pt idx="7981">49.990000000000002</cx:pt>
          <cx:pt idx="7982">49.990000000000002</cx:pt>
          <cx:pt idx="7983">49.990000000000002</cx:pt>
          <cx:pt idx="7984">49.990000000000002</cx:pt>
          <cx:pt idx="7985">49.990000000000002</cx:pt>
          <cx:pt idx="7986">49.990000000000002</cx:pt>
          <cx:pt idx="7987">49.990000000000002</cx:pt>
          <cx:pt idx="7988">49.990000000000002</cx:pt>
          <cx:pt idx="7989">49.990000000000002</cx:pt>
          <cx:pt idx="7990">49.990000000000002</cx:pt>
          <cx:pt idx="7991">49.990000000000002</cx:pt>
          <cx:pt idx="7992">49.990000000000002</cx:pt>
          <cx:pt idx="7993">49.990000000000002</cx:pt>
          <cx:pt idx="7994">49.990000000000002</cx:pt>
          <cx:pt idx="7995">49.990000000000002</cx:pt>
          <cx:pt idx="7996">49.990000000000002</cx:pt>
          <cx:pt idx="7997">49.990000000000002</cx:pt>
          <cx:pt idx="7998">49.990000000000002</cx:pt>
          <cx:pt idx="7999">49.990000000000002</cx:pt>
          <cx:pt idx="8000">49.990000000000002</cx:pt>
          <cx:pt idx="8001">49.990000000000002</cx:pt>
          <cx:pt idx="8002">49.990000000000002</cx:pt>
          <cx:pt idx="8003">49.990000000000002</cx:pt>
          <cx:pt idx="8004">49.990000000000002</cx:pt>
          <cx:pt idx="8005">49.990000000000002</cx:pt>
          <cx:pt idx="8006">49.990000000000002</cx:pt>
          <cx:pt idx="8007">49.990000000000002</cx:pt>
          <cx:pt idx="8008">49.990000000000002</cx:pt>
          <cx:pt idx="8009">49.990000000000002</cx:pt>
          <cx:pt idx="8010">49.990000000000002</cx:pt>
          <cx:pt idx="8011">49.990000000000002</cx:pt>
          <cx:pt idx="8012">49.990000000000002</cx:pt>
          <cx:pt idx="8013">49.990000000000002</cx:pt>
          <cx:pt idx="8014">49.990000000000002</cx:pt>
          <cx:pt idx="8015">49.990000000000002</cx:pt>
          <cx:pt idx="8016">49.990000000000002</cx:pt>
          <cx:pt idx="8017">49.990000000000002</cx:pt>
          <cx:pt idx="8018">49.990000000000002</cx:pt>
          <cx:pt idx="8019">49.990000000000002</cx:pt>
          <cx:pt idx="8020">49.990000000000002</cx:pt>
          <cx:pt idx="8021">49.990000000000002</cx:pt>
          <cx:pt idx="8022">49.990000000000002</cx:pt>
          <cx:pt idx="8023">49.990000000000002</cx:pt>
          <cx:pt idx="8024">49.990000000000002</cx:pt>
          <cx:pt idx="8025">49.990000000000002</cx:pt>
          <cx:pt idx="8026">49.990000000000002</cx:pt>
          <cx:pt idx="8027">49.990000000000002</cx:pt>
          <cx:pt idx="8028">49.990000000000002</cx:pt>
          <cx:pt idx="8029">49.990000000000002</cx:pt>
          <cx:pt idx="8030">49.990000000000002</cx:pt>
          <cx:pt idx="8031">49.990000000000002</cx:pt>
          <cx:pt idx="8032">49.990000000000002</cx:pt>
          <cx:pt idx="8033">49.990000000000002</cx:pt>
          <cx:pt idx="8034">49.990000000000002</cx:pt>
          <cx:pt idx="8035">49.990000000000002</cx:pt>
          <cx:pt idx="8036">49.990000000000002</cx:pt>
          <cx:pt idx="8037">49.990000000000002</cx:pt>
          <cx:pt idx="8038">49.990000000000002</cx:pt>
          <cx:pt idx="8039">49.990000000000002</cx:pt>
          <cx:pt idx="8040">49.990000000000002</cx:pt>
          <cx:pt idx="8041">49.990000000000002</cx:pt>
          <cx:pt idx="8042">49.990000000000002</cx:pt>
          <cx:pt idx="8043">49.990000000000002</cx:pt>
          <cx:pt idx="8044">49.990000000000002</cx:pt>
          <cx:pt idx="8045">49.990000000000002</cx:pt>
          <cx:pt idx="8046">49.990000000000002</cx:pt>
          <cx:pt idx="8047">49.990000000000002</cx:pt>
          <cx:pt idx="8048">49.990000000000002</cx:pt>
          <cx:pt idx="8049">49.990000000000002</cx:pt>
          <cx:pt idx="8050">49.990000000000002</cx:pt>
          <cx:pt idx="8051">49.990000000000002</cx:pt>
          <cx:pt idx="8052">49.990000000000002</cx:pt>
          <cx:pt idx="8053">49.990000000000002</cx:pt>
          <cx:pt idx="8054">49.990000000000002</cx:pt>
          <cx:pt idx="8055">49.990000000000002</cx:pt>
          <cx:pt idx="8056">49.990000000000002</cx:pt>
          <cx:pt idx="8057">49.990000000000002</cx:pt>
          <cx:pt idx="8058">49.990000000000002</cx:pt>
          <cx:pt idx="8059">49.990000000000002</cx:pt>
          <cx:pt idx="8060">49.990000000000002</cx:pt>
          <cx:pt idx="8061">49.990000000000002</cx:pt>
          <cx:pt idx="8062">49.990000000000002</cx:pt>
          <cx:pt idx="8063">49.990000000000002</cx:pt>
          <cx:pt idx="8064">49.990000000000002</cx:pt>
          <cx:pt idx="8065">49.990000000000002</cx:pt>
          <cx:pt idx="8066">49.990000000000002</cx:pt>
          <cx:pt idx="8067">49.990000000000002</cx:pt>
          <cx:pt idx="8068">49.990000000000002</cx:pt>
          <cx:pt idx="8069">49.990000000000002</cx:pt>
          <cx:pt idx="8070">49.990000000000002</cx:pt>
          <cx:pt idx="8071">49.990000000000002</cx:pt>
          <cx:pt idx="8072">49.990000000000002</cx:pt>
          <cx:pt idx="8073">49.990000000000002</cx:pt>
          <cx:pt idx="8074">49.990000000000002</cx:pt>
          <cx:pt idx="8075">49.990000000000002</cx:pt>
          <cx:pt idx="8076">49.990000000000002</cx:pt>
          <cx:pt idx="8077">49.990000000000002</cx:pt>
          <cx:pt idx="8078">49.990000000000002</cx:pt>
          <cx:pt idx="8079">49.990000000000002</cx:pt>
          <cx:pt idx="8080">49.990000000000002</cx:pt>
          <cx:pt idx="8081">49.990000000000002</cx:pt>
          <cx:pt idx="8082">49.990000000000002</cx:pt>
          <cx:pt idx="8083">49.990000000000002</cx:pt>
          <cx:pt idx="8084">49.990000000000002</cx:pt>
          <cx:pt idx="8085">49.990000000000002</cx:pt>
          <cx:pt idx="8086">49.990000000000002</cx:pt>
          <cx:pt idx="8087">49.990000000000002</cx:pt>
          <cx:pt idx="8088">49.990000000000002</cx:pt>
          <cx:pt idx="8089">49.990000000000002</cx:pt>
          <cx:pt idx="8090">49.990000000000002</cx:pt>
          <cx:pt idx="8091">49.990000000000002</cx:pt>
          <cx:pt idx="8092">49.990000000000002</cx:pt>
          <cx:pt idx="8093">49.990000000000002</cx:pt>
          <cx:pt idx="8094">49.990000000000002</cx:pt>
          <cx:pt idx="8095">49.990000000000002</cx:pt>
          <cx:pt idx="8096">49.990000000000002</cx:pt>
          <cx:pt idx="8097">49.990000000000002</cx:pt>
          <cx:pt idx="8098">49.990000000000002</cx:pt>
          <cx:pt idx="8099">49.990000000000002</cx:pt>
          <cx:pt idx="8100">49.990000000000002</cx:pt>
          <cx:pt idx="8101">49.990000000000002</cx:pt>
          <cx:pt idx="8102">49.990000000000002</cx:pt>
          <cx:pt idx="8103">49.990000000000002</cx:pt>
          <cx:pt idx="8104">49.990000000000002</cx:pt>
          <cx:pt idx="8105">49.990000000000002</cx:pt>
          <cx:pt idx="8106">49.990000000000002</cx:pt>
          <cx:pt idx="8107">49.990000000000002</cx:pt>
          <cx:pt idx="8108">49.990000000000002</cx:pt>
          <cx:pt idx="8109">49.990000000000002</cx:pt>
          <cx:pt idx="8110">49.990000000000002</cx:pt>
          <cx:pt idx="8111">49.990000000000002</cx:pt>
          <cx:pt idx="8112">49.990000000000002</cx:pt>
          <cx:pt idx="8113">49.990000000000002</cx:pt>
          <cx:pt idx="8114">49.990000000000002</cx:pt>
          <cx:pt idx="8115">49.990000000000002</cx:pt>
          <cx:pt idx="8116">49.990000000000002</cx:pt>
          <cx:pt idx="8117">49.990000000000002</cx:pt>
          <cx:pt idx="8118">49.990000000000002</cx:pt>
          <cx:pt idx="8119">49.990000000000002</cx:pt>
          <cx:pt idx="8120">49.990000000000002</cx:pt>
          <cx:pt idx="8121">49.990000000000002</cx:pt>
          <cx:pt idx="8122">49.990000000000002</cx:pt>
          <cx:pt idx="8123">49.990000000000002</cx:pt>
          <cx:pt idx="8124">49.990000000000002</cx:pt>
          <cx:pt idx="8125">49.990000000000002</cx:pt>
          <cx:pt idx="8126">49.990000000000002</cx:pt>
          <cx:pt idx="8127">49.990000000000002</cx:pt>
          <cx:pt idx="8128">49.990000000000002</cx:pt>
          <cx:pt idx="8129">49.990000000000002</cx:pt>
          <cx:pt idx="8130">49.990000000000002</cx:pt>
          <cx:pt idx="8131">49.990000000000002</cx:pt>
          <cx:pt idx="8132">49.990000000000002</cx:pt>
          <cx:pt idx="8133">49.990000000000002</cx:pt>
          <cx:pt idx="8134">49.990000000000002</cx:pt>
          <cx:pt idx="8135">49.990000000000002</cx:pt>
          <cx:pt idx="8136">49.990000000000002</cx:pt>
          <cx:pt idx="8137">49.990000000000002</cx:pt>
          <cx:pt idx="8138">49.990000000000002</cx:pt>
          <cx:pt idx="8139">49.990000000000002</cx:pt>
          <cx:pt idx="8140">49.990000000000002</cx:pt>
          <cx:pt idx="8141">49.990000000000002</cx:pt>
          <cx:pt idx="8142">49.990000000000002</cx:pt>
          <cx:pt idx="8143">49.990000000000002</cx:pt>
          <cx:pt idx="8144">49.990000000000002</cx:pt>
          <cx:pt idx="8145">49.990000000000002</cx:pt>
          <cx:pt idx="8146">49.990000000000002</cx:pt>
          <cx:pt idx="8147">49.990000000000002</cx:pt>
          <cx:pt idx="8148">49.990000000000002</cx:pt>
          <cx:pt idx="8149">49.990000000000002</cx:pt>
          <cx:pt idx="8150">49.990000000000002</cx:pt>
          <cx:pt idx="8151">49.990000000000002</cx:pt>
          <cx:pt idx="8152">49.990000000000002</cx:pt>
          <cx:pt idx="8153">49.990000000000002</cx:pt>
          <cx:pt idx="8154">49.990000000000002</cx:pt>
          <cx:pt idx="8155">49.990000000000002</cx:pt>
          <cx:pt idx="8156">49.990000000000002</cx:pt>
          <cx:pt idx="8157">49.990000000000002</cx:pt>
          <cx:pt idx="8158">49.990000000000002</cx:pt>
          <cx:pt idx="8159">49.990000000000002</cx:pt>
          <cx:pt idx="8160">49.990000000000002</cx:pt>
          <cx:pt idx="8161">49.990000000000002</cx:pt>
          <cx:pt idx="8162">49.990000000000002</cx:pt>
          <cx:pt idx="8163">49.990000000000002</cx:pt>
          <cx:pt idx="8164">49.990000000000002</cx:pt>
          <cx:pt idx="8165">49.990000000000002</cx:pt>
          <cx:pt idx="8166">49.990000000000002</cx:pt>
          <cx:pt idx="8167">49.990000000000002</cx:pt>
          <cx:pt idx="8168">49.990000000000002</cx:pt>
          <cx:pt idx="8169">49.990000000000002</cx:pt>
          <cx:pt idx="8170">49.990000000000002</cx:pt>
          <cx:pt idx="8171">49.990000000000002</cx:pt>
          <cx:pt idx="8172">49.990000000000002</cx:pt>
          <cx:pt idx="8173">49.990000000000002</cx:pt>
          <cx:pt idx="8174">49.990000000000002</cx:pt>
          <cx:pt idx="8175">49.990000000000002</cx:pt>
          <cx:pt idx="8176">49.990000000000002</cx:pt>
          <cx:pt idx="8177">49.990000000000002</cx:pt>
          <cx:pt idx="8178">49.990000000000002</cx:pt>
          <cx:pt idx="8179">49.990000000000002</cx:pt>
          <cx:pt idx="8180">49.990000000000002</cx:pt>
          <cx:pt idx="8181">49.990000000000002</cx:pt>
          <cx:pt idx="8182">49.990000000000002</cx:pt>
          <cx:pt idx="8183">49.990000000000002</cx:pt>
          <cx:pt idx="8184">49.990000000000002</cx:pt>
          <cx:pt idx="8185">49.990000000000002</cx:pt>
          <cx:pt idx="8186">49.990000000000002</cx:pt>
          <cx:pt idx="8187">49.990000000000002</cx:pt>
          <cx:pt idx="8188">49.990000000000002</cx:pt>
          <cx:pt idx="8189">49.990000000000002</cx:pt>
          <cx:pt idx="8190">49.990000000000002</cx:pt>
          <cx:pt idx="8191">49.990000000000002</cx:pt>
          <cx:pt idx="8192">49.990000000000002</cx:pt>
          <cx:pt idx="8193">49.990000000000002</cx:pt>
          <cx:pt idx="8194">49.990000000000002</cx:pt>
          <cx:pt idx="8195">49.990000000000002</cx:pt>
          <cx:pt idx="8196">49.990000000000002</cx:pt>
          <cx:pt idx="8197">49.990000000000002</cx:pt>
          <cx:pt idx="8198">49.990000000000002</cx:pt>
          <cx:pt idx="8199">49.990000000000002</cx:pt>
          <cx:pt idx="8200">49.990000000000002</cx:pt>
          <cx:pt idx="8201">49.990000000000002</cx:pt>
          <cx:pt idx="8202">49.990000000000002</cx:pt>
          <cx:pt idx="8203">49.990000000000002</cx:pt>
          <cx:pt idx="8204">49.990000000000002</cx:pt>
          <cx:pt idx="8205">49.990000000000002</cx:pt>
          <cx:pt idx="8206">49.990000000000002</cx:pt>
          <cx:pt idx="8207">49.990000000000002</cx:pt>
          <cx:pt idx="8208">49.990000000000002</cx:pt>
          <cx:pt idx="8209">49.990000000000002</cx:pt>
          <cx:pt idx="8210">49.990000000000002</cx:pt>
          <cx:pt idx="8211">49.990000000000002</cx:pt>
          <cx:pt idx="8212">49.990000000000002</cx:pt>
          <cx:pt idx="8213">49.990000000000002</cx:pt>
          <cx:pt idx="8214">49.990000000000002</cx:pt>
          <cx:pt idx="8215">49.990000000000002</cx:pt>
          <cx:pt idx="8216">49.990000000000002</cx:pt>
          <cx:pt idx="8217">49.990000000000002</cx:pt>
          <cx:pt idx="8218">49.990000000000002</cx:pt>
          <cx:pt idx="8219">49.990000000000002</cx:pt>
          <cx:pt idx="8220">49.990000000000002</cx:pt>
          <cx:pt idx="8221">49.990000000000002</cx:pt>
          <cx:pt idx="8222">49.990000000000002</cx:pt>
          <cx:pt idx="8223">49.990000000000002</cx:pt>
          <cx:pt idx="8224">49.990000000000002</cx:pt>
          <cx:pt idx="8225">49.990000000000002</cx:pt>
          <cx:pt idx="8226">49.990000000000002</cx:pt>
          <cx:pt idx="8227">49.990000000000002</cx:pt>
          <cx:pt idx="8228">49.990000000000002</cx:pt>
          <cx:pt idx="8229">49.990000000000002</cx:pt>
          <cx:pt idx="8230">49.990000000000002</cx:pt>
          <cx:pt idx="8231">49.990000000000002</cx:pt>
          <cx:pt idx="8232">49.990000000000002</cx:pt>
          <cx:pt idx="8233">49.990000000000002</cx:pt>
          <cx:pt idx="8234">49.990000000000002</cx:pt>
          <cx:pt idx="8235">49.990000000000002</cx:pt>
          <cx:pt idx="8236">49.990000000000002</cx:pt>
          <cx:pt idx="8237">49.990000000000002</cx:pt>
          <cx:pt idx="8238">49.990000000000002</cx:pt>
          <cx:pt idx="8239">49.990000000000002</cx:pt>
          <cx:pt idx="8240">49.990000000000002</cx:pt>
          <cx:pt idx="8241">49.990000000000002</cx:pt>
          <cx:pt idx="8242">49.990000000000002</cx:pt>
          <cx:pt idx="8243">49.990000000000002</cx:pt>
          <cx:pt idx="8244">49.990000000000002</cx:pt>
          <cx:pt idx="8245">49.990000000000002</cx:pt>
          <cx:pt idx="8246">49.990000000000002</cx:pt>
          <cx:pt idx="8247">49.990000000000002</cx:pt>
          <cx:pt idx="8248">49.990000000000002</cx:pt>
          <cx:pt idx="8249">49.990000000000002</cx:pt>
          <cx:pt idx="8250">49.990000000000002</cx:pt>
          <cx:pt idx="8251">49.990000000000002</cx:pt>
          <cx:pt idx="8252">49.990000000000002</cx:pt>
          <cx:pt idx="8253">49.990000000000002</cx:pt>
          <cx:pt idx="8254">49.990000000000002</cx:pt>
          <cx:pt idx="8255">49.990000000000002</cx:pt>
          <cx:pt idx="8256">49.990000000000002</cx:pt>
          <cx:pt idx="8257">49.990000000000002</cx:pt>
          <cx:pt idx="8258">49.990000000000002</cx:pt>
          <cx:pt idx="8259">49.990000000000002</cx:pt>
          <cx:pt idx="8260">49.990000000000002</cx:pt>
          <cx:pt idx="8261">49.990000000000002</cx:pt>
          <cx:pt idx="8262">49.990000000000002</cx:pt>
          <cx:pt idx="8263">49.990000000000002</cx:pt>
          <cx:pt idx="8264">49.990000000000002</cx:pt>
          <cx:pt idx="8265">49.990000000000002</cx:pt>
          <cx:pt idx="8266">49.990000000000002</cx:pt>
          <cx:pt idx="8267">49.990000000000002</cx:pt>
          <cx:pt idx="8268">49.990000000000002</cx:pt>
          <cx:pt idx="8269">49.990000000000002</cx:pt>
          <cx:pt idx="8270">49.990000000000002</cx:pt>
          <cx:pt idx="8271">49.990000000000002</cx:pt>
          <cx:pt idx="8272">49.990000000000002</cx:pt>
          <cx:pt idx="8273">49.990000000000002</cx:pt>
          <cx:pt idx="8274">49.990000000000002</cx:pt>
          <cx:pt idx="8275">49.990000000000002</cx:pt>
          <cx:pt idx="8276">49.990000000000002</cx:pt>
          <cx:pt idx="8277">49.990000000000002</cx:pt>
          <cx:pt idx="8278">49.990000000000002</cx:pt>
          <cx:pt idx="8279">49.990000000000002</cx:pt>
          <cx:pt idx="8280">49.990000000000002</cx:pt>
          <cx:pt idx="8281">49.990000000000002</cx:pt>
          <cx:pt idx="8282">49.990000000000002</cx:pt>
          <cx:pt idx="8283">49.990000000000002</cx:pt>
          <cx:pt idx="8284">49.990000000000002</cx:pt>
          <cx:pt idx="8285">49.990000000000002</cx:pt>
          <cx:pt idx="8286">49.990000000000002</cx:pt>
          <cx:pt idx="8287">49.990000000000002</cx:pt>
          <cx:pt idx="8288">49.990000000000002</cx:pt>
          <cx:pt idx="8289">49.990000000000002</cx:pt>
          <cx:pt idx="8290">49.990000000000002</cx:pt>
          <cx:pt idx="8291">49.990000000000002</cx:pt>
          <cx:pt idx="8292">49.990000000000002</cx:pt>
          <cx:pt idx="8293">49.990000000000002</cx:pt>
          <cx:pt idx="8294">49.990000000000002</cx:pt>
          <cx:pt idx="8295">49.990000000000002</cx:pt>
          <cx:pt idx="8296">49.990000000000002</cx:pt>
          <cx:pt idx="8297">49.990000000000002</cx:pt>
          <cx:pt idx="8298">49.990000000000002</cx:pt>
          <cx:pt idx="8299">49.990000000000002</cx:pt>
          <cx:pt idx="8300">49.990000000000002</cx:pt>
          <cx:pt idx="8301">49.990000000000002</cx:pt>
          <cx:pt idx="8302">49.990000000000002</cx:pt>
          <cx:pt idx="8303">49.990000000000002</cx:pt>
          <cx:pt idx="8304">49.990000000000002</cx:pt>
          <cx:pt idx="8305">49.990000000000002</cx:pt>
          <cx:pt idx="8306">49.990000000000002</cx:pt>
          <cx:pt idx="8307">49.990000000000002</cx:pt>
          <cx:pt idx="8308">49.990000000000002</cx:pt>
          <cx:pt idx="8309">49.990000000000002</cx:pt>
          <cx:pt idx="8310">49.990000000000002</cx:pt>
          <cx:pt idx="8311">49.990000000000002</cx:pt>
          <cx:pt idx="8312">49.990000000000002</cx:pt>
          <cx:pt idx="8313">49.990000000000002</cx:pt>
          <cx:pt idx="8314">49.990000000000002</cx:pt>
          <cx:pt idx="8315">49.990000000000002</cx:pt>
          <cx:pt idx="8316">49.990000000000002</cx:pt>
          <cx:pt idx="8317">49.990000000000002</cx:pt>
          <cx:pt idx="8318">49.990000000000002</cx:pt>
          <cx:pt idx="8319">49.990000000000002</cx:pt>
          <cx:pt idx="8320">49.990000000000002</cx:pt>
          <cx:pt idx="8321">49.990000000000002</cx:pt>
          <cx:pt idx="8322">49.990000000000002</cx:pt>
          <cx:pt idx="8323">49.990000000000002</cx:pt>
          <cx:pt idx="8324">49.990000000000002</cx:pt>
          <cx:pt idx="8325">49.990000000000002</cx:pt>
          <cx:pt idx="8326">49.990000000000002</cx:pt>
          <cx:pt idx="8327">49.990000000000002</cx:pt>
          <cx:pt idx="8328">49.990000000000002</cx:pt>
          <cx:pt idx="8329">49.990000000000002</cx:pt>
          <cx:pt idx="8330">49.990000000000002</cx:pt>
          <cx:pt idx="8331">49.990000000000002</cx:pt>
          <cx:pt idx="8332">49.990000000000002</cx:pt>
          <cx:pt idx="8333">49.990000000000002</cx:pt>
          <cx:pt idx="8334">49.990000000000002</cx:pt>
          <cx:pt idx="8335">49.990000000000002</cx:pt>
          <cx:pt idx="8336">49.990000000000002</cx:pt>
          <cx:pt idx="8337">49.990000000000002</cx:pt>
          <cx:pt idx="8338">49.990000000000002</cx:pt>
          <cx:pt idx="8339">49.990000000000002</cx:pt>
          <cx:pt idx="8340">49.990000000000002</cx:pt>
          <cx:pt idx="8341">49.990000000000002</cx:pt>
          <cx:pt idx="8342">49.990000000000002</cx:pt>
          <cx:pt idx="8343">49.990000000000002</cx:pt>
          <cx:pt idx="8344">49.990000000000002</cx:pt>
          <cx:pt idx="8345">49.990000000000002</cx:pt>
          <cx:pt idx="8346">49.990000000000002</cx:pt>
          <cx:pt idx="8347">49.990000000000002</cx:pt>
          <cx:pt idx="8348">49.990000000000002</cx:pt>
          <cx:pt idx="8349">49.990000000000002</cx:pt>
          <cx:pt idx="8350">49.990000000000002</cx:pt>
          <cx:pt idx="8351">49.990000000000002</cx:pt>
          <cx:pt idx="8352">49.990000000000002</cx:pt>
          <cx:pt idx="8353">49.990000000000002</cx:pt>
          <cx:pt idx="8354">49.990000000000002</cx:pt>
          <cx:pt idx="8355">49.990000000000002</cx:pt>
          <cx:pt idx="8356">49.990000000000002</cx:pt>
          <cx:pt idx="8357">49.990000000000002</cx:pt>
          <cx:pt idx="8358">49.990000000000002</cx:pt>
          <cx:pt idx="8359">49.990000000000002</cx:pt>
          <cx:pt idx="8360">49.990000000000002</cx:pt>
          <cx:pt idx="8361">49.990000000000002</cx:pt>
          <cx:pt idx="8362">49.990000000000002</cx:pt>
          <cx:pt idx="8363">49.990000000000002</cx:pt>
          <cx:pt idx="8364">49.990000000000002</cx:pt>
          <cx:pt idx="8365">49.990000000000002</cx:pt>
          <cx:pt idx="8366">49.990000000000002</cx:pt>
          <cx:pt idx="8367">49.990000000000002</cx:pt>
          <cx:pt idx="8368">49.990000000000002</cx:pt>
          <cx:pt idx="8369">49.990000000000002</cx:pt>
          <cx:pt idx="8370">49.990000000000002</cx:pt>
          <cx:pt idx="8371">49.990000000000002</cx:pt>
          <cx:pt idx="8372">49.990000000000002</cx:pt>
          <cx:pt idx="8373">49.990000000000002</cx:pt>
          <cx:pt idx="8374">49.990000000000002</cx:pt>
          <cx:pt idx="8375">49.990000000000002</cx:pt>
          <cx:pt idx="8376">49.990000000000002</cx:pt>
          <cx:pt idx="8377">49.990000000000002</cx:pt>
          <cx:pt idx="8378">49.990000000000002</cx:pt>
          <cx:pt idx="8379">49.990000000000002</cx:pt>
          <cx:pt idx="8380">49.990000000000002</cx:pt>
          <cx:pt idx="8381">49.990000000000002</cx:pt>
          <cx:pt idx="8382">49.990000000000002</cx:pt>
          <cx:pt idx="8383">49.990000000000002</cx:pt>
          <cx:pt idx="8384">49.990000000000002</cx:pt>
          <cx:pt idx="8385">49.990000000000002</cx:pt>
          <cx:pt idx="8386">49.990000000000002</cx:pt>
          <cx:pt idx="8387">49.990000000000002</cx:pt>
          <cx:pt idx="8388">49.990000000000002</cx:pt>
          <cx:pt idx="8389">49.990000000000002</cx:pt>
          <cx:pt idx="8390">49.990000000000002</cx:pt>
          <cx:pt idx="8391">49.990000000000002</cx:pt>
          <cx:pt idx="8392">49.990000000000002</cx:pt>
          <cx:pt idx="8393">49.990000000000002</cx:pt>
          <cx:pt idx="8394">49.990000000000002</cx:pt>
          <cx:pt idx="8395">49.990000000000002</cx:pt>
          <cx:pt idx="8396">49.990000000000002</cx:pt>
          <cx:pt idx="8397">49.990000000000002</cx:pt>
          <cx:pt idx="8398">49.990000000000002</cx:pt>
          <cx:pt idx="8399">49.990000000000002</cx:pt>
          <cx:pt idx="8400">49.990000000000002</cx:pt>
          <cx:pt idx="8401">49.990000000000002</cx:pt>
          <cx:pt idx="8402">49.990000000000002</cx:pt>
          <cx:pt idx="8403">49.990000000000002</cx:pt>
          <cx:pt idx="8404">49.990000000000002</cx:pt>
          <cx:pt idx="8405">49.990000000000002</cx:pt>
          <cx:pt idx="8406">49.990000000000002</cx:pt>
          <cx:pt idx="8407">49.990000000000002</cx:pt>
          <cx:pt idx="8408">49.990000000000002</cx:pt>
          <cx:pt idx="8409">49.990000000000002</cx:pt>
          <cx:pt idx="8410">49.990000000000002</cx:pt>
          <cx:pt idx="8411">49.990000000000002</cx:pt>
          <cx:pt idx="8412">49.990000000000002</cx:pt>
          <cx:pt idx="8413">49.990000000000002</cx:pt>
          <cx:pt idx="8414">49.990000000000002</cx:pt>
          <cx:pt idx="8415">49.990000000000002</cx:pt>
          <cx:pt idx="8416">49.990000000000002</cx:pt>
          <cx:pt idx="8417">49.990000000000002</cx:pt>
          <cx:pt idx="8418">49.990000000000002</cx:pt>
          <cx:pt idx="8419">49.990000000000002</cx:pt>
          <cx:pt idx="8420">49.990000000000002</cx:pt>
          <cx:pt idx="8421">49.990000000000002</cx:pt>
          <cx:pt idx="8422">49.990000000000002</cx:pt>
          <cx:pt idx="8423">49.990000000000002</cx:pt>
          <cx:pt idx="8424">49.990000000000002</cx:pt>
          <cx:pt idx="8425">49.990000000000002</cx:pt>
          <cx:pt idx="8426">49.990000000000002</cx:pt>
          <cx:pt idx="8427">49.990000000000002</cx:pt>
          <cx:pt idx="8428">49.990000000000002</cx:pt>
          <cx:pt idx="8429">49.990000000000002</cx:pt>
          <cx:pt idx="8430">49.990000000000002</cx:pt>
          <cx:pt idx="8431">49.990000000000002</cx:pt>
          <cx:pt idx="8432">49.990000000000002</cx:pt>
          <cx:pt idx="8433">49.990000000000002</cx:pt>
          <cx:pt idx="8434">49.990000000000002</cx:pt>
          <cx:pt idx="8435">49.990000000000002</cx:pt>
          <cx:pt idx="8436">49.990000000000002</cx:pt>
          <cx:pt idx="8437">49.990000000000002</cx:pt>
          <cx:pt idx="8438">49.990000000000002</cx:pt>
          <cx:pt idx="8439">49.990000000000002</cx:pt>
          <cx:pt idx="8440">49.990000000000002</cx:pt>
          <cx:pt idx="8441">49.990000000000002</cx:pt>
          <cx:pt idx="8442">49.990000000000002</cx:pt>
          <cx:pt idx="8443">49.990000000000002</cx:pt>
          <cx:pt idx="8444">49.990000000000002</cx:pt>
          <cx:pt idx="8445">49.990000000000002</cx:pt>
          <cx:pt idx="8446">49.990000000000002</cx:pt>
          <cx:pt idx="8447">49.990000000000002</cx:pt>
          <cx:pt idx="8448">49.990000000000002</cx:pt>
          <cx:pt idx="8449">49.990000000000002</cx:pt>
          <cx:pt idx="8450">49.990000000000002</cx:pt>
          <cx:pt idx="8451">49.990000000000002</cx:pt>
          <cx:pt idx="8452">49.990000000000002</cx:pt>
          <cx:pt idx="8453">49.990000000000002</cx:pt>
          <cx:pt idx="8454">49.990000000000002</cx:pt>
          <cx:pt idx="8455">49.990000000000002</cx:pt>
          <cx:pt idx="8456">49.990000000000002</cx:pt>
          <cx:pt idx="8457">49.990000000000002</cx:pt>
          <cx:pt idx="8458">49.990000000000002</cx:pt>
          <cx:pt idx="8459">49.990000000000002</cx:pt>
          <cx:pt idx="8460">49.990000000000002</cx:pt>
          <cx:pt idx="8461">49.990000000000002</cx:pt>
          <cx:pt idx="8462">49.990000000000002</cx:pt>
          <cx:pt idx="8463">49.990000000000002</cx:pt>
          <cx:pt idx="8464">49.990000000000002</cx:pt>
          <cx:pt idx="8465">49.990000000000002</cx:pt>
          <cx:pt idx="8466">49.990000000000002</cx:pt>
          <cx:pt idx="8467">49.990000000000002</cx:pt>
          <cx:pt idx="8468">49.990000000000002</cx:pt>
          <cx:pt idx="8469">49.990000000000002</cx:pt>
          <cx:pt idx="8470">49.990000000000002</cx:pt>
          <cx:pt idx="8471">49.990000000000002</cx:pt>
          <cx:pt idx="8472">49.990000000000002</cx:pt>
          <cx:pt idx="8473">49.990000000000002</cx:pt>
          <cx:pt idx="8474">49.990000000000002</cx:pt>
          <cx:pt idx="8475">49.990000000000002</cx:pt>
          <cx:pt idx="8476">49.990000000000002</cx:pt>
          <cx:pt idx="8477">49.990000000000002</cx:pt>
          <cx:pt idx="8478">49.990000000000002</cx:pt>
          <cx:pt idx="8479">49.990000000000002</cx:pt>
          <cx:pt idx="8480">49.990000000000002</cx:pt>
          <cx:pt idx="8481">49.990000000000002</cx:pt>
          <cx:pt idx="8482">49.990000000000002</cx:pt>
          <cx:pt idx="8483">49.990000000000002</cx:pt>
          <cx:pt idx="8484">49.990000000000002</cx:pt>
          <cx:pt idx="8485">49.990000000000002</cx:pt>
          <cx:pt idx="8486">49.990000000000002</cx:pt>
          <cx:pt idx="8487">49.990000000000002</cx:pt>
          <cx:pt idx="8488">49.990000000000002</cx:pt>
          <cx:pt idx="8489">49.990000000000002</cx:pt>
          <cx:pt idx="8490">49.990000000000002</cx:pt>
          <cx:pt idx="8491">49.990000000000002</cx:pt>
          <cx:pt idx="8492">49.990000000000002</cx:pt>
          <cx:pt idx="8493">49.990000000000002</cx:pt>
          <cx:pt idx="8494">49.990000000000002</cx:pt>
          <cx:pt idx="8495">49.990000000000002</cx:pt>
          <cx:pt idx="8496">49.990000000000002</cx:pt>
          <cx:pt idx="8497">49.990000000000002</cx:pt>
          <cx:pt idx="8498">49.990000000000002</cx:pt>
          <cx:pt idx="8499">49.990000000000002</cx:pt>
          <cx:pt idx="8500">49.990000000000002</cx:pt>
          <cx:pt idx="8501">49.990000000000002</cx:pt>
          <cx:pt idx="8502">49.990000000000002</cx:pt>
          <cx:pt idx="8503">49.990000000000002</cx:pt>
          <cx:pt idx="8504">49.990000000000002</cx:pt>
          <cx:pt idx="8505">49.990000000000002</cx:pt>
          <cx:pt idx="8506">49.990000000000002</cx:pt>
          <cx:pt idx="8507">49.990000000000002</cx:pt>
          <cx:pt idx="8508">49.990000000000002</cx:pt>
          <cx:pt idx="8509">49.990000000000002</cx:pt>
          <cx:pt idx="8510">49.990000000000002</cx:pt>
          <cx:pt idx="8511">49.990000000000002</cx:pt>
          <cx:pt idx="8512">49.990000000000002</cx:pt>
          <cx:pt idx="8513">49.990000000000002</cx:pt>
          <cx:pt idx="8514">49.990000000000002</cx:pt>
          <cx:pt idx="8515">49.990000000000002</cx:pt>
          <cx:pt idx="8516">49.990000000000002</cx:pt>
          <cx:pt idx="8517">49.990000000000002</cx:pt>
          <cx:pt idx="8518">49.990000000000002</cx:pt>
          <cx:pt idx="8519">49.990000000000002</cx:pt>
          <cx:pt idx="8520">49.990000000000002</cx:pt>
          <cx:pt idx="8521">49.990000000000002</cx:pt>
          <cx:pt idx="8522">49.990000000000002</cx:pt>
          <cx:pt idx="8523">49.990000000000002</cx:pt>
          <cx:pt idx="8524">49.990000000000002</cx:pt>
          <cx:pt idx="8525">49.990000000000002</cx:pt>
          <cx:pt idx="8526">49.990000000000002</cx:pt>
          <cx:pt idx="8527">49.990000000000002</cx:pt>
          <cx:pt idx="8528">49.990000000000002</cx:pt>
          <cx:pt idx="8529">49.990000000000002</cx:pt>
          <cx:pt idx="8530">49.990000000000002</cx:pt>
          <cx:pt idx="8531">49.990000000000002</cx:pt>
          <cx:pt idx="8532">49.990000000000002</cx:pt>
          <cx:pt idx="8533">49.990000000000002</cx:pt>
          <cx:pt idx="8534">49.990000000000002</cx:pt>
          <cx:pt idx="8535">49.990000000000002</cx:pt>
          <cx:pt idx="8536">49.990000000000002</cx:pt>
          <cx:pt idx="8537">49.990000000000002</cx:pt>
          <cx:pt idx="8538">49.990000000000002</cx:pt>
          <cx:pt idx="8539">49.990000000000002</cx:pt>
          <cx:pt idx="8540">49.990000000000002</cx:pt>
          <cx:pt idx="8541">49.990000000000002</cx:pt>
          <cx:pt idx="8542">49.990000000000002</cx:pt>
          <cx:pt idx="8543">49.990000000000002</cx:pt>
          <cx:pt idx="8544">49.990000000000002</cx:pt>
          <cx:pt idx="8545">49.990000000000002</cx:pt>
          <cx:pt idx="8546">49.990000000000002</cx:pt>
          <cx:pt idx="8547">49.990000000000002</cx:pt>
          <cx:pt idx="8548">49.990000000000002</cx:pt>
          <cx:pt idx="8549">49.990000000000002</cx:pt>
          <cx:pt idx="8550">49.990000000000002</cx:pt>
          <cx:pt idx="8551">49.990000000000002</cx:pt>
          <cx:pt idx="8552">49.990000000000002</cx:pt>
          <cx:pt idx="8553">49.990000000000002</cx:pt>
          <cx:pt idx="8554">49.990000000000002</cx:pt>
          <cx:pt idx="8555">49.990000000000002</cx:pt>
          <cx:pt idx="8556">49.990000000000002</cx:pt>
          <cx:pt idx="8557">49.990000000000002</cx:pt>
          <cx:pt idx="8558">49.990000000000002</cx:pt>
          <cx:pt idx="8559">49.990000000000002</cx:pt>
          <cx:pt idx="8560">49.990000000000002</cx:pt>
          <cx:pt idx="8561">49.990000000000002</cx:pt>
          <cx:pt idx="8562">49.990000000000002</cx:pt>
          <cx:pt idx="8563">49.990000000000002</cx:pt>
          <cx:pt idx="8564">49.990000000000002</cx:pt>
          <cx:pt idx="8565">49.990000000000002</cx:pt>
          <cx:pt idx="8566">49.990000000000002</cx:pt>
          <cx:pt idx="8567">49.990000000000002</cx:pt>
          <cx:pt idx="8568">49.990000000000002</cx:pt>
          <cx:pt idx="8569">49.990000000000002</cx:pt>
          <cx:pt idx="8570">49.990000000000002</cx:pt>
          <cx:pt idx="8571">49.990000000000002</cx:pt>
          <cx:pt idx="8572">49.990000000000002</cx:pt>
          <cx:pt idx="8573">49.990000000000002</cx:pt>
          <cx:pt idx="8574">49.990000000000002</cx:pt>
          <cx:pt idx="8575">49.990000000000002</cx:pt>
          <cx:pt idx="8576">49.990000000000002</cx:pt>
          <cx:pt idx="8577">49.990000000000002</cx:pt>
          <cx:pt idx="8578">49.990000000000002</cx:pt>
          <cx:pt idx="8579">49.990000000000002</cx:pt>
          <cx:pt idx="8580">49.990000000000002</cx:pt>
          <cx:pt idx="8581">49.990000000000002</cx:pt>
          <cx:pt idx="8582">49.990000000000002</cx:pt>
          <cx:pt idx="8583">49.990000000000002</cx:pt>
          <cx:pt idx="8584">49.990000000000002</cx:pt>
          <cx:pt idx="8585">49.990000000000002</cx:pt>
          <cx:pt idx="8586">49.990000000000002</cx:pt>
          <cx:pt idx="8587">49.990000000000002</cx:pt>
          <cx:pt idx="8588">49.990000000000002</cx:pt>
          <cx:pt idx="8589">49.990000000000002</cx:pt>
          <cx:pt idx="8590">49.990000000000002</cx:pt>
          <cx:pt idx="8591">49.990000000000002</cx:pt>
          <cx:pt idx="8592">49.990000000000002</cx:pt>
          <cx:pt idx="8593">49.990000000000002</cx:pt>
          <cx:pt idx="8594">49.990000000000002</cx:pt>
          <cx:pt idx="8595">49.990000000000002</cx:pt>
          <cx:pt idx="8596">49.990000000000002</cx:pt>
          <cx:pt idx="8597">49.990000000000002</cx:pt>
          <cx:pt idx="8598">49.990000000000002</cx:pt>
          <cx:pt idx="8599">49.990000000000002</cx:pt>
          <cx:pt idx="8600">49.990000000000002</cx:pt>
          <cx:pt idx="8601">49.990000000000002</cx:pt>
          <cx:pt idx="8602">49.990000000000002</cx:pt>
          <cx:pt idx="8603">49.990000000000002</cx:pt>
          <cx:pt idx="8604">49.990000000000002</cx:pt>
          <cx:pt idx="8605">49.990000000000002</cx:pt>
          <cx:pt idx="8606">49.990000000000002</cx:pt>
          <cx:pt idx="8607">49.990000000000002</cx:pt>
          <cx:pt idx="8608">49.990000000000002</cx:pt>
          <cx:pt idx="8609">49.990000000000002</cx:pt>
          <cx:pt idx="8610">49.990000000000002</cx:pt>
          <cx:pt idx="8611">49.990000000000002</cx:pt>
          <cx:pt idx="8612">49.990000000000002</cx:pt>
          <cx:pt idx="8613">49.990000000000002</cx:pt>
          <cx:pt idx="8614">49.990000000000002</cx:pt>
          <cx:pt idx="8615">49.990000000000002</cx:pt>
          <cx:pt idx="8616">49.990000000000002</cx:pt>
          <cx:pt idx="8617">49.990000000000002</cx:pt>
          <cx:pt idx="8618">49.990000000000002</cx:pt>
          <cx:pt idx="8619">49.990000000000002</cx:pt>
          <cx:pt idx="8620">49.990000000000002</cx:pt>
          <cx:pt idx="8621">49.990000000000002</cx:pt>
          <cx:pt idx="8622">49.990000000000002</cx:pt>
          <cx:pt idx="8623">49.990000000000002</cx:pt>
          <cx:pt idx="8624">49.990000000000002</cx:pt>
          <cx:pt idx="8625">49.990000000000002</cx:pt>
          <cx:pt idx="8626">49.990000000000002</cx:pt>
          <cx:pt idx="8627">49.990000000000002</cx:pt>
          <cx:pt idx="8628">49.990000000000002</cx:pt>
          <cx:pt idx="8629">49.990000000000002</cx:pt>
          <cx:pt idx="8630">49.990000000000002</cx:pt>
          <cx:pt idx="8631">49.990000000000002</cx:pt>
          <cx:pt idx="8632">49.990000000000002</cx:pt>
          <cx:pt idx="8633">49.990000000000002</cx:pt>
          <cx:pt idx="8634">49.990000000000002</cx:pt>
          <cx:pt idx="8635">49.990000000000002</cx:pt>
          <cx:pt idx="8636">49.990000000000002</cx:pt>
          <cx:pt idx="8637">49.990000000000002</cx:pt>
          <cx:pt idx="8638">49.990000000000002</cx:pt>
          <cx:pt idx="8639">49.990000000000002</cx:pt>
          <cx:pt idx="8640">49.990000000000002</cx:pt>
          <cx:pt idx="8641">49.990000000000002</cx:pt>
          <cx:pt idx="8642">49.990000000000002</cx:pt>
          <cx:pt idx="8643">49.990000000000002</cx:pt>
          <cx:pt idx="8644">49.990000000000002</cx:pt>
          <cx:pt idx="8645">49.990000000000002</cx:pt>
          <cx:pt idx="8646">49.990000000000002</cx:pt>
          <cx:pt idx="8647">49.990000000000002</cx:pt>
          <cx:pt idx="8648">49.990000000000002</cx:pt>
          <cx:pt idx="8649">49.990000000000002</cx:pt>
          <cx:pt idx="8650">49.990000000000002</cx:pt>
          <cx:pt idx="8651">49.990000000000002</cx:pt>
          <cx:pt idx="8652">49.990000000000002</cx:pt>
          <cx:pt idx="8653">49.990000000000002</cx:pt>
          <cx:pt idx="8654">49.990000000000002</cx:pt>
          <cx:pt idx="8655">49.990000000000002</cx:pt>
          <cx:pt idx="8656">49.990000000000002</cx:pt>
          <cx:pt idx="8657">49.990000000000002</cx:pt>
          <cx:pt idx="8658">49.990000000000002</cx:pt>
          <cx:pt idx="8659">49.990000000000002</cx:pt>
          <cx:pt idx="8660">49.990000000000002</cx:pt>
          <cx:pt idx="8661">49.990000000000002</cx:pt>
          <cx:pt idx="8662">49.990000000000002</cx:pt>
          <cx:pt idx="8663">49.990000000000002</cx:pt>
          <cx:pt idx="8664">49.990000000000002</cx:pt>
          <cx:pt idx="8665">49.990000000000002</cx:pt>
          <cx:pt idx="8666">49.990000000000002</cx:pt>
          <cx:pt idx="8667">49.990000000000002</cx:pt>
          <cx:pt idx="8668">49.990000000000002</cx:pt>
          <cx:pt idx="8669">49.990000000000002</cx:pt>
          <cx:pt idx="8670">49.990000000000002</cx:pt>
          <cx:pt idx="8671">49.990000000000002</cx:pt>
          <cx:pt idx="8672">49.990000000000002</cx:pt>
          <cx:pt idx="8673">49.990000000000002</cx:pt>
          <cx:pt idx="8674">49.990000000000002</cx:pt>
          <cx:pt idx="8675">49.990000000000002</cx:pt>
          <cx:pt idx="8676">49.990000000000002</cx:pt>
          <cx:pt idx="8677">49.990000000000002</cx:pt>
          <cx:pt idx="8678">49.990000000000002</cx:pt>
          <cx:pt idx="8679">49.990000000000002</cx:pt>
          <cx:pt idx="8680">49.990000000000002</cx:pt>
          <cx:pt idx="8681">49.990000000000002</cx:pt>
          <cx:pt idx="8682">49.990000000000002</cx:pt>
          <cx:pt idx="8683">49.990000000000002</cx:pt>
          <cx:pt idx="8684">49.990000000000002</cx:pt>
          <cx:pt idx="8685">49.990000000000002</cx:pt>
          <cx:pt idx="8686">49.990000000000002</cx:pt>
          <cx:pt idx="8687">49.990000000000002</cx:pt>
          <cx:pt idx="8688">49.990000000000002</cx:pt>
          <cx:pt idx="8689">49.990000000000002</cx:pt>
          <cx:pt idx="8690">49.990000000000002</cx:pt>
          <cx:pt idx="8691">49.990000000000002</cx:pt>
          <cx:pt idx="8692">49.990000000000002</cx:pt>
          <cx:pt idx="8693">49.990000000000002</cx:pt>
          <cx:pt idx="8694">49.990000000000002</cx:pt>
          <cx:pt idx="8695">49.990000000000002</cx:pt>
          <cx:pt idx="8696">49.990000000000002</cx:pt>
          <cx:pt idx="8697">49.990000000000002</cx:pt>
          <cx:pt idx="8698">49.990000000000002</cx:pt>
          <cx:pt idx="8699">49.990000000000002</cx:pt>
          <cx:pt idx="8700">49.990000000000002</cx:pt>
          <cx:pt idx="8701">49.990000000000002</cx:pt>
          <cx:pt idx="8702">49.990000000000002</cx:pt>
          <cx:pt idx="8703">49.990000000000002</cx:pt>
          <cx:pt idx="8704">49.990000000000002</cx:pt>
          <cx:pt idx="8705">49.990000000000002</cx:pt>
          <cx:pt idx="8706">49.990000000000002</cx:pt>
          <cx:pt idx="8707">49.990000000000002</cx:pt>
          <cx:pt idx="8708">49.990000000000002</cx:pt>
          <cx:pt idx="8709">49.990000000000002</cx:pt>
          <cx:pt idx="8710">49.990000000000002</cx:pt>
          <cx:pt idx="8711">49.990000000000002</cx:pt>
          <cx:pt idx="8712">49.990000000000002</cx:pt>
          <cx:pt idx="8713">49.990000000000002</cx:pt>
          <cx:pt idx="8714">49.990000000000002</cx:pt>
          <cx:pt idx="8715">49.990000000000002</cx:pt>
          <cx:pt idx="8716">49.990000000000002</cx:pt>
          <cx:pt idx="8717">49.990000000000002</cx:pt>
          <cx:pt idx="8718">49.990000000000002</cx:pt>
          <cx:pt idx="8719">49.990000000000002</cx:pt>
          <cx:pt idx="8720">49.990000000000002</cx:pt>
          <cx:pt idx="8721">49.990000000000002</cx:pt>
          <cx:pt idx="8722">49.990000000000002</cx:pt>
          <cx:pt idx="8723">49.990000000000002</cx:pt>
          <cx:pt idx="8724">49.990000000000002</cx:pt>
          <cx:pt idx="8725">49.990000000000002</cx:pt>
          <cx:pt idx="8726">49.990000000000002</cx:pt>
          <cx:pt idx="8727">49.990000000000002</cx:pt>
          <cx:pt idx="8728">49.990000000000002</cx:pt>
          <cx:pt idx="8729">49.990000000000002</cx:pt>
          <cx:pt idx="8730">49.990000000000002</cx:pt>
          <cx:pt idx="8731">49.990000000000002</cx:pt>
          <cx:pt idx="8732">49.990000000000002</cx:pt>
          <cx:pt idx="8733">49.990000000000002</cx:pt>
          <cx:pt idx="8734">49.990000000000002</cx:pt>
          <cx:pt idx="8735">49.990000000000002</cx:pt>
          <cx:pt idx="8736">49.990000000000002</cx:pt>
          <cx:pt idx="8737">49.990000000000002</cx:pt>
          <cx:pt idx="8738">49.990000000000002</cx:pt>
          <cx:pt idx="8739">49.990000000000002</cx:pt>
          <cx:pt idx="8740">49.990000000000002</cx:pt>
          <cx:pt idx="8741">49.990000000000002</cx:pt>
          <cx:pt idx="8742">49.990000000000002</cx:pt>
          <cx:pt idx="8743">49.990000000000002</cx:pt>
          <cx:pt idx="8744">49.990000000000002</cx:pt>
          <cx:pt idx="8745">49.990000000000002</cx:pt>
          <cx:pt idx="8746">49.990000000000002</cx:pt>
          <cx:pt idx="8747">49.990000000000002</cx:pt>
          <cx:pt idx="8748">49.990000000000002</cx:pt>
          <cx:pt idx="8749">49.990000000000002</cx:pt>
          <cx:pt idx="8750">49.990000000000002</cx:pt>
          <cx:pt idx="8751">49.990000000000002</cx:pt>
          <cx:pt idx="8752">49.990000000000002</cx:pt>
          <cx:pt idx="8753">49.990000000000002</cx:pt>
          <cx:pt idx="8754">49.990000000000002</cx:pt>
          <cx:pt idx="8755">49.990000000000002</cx:pt>
          <cx:pt idx="8756">49.990000000000002</cx:pt>
          <cx:pt idx="8757">49.990000000000002</cx:pt>
          <cx:pt idx="8758">49.990000000000002</cx:pt>
          <cx:pt idx="8759">49.990000000000002</cx:pt>
          <cx:pt idx="8760">49.990000000000002</cx:pt>
          <cx:pt idx="8761">49.990000000000002</cx:pt>
          <cx:pt idx="8762">49.990000000000002</cx:pt>
          <cx:pt idx="8763">49.990000000000002</cx:pt>
          <cx:pt idx="8764">49.990000000000002</cx:pt>
          <cx:pt idx="8765">49.990000000000002</cx:pt>
          <cx:pt idx="8766">49.990000000000002</cx:pt>
          <cx:pt idx="8767">49.990000000000002</cx:pt>
          <cx:pt idx="8768">49.990000000000002</cx:pt>
          <cx:pt idx="8769">49.990000000000002</cx:pt>
          <cx:pt idx="8770">49.990000000000002</cx:pt>
          <cx:pt idx="8771">49.990000000000002</cx:pt>
          <cx:pt idx="8772">49.990000000000002</cx:pt>
          <cx:pt idx="8773">49.990000000000002</cx:pt>
          <cx:pt idx="8774">49.990000000000002</cx:pt>
          <cx:pt idx="8775">49.990000000000002</cx:pt>
          <cx:pt idx="8776">49.990000000000002</cx:pt>
          <cx:pt idx="8777">49.990000000000002</cx:pt>
          <cx:pt idx="8778">49.990000000000002</cx:pt>
          <cx:pt idx="8779">49.990000000000002</cx:pt>
          <cx:pt idx="8780">49.990000000000002</cx:pt>
          <cx:pt idx="8781">49.990000000000002</cx:pt>
          <cx:pt idx="8782">49.990000000000002</cx:pt>
          <cx:pt idx="8783">49.990000000000002</cx:pt>
          <cx:pt idx="8784">49.990000000000002</cx:pt>
          <cx:pt idx="8785">49.990000000000002</cx:pt>
          <cx:pt idx="8786">49.990000000000002</cx:pt>
          <cx:pt idx="8787">49.990000000000002</cx:pt>
          <cx:pt idx="8788">49.990000000000002</cx:pt>
          <cx:pt idx="8789">49.990000000000002</cx:pt>
          <cx:pt idx="8790">49.990000000000002</cx:pt>
          <cx:pt idx="8791">49.990000000000002</cx:pt>
          <cx:pt idx="8792">49.990000000000002</cx:pt>
          <cx:pt idx="8793">49.990000000000002</cx:pt>
          <cx:pt idx="8794">49.990000000000002</cx:pt>
          <cx:pt idx="8795">49.990000000000002</cx:pt>
          <cx:pt idx="8796">49.990000000000002</cx:pt>
          <cx:pt idx="8797">49.990000000000002</cx:pt>
          <cx:pt idx="8798">49.990000000000002</cx:pt>
          <cx:pt idx="8799">49.990000000000002</cx:pt>
          <cx:pt idx="8800">49.990000000000002</cx:pt>
          <cx:pt idx="8801">49.990000000000002</cx:pt>
          <cx:pt idx="8802">49.990000000000002</cx:pt>
          <cx:pt idx="8803">49.990000000000002</cx:pt>
          <cx:pt idx="8804">49.990000000000002</cx:pt>
          <cx:pt idx="8805">49.990000000000002</cx:pt>
          <cx:pt idx="8806">49.990000000000002</cx:pt>
          <cx:pt idx="8807">49.990000000000002</cx:pt>
          <cx:pt idx="8808">49.990000000000002</cx:pt>
          <cx:pt idx="8809">49.990000000000002</cx:pt>
          <cx:pt idx="8810">49.990000000000002</cx:pt>
          <cx:pt idx="8811">49.990000000000002</cx:pt>
          <cx:pt idx="8812">49.990000000000002</cx:pt>
          <cx:pt idx="8813">49.990000000000002</cx:pt>
          <cx:pt idx="8814">49.990000000000002</cx:pt>
          <cx:pt idx="8815">49.990000000000002</cx:pt>
          <cx:pt idx="8816">49.990000000000002</cx:pt>
          <cx:pt idx="8817">49.990000000000002</cx:pt>
          <cx:pt idx="8818">49.990000000000002</cx:pt>
          <cx:pt idx="8819">49.990000000000002</cx:pt>
          <cx:pt idx="8820">49.990000000000002</cx:pt>
          <cx:pt idx="8821">49.990000000000002</cx:pt>
          <cx:pt idx="8822">49.990000000000002</cx:pt>
          <cx:pt idx="8823">49.990000000000002</cx:pt>
          <cx:pt idx="8824">49.990000000000002</cx:pt>
          <cx:pt idx="8825">49.990000000000002</cx:pt>
          <cx:pt idx="8826">49.990000000000002</cx:pt>
          <cx:pt idx="8827">49.990000000000002</cx:pt>
          <cx:pt idx="8828">49.990000000000002</cx:pt>
          <cx:pt idx="8829">49.990000000000002</cx:pt>
          <cx:pt idx="8830">49.990000000000002</cx:pt>
          <cx:pt idx="8831">49.990000000000002</cx:pt>
          <cx:pt idx="8832">49.990000000000002</cx:pt>
          <cx:pt idx="8833">49.990000000000002</cx:pt>
          <cx:pt idx="8834">49.990000000000002</cx:pt>
          <cx:pt idx="8835">49.990000000000002</cx:pt>
          <cx:pt idx="8836">49.990000000000002</cx:pt>
          <cx:pt idx="8837">49.990000000000002</cx:pt>
          <cx:pt idx="8838">49.990000000000002</cx:pt>
          <cx:pt idx="8839">49.990000000000002</cx:pt>
          <cx:pt idx="8840">49.990000000000002</cx:pt>
          <cx:pt idx="8841">49.990000000000002</cx:pt>
          <cx:pt idx="8842">49.990000000000002</cx:pt>
          <cx:pt idx="8843">49.990000000000002</cx:pt>
          <cx:pt idx="8844">49.990000000000002</cx:pt>
          <cx:pt idx="8845">49.990000000000002</cx:pt>
          <cx:pt idx="8846">49.990000000000002</cx:pt>
          <cx:pt idx="8847">49.990000000000002</cx:pt>
          <cx:pt idx="8848">49.990000000000002</cx:pt>
          <cx:pt idx="8849">49.990000000000002</cx:pt>
          <cx:pt idx="8850">49.990000000000002</cx:pt>
          <cx:pt idx="8851">49.990000000000002</cx:pt>
          <cx:pt idx="8852">49.990000000000002</cx:pt>
          <cx:pt idx="8853">49.990000000000002</cx:pt>
          <cx:pt idx="8854">49.990000000000002</cx:pt>
          <cx:pt idx="8855">49.990000000000002</cx:pt>
          <cx:pt idx="8856">49.990000000000002</cx:pt>
          <cx:pt idx="8857">49.990000000000002</cx:pt>
          <cx:pt idx="8858">49.990000000000002</cx:pt>
          <cx:pt idx="8859">49.990000000000002</cx:pt>
          <cx:pt idx="8860">49.990000000000002</cx:pt>
          <cx:pt idx="8861">49.990000000000002</cx:pt>
          <cx:pt idx="8862">49.990000000000002</cx:pt>
          <cx:pt idx="8863">49.990000000000002</cx:pt>
          <cx:pt idx="8864">49.990000000000002</cx:pt>
          <cx:pt idx="8865">49.990000000000002</cx:pt>
          <cx:pt idx="8866">49.990000000000002</cx:pt>
          <cx:pt idx="8867">49.990000000000002</cx:pt>
          <cx:pt idx="8868">49.990000000000002</cx:pt>
          <cx:pt idx="8869">49.990000000000002</cx:pt>
          <cx:pt idx="8870">49.990000000000002</cx:pt>
          <cx:pt idx="8871">49.990000000000002</cx:pt>
          <cx:pt idx="8872">49.990000000000002</cx:pt>
          <cx:pt idx="8873">49.990000000000002</cx:pt>
          <cx:pt idx="8874">49.990000000000002</cx:pt>
          <cx:pt idx="8875">49.990000000000002</cx:pt>
          <cx:pt idx="8876">49.990000000000002</cx:pt>
          <cx:pt idx="8877">49.990000000000002</cx:pt>
          <cx:pt idx="8878">49.990000000000002</cx:pt>
          <cx:pt idx="8879">49.990000000000002</cx:pt>
          <cx:pt idx="8880">49.990000000000002</cx:pt>
          <cx:pt idx="8881">49.990000000000002</cx:pt>
          <cx:pt idx="8882">49.990000000000002</cx:pt>
          <cx:pt idx="8883">49.990000000000002</cx:pt>
          <cx:pt idx="8884">49.990000000000002</cx:pt>
          <cx:pt idx="8885">49.990000000000002</cx:pt>
          <cx:pt idx="8886">49.990000000000002</cx:pt>
          <cx:pt idx="8887">49.990000000000002</cx:pt>
          <cx:pt idx="8888">49.990000000000002</cx:pt>
          <cx:pt idx="8889">49.990000000000002</cx:pt>
          <cx:pt idx="8890">49.990000000000002</cx:pt>
          <cx:pt idx="8891">49.990000000000002</cx:pt>
          <cx:pt idx="8892">49.990000000000002</cx:pt>
          <cx:pt idx="8893">49.990000000000002</cx:pt>
          <cx:pt idx="8894">49.990000000000002</cx:pt>
          <cx:pt idx="8895">49.990000000000002</cx:pt>
          <cx:pt idx="8896">49.990000000000002</cx:pt>
          <cx:pt idx="8897">49.990000000000002</cx:pt>
          <cx:pt idx="8898">49.990000000000002</cx:pt>
          <cx:pt idx="8899">49.990000000000002</cx:pt>
          <cx:pt idx="8900">49.990000000000002</cx:pt>
          <cx:pt idx="8901">49.990000000000002</cx:pt>
          <cx:pt idx="8902">49.990000000000002</cx:pt>
          <cx:pt idx="8903">49.990000000000002</cx:pt>
          <cx:pt idx="8904">49.990000000000002</cx:pt>
          <cx:pt idx="8905">49.990000000000002</cx:pt>
          <cx:pt idx="8906">49.990000000000002</cx:pt>
          <cx:pt idx="8907">49.990000000000002</cx:pt>
          <cx:pt idx="8908">49.990000000000002</cx:pt>
          <cx:pt idx="8909">49.990000000000002</cx:pt>
          <cx:pt idx="8910">49.990000000000002</cx:pt>
          <cx:pt idx="8911">49.990000000000002</cx:pt>
          <cx:pt idx="8912">49.990000000000002</cx:pt>
          <cx:pt idx="8913">49.990000000000002</cx:pt>
          <cx:pt idx="8914">49.990000000000002</cx:pt>
          <cx:pt idx="8915">49.990000000000002</cx:pt>
          <cx:pt idx="8916">49.990000000000002</cx:pt>
          <cx:pt idx="8917">49.990000000000002</cx:pt>
          <cx:pt idx="8918">49.990000000000002</cx:pt>
          <cx:pt idx="8919">49.990000000000002</cx:pt>
          <cx:pt idx="8920">49.990000000000002</cx:pt>
          <cx:pt idx="8921">49.990000000000002</cx:pt>
          <cx:pt idx="8922">49.990000000000002</cx:pt>
          <cx:pt idx="8923">49.990000000000002</cx:pt>
          <cx:pt idx="8924">49.990000000000002</cx:pt>
          <cx:pt idx="8925">49.990000000000002</cx:pt>
          <cx:pt idx="8926">49.990000000000002</cx:pt>
          <cx:pt idx="8927">49.990000000000002</cx:pt>
          <cx:pt idx="8928">49.990000000000002</cx:pt>
          <cx:pt idx="8929">49.990000000000002</cx:pt>
          <cx:pt idx="8930">49.990000000000002</cx:pt>
          <cx:pt idx="8931">49.990000000000002</cx:pt>
          <cx:pt idx="8932">49.990000000000002</cx:pt>
          <cx:pt idx="8933">49.990000000000002</cx:pt>
          <cx:pt idx="8934">49.990000000000002</cx:pt>
          <cx:pt idx="8935">49.990000000000002</cx:pt>
          <cx:pt idx="8936">49.990000000000002</cx:pt>
          <cx:pt idx="8937">49.990000000000002</cx:pt>
          <cx:pt idx="8938">49.990000000000002</cx:pt>
          <cx:pt idx="8939">49.990000000000002</cx:pt>
          <cx:pt idx="8940">49.990000000000002</cx:pt>
          <cx:pt idx="8941">49.990000000000002</cx:pt>
          <cx:pt idx="8942">49.990000000000002</cx:pt>
          <cx:pt idx="8943">49.990000000000002</cx:pt>
          <cx:pt idx="8944">49.990000000000002</cx:pt>
          <cx:pt idx="8945">49.990000000000002</cx:pt>
          <cx:pt idx="8946">49.990000000000002</cx:pt>
          <cx:pt idx="8947">49.990000000000002</cx:pt>
          <cx:pt idx="8948">49.990000000000002</cx:pt>
          <cx:pt idx="8949">49.990000000000002</cx:pt>
          <cx:pt idx="8950">49.990000000000002</cx:pt>
          <cx:pt idx="8951">49.990000000000002</cx:pt>
          <cx:pt idx="8952">49.990000000000002</cx:pt>
          <cx:pt idx="8953">49.990000000000002</cx:pt>
          <cx:pt idx="8954">49.990000000000002</cx:pt>
          <cx:pt idx="8955">49.990000000000002</cx:pt>
          <cx:pt idx="8956">49.990000000000002</cx:pt>
          <cx:pt idx="8957">49.990000000000002</cx:pt>
          <cx:pt idx="8958">49.990000000000002</cx:pt>
          <cx:pt idx="8959">49.990000000000002</cx:pt>
          <cx:pt idx="8960">49.990000000000002</cx:pt>
          <cx:pt idx="8961">49.990000000000002</cx:pt>
          <cx:pt idx="8962">49.990000000000002</cx:pt>
          <cx:pt idx="8963">49.990000000000002</cx:pt>
          <cx:pt idx="8964">49.990000000000002</cx:pt>
          <cx:pt idx="8965">49.990000000000002</cx:pt>
          <cx:pt idx="8966">49.990000000000002</cx:pt>
          <cx:pt idx="8967">49.990000000000002</cx:pt>
          <cx:pt idx="8968">49.990000000000002</cx:pt>
          <cx:pt idx="8969">49.990000000000002</cx:pt>
          <cx:pt idx="8970">49.990000000000002</cx:pt>
          <cx:pt idx="8971">49.990000000000002</cx:pt>
          <cx:pt idx="8972">49.990000000000002</cx:pt>
          <cx:pt idx="8973">49.990000000000002</cx:pt>
          <cx:pt idx="8974">49.990000000000002</cx:pt>
          <cx:pt idx="8975">49.990000000000002</cx:pt>
          <cx:pt idx="8976">49.990000000000002</cx:pt>
          <cx:pt idx="8977">49.990000000000002</cx:pt>
          <cx:pt idx="8978">49.990000000000002</cx:pt>
          <cx:pt idx="8979">49.990000000000002</cx:pt>
          <cx:pt idx="8980">49.990000000000002</cx:pt>
          <cx:pt idx="8981">49.990000000000002</cx:pt>
          <cx:pt idx="8982">49.990000000000002</cx:pt>
          <cx:pt idx="8983">49.990000000000002</cx:pt>
          <cx:pt idx="8984">49.990000000000002</cx:pt>
          <cx:pt idx="8985">49.990000000000002</cx:pt>
          <cx:pt idx="8986">49.990000000000002</cx:pt>
          <cx:pt idx="8987">49.990000000000002</cx:pt>
          <cx:pt idx="8988">49.990000000000002</cx:pt>
          <cx:pt idx="8989">49.990000000000002</cx:pt>
          <cx:pt idx="8990">49.990000000000002</cx:pt>
          <cx:pt idx="8991">49.990000000000002</cx:pt>
          <cx:pt idx="8992">49.990000000000002</cx:pt>
          <cx:pt idx="8993">49.990000000000002</cx:pt>
          <cx:pt idx="8994">49.990000000000002</cx:pt>
          <cx:pt idx="8995">49.990000000000002</cx:pt>
          <cx:pt idx="8996">49.990000000000002</cx:pt>
          <cx:pt idx="8997">49.990000000000002</cx:pt>
          <cx:pt idx="8998">49.990000000000002</cx:pt>
          <cx:pt idx="8999">49.990000000000002</cx:pt>
          <cx:pt idx="9000">49.990000000000002</cx:pt>
          <cx:pt idx="9001">49.990000000000002</cx:pt>
          <cx:pt idx="9002">49.990000000000002</cx:pt>
          <cx:pt idx="9003">49.990000000000002</cx:pt>
          <cx:pt idx="9004">49.990000000000002</cx:pt>
          <cx:pt idx="9005">49.990000000000002</cx:pt>
          <cx:pt idx="9006">49.990000000000002</cx:pt>
          <cx:pt idx="9007">49.990000000000002</cx:pt>
          <cx:pt idx="9008">49.990000000000002</cx:pt>
          <cx:pt idx="9009">49.990000000000002</cx:pt>
          <cx:pt idx="9010">49.990000000000002</cx:pt>
          <cx:pt idx="9011">49.990000000000002</cx:pt>
          <cx:pt idx="9012">49.990000000000002</cx:pt>
          <cx:pt idx="9013">49.990000000000002</cx:pt>
          <cx:pt idx="9014">49.990000000000002</cx:pt>
          <cx:pt idx="9015">49.990000000000002</cx:pt>
          <cx:pt idx="9016">49.990000000000002</cx:pt>
          <cx:pt idx="9017">49.990000000000002</cx:pt>
          <cx:pt idx="9018">49.990000000000002</cx:pt>
          <cx:pt idx="9019">49.990000000000002</cx:pt>
          <cx:pt idx="9020">49.990000000000002</cx:pt>
          <cx:pt idx="9021">49.990000000000002</cx:pt>
          <cx:pt idx="9022">49.990000000000002</cx:pt>
          <cx:pt idx="9023">49.990000000000002</cx:pt>
          <cx:pt idx="9024">49.990000000000002</cx:pt>
          <cx:pt idx="9025">49.990000000000002</cx:pt>
          <cx:pt idx="9026">49.990000000000002</cx:pt>
          <cx:pt idx="9027">49.990000000000002</cx:pt>
          <cx:pt idx="9028">49.990000000000002</cx:pt>
          <cx:pt idx="9029">49.990000000000002</cx:pt>
          <cx:pt idx="9030">49.990000000000002</cx:pt>
          <cx:pt idx="9031">49.990000000000002</cx:pt>
          <cx:pt idx="9032">49.990000000000002</cx:pt>
          <cx:pt idx="9033">49.990000000000002</cx:pt>
          <cx:pt idx="9034">49.990000000000002</cx:pt>
          <cx:pt idx="9035">49.990000000000002</cx:pt>
          <cx:pt idx="9036">49.990000000000002</cx:pt>
          <cx:pt idx="9037">49.990000000000002</cx:pt>
          <cx:pt idx="9038">49.990000000000002</cx:pt>
          <cx:pt idx="9039">49.990000000000002</cx:pt>
          <cx:pt idx="9040">49.990000000000002</cx:pt>
          <cx:pt idx="9041">49.990000000000002</cx:pt>
          <cx:pt idx="9042">49.990000000000002</cx:pt>
          <cx:pt idx="9043">49.990000000000002</cx:pt>
          <cx:pt idx="9044">49.990000000000002</cx:pt>
          <cx:pt idx="9045">49.990000000000002</cx:pt>
          <cx:pt idx="9046">49.990000000000002</cx:pt>
          <cx:pt idx="9047">49.990000000000002</cx:pt>
          <cx:pt idx="9048">49.990000000000002</cx:pt>
          <cx:pt idx="9049">49.990000000000002</cx:pt>
          <cx:pt idx="9050">49.990000000000002</cx:pt>
          <cx:pt idx="9051">49.990000000000002</cx:pt>
          <cx:pt idx="9052">49.990000000000002</cx:pt>
          <cx:pt idx="9053">49.990000000000002</cx:pt>
          <cx:pt idx="9054">49.990000000000002</cx:pt>
          <cx:pt idx="9055">49.990000000000002</cx:pt>
          <cx:pt idx="9056">49.990000000000002</cx:pt>
          <cx:pt idx="9057">49.990000000000002</cx:pt>
          <cx:pt idx="9058">49.990000000000002</cx:pt>
          <cx:pt idx="9059">49.990000000000002</cx:pt>
          <cx:pt idx="9060">49.990000000000002</cx:pt>
          <cx:pt idx="9061">49.990000000000002</cx:pt>
          <cx:pt idx="9062">49.990000000000002</cx:pt>
          <cx:pt idx="9063">49.990000000000002</cx:pt>
          <cx:pt idx="9064">49.990000000000002</cx:pt>
          <cx:pt idx="9065">49.990000000000002</cx:pt>
          <cx:pt idx="9066">49.990000000000002</cx:pt>
          <cx:pt idx="9067">49.990000000000002</cx:pt>
          <cx:pt idx="9068">49.990000000000002</cx:pt>
          <cx:pt idx="9069">49.990000000000002</cx:pt>
          <cx:pt idx="9070">49.990000000000002</cx:pt>
          <cx:pt idx="9071">49.990000000000002</cx:pt>
          <cx:pt idx="9072">49.990000000000002</cx:pt>
          <cx:pt idx="9073">49.990000000000002</cx:pt>
          <cx:pt idx="9074">49.990000000000002</cx:pt>
          <cx:pt idx="9075">49.990000000000002</cx:pt>
          <cx:pt idx="9076">49.990000000000002</cx:pt>
          <cx:pt idx="9077">49.990000000000002</cx:pt>
          <cx:pt idx="9078">49.990000000000002</cx:pt>
          <cx:pt idx="9079">49.990000000000002</cx:pt>
          <cx:pt idx="9080">49.990000000000002</cx:pt>
          <cx:pt idx="9081">49.990000000000002</cx:pt>
          <cx:pt idx="9082">49.990000000000002</cx:pt>
          <cx:pt idx="9083">49.990000000000002</cx:pt>
          <cx:pt idx="9084">49.990000000000002</cx:pt>
          <cx:pt idx="9085">49.990000000000002</cx:pt>
          <cx:pt idx="9086">49.990000000000002</cx:pt>
          <cx:pt idx="9087">49.990000000000002</cx:pt>
          <cx:pt idx="9088">49.990000000000002</cx:pt>
          <cx:pt idx="9089">49.990000000000002</cx:pt>
          <cx:pt idx="9090">49.990000000000002</cx:pt>
          <cx:pt idx="9091">49.990000000000002</cx:pt>
          <cx:pt idx="9092">49.990000000000002</cx:pt>
          <cx:pt idx="9093">49.990000000000002</cx:pt>
          <cx:pt idx="9094">49.990000000000002</cx:pt>
          <cx:pt idx="9095">49.990000000000002</cx:pt>
          <cx:pt idx="9096">49.990000000000002</cx:pt>
          <cx:pt idx="9097">49.990000000000002</cx:pt>
          <cx:pt idx="9098">49.990000000000002</cx:pt>
          <cx:pt idx="9099">49.990000000000002</cx:pt>
          <cx:pt idx="9100">49.990000000000002</cx:pt>
          <cx:pt idx="9101">49.990000000000002</cx:pt>
          <cx:pt idx="9102">49.990000000000002</cx:pt>
          <cx:pt idx="9103">49.990000000000002</cx:pt>
          <cx:pt idx="9104">49.990000000000002</cx:pt>
          <cx:pt idx="9105">49.990000000000002</cx:pt>
          <cx:pt idx="9106">49.990000000000002</cx:pt>
          <cx:pt idx="9107">49.990000000000002</cx:pt>
          <cx:pt idx="9108">49.990000000000002</cx:pt>
          <cx:pt idx="9109">49.990000000000002</cx:pt>
          <cx:pt idx="9110">49.990000000000002</cx:pt>
          <cx:pt idx="9111">49.990000000000002</cx:pt>
          <cx:pt idx="9112">49.990000000000002</cx:pt>
          <cx:pt idx="9113">49.990000000000002</cx:pt>
          <cx:pt idx="9114">49.990000000000002</cx:pt>
          <cx:pt idx="9115">49.990000000000002</cx:pt>
          <cx:pt idx="9116">49.990000000000002</cx:pt>
          <cx:pt idx="9117">49.990000000000002</cx:pt>
          <cx:pt idx="9118">49.990000000000002</cx:pt>
          <cx:pt idx="9119">49.990000000000002</cx:pt>
          <cx:pt idx="9120">49.990000000000002</cx:pt>
          <cx:pt idx="9121">49.990000000000002</cx:pt>
          <cx:pt idx="9122">49.990000000000002</cx:pt>
          <cx:pt idx="9123">49.990000000000002</cx:pt>
          <cx:pt idx="9124">49.990000000000002</cx:pt>
          <cx:pt idx="9125">49.990000000000002</cx:pt>
          <cx:pt idx="9126">49.990000000000002</cx:pt>
          <cx:pt idx="9127">49.990000000000002</cx:pt>
          <cx:pt idx="9128">49.990000000000002</cx:pt>
          <cx:pt idx="9129">49.990000000000002</cx:pt>
          <cx:pt idx="9130">49.990000000000002</cx:pt>
          <cx:pt idx="9131">49.990000000000002</cx:pt>
          <cx:pt idx="9132">49.990000000000002</cx:pt>
          <cx:pt idx="9133">49.990000000000002</cx:pt>
          <cx:pt idx="9134">49.990000000000002</cx:pt>
          <cx:pt idx="9135">49.990000000000002</cx:pt>
          <cx:pt idx="9136">49.990000000000002</cx:pt>
          <cx:pt idx="9137">49.990000000000002</cx:pt>
          <cx:pt idx="9138">49.990000000000002</cx:pt>
          <cx:pt idx="9139">49.990000000000002</cx:pt>
          <cx:pt idx="9140">49.990000000000002</cx:pt>
          <cx:pt idx="9141">49.990000000000002</cx:pt>
          <cx:pt idx="9142">49.990000000000002</cx:pt>
          <cx:pt idx="9143">49.990000000000002</cx:pt>
          <cx:pt idx="9144">49.990000000000002</cx:pt>
          <cx:pt idx="9145">49.990000000000002</cx:pt>
          <cx:pt idx="9146">49.990000000000002</cx:pt>
          <cx:pt idx="9147">49.990000000000002</cx:pt>
          <cx:pt idx="9148">49.990000000000002</cx:pt>
          <cx:pt idx="9149">49.990000000000002</cx:pt>
          <cx:pt idx="9150">49.990000000000002</cx:pt>
          <cx:pt idx="9151">49.990000000000002</cx:pt>
          <cx:pt idx="9152">49.990000000000002</cx:pt>
          <cx:pt idx="9153">49.990000000000002</cx:pt>
          <cx:pt idx="9154">49.990000000000002</cx:pt>
          <cx:pt idx="9155">49.990000000000002</cx:pt>
          <cx:pt idx="9156">49.990000000000002</cx:pt>
          <cx:pt idx="9157">49.990000000000002</cx:pt>
          <cx:pt idx="9158">49.990000000000002</cx:pt>
          <cx:pt idx="9159">49.990000000000002</cx:pt>
          <cx:pt idx="9160">49.990000000000002</cx:pt>
          <cx:pt idx="9161">49.990000000000002</cx:pt>
          <cx:pt idx="9162">49.990000000000002</cx:pt>
          <cx:pt idx="9163">49.990000000000002</cx:pt>
          <cx:pt idx="9164">49.990000000000002</cx:pt>
          <cx:pt idx="9165">49.990000000000002</cx:pt>
          <cx:pt idx="9166">49.990000000000002</cx:pt>
          <cx:pt idx="9167">49.990000000000002</cx:pt>
          <cx:pt idx="9168">49.990000000000002</cx:pt>
          <cx:pt idx="9169">49.990000000000002</cx:pt>
          <cx:pt idx="9170">49.990000000000002</cx:pt>
          <cx:pt idx="9171">49.990000000000002</cx:pt>
          <cx:pt idx="9172">49.990000000000002</cx:pt>
          <cx:pt idx="9173">49.990000000000002</cx:pt>
          <cx:pt idx="9174">49.990000000000002</cx:pt>
          <cx:pt idx="9175">49.990000000000002</cx:pt>
          <cx:pt idx="9176">49.990000000000002</cx:pt>
          <cx:pt idx="9177">49.990000000000002</cx:pt>
          <cx:pt idx="9178">49.990000000000002</cx:pt>
          <cx:pt idx="9179">49.990000000000002</cx:pt>
          <cx:pt idx="9180">49.990000000000002</cx:pt>
          <cx:pt idx="9181">49.990000000000002</cx:pt>
          <cx:pt idx="9182">49.990000000000002</cx:pt>
          <cx:pt idx="9183">49.990000000000002</cx:pt>
          <cx:pt idx="9184">49.990000000000002</cx:pt>
          <cx:pt idx="9185">49.990000000000002</cx:pt>
          <cx:pt idx="9186">49.990000000000002</cx:pt>
          <cx:pt idx="9187">49.990000000000002</cx:pt>
          <cx:pt idx="9188">49.990000000000002</cx:pt>
          <cx:pt idx="9189">49.990000000000002</cx:pt>
          <cx:pt idx="9190">49.990000000000002</cx:pt>
          <cx:pt idx="9191">49.990000000000002</cx:pt>
          <cx:pt idx="9192">49.990000000000002</cx:pt>
          <cx:pt idx="9193">49.990000000000002</cx:pt>
          <cx:pt idx="9194">49.990000000000002</cx:pt>
          <cx:pt idx="9195">49.990000000000002</cx:pt>
          <cx:pt idx="9196">49.990000000000002</cx:pt>
          <cx:pt idx="9197">49.990000000000002</cx:pt>
          <cx:pt idx="9198">49.990000000000002</cx:pt>
          <cx:pt idx="9199">49.990000000000002</cx:pt>
          <cx:pt idx="9200">49.990000000000002</cx:pt>
          <cx:pt idx="9201">49.990000000000002</cx:pt>
          <cx:pt idx="9202">49.990000000000002</cx:pt>
          <cx:pt idx="9203">49.990000000000002</cx:pt>
          <cx:pt idx="9204">49.990000000000002</cx:pt>
          <cx:pt idx="9205">49.990000000000002</cx:pt>
          <cx:pt idx="9206">49.990000000000002</cx:pt>
          <cx:pt idx="9207">49.990000000000002</cx:pt>
          <cx:pt idx="9208">49.990000000000002</cx:pt>
          <cx:pt idx="9209">49.990000000000002</cx:pt>
          <cx:pt idx="9210">49.990000000000002</cx:pt>
          <cx:pt idx="9211">49.990000000000002</cx:pt>
          <cx:pt idx="9212">49.990000000000002</cx:pt>
          <cx:pt idx="9213">49.990000000000002</cx:pt>
          <cx:pt idx="9214">49.990000000000002</cx:pt>
          <cx:pt idx="9215">49.990000000000002</cx:pt>
          <cx:pt idx="9216">49.990000000000002</cx:pt>
          <cx:pt idx="9217">49.990000000000002</cx:pt>
          <cx:pt idx="9218">49.990000000000002</cx:pt>
          <cx:pt idx="9219">49.990000000000002</cx:pt>
          <cx:pt idx="9220">49.990000000000002</cx:pt>
          <cx:pt idx="9221">49.990000000000002</cx:pt>
          <cx:pt idx="9222">49.990000000000002</cx:pt>
          <cx:pt idx="9223">49.990000000000002</cx:pt>
          <cx:pt idx="9224">49.990000000000002</cx:pt>
          <cx:pt idx="9225">49.990000000000002</cx:pt>
          <cx:pt idx="9226">49.990000000000002</cx:pt>
          <cx:pt idx="9227">49.990000000000002</cx:pt>
          <cx:pt idx="9228">49.990000000000002</cx:pt>
          <cx:pt idx="9229">49.990000000000002</cx:pt>
          <cx:pt idx="9230">49.990000000000002</cx:pt>
          <cx:pt idx="9231">49.990000000000002</cx:pt>
          <cx:pt idx="9232">49.990000000000002</cx:pt>
          <cx:pt idx="9233">49.990000000000002</cx:pt>
          <cx:pt idx="9234">49.990000000000002</cx:pt>
          <cx:pt idx="9235">49.990000000000002</cx:pt>
          <cx:pt idx="9236">49.990000000000002</cx:pt>
          <cx:pt idx="9237">49.990000000000002</cx:pt>
          <cx:pt idx="9238">49.990000000000002</cx:pt>
          <cx:pt idx="9239">49.990000000000002</cx:pt>
          <cx:pt idx="9240">49.990000000000002</cx:pt>
          <cx:pt idx="9241">49.990000000000002</cx:pt>
          <cx:pt idx="9242">49.990000000000002</cx:pt>
          <cx:pt idx="9243">49.990000000000002</cx:pt>
          <cx:pt idx="9244">49.990000000000002</cx:pt>
          <cx:pt idx="9245">49.990000000000002</cx:pt>
          <cx:pt idx="9246">49.990000000000002</cx:pt>
          <cx:pt idx="9247">49.990000000000002</cx:pt>
          <cx:pt idx="9248">49.990000000000002</cx:pt>
          <cx:pt idx="9249">49.990000000000002</cx:pt>
          <cx:pt idx="9250">49.990000000000002</cx:pt>
          <cx:pt idx="9251">49.990000000000002</cx:pt>
          <cx:pt idx="9252">49.990000000000002</cx:pt>
          <cx:pt idx="9253">49.990000000000002</cx:pt>
          <cx:pt idx="9254">49.990000000000002</cx:pt>
          <cx:pt idx="9255">49.990000000000002</cx:pt>
          <cx:pt idx="9256">49.990000000000002</cx:pt>
          <cx:pt idx="9257">49.990000000000002</cx:pt>
          <cx:pt idx="9258">49.990000000000002</cx:pt>
          <cx:pt idx="9259">49.990000000000002</cx:pt>
          <cx:pt idx="9260">49.990000000000002</cx:pt>
          <cx:pt idx="9261">49.990000000000002</cx:pt>
          <cx:pt idx="9262">49.990000000000002</cx:pt>
          <cx:pt idx="9263">49.990000000000002</cx:pt>
          <cx:pt idx="9264">49.990000000000002</cx:pt>
          <cx:pt idx="9265">49.990000000000002</cx:pt>
          <cx:pt idx="9266">49.990000000000002</cx:pt>
          <cx:pt idx="9267">49.990000000000002</cx:pt>
          <cx:pt idx="9268">49.990000000000002</cx:pt>
          <cx:pt idx="9269">49.990000000000002</cx:pt>
          <cx:pt idx="9270">49.990000000000002</cx:pt>
          <cx:pt idx="9271">49.990000000000002</cx:pt>
          <cx:pt idx="9272">49.990000000000002</cx:pt>
          <cx:pt idx="9273">49.990000000000002</cx:pt>
          <cx:pt idx="9274">49.990000000000002</cx:pt>
          <cx:pt idx="9275">49.990000000000002</cx:pt>
          <cx:pt idx="9276">49.990000000000002</cx:pt>
          <cx:pt idx="9277">49.990000000000002</cx:pt>
          <cx:pt idx="9278">49.990000000000002</cx:pt>
          <cx:pt idx="9279">49.990000000000002</cx:pt>
          <cx:pt idx="9280">49.990000000000002</cx:pt>
          <cx:pt idx="9281">49.990000000000002</cx:pt>
          <cx:pt idx="9282">49.990000000000002</cx:pt>
          <cx:pt idx="9283">49.990000000000002</cx:pt>
          <cx:pt idx="9284">49.990000000000002</cx:pt>
          <cx:pt idx="9285">49.990000000000002</cx:pt>
          <cx:pt idx="9286">49.990000000000002</cx:pt>
          <cx:pt idx="9287">49.990000000000002</cx:pt>
          <cx:pt idx="9288">49.990000000000002</cx:pt>
          <cx:pt idx="9289">49.990000000000002</cx:pt>
          <cx:pt idx="9290">49.990000000000002</cx:pt>
          <cx:pt idx="9291">49.990000000000002</cx:pt>
          <cx:pt idx="9292">49.990000000000002</cx:pt>
          <cx:pt idx="9293">49.990000000000002</cx:pt>
          <cx:pt idx="9294">49.990000000000002</cx:pt>
          <cx:pt idx="9295">49.990000000000002</cx:pt>
          <cx:pt idx="9296">49.990000000000002</cx:pt>
          <cx:pt idx="9297">49.990000000000002</cx:pt>
          <cx:pt idx="9298">49.990000000000002</cx:pt>
          <cx:pt idx="9299">49.990000000000002</cx:pt>
          <cx:pt idx="9300">49.990000000000002</cx:pt>
          <cx:pt idx="9301">49.990000000000002</cx:pt>
          <cx:pt idx="9302">49.990000000000002</cx:pt>
          <cx:pt idx="9303">49.990000000000002</cx:pt>
          <cx:pt idx="9304">49.990000000000002</cx:pt>
          <cx:pt idx="9305">49.990000000000002</cx:pt>
          <cx:pt idx="9306">49.990000000000002</cx:pt>
          <cx:pt idx="9307">49.990000000000002</cx:pt>
          <cx:pt idx="9308">49.990000000000002</cx:pt>
          <cx:pt idx="9309">49.990000000000002</cx:pt>
          <cx:pt idx="9310">49.990000000000002</cx:pt>
          <cx:pt idx="9311">49.990000000000002</cx:pt>
          <cx:pt idx="9312">49.990000000000002</cx:pt>
          <cx:pt idx="9313">49.990000000000002</cx:pt>
          <cx:pt idx="9314">49.990000000000002</cx:pt>
          <cx:pt idx="9315">49.990000000000002</cx:pt>
          <cx:pt idx="9316">49.990000000000002</cx:pt>
          <cx:pt idx="9317">49.990000000000002</cx:pt>
          <cx:pt idx="9318">49.990000000000002</cx:pt>
          <cx:pt idx="9319">49.990000000000002</cx:pt>
          <cx:pt idx="9320">49.990000000000002</cx:pt>
          <cx:pt idx="9321">49.990000000000002</cx:pt>
          <cx:pt idx="9322">49.990000000000002</cx:pt>
          <cx:pt idx="9323">49.990000000000002</cx:pt>
          <cx:pt idx="9324">49.990000000000002</cx:pt>
          <cx:pt idx="9325">49.990000000000002</cx:pt>
          <cx:pt idx="9326">49.990000000000002</cx:pt>
          <cx:pt idx="9327">49.990000000000002</cx:pt>
          <cx:pt idx="9328">49.990000000000002</cx:pt>
          <cx:pt idx="9329">49.990000000000002</cx:pt>
          <cx:pt idx="9330">49.990000000000002</cx:pt>
          <cx:pt idx="9331">49.990000000000002</cx:pt>
          <cx:pt idx="9332">49.990000000000002</cx:pt>
          <cx:pt idx="9333">49.990000000000002</cx:pt>
          <cx:pt idx="9334">49.990000000000002</cx:pt>
          <cx:pt idx="9335">49.990000000000002</cx:pt>
          <cx:pt idx="9336">49.990000000000002</cx:pt>
          <cx:pt idx="9337">49.990000000000002</cx:pt>
          <cx:pt idx="9338">49.990000000000002</cx:pt>
          <cx:pt idx="9339">49.990000000000002</cx:pt>
          <cx:pt idx="9340">49.990000000000002</cx:pt>
          <cx:pt idx="9341">49.990000000000002</cx:pt>
          <cx:pt idx="9342">49.990000000000002</cx:pt>
          <cx:pt idx="9343">49.990000000000002</cx:pt>
          <cx:pt idx="9344">49.990000000000002</cx:pt>
          <cx:pt idx="9345">49.990000000000002</cx:pt>
          <cx:pt idx="9346">49.990000000000002</cx:pt>
          <cx:pt idx="9347">49.990000000000002</cx:pt>
          <cx:pt idx="9348">49.990000000000002</cx:pt>
          <cx:pt idx="9349">49.990000000000002</cx:pt>
          <cx:pt idx="9350">49.990000000000002</cx:pt>
          <cx:pt idx="9351">49.990000000000002</cx:pt>
          <cx:pt idx="9352">49.990000000000002</cx:pt>
          <cx:pt idx="9353">49.990000000000002</cx:pt>
          <cx:pt idx="9354">49.990000000000002</cx:pt>
          <cx:pt idx="9355">49.990000000000002</cx:pt>
          <cx:pt idx="9356">49.990000000000002</cx:pt>
          <cx:pt idx="9357">49.990000000000002</cx:pt>
          <cx:pt idx="9358">49.990000000000002</cx:pt>
          <cx:pt idx="9359">49.990000000000002</cx:pt>
          <cx:pt idx="9360">49.990000000000002</cx:pt>
          <cx:pt idx="9361">49.990000000000002</cx:pt>
          <cx:pt idx="9362">49.990000000000002</cx:pt>
          <cx:pt idx="9363">49.990000000000002</cx:pt>
          <cx:pt idx="9364">49.990000000000002</cx:pt>
          <cx:pt idx="9365">49.990000000000002</cx:pt>
          <cx:pt idx="9366">49.990000000000002</cx:pt>
          <cx:pt idx="9367">49.990000000000002</cx:pt>
          <cx:pt idx="9368">49.990000000000002</cx:pt>
          <cx:pt idx="9369">49.990000000000002</cx:pt>
          <cx:pt idx="9370">49.990000000000002</cx:pt>
          <cx:pt idx="9371">49.990000000000002</cx:pt>
          <cx:pt idx="9372">49.990000000000002</cx:pt>
          <cx:pt idx="9373">49.990000000000002</cx:pt>
          <cx:pt idx="9374">49.990000000000002</cx:pt>
          <cx:pt idx="9375">49.990000000000002</cx:pt>
          <cx:pt idx="9376">49.990000000000002</cx:pt>
          <cx:pt idx="9377">49.990000000000002</cx:pt>
          <cx:pt idx="9378">49.990000000000002</cx:pt>
          <cx:pt idx="9379">49.990000000000002</cx:pt>
          <cx:pt idx="9380">49.990000000000002</cx:pt>
          <cx:pt idx="9381">49.990000000000002</cx:pt>
          <cx:pt idx="9382">49.990000000000002</cx:pt>
          <cx:pt idx="9383">49.990000000000002</cx:pt>
          <cx:pt idx="9384">49.990000000000002</cx:pt>
          <cx:pt idx="9385">49.990000000000002</cx:pt>
          <cx:pt idx="9386">49.990000000000002</cx:pt>
          <cx:pt idx="9387">49.990000000000002</cx:pt>
          <cx:pt idx="9388">49.990000000000002</cx:pt>
          <cx:pt idx="9389">49.990000000000002</cx:pt>
          <cx:pt idx="9390">49.990000000000002</cx:pt>
          <cx:pt idx="9391">49.990000000000002</cx:pt>
          <cx:pt idx="9392">49.990000000000002</cx:pt>
          <cx:pt idx="9393">49.990000000000002</cx:pt>
          <cx:pt idx="9394">49.990000000000002</cx:pt>
          <cx:pt idx="9395">49.990000000000002</cx:pt>
          <cx:pt idx="9396">49.990000000000002</cx:pt>
          <cx:pt idx="9397">49.990000000000002</cx:pt>
          <cx:pt idx="9398">49.990000000000002</cx:pt>
          <cx:pt idx="9399">49.990000000000002</cx:pt>
          <cx:pt idx="9400">49.990000000000002</cx:pt>
          <cx:pt idx="9401">49.990000000000002</cx:pt>
          <cx:pt idx="9402">49.990000000000002</cx:pt>
          <cx:pt idx="9403">49.990000000000002</cx:pt>
          <cx:pt idx="9404">49.990000000000002</cx:pt>
          <cx:pt idx="9405">49.990000000000002</cx:pt>
          <cx:pt idx="9406">49.990000000000002</cx:pt>
          <cx:pt idx="9407">49.990000000000002</cx:pt>
          <cx:pt idx="9408">49.990000000000002</cx:pt>
          <cx:pt idx="9409">49.990000000000002</cx:pt>
          <cx:pt idx="9410">49.990000000000002</cx:pt>
          <cx:pt idx="9411">49.990000000000002</cx:pt>
          <cx:pt idx="9412">49.990000000000002</cx:pt>
          <cx:pt idx="9413">49.990000000000002</cx:pt>
          <cx:pt idx="9414">49.990000000000002</cx:pt>
          <cx:pt idx="9415">49.990000000000002</cx:pt>
          <cx:pt idx="9416">49.990000000000002</cx:pt>
          <cx:pt idx="9417">49.990000000000002</cx:pt>
          <cx:pt idx="9418">49.990000000000002</cx:pt>
          <cx:pt idx="9419">49.990000000000002</cx:pt>
          <cx:pt idx="9420">49.990000000000002</cx:pt>
          <cx:pt idx="9421">49.990000000000002</cx:pt>
          <cx:pt idx="9422">49.990000000000002</cx:pt>
          <cx:pt idx="9423">49.990000000000002</cx:pt>
          <cx:pt idx="9424">49.990000000000002</cx:pt>
          <cx:pt idx="9425">49.990000000000002</cx:pt>
          <cx:pt idx="9426">49.990000000000002</cx:pt>
          <cx:pt idx="9427">49.990000000000002</cx:pt>
          <cx:pt idx="9428">49.990000000000002</cx:pt>
          <cx:pt idx="9429">49.990000000000002</cx:pt>
          <cx:pt idx="9430">49.990000000000002</cx:pt>
          <cx:pt idx="9431">49.990000000000002</cx:pt>
          <cx:pt idx="9432">49.990000000000002</cx:pt>
          <cx:pt idx="9433">49.990000000000002</cx:pt>
          <cx:pt idx="9434">49.990000000000002</cx:pt>
          <cx:pt idx="9435">49.990000000000002</cx:pt>
          <cx:pt idx="9436">49.990000000000002</cx:pt>
          <cx:pt idx="9437">49.990000000000002</cx:pt>
          <cx:pt idx="9438">49.990000000000002</cx:pt>
          <cx:pt idx="9439">49.990000000000002</cx:pt>
          <cx:pt idx="9440">49.990000000000002</cx:pt>
          <cx:pt idx="9441">49.990000000000002</cx:pt>
          <cx:pt idx="9442">49.990000000000002</cx:pt>
          <cx:pt idx="9443">49.990000000000002</cx:pt>
          <cx:pt idx="9444">49.990000000000002</cx:pt>
          <cx:pt idx="9445">49.990000000000002</cx:pt>
          <cx:pt idx="9446">49.990000000000002</cx:pt>
          <cx:pt idx="9447">49.990000000000002</cx:pt>
          <cx:pt idx="9448">49.990000000000002</cx:pt>
          <cx:pt idx="9449">49.990000000000002</cx:pt>
          <cx:pt idx="9450">49.990000000000002</cx:pt>
          <cx:pt idx="9451">49.990000000000002</cx:pt>
          <cx:pt idx="9452">49.990000000000002</cx:pt>
          <cx:pt idx="9453">49.990000000000002</cx:pt>
          <cx:pt idx="9454">49.990000000000002</cx:pt>
          <cx:pt idx="9455">49.990000000000002</cx:pt>
          <cx:pt idx="9456">49.990000000000002</cx:pt>
          <cx:pt idx="9457">49.990000000000002</cx:pt>
          <cx:pt idx="9458">49.990000000000002</cx:pt>
          <cx:pt idx="9459">49.990000000000002</cx:pt>
          <cx:pt idx="9460">49.990000000000002</cx:pt>
          <cx:pt idx="9461">49.990000000000002</cx:pt>
          <cx:pt idx="9462">49.990000000000002</cx:pt>
          <cx:pt idx="9463">49.990000000000002</cx:pt>
          <cx:pt idx="9464">49.990000000000002</cx:pt>
          <cx:pt idx="9465">49.990000000000002</cx:pt>
          <cx:pt idx="9466">49.990000000000002</cx:pt>
          <cx:pt idx="9467">49.990000000000002</cx:pt>
          <cx:pt idx="9468">49.990000000000002</cx:pt>
          <cx:pt idx="9469">49.990000000000002</cx:pt>
          <cx:pt idx="9470">49.990000000000002</cx:pt>
          <cx:pt idx="9471">49.990000000000002</cx:pt>
          <cx:pt idx="9472">49.990000000000002</cx:pt>
          <cx:pt idx="9473">49.990000000000002</cx:pt>
          <cx:pt idx="9474">49.990000000000002</cx:pt>
          <cx:pt idx="9475">49.990000000000002</cx:pt>
          <cx:pt idx="9476">49.990000000000002</cx:pt>
          <cx:pt idx="9477">49.990000000000002</cx:pt>
          <cx:pt idx="9478">49.990000000000002</cx:pt>
          <cx:pt idx="9479">49.990000000000002</cx:pt>
          <cx:pt idx="9480">49.990000000000002</cx:pt>
          <cx:pt idx="9481">49.990000000000002</cx:pt>
          <cx:pt idx="9482">49.990000000000002</cx:pt>
          <cx:pt idx="9483">49.990000000000002</cx:pt>
          <cx:pt idx="9484">49.990000000000002</cx:pt>
          <cx:pt idx="9485">49.990000000000002</cx:pt>
          <cx:pt idx="9486">49.990000000000002</cx:pt>
          <cx:pt idx="9487">49.990000000000002</cx:pt>
          <cx:pt idx="9488">49.990000000000002</cx:pt>
          <cx:pt idx="9489">49.990000000000002</cx:pt>
          <cx:pt idx="9490">49.990000000000002</cx:pt>
          <cx:pt idx="9491">49.990000000000002</cx:pt>
          <cx:pt idx="9492">49.990000000000002</cx:pt>
          <cx:pt idx="9493">49.990000000000002</cx:pt>
          <cx:pt idx="9494">49.990000000000002</cx:pt>
          <cx:pt idx="9495">49.990000000000002</cx:pt>
          <cx:pt idx="9496">49.990000000000002</cx:pt>
          <cx:pt idx="9497">49.990000000000002</cx:pt>
          <cx:pt idx="9498">49.990000000000002</cx:pt>
          <cx:pt idx="9499">49.990000000000002</cx:pt>
          <cx:pt idx="9500">49.990000000000002</cx:pt>
          <cx:pt idx="9501">49.990000000000002</cx:pt>
          <cx:pt idx="9502">49.990000000000002</cx:pt>
          <cx:pt idx="9503">49.990000000000002</cx:pt>
          <cx:pt idx="9504">49.990000000000002</cx:pt>
          <cx:pt idx="9505">49.990000000000002</cx:pt>
          <cx:pt idx="9506">49.990000000000002</cx:pt>
          <cx:pt idx="9507">49.990000000000002</cx:pt>
          <cx:pt idx="9508">49.990000000000002</cx:pt>
          <cx:pt idx="9509">49.990000000000002</cx:pt>
          <cx:pt idx="9510">49.990000000000002</cx:pt>
          <cx:pt idx="9511">49.990000000000002</cx:pt>
          <cx:pt idx="9512">49.990000000000002</cx:pt>
          <cx:pt idx="9513">49.990000000000002</cx:pt>
          <cx:pt idx="9514">49.990000000000002</cx:pt>
          <cx:pt idx="9515">49.990000000000002</cx:pt>
          <cx:pt idx="9516">49.990000000000002</cx:pt>
          <cx:pt idx="9517">49.990000000000002</cx:pt>
          <cx:pt idx="9518">49.990000000000002</cx:pt>
          <cx:pt idx="9519">49.990000000000002</cx:pt>
          <cx:pt idx="9520">49.990000000000002</cx:pt>
          <cx:pt idx="9521">49.990000000000002</cx:pt>
          <cx:pt idx="9522">49.990000000000002</cx:pt>
          <cx:pt idx="9523">49.990000000000002</cx:pt>
          <cx:pt idx="9524">49.990000000000002</cx:pt>
          <cx:pt idx="9525">49.990000000000002</cx:pt>
          <cx:pt idx="9526">49.990000000000002</cx:pt>
          <cx:pt idx="9527">49.990000000000002</cx:pt>
          <cx:pt idx="9528">49.990000000000002</cx:pt>
          <cx:pt idx="9529">49.990000000000002</cx:pt>
          <cx:pt idx="9530">49.990000000000002</cx:pt>
          <cx:pt idx="9531">49.990000000000002</cx:pt>
          <cx:pt idx="9532">49.990000000000002</cx:pt>
          <cx:pt idx="9533">49.990000000000002</cx:pt>
          <cx:pt idx="9534">49.990000000000002</cx:pt>
          <cx:pt idx="9535">49.990000000000002</cx:pt>
          <cx:pt idx="9536">49.990000000000002</cx:pt>
          <cx:pt idx="9537">49.990000000000002</cx:pt>
          <cx:pt idx="9538">49.990000000000002</cx:pt>
          <cx:pt idx="9539">49.990000000000002</cx:pt>
          <cx:pt idx="9540">49.990000000000002</cx:pt>
          <cx:pt idx="9541">49.990000000000002</cx:pt>
          <cx:pt idx="9542">49.990000000000002</cx:pt>
          <cx:pt idx="9543">49.990000000000002</cx:pt>
          <cx:pt idx="9544">49.990000000000002</cx:pt>
          <cx:pt idx="9545">49.990000000000002</cx:pt>
          <cx:pt idx="9546">49.990000000000002</cx:pt>
          <cx:pt idx="9547">49.990000000000002</cx:pt>
          <cx:pt idx="9548">49.990000000000002</cx:pt>
          <cx:pt idx="9549">49.990000000000002</cx:pt>
          <cx:pt idx="9550">49.990000000000002</cx:pt>
          <cx:pt idx="9551">49.990000000000002</cx:pt>
          <cx:pt idx="9552">49.990000000000002</cx:pt>
          <cx:pt idx="9553">49.990000000000002</cx:pt>
          <cx:pt idx="9554">49.990000000000002</cx:pt>
          <cx:pt idx="9555">49.990000000000002</cx:pt>
          <cx:pt idx="9556">49.990000000000002</cx:pt>
          <cx:pt idx="9557">49.990000000000002</cx:pt>
          <cx:pt idx="9558">49.990000000000002</cx:pt>
          <cx:pt idx="9559">49.990000000000002</cx:pt>
          <cx:pt idx="9560">49.990000000000002</cx:pt>
          <cx:pt idx="9561">49.990000000000002</cx:pt>
          <cx:pt idx="9562">49.990000000000002</cx:pt>
          <cx:pt idx="9563">49.990000000000002</cx:pt>
          <cx:pt idx="9564">49.990000000000002</cx:pt>
          <cx:pt idx="9565">49.990000000000002</cx:pt>
          <cx:pt idx="9566">49.990000000000002</cx:pt>
          <cx:pt idx="9567">49.990000000000002</cx:pt>
          <cx:pt idx="9568">49.990000000000002</cx:pt>
          <cx:pt idx="9569">49.990000000000002</cx:pt>
          <cx:pt idx="9570">49.990000000000002</cx:pt>
          <cx:pt idx="9571">49.990000000000002</cx:pt>
          <cx:pt idx="9572">49.990000000000002</cx:pt>
          <cx:pt idx="9573">49.990000000000002</cx:pt>
          <cx:pt idx="9574">49.990000000000002</cx:pt>
          <cx:pt idx="9575">49.990000000000002</cx:pt>
          <cx:pt idx="9576">49.990000000000002</cx:pt>
          <cx:pt idx="9577">49.990000000000002</cx:pt>
          <cx:pt idx="9578">49.990000000000002</cx:pt>
          <cx:pt idx="9579">49.990000000000002</cx:pt>
          <cx:pt idx="9580">49.990000000000002</cx:pt>
          <cx:pt idx="9581">49.990000000000002</cx:pt>
          <cx:pt idx="9582">49.990000000000002</cx:pt>
          <cx:pt idx="9583">49.990000000000002</cx:pt>
          <cx:pt idx="9584">49.990000000000002</cx:pt>
          <cx:pt idx="9585">49.990000000000002</cx:pt>
          <cx:pt idx="9586">49.990000000000002</cx:pt>
          <cx:pt idx="9587">49.990000000000002</cx:pt>
          <cx:pt idx="9588">49.990000000000002</cx:pt>
          <cx:pt idx="9589">49.990000000000002</cx:pt>
          <cx:pt idx="9590">49.990000000000002</cx:pt>
          <cx:pt idx="9591">49.990000000000002</cx:pt>
          <cx:pt idx="9592">49.990000000000002</cx:pt>
          <cx:pt idx="9593">49.990000000000002</cx:pt>
          <cx:pt idx="9594">49.990000000000002</cx:pt>
          <cx:pt idx="9595">49.990000000000002</cx:pt>
          <cx:pt idx="9596">49.990000000000002</cx:pt>
          <cx:pt idx="9597">49.990000000000002</cx:pt>
          <cx:pt idx="9598">49.990000000000002</cx:pt>
          <cx:pt idx="9599">49.990000000000002</cx:pt>
          <cx:pt idx="9600">49.990000000000002</cx:pt>
          <cx:pt idx="9601">49.990000000000002</cx:pt>
          <cx:pt idx="9602">49.990000000000002</cx:pt>
          <cx:pt idx="9603">49.990000000000002</cx:pt>
          <cx:pt idx="9604">49.990000000000002</cx:pt>
          <cx:pt idx="9605">49.990000000000002</cx:pt>
          <cx:pt idx="9606">49.990000000000002</cx:pt>
          <cx:pt idx="9607">49.990000000000002</cx:pt>
          <cx:pt idx="9608">49.990000000000002</cx:pt>
          <cx:pt idx="9609">49.990000000000002</cx:pt>
          <cx:pt idx="9610">49.990000000000002</cx:pt>
          <cx:pt idx="9611">49.990000000000002</cx:pt>
          <cx:pt idx="9612">49.990000000000002</cx:pt>
          <cx:pt idx="9613">49.990000000000002</cx:pt>
          <cx:pt idx="9614">49.990000000000002</cx:pt>
          <cx:pt idx="9615">49.990000000000002</cx:pt>
          <cx:pt idx="9616">49.990000000000002</cx:pt>
          <cx:pt idx="9617">49.990000000000002</cx:pt>
          <cx:pt idx="9618">49.990000000000002</cx:pt>
          <cx:pt idx="9619">49.990000000000002</cx:pt>
          <cx:pt idx="9620">49.990000000000002</cx:pt>
          <cx:pt idx="9621">49.990000000000002</cx:pt>
          <cx:pt idx="9622">49.990000000000002</cx:pt>
          <cx:pt idx="9623">49.990000000000002</cx:pt>
          <cx:pt idx="9624">49.990000000000002</cx:pt>
          <cx:pt idx="9625">49.990000000000002</cx:pt>
          <cx:pt idx="9626">49.990000000000002</cx:pt>
          <cx:pt idx="9627">49.990000000000002</cx:pt>
          <cx:pt idx="9628">49.990000000000002</cx:pt>
          <cx:pt idx="9629">49.990000000000002</cx:pt>
          <cx:pt idx="9630">49.990000000000002</cx:pt>
          <cx:pt idx="9631">49.990000000000002</cx:pt>
          <cx:pt idx="9632">49.990000000000002</cx:pt>
          <cx:pt idx="9633">49.990000000000002</cx:pt>
          <cx:pt idx="9634">49.990000000000002</cx:pt>
          <cx:pt idx="9635">49.990000000000002</cx:pt>
          <cx:pt idx="9636">49.990000000000002</cx:pt>
          <cx:pt idx="9637">49.990000000000002</cx:pt>
          <cx:pt idx="9638">49.990000000000002</cx:pt>
          <cx:pt idx="9639">49.990000000000002</cx:pt>
          <cx:pt idx="9640">49.990000000000002</cx:pt>
          <cx:pt idx="9641">49.990000000000002</cx:pt>
          <cx:pt idx="9642">49.990000000000002</cx:pt>
          <cx:pt idx="9643">49.990000000000002</cx:pt>
          <cx:pt idx="9644">49.990000000000002</cx:pt>
          <cx:pt idx="9645">49.990000000000002</cx:pt>
          <cx:pt idx="9646">49.990000000000002</cx:pt>
          <cx:pt idx="9647">49.990000000000002</cx:pt>
          <cx:pt idx="9648">49.990000000000002</cx:pt>
          <cx:pt idx="9649">49.990000000000002</cx:pt>
          <cx:pt idx="9650">49.990000000000002</cx:pt>
          <cx:pt idx="9651">49.990000000000002</cx:pt>
          <cx:pt idx="9652">49.990000000000002</cx:pt>
          <cx:pt idx="9653">49.990000000000002</cx:pt>
          <cx:pt idx="9654">49.990000000000002</cx:pt>
          <cx:pt idx="9655">49.990000000000002</cx:pt>
          <cx:pt idx="9656">49.990000000000002</cx:pt>
          <cx:pt idx="9657">49.990000000000002</cx:pt>
          <cx:pt idx="9658">49.990000000000002</cx:pt>
          <cx:pt idx="9659">49.990000000000002</cx:pt>
          <cx:pt idx="9660">49.990000000000002</cx:pt>
          <cx:pt idx="9661">49.990000000000002</cx:pt>
          <cx:pt idx="9662">49.990000000000002</cx:pt>
          <cx:pt idx="9663">49.990000000000002</cx:pt>
          <cx:pt idx="9664">49.990000000000002</cx:pt>
          <cx:pt idx="9665">49.990000000000002</cx:pt>
          <cx:pt idx="9666">49.990000000000002</cx:pt>
          <cx:pt idx="9667">49.990000000000002</cx:pt>
          <cx:pt idx="9668">49.990000000000002</cx:pt>
          <cx:pt idx="9669">49.990000000000002</cx:pt>
          <cx:pt idx="9670">49.990000000000002</cx:pt>
          <cx:pt idx="9671">49.990000000000002</cx:pt>
          <cx:pt idx="9672">49.990000000000002</cx:pt>
          <cx:pt idx="9673">49.990000000000002</cx:pt>
          <cx:pt idx="9674">49.990000000000002</cx:pt>
          <cx:pt idx="9675">49.990000000000002</cx:pt>
          <cx:pt idx="9676">49.990000000000002</cx:pt>
          <cx:pt idx="9677">49.990000000000002</cx:pt>
          <cx:pt idx="9678">49.990000000000002</cx:pt>
          <cx:pt idx="9679">49.990000000000002</cx:pt>
          <cx:pt idx="9680">49.990000000000002</cx:pt>
          <cx:pt idx="9681">49.990000000000002</cx:pt>
          <cx:pt idx="9682">49.990000000000002</cx:pt>
          <cx:pt idx="9683">49.990000000000002</cx:pt>
          <cx:pt idx="9684">49.990000000000002</cx:pt>
          <cx:pt idx="9685">49.990000000000002</cx:pt>
          <cx:pt idx="9686">49.990000000000002</cx:pt>
          <cx:pt idx="9687">49.990000000000002</cx:pt>
          <cx:pt idx="9688">49.990000000000002</cx:pt>
          <cx:pt idx="9689">49.990000000000002</cx:pt>
          <cx:pt idx="9690">49.990000000000002</cx:pt>
          <cx:pt idx="9691">49.990000000000002</cx:pt>
          <cx:pt idx="9692">49.990000000000002</cx:pt>
          <cx:pt idx="9693">49.990000000000002</cx:pt>
          <cx:pt idx="9694">49.990000000000002</cx:pt>
          <cx:pt idx="9695">49.990000000000002</cx:pt>
          <cx:pt idx="9696">49.990000000000002</cx:pt>
          <cx:pt idx="9697">49.990000000000002</cx:pt>
          <cx:pt idx="9698">49.990000000000002</cx:pt>
          <cx:pt idx="9699">49.990000000000002</cx:pt>
          <cx:pt idx="9700">49.990000000000002</cx:pt>
          <cx:pt idx="9701">49.990000000000002</cx:pt>
          <cx:pt idx="9702">49.990000000000002</cx:pt>
          <cx:pt idx="9703">49.990000000000002</cx:pt>
          <cx:pt idx="9704">49.990000000000002</cx:pt>
          <cx:pt idx="9705">49.990000000000002</cx:pt>
          <cx:pt idx="9706">49.990000000000002</cx:pt>
          <cx:pt idx="9707">49.990000000000002</cx:pt>
          <cx:pt idx="9708">49.990000000000002</cx:pt>
          <cx:pt idx="9709">49.990000000000002</cx:pt>
          <cx:pt idx="9710">49.990000000000002</cx:pt>
          <cx:pt idx="9711">49.990000000000002</cx:pt>
          <cx:pt idx="9712">49.990000000000002</cx:pt>
          <cx:pt idx="9713">49.990000000000002</cx:pt>
          <cx:pt idx="9714">49.990000000000002</cx:pt>
          <cx:pt idx="9715">49.990000000000002</cx:pt>
          <cx:pt idx="9716">49.990000000000002</cx:pt>
          <cx:pt idx="9717">49.990000000000002</cx:pt>
          <cx:pt idx="9718">49.990000000000002</cx:pt>
          <cx:pt idx="9719">49.990000000000002</cx:pt>
          <cx:pt idx="9720">49.990000000000002</cx:pt>
          <cx:pt idx="9721">49.990000000000002</cx:pt>
          <cx:pt idx="9722">49.990000000000002</cx:pt>
          <cx:pt idx="9723">49.990000000000002</cx:pt>
          <cx:pt idx="9724">49.990000000000002</cx:pt>
          <cx:pt idx="9725">49.990000000000002</cx:pt>
          <cx:pt idx="9726">49.990000000000002</cx:pt>
          <cx:pt idx="9727">49.990000000000002</cx:pt>
          <cx:pt idx="9728">49.990000000000002</cx:pt>
          <cx:pt idx="9729">49.990000000000002</cx:pt>
          <cx:pt idx="9730">49.990000000000002</cx:pt>
          <cx:pt idx="9731">49.990000000000002</cx:pt>
          <cx:pt idx="9732">49.990000000000002</cx:pt>
          <cx:pt idx="9733">49.990000000000002</cx:pt>
          <cx:pt idx="9734">49.990000000000002</cx:pt>
          <cx:pt idx="9735">49.990000000000002</cx:pt>
          <cx:pt idx="9736">49.990000000000002</cx:pt>
          <cx:pt idx="9737">49.990000000000002</cx:pt>
          <cx:pt idx="9738">49.990000000000002</cx:pt>
          <cx:pt idx="9739">49.990000000000002</cx:pt>
          <cx:pt idx="9740">49.990000000000002</cx:pt>
          <cx:pt idx="9741">49.990000000000002</cx:pt>
          <cx:pt idx="9742">49.990000000000002</cx:pt>
          <cx:pt idx="9743">49.990000000000002</cx:pt>
          <cx:pt idx="9744">49.990000000000002</cx:pt>
          <cx:pt idx="9745">49.990000000000002</cx:pt>
          <cx:pt idx="9746">49.990000000000002</cx:pt>
          <cx:pt idx="9747">49.990000000000002</cx:pt>
          <cx:pt idx="9748">49.990000000000002</cx:pt>
          <cx:pt idx="9749">49.990000000000002</cx:pt>
          <cx:pt idx="9750">49.990000000000002</cx:pt>
          <cx:pt idx="9751">49.990000000000002</cx:pt>
          <cx:pt idx="9752">49.990000000000002</cx:pt>
          <cx:pt idx="9753">49.990000000000002</cx:pt>
          <cx:pt idx="9754">49.990000000000002</cx:pt>
          <cx:pt idx="9755">49.990000000000002</cx:pt>
          <cx:pt idx="9756">49.990000000000002</cx:pt>
          <cx:pt idx="9757">49.990000000000002</cx:pt>
          <cx:pt idx="9758">49.990000000000002</cx:pt>
          <cx:pt idx="9759">49.990000000000002</cx:pt>
          <cx:pt idx="9760">49.990000000000002</cx:pt>
          <cx:pt idx="9761">49.990000000000002</cx:pt>
          <cx:pt idx="9762">49.990000000000002</cx:pt>
          <cx:pt idx="9763">49.990000000000002</cx:pt>
          <cx:pt idx="9764">49.990000000000002</cx:pt>
          <cx:pt idx="9765">49.990000000000002</cx:pt>
          <cx:pt idx="9766">49.990000000000002</cx:pt>
          <cx:pt idx="9767">49.990000000000002</cx:pt>
          <cx:pt idx="9768">49.990000000000002</cx:pt>
          <cx:pt idx="9769">49.990000000000002</cx:pt>
          <cx:pt idx="9770">49.990000000000002</cx:pt>
          <cx:pt idx="9771">49.990000000000002</cx:pt>
          <cx:pt idx="9772">49.990000000000002</cx:pt>
          <cx:pt idx="9773">49.990000000000002</cx:pt>
          <cx:pt idx="9774">49.990000000000002</cx:pt>
          <cx:pt idx="9775">49.990000000000002</cx:pt>
          <cx:pt idx="9776">49.990000000000002</cx:pt>
          <cx:pt idx="9777">49.990000000000002</cx:pt>
          <cx:pt idx="9778">49.990000000000002</cx:pt>
          <cx:pt idx="9779">49.990000000000002</cx:pt>
          <cx:pt idx="9780">49.990000000000002</cx:pt>
          <cx:pt idx="9781">49.990000000000002</cx:pt>
          <cx:pt idx="9782">49.990000000000002</cx:pt>
          <cx:pt idx="9783">49.990000000000002</cx:pt>
          <cx:pt idx="9784">49.990000000000002</cx:pt>
          <cx:pt idx="9785">49.990000000000002</cx:pt>
          <cx:pt idx="9786">49.990000000000002</cx:pt>
          <cx:pt idx="9787">49.990000000000002</cx:pt>
          <cx:pt idx="9788">49.990000000000002</cx:pt>
          <cx:pt idx="9789">49.990000000000002</cx:pt>
          <cx:pt idx="9790">49.990000000000002</cx:pt>
          <cx:pt idx="9791">49.990000000000002</cx:pt>
          <cx:pt idx="9792">49.990000000000002</cx:pt>
          <cx:pt idx="9793">49.990000000000002</cx:pt>
          <cx:pt idx="9794">49.990000000000002</cx:pt>
          <cx:pt idx="9795">49.990000000000002</cx:pt>
          <cx:pt idx="9796">49.990000000000002</cx:pt>
          <cx:pt idx="9797">49.990000000000002</cx:pt>
          <cx:pt idx="9798">49.990000000000002</cx:pt>
          <cx:pt idx="9799">49.990000000000002</cx:pt>
          <cx:pt idx="9800">49.990000000000002</cx:pt>
          <cx:pt idx="9801">49.990000000000002</cx:pt>
          <cx:pt idx="9802">49.990000000000002</cx:pt>
          <cx:pt idx="9803">49.990000000000002</cx:pt>
          <cx:pt idx="9804">49.990000000000002</cx:pt>
          <cx:pt idx="9805">49.990000000000002</cx:pt>
          <cx:pt idx="9806">49.990000000000002</cx:pt>
          <cx:pt idx="9807">49.990000000000002</cx:pt>
          <cx:pt idx="9808">49.990000000000002</cx:pt>
          <cx:pt idx="9809">49.990000000000002</cx:pt>
          <cx:pt idx="9810">49.990000000000002</cx:pt>
          <cx:pt idx="9811">49.990000000000002</cx:pt>
          <cx:pt idx="9812">49.990000000000002</cx:pt>
          <cx:pt idx="9813">49.990000000000002</cx:pt>
          <cx:pt idx="9814">49.990000000000002</cx:pt>
          <cx:pt idx="9815">49.990000000000002</cx:pt>
          <cx:pt idx="9816">49.990000000000002</cx:pt>
          <cx:pt idx="9817">49.990000000000002</cx:pt>
          <cx:pt idx="9818">49.990000000000002</cx:pt>
          <cx:pt idx="9819">49.990000000000002</cx:pt>
          <cx:pt idx="9820">49.990000000000002</cx:pt>
          <cx:pt idx="9821">49.990000000000002</cx:pt>
          <cx:pt idx="9822">49.990000000000002</cx:pt>
          <cx:pt idx="9823">49.990000000000002</cx:pt>
          <cx:pt idx="9824">49.990000000000002</cx:pt>
          <cx:pt idx="9825">49.990000000000002</cx:pt>
          <cx:pt idx="9826">49.990000000000002</cx:pt>
          <cx:pt idx="9827">49.990000000000002</cx:pt>
          <cx:pt idx="9828">49.990000000000002</cx:pt>
          <cx:pt idx="9829">49.990000000000002</cx:pt>
          <cx:pt idx="9830">49.990000000000002</cx:pt>
          <cx:pt idx="9831">49.990000000000002</cx:pt>
          <cx:pt idx="9832">49.990000000000002</cx:pt>
          <cx:pt idx="9833">49.990000000000002</cx:pt>
          <cx:pt idx="9834">49.990000000000002</cx:pt>
          <cx:pt idx="9835">49.990000000000002</cx:pt>
          <cx:pt idx="9836">49.990000000000002</cx:pt>
          <cx:pt idx="9837">49.990000000000002</cx:pt>
          <cx:pt idx="9838">49.990000000000002</cx:pt>
          <cx:pt idx="9839">49.990000000000002</cx:pt>
          <cx:pt idx="9840">49.990000000000002</cx:pt>
          <cx:pt idx="9841">49.990000000000002</cx:pt>
          <cx:pt idx="9842">49.990000000000002</cx:pt>
          <cx:pt idx="9843">49.990000000000002</cx:pt>
          <cx:pt idx="9844">49.990000000000002</cx:pt>
          <cx:pt idx="9845">49.990000000000002</cx:pt>
          <cx:pt idx="9846">49.990000000000002</cx:pt>
          <cx:pt idx="9847">49.990000000000002</cx:pt>
          <cx:pt idx="9848">49.990000000000002</cx:pt>
          <cx:pt idx="9849">49.990000000000002</cx:pt>
          <cx:pt idx="9850">49.990000000000002</cx:pt>
          <cx:pt idx="9851">49.990000000000002</cx:pt>
          <cx:pt idx="9852">49.990000000000002</cx:pt>
          <cx:pt idx="9853">49.990000000000002</cx:pt>
          <cx:pt idx="9854">49.990000000000002</cx:pt>
          <cx:pt idx="9855">49.990000000000002</cx:pt>
          <cx:pt idx="9856">49.990000000000002</cx:pt>
          <cx:pt idx="9857">49.990000000000002</cx:pt>
          <cx:pt idx="9858">49.990000000000002</cx:pt>
          <cx:pt idx="9859">49.990000000000002</cx:pt>
          <cx:pt idx="9860">49.990000000000002</cx:pt>
          <cx:pt idx="9861">49.990000000000002</cx:pt>
          <cx:pt idx="9862">49.990000000000002</cx:pt>
          <cx:pt idx="9863">49.990000000000002</cx:pt>
          <cx:pt idx="9864">49.990000000000002</cx:pt>
          <cx:pt idx="9865">49.990000000000002</cx:pt>
          <cx:pt idx="9866">49.990000000000002</cx:pt>
          <cx:pt idx="9867">49.990000000000002</cx:pt>
          <cx:pt idx="9868">49.990000000000002</cx:pt>
          <cx:pt idx="9869">49.990000000000002</cx:pt>
          <cx:pt idx="9870">49.990000000000002</cx:pt>
          <cx:pt idx="9871">49.990000000000002</cx:pt>
          <cx:pt idx="9872">49.990000000000002</cx:pt>
          <cx:pt idx="9873">49.990000000000002</cx:pt>
          <cx:pt idx="9874">49.990000000000002</cx:pt>
          <cx:pt idx="9875">49.990000000000002</cx:pt>
          <cx:pt idx="9876">49.990000000000002</cx:pt>
          <cx:pt idx="9877">49.990000000000002</cx:pt>
          <cx:pt idx="9878">49.990000000000002</cx:pt>
          <cx:pt idx="9879">49.990000000000002</cx:pt>
          <cx:pt idx="9880">49.990000000000002</cx:pt>
          <cx:pt idx="9881">49.990000000000002</cx:pt>
          <cx:pt idx="9882">49.990000000000002</cx:pt>
          <cx:pt idx="9883">49.990000000000002</cx:pt>
          <cx:pt idx="9884">49.990000000000002</cx:pt>
          <cx:pt idx="9885">49.990000000000002</cx:pt>
          <cx:pt idx="9886">49.990000000000002</cx:pt>
          <cx:pt idx="9887">49.990000000000002</cx:pt>
          <cx:pt idx="9888">49.990000000000002</cx:pt>
          <cx:pt idx="9889">49.990000000000002</cx:pt>
          <cx:pt idx="9890">49.990000000000002</cx:pt>
          <cx:pt idx="9891">49.990000000000002</cx:pt>
          <cx:pt idx="9892">49.990000000000002</cx:pt>
          <cx:pt idx="9893">49.990000000000002</cx:pt>
          <cx:pt idx="9894">49.990000000000002</cx:pt>
          <cx:pt idx="9895">49.990000000000002</cx:pt>
          <cx:pt idx="9896">49.990000000000002</cx:pt>
          <cx:pt idx="9897">49.990000000000002</cx:pt>
          <cx:pt idx="9898">49.990000000000002</cx:pt>
          <cx:pt idx="9899">49.990000000000002</cx:pt>
          <cx:pt idx="9900">49.990000000000002</cx:pt>
          <cx:pt idx="9901">49.990000000000002</cx:pt>
          <cx:pt idx="9902">49.990000000000002</cx:pt>
          <cx:pt idx="9903">49.990000000000002</cx:pt>
          <cx:pt idx="9904">49.990000000000002</cx:pt>
          <cx:pt idx="9905">49.990000000000002</cx:pt>
          <cx:pt idx="9906">49.990000000000002</cx:pt>
          <cx:pt idx="9907">49.990000000000002</cx:pt>
          <cx:pt idx="9908">49.990000000000002</cx:pt>
          <cx:pt idx="9909">49.990000000000002</cx:pt>
          <cx:pt idx="9910">49.990000000000002</cx:pt>
          <cx:pt idx="9911">49.990000000000002</cx:pt>
          <cx:pt idx="9912">49.990000000000002</cx:pt>
          <cx:pt idx="9913">49.990000000000002</cx:pt>
          <cx:pt idx="9914">49.990000000000002</cx:pt>
          <cx:pt idx="9915">49.990000000000002</cx:pt>
          <cx:pt idx="9916">49.990000000000002</cx:pt>
          <cx:pt idx="9917">49.990000000000002</cx:pt>
          <cx:pt idx="9918">49.990000000000002</cx:pt>
          <cx:pt idx="9919">49.990000000000002</cx:pt>
          <cx:pt idx="9920">49.990000000000002</cx:pt>
          <cx:pt idx="9921">49.990000000000002</cx:pt>
          <cx:pt idx="9922">49.990000000000002</cx:pt>
          <cx:pt idx="9923">49.990000000000002</cx:pt>
          <cx:pt idx="9924">49.990000000000002</cx:pt>
          <cx:pt idx="9925">49.990000000000002</cx:pt>
          <cx:pt idx="9926">49.990000000000002</cx:pt>
          <cx:pt idx="9927">49.990000000000002</cx:pt>
          <cx:pt idx="9928">49.990000000000002</cx:pt>
          <cx:pt idx="9929">49.990000000000002</cx:pt>
          <cx:pt idx="9930">49.990000000000002</cx:pt>
          <cx:pt idx="9931">49.990000000000002</cx:pt>
          <cx:pt idx="9932">49.990000000000002</cx:pt>
          <cx:pt idx="9933">49.990000000000002</cx:pt>
          <cx:pt idx="9934">49.990000000000002</cx:pt>
          <cx:pt idx="9935">49.990000000000002</cx:pt>
          <cx:pt idx="9936">49.990000000000002</cx:pt>
          <cx:pt idx="9937">49.990000000000002</cx:pt>
          <cx:pt idx="9938">49.990000000000002</cx:pt>
          <cx:pt idx="9939">49.990000000000002</cx:pt>
          <cx:pt idx="9940">49.990000000000002</cx:pt>
          <cx:pt idx="9941">49.990000000000002</cx:pt>
          <cx:pt idx="9942">49.990000000000002</cx:pt>
          <cx:pt idx="9943">49.990000000000002</cx:pt>
          <cx:pt idx="9944">49.990000000000002</cx:pt>
          <cx:pt idx="9945">49.990000000000002</cx:pt>
          <cx:pt idx="9946">49.990000000000002</cx:pt>
          <cx:pt idx="9947">49.990000000000002</cx:pt>
          <cx:pt idx="9948">49.990000000000002</cx:pt>
          <cx:pt idx="9949">49.990000000000002</cx:pt>
          <cx:pt idx="9950">49.990000000000002</cx:pt>
          <cx:pt idx="9951">49.990000000000002</cx:pt>
          <cx:pt idx="9952">49.990000000000002</cx:pt>
          <cx:pt idx="9953">49.990000000000002</cx:pt>
          <cx:pt idx="9954">49.990000000000002</cx:pt>
          <cx:pt idx="9955">49.990000000000002</cx:pt>
          <cx:pt idx="9956">49.990000000000002</cx:pt>
          <cx:pt idx="9957">49.990000000000002</cx:pt>
          <cx:pt idx="9958">49.990000000000002</cx:pt>
          <cx:pt idx="9959">49.990000000000002</cx:pt>
          <cx:pt idx="9960">49.990000000000002</cx:pt>
          <cx:pt idx="9961">49.990000000000002</cx:pt>
          <cx:pt idx="9962">49.990000000000002</cx:pt>
          <cx:pt idx="9963">49.990000000000002</cx:pt>
          <cx:pt idx="9964">49.990000000000002</cx:pt>
          <cx:pt idx="9965">49.990000000000002</cx:pt>
          <cx:pt idx="9966">49.990000000000002</cx:pt>
          <cx:pt idx="9967">49.990000000000002</cx:pt>
          <cx:pt idx="9968">49.990000000000002</cx:pt>
          <cx:pt idx="9969">49.990000000000002</cx:pt>
          <cx:pt idx="9970">49.990000000000002</cx:pt>
          <cx:pt idx="9971">49.990000000000002</cx:pt>
          <cx:pt idx="9972">49.990000000000002</cx:pt>
          <cx:pt idx="9973">49.990000000000002</cx:pt>
          <cx:pt idx="9974">49.990000000000002</cx:pt>
          <cx:pt idx="9975">49.990000000000002</cx:pt>
          <cx:pt idx="9976">49.990000000000002</cx:pt>
          <cx:pt idx="9977">49.990000000000002</cx:pt>
          <cx:pt idx="9978">49.990000000000002</cx:pt>
          <cx:pt idx="9979">49.990000000000002</cx:pt>
          <cx:pt idx="9980">49.990000000000002</cx:pt>
          <cx:pt idx="9981">49.990000000000002</cx:pt>
          <cx:pt idx="9982">49.990000000000002</cx:pt>
          <cx:pt idx="9983">49.990000000000002</cx:pt>
          <cx:pt idx="9984">49.990000000000002</cx:pt>
          <cx:pt idx="9985">49.990000000000002</cx:pt>
          <cx:pt idx="9986">49.990000000000002</cx:pt>
          <cx:pt idx="9987">49.990000000000002</cx:pt>
          <cx:pt idx="9988">49.990000000000002</cx:pt>
          <cx:pt idx="9989">49.990000000000002</cx:pt>
          <cx:pt idx="9990">49.990000000000002</cx:pt>
          <cx:pt idx="9991">49.990000000000002</cx:pt>
          <cx:pt idx="9992">49.990000000000002</cx:pt>
          <cx:pt idx="9993">49.990000000000002</cx:pt>
          <cx:pt idx="9994">49.990000000000002</cx:pt>
          <cx:pt idx="9995">49.990000000000002</cx:pt>
          <cx:pt idx="9996">49.990000000000002</cx:pt>
          <cx:pt idx="9997">49.990000000000002</cx:pt>
          <cx:pt idx="9998">49.990000000000002</cx:pt>
          <cx:pt idx="9999">49.990000000000002</cx:pt>
          <cx:pt idx="10000">49.990000000000002</cx:pt>
          <cx:pt idx="10001">49.990000000000002</cx:pt>
          <cx:pt idx="10002">49.990000000000002</cx:pt>
          <cx:pt idx="10003">49.990000000000002</cx:pt>
          <cx:pt idx="10004">49.990000000000002</cx:pt>
          <cx:pt idx="10005">49.990000000000002</cx:pt>
          <cx:pt idx="10006">49.990000000000002</cx:pt>
          <cx:pt idx="10007">49.990000000000002</cx:pt>
          <cx:pt idx="10008">49.990000000000002</cx:pt>
          <cx:pt idx="10009">49.990000000000002</cx:pt>
          <cx:pt idx="10010">49.990000000000002</cx:pt>
          <cx:pt idx="10011">49.990000000000002</cx:pt>
          <cx:pt idx="10012">49.990000000000002</cx:pt>
          <cx:pt idx="10013">49.990000000000002</cx:pt>
          <cx:pt idx="10014">49.990000000000002</cx:pt>
          <cx:pt idx="10015">49.990000000000002</cx:pt>
          <cx:pt idx="10016">49.990000000000002</cx:pt>
          <cx:pt idx="10017">49.990000000000002</cx:pt>
          <cx:pt idx="10018">49.990000000000002</cx:pt>
          <cx:pt idx="10019">49.990000000000002</cx:pt>
          <cx:pt idx="10020">49.990000000000002</cx:pt>
          <cx:pt idx="10021">49.990000000000002</cx:pt>
          <cx:pt idx="10022">49.990000000000002</cx:pt>
          <cx:pt idx="10023">49.990000000000002</cx:pt>
          <cx:pt idx="10024">49.990000000000002</cx:pt>
          <cx:pt idx="10025">49.990000000000002</cx:pt>
          <cx:pt idx="10026">49.990000000000002</cx:pt>
          <cx:pt idx="10027">49.990000000000002</cx:pt>
          <cx:pt idx="10028">49.990000000000002</cx:pt>
          <cx:pt idx="10029">49.990000000000002</cx:pt>
          <cx:pt idx="10030">49.990000000000002</cx:pt>
          <cx:pt idx="10031">49.990000000000002</cx:pt>
          <cx:pt idx="10032">49.990000000000002</cx:pt>
          <cx:pt idx="10033">49.990000000000002</cx:pt>
          <cx:pt idx="10034">49.990000000000002</cx:pt>
          <cx:pt idx="10035">49.990000000000002</cx:pt>
          <cx:pt idx="10036">49.990000000000002</cx:pt>
          <cx:pt idx="10037">49.990000000000002</cx:pt>
          <cx:pt idx="10038">49.990000000000002</cx:pt>
          <cx:pt idx="10039">49.990000000000002</cx:pt>
          <cx:pt idx="10040">49.990000000000002</cx:pt>
          <cx:pt idx="10041">49.990000000000002</cx:pt>
          <cx:pt idx="10042">49.990000000000002</cx:pt>
          <cx:pt idx="10043">49.990000000000002</cx:pt>
          <cx:pt idx="10044">49.990000000000002</cx:pt>
          <cx:pt idx="10045">49.990000000000002</cx:pt>
          <cx:pt idx="10046">49.990000000000002</cx:pt>
          <cx:pt idx="10047">49.990000000000002</cx:pt>
          <cx:pt idx="10048">49.990000000000002</cx:pt>
          <cx:pt idx="10049">49.990000000000002</cx:pt>
          <cx:pt idx="10050">49.990000000000002</cx:pt>
          <cx:pt idx="10051">49.990000000000002</cx:pt>
          <cx:pt idx="10052">49.990000000000002</cx:pt>
          <cx:pt idx="10053">49.990000000000002</cx:pt>
          <cx:pt idx="10054">49.990000000000002</cx:pt>
          <cx:pt idx="10055">49.990000000000002</cx:pt>
          <cx:pt idx="10056">49.990000000000002</cx:pt>
          <cx:pt idx="10057">49.990000000000002</cx:pt>
          <cx:pt idx="10058">49.990000000000002</cx:pt>
          <cx:pt idx="10059">49.990000000000002</cx:pt>
          <cx:pt idx="10060">49.990000000000002</cx:pt>
          <cx:pt idx="10061">49.990000000000002</cx:pt>
          <cx:pt idx="10062">49.990000000000002</cx:pt>
          <cx:pt idx="10063">49.990000000000002</cx:pt>
          <cx:pt idx="10064">49.990000000000002</cx:pt>
          <cx:pt idx="10065">49.990000000000002</cx:pt>
          <cx:pt idx="10066">49.990000000000002</cx:pt>
          <cx:pt idx="10067">49.990000000000002</cx:pt>
          <cx:pt idx="10068">49.990000000000002</cx:pt>
          <cx:pt idx="10069">49.990000000000002</cx:pt>
          <cx:pt idx="10070">49.990000000000002</cx:pt>
          <cx:pt idx="10071">49.990000000000002</cx:pt>
          <cx:pt idx="10072">49.990000000000002</cx:pt>
          <cx:pt idx="10073">49.990000000000002</cx:pt>
          <cx:pt idx="10074">49.990000000000002</cx:pt>
          <cx:pt idx="10075">49.990000000000002</cx:pt>
          <cx:pt idx="10076">49.990000000000002</cx:pt>
          <cx:pt idx="10077">49.990000000000002</cx:pt>
          <cx:pt idx="10078">49.990000000000002</cx:pt>
          <cx:pt idx="10079">49.990000000000002</cx:pt>
          <cx:pt idx="10080">49.990000000000002</cx:pt>
          <cx:pt idx="10081">49.990000000000002</cx:pt>
          <cx:pt idx="10082">49.990000000000002</cx:pt>
          <cx:pt idx="10083">49.990000000000002</cx:pt>
          <cx:pt idx="10084">49.990000000000002</cx:pt>
          <cx:pt idx="10085">49.990000000000002</cx:pt>
          <cx:pt idx="10086">49.990000000000002</cx:pt>
          <cx:pt idx="10087">49.990000000000002</cx:pt>
          <cx:pt idx="10088">49.990000000000002</cx:pt>
          <cx:pt idx="10089">49.990000000000002</cx:pt>
          <cx:pt idx="10090">49.990000000000002</cx:pt>
          <cx:pt idx="10091">49.990000000000002</cx:pt>
          <cx:pt idx="10092">49.990000000000002</cx:pt>
          <cx:pt idx="10093">49.990000000000002</cx:pt>
          <cx:pt idx="10094">49.990000000000002</cx:pt>
          <cx:pt idx="10095">49.990000000000002</cx:pt>
          <cx:pt idx="10096">49.990000000000002</cx:pt>
          <cx:pt idx="10097">49.990000000000002</cx:pt>
          <cx:pt idx="10098">49.990000000000002</cx:pt>
          <cx:pt idx="10099">49.990000000000002</cx:pt>
          <cx:pt idx="10100">49.990000000000002</cx:pt>
          <cx:pt idx="10101">49.990000000000002</cx:pt>
          <cx:pt idx="10102">49.990000000000002</cx:pt>
          <cx:pt idx="10103">49.990000000000002</cx:pt>
          <cx:pt idx="10104">49.990000000000002</cx:pt>
          <cx:pt idx="10105">49.990000000000002</cx:pt>
          <cx:pt idx="10106">49.990000000000002</cx:pt>
          <cx:pt idx="10107">49.990000000000002</cx:pt>
          <cx:pt idx="10108">49.990000000000002</cx:pt>
          <cx:pt idx="10109">49.990000000000002</cx:pt>
          <cx:pt idx="10110">49.990000000000002</cx:pt>
          <cx:pt idx="10111">49.990000000000002</cx:pt>
          <cx:pt idx="10112">49.990000000000002</cx:pt>
          <cx:pt idx="10113">49.990000000000002</cx:pt>
          <cx:pt idx="10114">49.990000000000002</cx:pt>
          <cx:pt idx="10115">49.990000000000002</cx:pt>
          <cx:pt idx="10116">49.990000000000002</cx:pt>
          <cx:pt idx="10117">49.990000000000002</cx:pt>
          <cx:pt idx="10118">49.990000000000002</cx:pt>
          <cx:pt idx="10119">49.990000000000002</cx:pt>
          <cx:pt idx="10120">49.990000000000002</cx:pt>
          <cx:pt idx="10121">49.990000000000002</cx:pt>
          <cx:pt idx="10122">49.990000000000002</cx:pt>
          <cx:pt idx="10123">49.990000000000002</cx:pt>
          <cx:pt idx="10124">49.990000000000002</cx:pt>
          <cx:pt idx="10125">49.990000000000002</cx:pt>
          <cx:pt idx="10126">49.990000000000002</cx:pt>
          <cx:pt idx="10127">49.990000000000002</cx:pt>
          <cx:pt idx="10128">49.990000000000002</cx:pt>
          <cx:pt idx="10129">49.990000000000002</cx:pt>
          <cx:pt idx="10130">49.990000000000002</cx:pt>
          <cx:pt idx="10131">49.990000000000002</cx:pt>
          <cx:pt idx="10132">49.990000000000002</cx:pt>
          <cx:pt idx="10133">49.990000000000002</cx:pt>
          <cx:pt idx="10134">49.990000000000002</cx:pt>
          <cx:pt idx="10135">49.990000000000002</cx:pt>
          <cx:pt idx="10136">49.990000000000002</cx:pt>
          <cx:pt idx="10137">49.990000000000002</cx:pt>
          <cx:pt idx="10138">49.990000000000002</cx:pt>
          <cx:pt idx="10139">49.990000000000002</cx:pt>
          <cx:pt idx="10140">49.990000000000002</cx:pt>
          <cx:pt idx="10141">49.990000000000002</cx:pt>
          <cx:pt idx="10142">49.990000000000002</cx:pt>
          <cx:pt idx="10143">49.990000000000002</cx:pt>
          <cx:pt idx="10144">49.990000000000002</cx:pt>
          <cx:pt idx="10145">49.990000000000002</cx:pt>
          <cx:pt idx="10146">49.990000000000002</cx:pt>
          <cx:pt idx="10147">49.990000000000002</cx:pt>
          <cx:pt idx="10148">49.990000000000002</cx:pt>
          <cx:pt idx="10149">49.990000000000002</cx:pt>
          <cx:pt idx="10150">49.990000000000002</cx:pt>
          <cx:pt idx="10151">49.990000000000002</cx:pt>
          <cx:pt idx="10152">49.990000000000002</cx:pt>
          <cx:pt idx="10153">49.990000000000002</cx:pt>
          <cx:pt idx="10154">49.990000000000002</cx:pt>
          <cx:pt idx="10155">49.990000000000002</cx:pt>
          <cx:pt idx="10156">49.990000000000002</cx:pt>
          <cx:pt idx="10157">49.990000000000002</cx:pt>
          <cx:pt idx="10158">49.990000000000002</cx:pt>
          <cx:pt idx="10159">49.990000000000002</cx:pt>
          <cx:pt idx="10160">49.990000000000002</cx:pt>
          <cx:pt idx="10161">49.990000000000002</cx:pt>
          <cx:pt idx="10162">49.990000000000002</cx:pt>
          <cx:pt idx="10163">49.990000000000002</cx:pt>
          <cx:pt idx="10164">49.990000000000002</cx:pt>
          <cx:pt idx="10165">49.990000000000002</cx:pt>
          <cx:pt idx="10166">49.990000000000002</cx:pt>
          <cx:pt idx="10167">49.990000000000002</cx:pt>
          <cx:pt idx="10168">49.990000000000002</cx:pt>
          <cx:pt idx="10169">49.990000000000002</cx:pt>
          <cx:pt idx="10170">49.990000000000002</cx:pt>
          <cx:pt idx="10171">49.990000000000002</cx:pt>
          <cx:pt idx="10172">49.990000000000002</cx:pt>
          <cx:pt idx="10173">49.990000000000002</cx:pt>
          <cx:pt idx="10174">49.990000000000002</cx:pt>
          <cx:pt idx="10175">49.990000000000002</cx:pt>
          <cx:pt idx="10176">49.990000000000002</cx:pt>
          <cx:pt idx="10177">49.990000000000002</cx:pt>
          <cx:pt idx="10178">49.990000000000002</cx:pt>
          <cx:pt idx="10179">49.990000000000002</cx:pt>
          <cx:pt idx="10180">49.990000000000002</cx:pt>
          <cx:pt idx="10181">49.990000000000002</cx:pt>
          <cx:pt idx="10182">49.990000000000002</cx:pt>
          <cx:pt idx="10183">49.990000000000002</cx:pt>
          <cx:pt idx="10184">49.990000000000002</cx:pt>
          <cx:pt idx="10185">49.990000000000002</cx:pt>
          <cx:pt idx="10186">49.990000000000002</cx:pt>
          <cx:pt idx="10187">49.990000000000002</cx:pt>
          <cx:pt idx="10188">49.990000000000002</cx:pt>
          <cx:pt idx="10189">49.990000000000002</cx:pt>
          <cx:pt idx="10190">49.990000000000002</cx:pt>
          <cx:pt idx="10191">49.990000000000002</cx:pt>
          <cx:pt idx="10192">49.990000000000002</cx:pt>
          <cx:pt idx="10193">49.990000000000002</cx:pt>
          <cx:pt idx="10194">49.990000000000002</cx:pt>
          <cx:pt idx="10195">49.990000000000002</cx:pt>
          <cx:pt idx="10196">49.990000000000002</cx:pt>
          <cx:pt idx="10197">49.990000000000002</cx:pt>
          <cx:pt idx="10198">49.990000000000002</cx:pt>
          <cx:pt idx="10199">49.990000000000002</cx:pt>
          <cx:pt idx="10200">49.990000000000002</cx:pt>
          <cx:pt idx="10201">49.990000000000002</cx:pt>
          <cx:pt idx="10202">49.990000000000002</cx:pt>
          <cx:pt idx="10203">49.990000000000002</cx:pt>
          <cx:pt idx="10204">49.990000000000002</cx:pt>
          <cx:pt idx="10205">49.990000000000002</cx:pt>
          <cx:pt idx="10206">49.990000000000002</cx:pt>
          <cx:pt idx="10207">49.990000000000002</cx:pt>
          <cx:pt idx="10208">49.990000000000002</cx:pt>
          <cx:pt idx="10209">49.990000000000002</cx:pt>
          <cx:pt idx="10210">49.990000000000002</cx:pt>
          <cx:pt idx="10211">49.990000000000002</cx:pt>
          <cx:pt idx="10212">49.990000000000002</cx:pt>
          <cx:pt idx="10213">49.990000000000002</cx:pt>
          <cx:pt idx="10214">49.990000000000002</cx:pt>
          <cx:pt idx="10215">49.990000000000002</cx:pt>
          <cx:pt idx="10216">49.990000000000002</cx:pt>
          <cx:pt idx="10217">49.990000000000002</cx:pt>
          <cx:pt idx="10218">49.990000000000002</cx:pt>
          <cx:pt idx="10219">49.990000000000002</cx:pt>
          <cx:pt idx="10220">49.990000000000002</cx:pt>
          <cx:pt idx="10221">49.990000000000002</cx:pt>
          <cx:pt idx="10222">49.990000000000002</cx:pt>
          <cx:pt idx="10223">49.990000000000002</cx:pt>
          <cx:pt idx="10224">49.990000000000002</cx:pt>
          <cx:pt idx="10225">49.990000000000002</cx:pt>
          <cx:pt idx="10226">49.990000000000002</cx:pt>
          <cx:pt idx="10227">49.990000000000002</cx:pt>
          <cx:pt idx="10228">49.990000000000002</cx:pt>
          <cx:pt idx="10229">49.990000000000002</cx:pt>
          <cx:pt idx="10230">49.990000000000002</cx:pt>
          <cx:pt idx="10231">49.990000000000002</cx:pt>
          <cx:pt idx="10232">49.990000000000002</cx:pt>
          <cx:pt idx="10233">49.990000000000002</cx:pt>
          <cx:pt idx="10234">49.990000000000002</cx:pt>
          <cx:pt idx="10235">49.990000000000002</cx:pt>
          <cx:pt idx="10236">49.990000000000002</cx:pt>
          <cx:pt idx="10237">49.990000000000002</cx:pt>
          <cx:pt idx="10238">49.990000000000002</cx:pt>
          <cx:pt idx="10239">49.990000000000002</cx:pt>
          <cx:pt idx="10240">49.990000000000002</cx:pt>
          <cx:pt idx="10241">49.990000000000002</cx:pt>
          <cx:pt idx="10242">49.990000000000002</cx:pt>
          <cx:pt idx="10243">49.990000000000002</cx:pt>
          <cx:pt idx="10244">49.990000000000002</cx:pt>
          <cx:pt idx="10245">49.990000000000002</cx:pt>
          <cx:pt idx="10246">49.990000000000002</cx:pt>
          <cx:pt idx="10247">49.990000000000002</cx:pt>
          <cx:pt idx="10248">49.990000000000002</cx:pt>
          <cx:pt idx="10249">49.990000000000002</cx:pt>
          <cx:pt idx="10250">49.990000000000002</cx:pt>
          <cx:pt idx="10251">49.990000000000002</cx:pt>
          <cx:pt idx="10252">49.990000000000002</cx:pt>
          <cx:pt idx="10253">49.990000000000002</cx:pt>
          <cx:pt idx="10254">49.990000000000002</cx:pt>
          <cx:pt idx="10255">49.990000000000002</cx:pt>
          <cx:pt idx="10256">49.990000000000002</cx:pt>
          <cx:pt idx="10257">49.990000000000002</cx:pt>
          <cx:pt idx="10258">49.990000000000002</cx:pt>
          <cx:pt idx="10259">49.990000000000002</cx:pt>
          <cx:pt idx="10260">49.990000000000002</cx:pt>
          <cx:pt idx="10261">49.990000000000002</cx:pt>
          <cx:pt idx="10262">49.990000000000002</cx:pt>
          <cx:pt idx="10263">49.990000000000002</cx:pt>
          <cx:pt idx="10264">49.990000000000002</cx:pt>
          <cx:pt idx="10265">49.990000000000002</cx:pt>
          <cx:pt idx="10266">49.990000000000002</cx:pt>
          <cx:pt idx="10267">49.990000000000002</cx:pt>
          <cx:pt idx="10268">49.990000000000002</cx:pt>
          <cx:pt idx="10269">49.990000000000002</cx:pt>
          <cx:pt idx="10270">49.990000000000002</cx:pt>
          <cx:pt idx="10271">49.990000000000002</cx:pt>
          <cx:pt idx="10272">49.990000000000002</cx:pt>
          <cx:pt idx="10273">49.990000000000002</cx:pt>
          <cx:pt idx="10274">49.990000000000002</cx:pt>
          <cx:pt idx="10275">49.990000000000002</cx:pt>
          <cx:pt idx="10276">49.990000000000002</cx:pt>
          <cx:pt idx="10277">49.990000000000002</cx:pt>
          <cx:pt idx="10278">49.990000000000002</cx:pt>
          <cx:pt idx="10279">49.990000000000002</cx:pt>
          <cx:pt idx="10280">49.990000000000002</cx:pt>
          <cx:pt idx="10281">49.990000000000002</cx:pt>
          <cx:pt idx="10282">49.990000000000002</cx:pt>
          <cx:pt idx="10283">49.990000000000002</cx:pt>
          <cx:pt idx="10284">49.990000000000002</cx:pt>
          <cx:pt idx="10285">49.990000000000002</cx:pt>
          <cx:pt idx="10286">49.990000000000002</cx:pt>
          <cx:pt idx="10287">49.990000000000002</cx:pt>
          <cx:pt idx="10288">49.990000000000002</cx:pt>
          <cx:pt idx="10289">49.990000000000002</cx:pt>
          <cx:pt idx="10290">49.990000000000002</cx:pt>
          <cx:pt idx="10291">49.990000000000002</cx:pt>
          <cx:pt idx="10292">49.990000000000002</cx:pt>
          <cx:pt idx="10293">49.990000000000002</cx:pt>
          <cx:pt idx="10294">49.990000000000002</cx:pt>
          <cx:pt idx="10295">49.990000000000002</cx:pt>
          <cx:pt idx="10296">49.990000000000002</cx:pt>
          <cx:pt idx="10297">49.990000000000002</cx:pt>
          <cx:pt idx="10298">49.990000000000002</cx:pt>
          <cx:pt idx="10299">49.990000000000002</cx:pt>
          <cx:pt idx="10300">49.990000000000002</cx:pt>
          <cx:pt idx="10301">49.990000000000002</cx:pt>
          <cx:pt idx="10302">49.990000000000002</cx:pt>
          <cx:pt idx="10303">49.990000000000002</cx:pt>
          <cx:pt idx="10304">49.990000000000002</cx:pt>
          <cx:pt idx="10305">49.990000000000002</cx:pt>
          <cx:pt idx="10306">49.990000000000002</cx:pt>
          <cx:pt idx="10307">49.990000000000002</cx:pt>
          <cx:pt idx="10308">49.990000000000002</cx:pt>
          <cx:pt idx="10309">49.990000000000002</cx:pt>
          <cx:pt idx="10310">49.990000000000002</cx:pt>
          <cx:pt idx="10311">49.990000000000002</cx:pt>
          <cx:pt idx="10312">49.990000000000002</cx:pt>
          <cx:pt idx="10313">49.990000000000002</cx:pt>
          <cx:pt idx="10314">49.990000000000002</cx:pt>
          <cx:pt idx="10315">49.990000000000002</cx:pt>
          <cx:pt idx="10316">49.990000000000002</cx:pt>
          <cx:pt idx="10317">49.990000000000002</cx:pt>
          <cx:pt idx="10318">49.990000000000002</cx:pt>
          <cx:pt idx="10319">49.990000000000002</cx:pt>
          <cx:pt idx="10320">49.990000000000002</cx:pt>
          <cx:pt idx="10321">49.990000000000002</cx:pt>
          <cx:pt idx="10322">49.990000000000002</cx:pt>
          <cx:pt idx="10323">49.990000000000002</cx:pt>
          <cx:pt idx="10324">49.990000000000002</cx:pt>
          <cx:pt idx="10325">49.990000000000002</cx:pt>
          <cx:pt idx="10326">49.990000000000002</cx:pt>
          <cx:pt idx="10327">49.990000000000002</cx:pt>
          <cx:pt idx="10328">49.990000000000002</cx:pt>
          <cx:pt idx="10329">49.990000000000002</cx:pt>
          <cx:pt idx="10330">49.990000000000002</cx:pt>
          <cx:pt idx="10331">49.990000000000002</cx:pt>
          <cx:pt idx="10332">49.990000000000002</cx:pt>
          <cx:pt idx="10333">49.990000000000002</cx:pt>
          <cx:pt idx="10334">49.990000000000002</cx:pt>
          <cx:pt idx="10335">49.990000000000002</cx:pt>
          <cx:pt idx="10336">49.990000000000002</cx:pt>
          <cx:pt idx="10337">49.990000000000002</cx:pt>
          <cx:pt idx="10338">49.990000000000002</cx:pt>
          <cx:pt idx="10339">49.990000000000002</cx:pt>
          <cx:pt idx="10340">49.990000000000002</cx:pt>
          <cx:pt idx="10341">49.990000000000002</cx:pt>
          <cx:pt idx="10342">49.990000000000002</cx:pt>
          <cx:pt idx="10343">49.990000000000002</cx:pt>
          <cx:pt idx="10344">49.990000000000002</cx:pt>
          <cx:pt idx="10345">49.990000000000002</cx:pt>
          <cx:pt idx="10346">49.990000000000002</cx:pt>
          <cx:pt idx="10347">49.990000000000002</cx:pt>
          <cx:pt idx="10348">49.990000000000002</cx:pt>
          <cx:pt idx="10349">49.990000000000002</cx:pt>
          <cx:pt idx="10350">49.990000000000002</cx:pt>
          <cx:pt idx="10351">49.990000000000002</cx:pt>
          <cx:pt idx="10352">49.990000000000002</cx:pt>
          <cx:pt idx="10353">49.990000000000002</cx:pt>
          <cx:pt idx="10354">49.990000000000002</cx:pt>
          <cx:pt idx="10355">49.990000000000002</cx:pt>
          <cx:pt idx="10356">49.990000000000002</cx:pt>
          <cx:pt idx="10357">49.990000000000002</cx:pt>
          <cx:pt idx="10358">49.990000000000002</cx:pt>
          <cx:pt idx="10359">49.990000000000002</cx:pt>
          <cx:pt idx="10360">49.990000000000002</cx:pt>
          <cx:pt idx="10361">49.990000000000002</cx:pt>
          <cx:pt idx="10362">49.990000000000002</cx:pt>
          <cx:pt idx="10363">49.990000000000002</cx:pt>
          <cx:pt idx="10364">49.990000000000002</cx:pt>
          <cx:pt idx="10365">49.990000000000002</cx:pt>
          <cx:pt idx="10366">49.990000000000002</cx:pt>
          <cx:pt idx="10367">49.990000000000002</cx:pt>
          <cx:pt idx="10368">49.990000000000002</cx:pt>
          <cx:pt idx="10369">49.990000000000002</cx:pt>
          <cx:pt idx="10370">49.990000000000002</cx:pt>
          <cx:pt idx="10371">49.990000000000002</cx:pt>
          <cx:pt idx="10372">49.990000000000002</cx:pt>
          <cx:pt idx="10373">49.990000000000002</cx:pt>
          <cx:pt idx="10374">49.990000000000002</cx:pt>
          <cx:pt idx="10375">49.990000000000002</cx:pt>
          <cx:pt idx="10376">49.990000000000002</cx:pt>
          <cx:pt idx="10377">49.990000000000002</cx:pt>
          <cx:pt idx="10378">49.990000000000002</cx:pt>
          <cx:pt idx="10379">49.990000000000002</cx:pt>
          <cx:pt idx="10380">49.990000000000002</cx:pt>
          <cx:pt idx="10381">49.990000000000002</cx:pt>
          <cx:pt idx="10382">49.990000000000002</cx:pt>
          <cx:pt idx="10383">49.990000000000002</cx:pt>
          <cx:pt idx="10384">49.990000000000002</cx:pt>
          <cx:pt idx="10385">49.990000000000002</cx:pt>
          <cx:pt idx="10386">49.990000000000002</cx:pt>
          <cx:pt idx="10387">49.990000000000002</cx:pt>
          <cx:pt idx="10388">49.990000000000002</cx:pt>
          <cx:pt idx="10389">49.990000000000002</cx:pt>
          <cx:pt idx="10390">49.990000000000002</cx:pt>
          <cx:pt idx="10391">49.990000000000002</cx:pt>
          <cx:pt idx="10392">49.990000000000002</cx:pt>
          <cx:pt idx="10393">49.990000000000002</cx:pt>
          <cx:pt idx="10394">49.990000000000002</cx:pt>
          <cx:pt idx="10395">49.990000000000002</cx:pt>
          <cx:pt idx="10396">49.990000000000002</cx:pt>
          <cx:pt idx="10397">49.990000000000002</cx:pt>
          <cx:pt idx="10398">49.990000000000002</cx:pt>
          <cx:pt idx="10399">49.990000000000002</cx:pt>
          <cx:pt idx="10400">49.990000000000002</cx:pt>
          <cx:pt idx="10401">49.990000000000002</cx:pt>
          <cx:pt idx="10402">49.990000000000002</cx:pt>
          <cx:pt idx="10403">49.990000000000002</cx:pt>
          <cx:pt idx="10404">49.990000000000002</cx:pt>
          <cx:pt idx="10405">49.990000000000002</cx:pt>
          <cx:pt idx="10406">49.990000000000002</cx:pt>
          <cx:pt idx="10407">49.990000000000002</cx:pt>
          <cx:pt idx="10408">49.990000000000002</cx:pt>
          <cx:pt idx="10409">49.990000000000002</cx:pt>
          <cx:pt idx="10410">49.990000000000002</cx:pt>
          <cx:pt idx="10411">49.990000000000002</cx:pt>
          <cx:pt idx="10412">49.990000000000002</cx:pt>
          <cx:pt idx="10413">49.990000000000002</cx:pt>
          <cx:pt idx="10414">49.990000000000002</cx:pt>
          <cx:pt idx="10415">49.990000000000002</cx:pt>
          <cx:pt idx="10416">49.990000000000002</cx:pt>
          <cx:pt idx="10417">49.990000000000002</cx:pt>
          <cx:pt idx="10418">49.990000000000002</cx:pt>
          <cx:pt idx="10419">49.990000000000002</cx:pt>
          <cx:pt idx="10420">49.990000000000002</cx:pt>
          <cx:pt idx="10421">49.990000000000002</cx:pt>
          <cx:pt idx="10422">49.990000000000002</cx:pt>
          <cx:pt idx="10423">49.990000000000002</cx:pt>
          <cx:pt idx="10424">49.990000000000002</cx:pt>
          <cx:pt idx="10425">49.990000000000002</cx:pt>
          <cx:pt idx="10426">49.990000000000002</cx:pt>
          <cx:pt idx="10427">49.990000000000002</cx:pt>
          <cx:pt idx="10428">49.990000000000002</cx:pt>
          <cx:pt idx="10429">49.990000000000002</cx:pt>
          <cx:pt idx="10430">49.990000000000002</cx:pt>
          <cx:pt idx="10431">49.990000000000002</cx:pt>
          <cx:pt idx="10432">49.990000000000002</cx:pt>
          <cx:pt idx="10433">49.990000000000002</cx:pt>
          <cx:pt idx="10434">49.990000000000002</cx:pt>
          <cx:pt idx="10435">49.990000000000002</cx:pt>
          <cx:pt idx="10436">49.990000000000002</cx:pt>
          <cx:pt idx="10437">49.990000000000002</cx:pt>
          <cx:pt idx="10438">49.990000000000002</cx:pt>
          <cx:pt idx="10439">49.990000000000002</cx:pt>
          <cx:pt idx="10440">49.990000000000002</cx:pt>
          <cx:pt idx="10441">49.990000000000002</cx:pt>
          <cx:pt idx="10442">49.990000000000002</cx:pt>
          <cx:pt idx="10443">49.990000000000002</cx:pt>
          <cx:pt idx="10444">49.990000000000002</cx:pt>
          <cx:pt idx="10445">49.990000000000002</cx:pt>
          <cx:pt idx="10446">49.990000000000002</cx:pt>
          <cx:pt idx="10447">49.990000000000002</cx:pt>
          <cx:pt idx="10448">49.990000000000002</cx:pt>
          <cx:pt idx="10449">49.990000000000002</cx:pt>
          <cx:pt idx="10450">49.990000000000002</cx:pt>
          <cx:pt idx="10451">49.990000000000002</cx:pt>
          <cx:pt idx="10452">49.990000000000002</cx:pt>
          <cx:pt idx="10453">49.990000000000002</cx:pt>
          <cx:pt idx="10454">49.990000000000002</cx:pt>
          <cx:pt idx="10455">49.990000000000002</cx:pt>
          <cx:pt idx="10456">49.990000000000002</cx:pt>
          <cx:pt idx="10457">49.990000000000002</cx:pt>
          <cx:pt idx="10458">49.990000000000002</cx:pt>
          <cx:pt idx="10459">49.990000000000002</cx:pt>
          <cx:pt idx="10460">49.990000000000002</cx:pt>
          <cx:pt idx="10461">49.990000000000002</cx:pt>
          <cx:pt idx="10462">49.990000000000002</cx:pt>
          <cx:pt idx="10463">49.990000000000002</cx:pt>
          <cx:pt idx="10464">49.990000000000002</cx:pt>
          <cx:pt idx="10465">49.990000000000002</cx:pt>
          <cx:pt idx="10466">49.990000000000002</cx:pt>
          <cx:pt idx="10467">49.990000000000002</cx:pt>
          <cx:pt idx="10468">49.990000000000002</cx:pt>
          <cx:pt idx="10469">49.990000000000002</cx:pt>
          <cx:pt idx="10470">49.990000000000002</cx:pt>
          <cx:pt idx="10471">49.990000000000002</cx:pt>
          <cx:pt idx="10472">49.990000000000002</cx:pt>
          <cx:pt idx="10473">49.990000000000002</cx:pt>
          <cx:pt idx="10474">49.990000000000002</cx:pt>
          <cx:pt idx="10475">49.990000000000002</cx:pt>
          <cx:pt idx="10476">49.990000000000002</cx:pt>
          <cx:pt idx="10477">49.990000000000002</cx:pt>
          <cx:pt idx="10478">49.990000000000002</cx:pt>
          <cx:pt idx="10479">49.990000000000002</cx:pt>
          <cx:pt idx="10480">49.990000000000002</cx:pt>
          <cx:pt idx="10481">49.990000000000002</cx:pt>
          <cx:pt idx="10482">49.990000000000002</cx:pt>
          <cx:pt idx="10483">49.990000000000002</cx:pt>
          <cx:pt idx="10484">49.990000000000002</cx:pt>
          <cx:pt idx="10485">49.990000000000002</cx:pt>
          <cx:pt idx="10486">49.990000000000002</cx:pt>
          <cx:pt idx="10487">49.990000000000002</cx:pt>
          <cx:pt idx="10488">49.990000000000002</cx:pt>
          <cx:pt idx="10489">49.990000000000002</cx:pt>
          <cx:pt idx="10490">49.990000000000002</cx:pt>
          <cx:pt idx="10491">49.990000000000002</cx:pt>
          <cx:pt idx="10492">49.990000000000002</cx:pt>
          <cx:pt idx="10493">49.990000000000002</cx:pt>
          <cx:pt idx="10494">49.990000000000002</cx:pt>
          <cx:pt idx="10495">49.990000000000002</cx:pt>
          <cx:pt idx="10496">49.990000000000002</cx:pt>
          <cx:pt idx="10497">49.990000000000002</cx:pt>
          <cx:pt idx="10498">49.990000000000002</cx:pt>
          <cx:pt idx="10499">49.990000000000002</cx:pt>
          <cx:pt idx="10500">49.990000000000002</cx:pt>
          <cx:pt idx="10501">49.990000000000002</cx:pt>
          <cx:pt idx="10502">49.990000000000002</cx:pt>
          <cx:pt idx="10503">49.990000000000002</cx:pt>
          <cx:pt idx="10504">49.990000000000002</cx:pt>
          <cx:pt idx="10505">49.990000000000002</cx:pt>
          <cx:pt idx="10506">49.990000000000002</cx:pt>
          <cx:pt idx="10507">49.990000000000002</cx:pt>
          <cx:pt idx="10508">49.990000000000002</cx:pt>
          <cx:pt idx="10509">49.990000000000002</cx:pt>
          <cx:pt idx="10510">49.990000000000002</cx:pt>
          <cx:pt idx="10511">49.990000000000002</cx:pt>
          <cx:pt idx="10512">49.990000000000002</cx:pt>
          <cx:pt idx="10513">49.990000000000002</cx:pt>
          <cx:pt idx="10514">49.990000000000002</cx:pt>
          <cx:pt idx="10515">49.990000000000002</cx:pt>
          <cx:pt idx="10516">49.990000000000002</cx:pt>
          <cx:pt idx="10517">49.990000000000002</cx:pt>
          <cx:pt idx="10518">49.990000000000002</cx:pt>
          <cx:pt idx="10519">49.990000000000002</cx:pt>
          <cx:pt idx="10520">49.990000000000002</cx:pt>
          <cx:pt idx="10521">49.990000000000002</cx:pt>
          <cx:pt idx="10522">49.990000000000002</cx:pt>
          <cx:pt idx="10523">49.990000000000002</cx:pt>
          <cx:pt idx="10524">49.990000000000002</cx:pt>
          <cx:pt idx="10525">49.990000000000002</cx:pt>
          <cx:pt idx="10526">49.990000000000002</cx:pt>
          <cx:pt idx="10527">49.990000000000002</cx:pt>
          <cx:pt idx="10528">49.990000000000002</cx:pt>
          <cx:pt idx="10529">49.990000000000002</cx:pt>
          <cx:pt idx="10530">49.990000000000002</cx:pt>
          <cx:pt idx="10531">49.990000000000002</cx:pt>
          <cx:pt idx="10532">49.990000000000002</cx:pt>
          <cx:pt idx="10533">49.990000000000002</cx:pt>
          <cx:pt idx="10534">49.990000000000002</cx:pt>
          <cx:pt idx="10535">49.990000000000002</cx:pt>
          <cx:pt idx="10536">49.990000000000002</cx:pt>
          <cx:pt idx="10537">49.990000000000002</cx:pt>
          <cx:pt idx="10538">49.990000000000002</cx:pt>
          <cx:pt idx="10539">49.990000000000002</cx:pt>
          <cx:pt idx="10540">49.990000000000002</cx:pt>
          <cx:pt idx="10541">49.990000000000002</cx:pt>
          <cx:pt idx="10542">49.990000000000002</cx:pt>
          <cx:pt idx="10543">49.990000000000002</cx:pt>
          <cx:pt idx="10544">49.990000000000002</cx:pt>
          <cx:pt idx="10545">49.990000000000002</cx:pt>
          <cx:pt idx="10546">49.990000000000002</cx:pt>
          <cx:pt idx="10547">49.990000000000002</cx:pt>
          <cx:pt idx="10548">49.990000000000002</cx:pt>
          <cx:pt idx="10549">49.990000000000002</cx:pt>
          <cx:pt idx="10550">49.990000000000002</cx:pt>
          <cx:pt idx="10551">49.990000000000002</cx:pt>
          <cx:pt idx="10552">49.990000000000002</cx:pt>
          <cx:pt idx="10553">49.990000000000002</cx:pt>
          <cx:pt idx="10554">49.990000000000002</cx:pt>
          <cx:pt idx="10555">49.990000000000002</cx:pt>
          <cx:pt idx="10556">49.990000000000002</cx:pt>
          <cx:pt idx="10557">49.990000000000002</cx:pt>
          <cx:pt idx="10558">49.990000000000002</cx:pt>
          <cx:pt idx="10559">49.990000000000002</cx:pt>
          <cx:pt idx="10560">49.990000000000002</cx:pt>
          <cx:pt idx="10561">49.990000000000002</cx:pt>
          <cx:pt idx="10562">49.990000000000002</cx:pt>
          <cx:pt idx="10563">49.990000000000002</cx:pt>
          <cx:pt idx="10564">49.990000000000002</cx:pt>
          <cx:pt idx="10565">49.990000000000002</cx:pt>
          <cx:pt idx="10566">49.990000000000002</cx:pt>
          <cx:pt idx="10567">49.990000000000002</cx:pt>
          <cx:pt idx="10568">49.990000000000002</cx:pt>
          <cx:pt idx="10569">49.990000000000002</cx:pt>
          <cx:pt idx="10570">49.990000000000002</cx:pt>
          <cx:pt idx="10571">49.990000000000002</cx:pt>
          <cx:pt idx="10572">49.990000000000002</cx:pt>
          <cx:pt idx="10573">49.990000000000002</cx:pt>
          <cx:pt idx="10574">49.990000000000002</cx:pt>
          <cx:pt idx="10575">49.990000000000002</cx:pt>
          <cx:pt idx="10576">49.990000000000002</cx:pt>
          <cx:pt idx="10577">49.990000000000002</cx:pt>
          <cx:pt idx="10578">49.990000000000002</cx:pt>
          <cx:pt idx="10579">49.990000000000002</cx:pt>
          <cx:pt idx="10580">49.990000000000002</cx:pt>
          <cx:pt idx="10581">49.990000000000002</cx:pt>
          <cx:pt idx="10582">49.990000000000002</cx:pt>
          <cx:pt idx="10583">49.990000000000002</cx:pt>
          <cx:pt idx="10584">49.990000000000002</cx:pt>
          <cx:pt idx="10585">49.990000000000002</cx:pt>
          <cx:pt idx="10586">49.990000000000002</cx:pt>
          <cx:pt idx="10587">49.990000000000002</cx:pt>
          <cx:pt idx="10588">49.990000000000002</cx:pt>
          <cx:pt idx="10589">49.990000000000002</cx:pt>
          <cx:pt idx="10590">49.990000000000002</cx:pt>
          <cx:pt idx="10591">49.990000000000002</cx:pt>
          <cx:pt idx="10592">49.990000000000002</cx:pt>
          <cx:pt idx="10593">49.990000000000002</cx:pt>
          <cx:pt idx="10594">49.990000000000002</cx:pt>
          <cx:pt idx="10595">49.990000000000002</cx:pt>
          <cx:pt idx="10596">49.990000000000002</cx:pt>
          <cx:pt idx="10597">49.990000000000002</cx:pt>
          <cx:pt idx="10598">49.990000000000002</cx:pt>
          <cx:pt idx="10599">49.990000000000002</cx:pt>
          <cx:pt idx="10600">49.990000000000002</cx:pt>
          <cx:pt idx="10601">49.990000000000002</cx:pt>
          <cx:pt idx="10602">49.990000000000002</cx:pt>
          <cx:pt idx="10603">49.990000000000002</cx:pt>
          <cx:pt idx="10604">49.990000000000002</cx:pt>
          <cx:pt idx="10605">49.990000000000002</cx:pt>
          <cx:pt idx="10606">49.990000000000002</cx:pt>
          <cx:pt idx="10607">49.990000000000002</cx:pt>
          <cx:pt idx="10608">49.990000000000002</cx:pt>
          <cx:pt idx="10609">49.990000000000002</cx:pt>
          <cx:pt idx="10610">49.990000000000002</cx:pt>
          <cx:pt idx="10611">49.990000000000002</cx:pt>
          <cx:pt idx="10612">49.990000000000002</cx:pt>
          <cx:pt idx="10613">49.990000000000002</cx:pt>
          <cx:pt idx="10614">49.990000000000002</cx:pt>
          <cx:pt idx="10615">49.990000000000002</cx:pt>
          <cx:pt idx="10616">49.990000000000002</cx:pt>
          <cx:pt idx="10617">49.990000000000002</cx:pt>
          <cx:pt idx="10618">49.990000000000002</cx:pt>
          <cx:pt idx="10619">49.990000000000002</cx:pt>
          <cx:pt idx="10620">49.990000000000002</cx:pt>
          <cx:pt idx="10621">49.990000000000002</cx:pt>
          <cx:pt idx="10622">49.990000000000002</cx:pt>
          <cx:pt idx="10623">49.990000000000002</cx:pt>
          <cx:pt idx="10624">49.990000000000002</cx:pt>
          <cx:pt idx="10625">49.990000000000002</cx:pt>
          <cx:pt idx="10626">49.990000000000002</cx:pt>
          <cx:pt idx="10627">49.990000000000002</cx:pt>
          <cx:pt idx="10628">49.990000000000002</cx:pt>
          <cx:pt idx="10629">49.990000000000002</cx:pt>
          <cx:pt idx="10630">49.990000000000002</cx:pt>
          <cx:pt idx="10631">49.990000000000002</cx:pt>
          <cx:pt idx="10632">49.990000000000002</cx:pt>
          <cx:pt idx="10633">49.990000000000002</cx:pt>
          <cx:pt idx="10634">49.990000000000002</cx:pt>
          <cx:pt idx="10635">49.990000000000002</cx:pt>
          <cx:pt idx="10636">49.990000000000002</cx:pt>
          <cx:pt idx="10637">49.990000000000002</cx:pt>
          <cx:pt idx="10638">49.990000000000002</cx:pt>
          <cx:pt idx="10639">49.990000000000002</cx:pt>
          <cx:pt idx="10640">49.990000000000002</cx:pt>
          <cx:pt idx="10641">49.990000000000002</cx:pt>
          <cx:pt idx="10642">49.990000000000002</cx:pt>
          <cx:pt idx="10643">49.990000000000002</cx:pt>
          <cx:pt idx="10644">49.990000000000002</cx:pt>
          <cx:pt idx="10645">49.990000000000002</cx:pt>
          <cx:pt idx="10646">49.990000000000002</cx:pt>
          <cx:pt idx="10647">49.990000000000002</cx:pt>
          <cx:pt idx="10648">49.990000000000002</cx:pt>
          <cx:pt idx="10649">49.990000000000002</cx:pt>
          <cx:pt idx="10650">49.990000000000002</cx:pt>
          <cx:pt idx="10651">49.990000000000002</cx:pt>
          <cx:pt idx="10652">49.990000000000002</cx:pt>
          <cx:pt idx="10653">49.990000000000002</cx:pt>
          <cx:pt idx="10654">49.990000000000002</cx:pt>
          <cx:pt idx="10655">49.990000000000002</cx:pt>
          <cx:pt idx="10656">49.990000000000002</cx:pt>
          <cx:pt idx="10657">49.990000000000002</cx:pt>
          <cx:pt idx="10658">49.990000000000002</cx:pt>
          <cx:pt idx="10659">49.990000000000002</cx:pt>
          <cx:pt idx="10660">49.990000000000002</cx:pt>
          <cx:pt idx="10661">49.990000000000002</cx:pt>
          <cx:pt idx="10662">49.990000000000002</cx:pt>
          <cx:pt idx="10663">49.990000000000002</cx:pt>
          <cx:pt idx="10664">49.990000000000002</cx:pt>
          <cx:pt idx="10665">49.990000000000002</cx:pt>
          <cx:pt idx="10666">49.990000000000002</cx:pt>
          <cx:pt idx="10667">49.990000000000002</cx:pt>
          <cx:pt idx="10668">49.990000000000002</cx:pt>
          <cx:pt idx="10669">49.990000000000002</cx:pt>
          <cx:pt idx="10670">49.990000000000002</cx:pt>
          <cx:pt idx="10671">49.990000000000002</cx:pt>
          <cx:pt idx="10672">49.990000000000002</cx:pt>
          <cx:pt idx="10673">49.990000000000002</cx:pt>
          <cx:pt idx="10674">49.990000000000002</cx:pt>
          <cx:pt idx="10675">49.990000000000002</cx:pt>
          <cx:pt idx="10676">49.990000000000002</cx:pt>
          <cx:pt idx="10677">49.990000000000002</cx:pt>
          <cx:pt idx="10678">49.990000000000002</cx:pt>
          <cx:pt idx="10679">49.990000000000002</cx:pt>
          <cx:pt idx="10680">49.990000000000002</cx:pt>
          <cx:pt idx="10681">49.990000000000002</cx:pt>
          <cx:pt idx="10682">49.990000000000002</cx:pt>
          <cx:pt idx="10683">49.990000000000002</cx:pt>
          <cx:pt idx="10684">49.990000000000002</cx:pt>
          <cx:pt idx="10685">49.990000000000002</cx:pt>
          <cx:pt idx="10686">49.990000000000002</cx:pt>
          <cx:pt idx="10687">49.990000000000002</cx:pt>
          <cx:pt idx="10688">49.990000000000002</cx:pt>
          <cx:pt idx="10689">49.990000000000002</cx:pt>
          <cx:pt idx="10690">49.990000000000002</cx:pt>
          <cx:pt idx="10691">49.990000000000002</cx:pt>
          <cx:pt idx="10692">49.990000000000002</cx:pt>
          <cx:pt idx="10693">49.990000000000002</cx:pt>
          <cx:pt idx="10694">49.990000000000002</cx:pt>
          <cx:pt idx="10695">49.990000000000002</cx:pt>
          <cx:pt idx="10696">49.990000000000002</cx:pt>
          <cx:pt idx="10697">49.990000000000002</cx:pt>
          <cx:pt idx="10698">49.990000000000002</cx:pt>
          <cx:pt idx="10699">49.990000000000002</cx:pt>
          <cx:pt idx="10700">49.990000000000002</cx:pt>
          <cx:pt idx="10701">49.990000000000002</cx:pt>
          <cx:pt idx="10702">49.990000000000002</cx:pt>
          <cx:pt idx="10703">49.990000000000002</cx:pt>
          <cx:pt idx="10704">49.990000000000002</cx:pt>
          <cx:pt idx="10705">49.990000000000002</cx:pt>
          <cx:pt idx="10706">49.990000000000002</cx:pt>
          <cx:pt idx="10707">49.990000000000002</cx:pt>
          <cx:pt idx="10708">49.990000000000002</cx:pt>
          <cx:pt idx="10709">49.990000000000002</cx:pt>
          <cx:pt idx="10710">49.990000000000002</cx:pt>
          <cx:pt idx="10711">49.990000000000002</cx:pt>
          <cx:pt idx="10712">49.990000000000002</cx:pt>
          <cx:pt idx="10713">49.990000000000002</cx:pt>
          <cx:pt idx="10714">49.990000000000002</cx:pt>
          <cx:pt idx="10715">49.990000000000002</cx:pt>
          <cx:pt idx="10716">49.990000000000002</cx:pt>
          <cx:pt idx="10717">49.990000000000002</cx:pt>
          <cx:pt idx="10718">49.990000000000002</cx:pt>
          <cx:pt idx="10719">49.990000000000002</cx:pt>
          <cx:pt idx="10720">49.990000000000002</cx:pt>
          <cx:pt idx="10721">49.990000000000002</cx:pt>
          <cx:pt idx="10722">49.990000000000002</cx:pt>
          <cx:pt idx="10723">49.990000000000002</cx:pt>
          <cx:pt idx="10724">49.990000000000002</cx:pt>
          <cx:pt idx="10725">49.990000000000002</cx:pt>
          <cx:pt idx="10726">49.990000000000002</cx:pt>
          <cx:pt idx="10727">49.990000000000002</cx:pt>
          <cx:pt idx="10728">49.990000000000002</cx:pt>
          <cx:pt idx="10729">49.990000000000002</cx:pt>
          <cx:pt idx="10730">49.990000000000002</cx:pt>
          <cx:pt idx="10731">49.990000000000002</cx:pt>
          <cx:pt idx="10732">49.990000000000002</cx:pt>
          <cx:pt idx="10733">49.990000000000002</cx:pt>
          <cx:pt idx="10734">49.990000000000002</cx:pt>
          <cx:pt idx="10735">49.990000000000002</cx:pt>
          <cx:pt idx="10736">49.990000000000002</cx:pt>
          <cx:pt idx="10737">49.990000000000002</cx:pt>
          <cx:pt idx="10738">49.990000000000002</cx:pt>
          <cx:pt idx="10739">49.990000000000002</cx:pt>
          <cx:pt idx="10740">49.990000000000002</cx:pt>
          <cx:pt idx="10741">49.990000000000002</cx:pt>
          <cx:pt idx="10742">49.990000000000002</cx:pt>
          <cx:pt idx="10743">49.990000000000002</cx:pt>
          <cx:pt idx="10744">49.990000000000002</cx:pt>
          <cx:pt idx="10745">49.990000000000002</cx:pt>
          <cx:pt idx="10746">49.990000000000002</cx:pt>
          <cx:pt idx="10747">49.990000000000002</cx:pt>
          <cx:pt idx="10748">49.990000000000002</cx:pt>
          <cx:pt idx="10749">49.990000000000002</cx:pt>
          <cx:pt idx="10750">49.990000000000002</cx:pt>
          <cx:pt idx="10751">49.990000000000002</cx:pt>
          <cx:pt idx="10752">49.990000000000002</cx:pt>
          <cx:pt idx="10753">49.990000000000002</cx:pt>
          <cx:pt idx="10754">49.990000000000002</cx:pt>
          <cx:pt idx="10755">49.990000000000002</cx:pt>
          <cx:pt idx="10756">49.990000000000002</cx:pt>
          <cx:pt idx="10757">49.990000000000002</cx:pt>
          <cx:pt idx="10758">49.990000000000002</cx:pt>
          <cx:pt idx="10759">49.990000000000002</cx:pt>
          <cx:pt idx="10760">49.990000000000002</cx:pt>
          <cx:pt idx="10761">49.990000000000002</cx:pt>
          <cx:pt idx="10762">49.990000000000002</cx:pt>
          <cx:pt idx="10763">49.990000000000002</cx:pt>
          <cx:pt idx="10764">49.990000000000002</cx:pt>
          <cx:pt idx="10765">49.990000000000002</cx:pt>
          <cx:pt idx="10766">49.990000000000002</cx:pt>
          <cx:pt idx="10767">49.990000000000002</cx:pt>
          <cx:pt idx="10768">49.990000000000002</cx:pt>
          <cx:pt idx="10769">49.990000000000002</cx:pt>
          <cx:pt idx="10770">49.990000000000002</cx:pt>
          <cx:pt idx="10771">49.990000000000002</cx:pt>
          <cx:pt idx="10772">49.990000000000002</cx:pt>
          <cx:pt idx="10773">49.990000000000002</cx:pt>
          <cx:pt idx="10774">49.990000000000002</cx:pt>
          <cx:pt idx="10775">49.990000000000002</cx:pt>
          <cx:pt idx="10776">49.990000000000002</cx:pt>
          <cx:pt idx="10777">49.990000000000002</cx:pt>
          <cx:pt idx="10778">49.990000000000002</cx:pt>
          <cx:pt idx="10779">49.990000000000002</cx:pt>
          <cx:pt idx="10780">49.990000000000002</cx:pt>
          <cx:pt idx="10781">49.990000000000002</cx:pt>
          <cx:pt idx="10782">49.990000000000002</cx:pt>
          <cx:pt idx="10783">49.990000000000002</cx:pt>
          <cx:pt idx="10784">49.990000000000002</cx:pt>
          <cx:pt idx="10785">49.990000000000002</cx:pt>
          <cx:pt idx="10786">49.990000000000002</cx:pt>
          <cx:pt idx="10787">49.990000000000002</cx:pt>
          <cx:pt idx="10788">49.990000000000002</cx:pt>
          <cx:pt idx="10789">49.990000000000002</cx:pt>
          <cx:pt idx="10790">49.990000000000002</cx:pt>
          <cx:pt idx="10791">49.990000000000002</cx:pt>
          <cx:pt idx="10792">49.990000000000002</cx:pt>
          <cx:pt idx="10793">49.990000000000002</cx:pt>
          <cx:pt idx="10794">49.990000000000002</cx:pt>
          <cx:pt idx="10795">49.990000000000002</cx:pt>
          <cx:pt idx="10796">49.990000000000002</cx:pt>
          <cx:pt idx="10797">49.990000000000002</cx:pt>
          <cx:pt idx="10798">49.990000000000002</cx:pt>
          <cx:pt idx="10799">49.990000000000002</cx:pt>
          <cx:pt idx="10800">49.990000000000002</cx:pt>
          <cx:pt idx="10801">49.990000000000002</cx:pt>
          <cx:pt idx="10802">49.990000000000002</cx:pt>
          <cx:pt idx="10803">49.990000000000002</cx:pt>
          <cx:pt idx="10804">49.990000000000002</cx:pt>
          <cx:pt idx="10805">49.990000000000002</cx:pt>
          <cx:pt idx="10806">49.990000000000002</cx:pt>
          <cx:pt idx="10807">49.990000000000002</cx:pt>
          <cx:pt idx="10808">49.990000000000002</cx:pt>
          <cx:pt idx="10809">49.990000000000002</cx:pt>
          <cx:pt idx="10810">49.990000000000002</cx:pt>
          <cx:pt idx="10811">49.990000000000002</cx:pt>
          <cx:pt idx="10812">49.990000000000002</cx:pt>
          <cx:pt idx="10813">49.990000000000002</cx:pt>
          <cx:pt idx="10814">49.990000000000002</cx:pt>
          <cx:pt idx="10815">49.990000000000002</cx:pt>
          <cx:pt idx="10816">49.990000000000002</cx:pt>
          <cx:pt idx="10817">49.990000000000002</cx:pt>
          <cx:pt idx="10818">49.990000000000002</cx:pt>
          <cx:pt idx="10819">49.990000000000002</cx:pt>
          <cx:pt idx="10820">49.990000000000002</cx:pt>
          <cx:pt idx="10821">49.990000000000002</cx:pt>
          <cx:pt idx="10822">49.990000000000002</cx:pt>
          <cx:pt idx="10823">49.990000000000002</cx:pt>
          <cx:pt idx="10824">49.990000000000002</cx:pt>
          <cx:pt idx="10825">49.990000000000002</cx:pt>
          <cx:pt idx="10826">49.990000000000002</cx:pt>
          <cx:pt idx="10827">49.990000000000002</cx:pt>
          <cx:pt idx="10828">49.990000000000002</cx:pt>
          <cx:pt idx="10829">49.990000000000002</cx:pt>
          <cx:pt idx="10830">49.990000000000002</cx:pt>
          <cx:pt idx="10831">49.990000000000002</cx:pt>
          <cx:pt idx="10832">49.990000000000002</cx:pt>
          <cx:pt idx="10833">49.990000000000002</cx:pt>
          <cx:pt idx="10834">49.990000000000002</cx:pt>
          <cx:pt idx="10835">49.990000000000002</cx:pt>
          <cx:pt idx="10836">49.990000000000002</cx:pt>
          <cx:pt idx="10837">49.990000000000002</cx:pt>
          <cx:pt idx="10838">49.990000000000002</cx:pt>
          <cx:pt idx="10839">49.990000000000002</cx:pt>
          <cx:pt idx="10840">49.990000000000002</cx:pt>
          <cx:pt idx="10841">49.990000000000002</cx:pt>
          <cx:pt idx="10842">49.990000000000002</cx:pt>
          <cx:pt idx="10843">49.990000000000002</cx:pt>
          <cx:pt idx="10844">49.990000000000002</cx:pt>
          <cx:pt idx="10845">49.990000000000002</cx:pt>
          <cx:pt idx="10846">49.990000000000002</cx:pt>
          <cx:pt idx="10847">49.990000000000002</cx:pt>
          <cx:pt idx="10848">49.990000000000002</cx:pt>
          <cx:pt idx="10849">49.990000000000002</cx:pt>
          <cx:pt idx="10850">49.990000000000002</cx:pt>
          <cx:pt idx="10851">49.990000000000002</cx:pt>
          <cx:pt idx="10852">49.990000000000002</cx:pt>
          <cx:pt idx="10853">49.990000000000002</cx:pt>
          <cx:pt idx="10854">49.990000000000002</cx:pt>
          <cx:pt idx="10855">49.990000000000002</cx:pt>
          <cx:pt idx="10856">49.990000000000002</cx:pt>
          <cx:pt idx="10857">49.990000000000002</cx:pt>
          <cx:pt idx="10858">49.990000000000002</cx:pt>
          <cx:pt idx="10859">49.990000000000002</cx:pt>
          <cx:pt idx="10860">49.990000000000002</cx:pt>
          <cx:pt idx="10861">49.990000000000002</cx:pt>
          <cx:pt idx="10862">49.990000000000002</cx:pt>
          <cx:pt idx="10863">49.990000000000002</cx:pt>
          <cx:pt idx="10864">49.990000000000002</cx:pt>
          <cx:pt idx="10865">49.990000000000002</cx:pt>
          <cx:pt idx="10866">49.990000000000002</cx:pt>
          <cx:pt idx="10867">49.990000000000002</cx:pt>
          <cx:pt idx="10868">49.990000000000002</cx:pt>
          <cx:pt idx="10869">49.990000000000002</cx:pt>
          <cx:pt idx="10870">49.990000000000002</cx:pt>
          <cx:pt idx="10871">49.990000000000002</cx:pt>
          <cx:pt idx="10872">49.990000000000002</cx:pt>
          <cx:pt idx="10873">49.990000000000002</cx:pt>
          <cx:pt idx="10874">49.990000000000002</cx:pt>
          <cx:pt idx="10875">49.990000000000002</cx:pt>
          <cx:pt idx="10876">49.990000000000002</cx:pt>
          <cx:pt idx="10877">49.990000000000002</cx:pt>
          <cx:pt idx="10878">49.990000000000002</cx:pt>
          <cx:pt idx="10879">49.990000000000002</cx:pt>
          <cx:pt idx="10880">49.990000000000002</cx:pt>
          <cx:pt idx="10881">49.990000000000002</cx:pt>
          <cx:pt idx="10882">49.990000000000002</cx:pt>
          <cx:pt idx="10883">49.990000000000002</cx:pt>
          <cx:pt idx="10884">49.990000000000002</cx:pt>
          <cx:pt idx="10885">49.990000000000002</cx:pt>
          <cx:pt idx="10886">49.990000000000002</cx:pt>
          <cx:pt idx="10887">49.990000000000002</cx:pt>
          <cx:pt idx="10888">49.990000000000002</cx:pt>
          <cx:pt idx="10889">49.990000000000002</cx:pt>
          <cx:pt idx="10890">49.990000000000002</cx:pt>
          <cx:pt idx="10891">49.990000000000002</cx:pt>
          <cx:pt idx="10892">49.990000000000002</cx:pt>
          <cx:pt idx="10893">49.990000000000002</cx:pt>
          <cx:pt idx="10894">49.990000000000002</cx:pt>
          <cx:pt idx="10895">49.990000000000002</cx:pt>
          <cx:pt idx="10896">49.990000000000002</cx:pt>
          <cx:pt idx="10897">49.990000000000002</cx:pt>
          <cx:pt idx="10898">49.990000000000002</cx:pt>
          <cx:pt idx="10899">49.990000000000002</cx:pt>
          <cx:pt idx="10900">49.990000000000002</cx:pt>
          <cx:pt idx="10901">49.990000000000002</cx:pt>
          <cx:pt idx="10902">49.990000000000002</cx:pt>
          <cx:pt idx="10903">49.990000000000002</cx:pt>
          <cx:pt idx="10904">49.990000000000002</cx:pt>
          <cx:pt idx="10905">49.990000000000002</cx:pt>
          <cx:pt idx="10906">49.990000000000002</cx:pt>
          <cx:pt idx="10907">49.990000000000002</cx:pt>
          <cx:pt idx="10908">49.990000000000002</cx:pt>
          <cx:pt idx="10909">49.990000000000002</cx:pt>
          <cx:pt idx="10910">49.990000000000002</cx:pt>
          <cx:pt idx="10911">49.990000000000002</cx:pt>
          <cx:pt idx="10912">49.990000000000002</cx:pt>
          <cx:pt idx="10913">49.990000000000002</cx:pt>
          <cx:pt idx="10914">49.990000000000002</cx:pt>
          <cx:pt idx="10915">49.990000000000002</cx:pt>
          <cx:pt idx="10916">49.990000000000002</cx:pt>
          <cx:pt idx="10917">49.990000000000002</cx:pt>
          <cx:pt idx="10918">49.990000000000002</cx:pt>
          <cx:pt idx="10919">49.990000000000002</cx:pt>
          <cx:pt idx="10920">49.990000000000002</cx:pt>
          <cx:pt idx="10921">49.990000000000002</cx:pt>
          <cx:pt idx="10922">49.990000000000002</cx:pt>
          <cx:pt idx="10923">49.990000000000002</cx:pt>
          <cx:pt idx="10924">49.990000000000002</cx:pt>
          <cx:pt idx="10925">49.990000000000002</cx:pt>
          <cx:pt idx="10926">49.990000000000002</cx:pt>
          <cx:pt idx="10927">49.990000000000002</cx:pt>
          <cx:pt idx="10928">49.990000000000002</cx:pt>
          <cx:pt idx="10929">49.990000000000002</cx:pt>
          <cx:pt idx="10930">49.990000000000002</cx:pt>
          <cx:pt idx="10931">49.990000000000002</cx:pt>
          <cx:pt idx="10932">49.990000000000002</cx:pt>
          <cx:pt idx="10933">49.990000000000002</cx:pt>
          <cx:pt idx="10934">49.990000000000002</cx:pt>
          <cx:pt idx="10935">49.990000000000002</cx:pt>
          <cx:pt idx="10936">49.990000000000002</cx:pt>
          <cx:pt idx="10937">49.990000000000002</cx:pt>
          <cx:pt idx="10938">49.990000000000002</cx:pt>
          <cx:pt idx="10939">49.990000000000002</cx:pt>
          <cx:pt idx="10940">49.990000000000002</cx:pt>
          <cx:pt idx="10941">49.990000000000002</cx:pt>
          <cx:pt idx="10942">49.990000000000002</cx:pt>
          <cx:pt idx="10943">49.990000000000002</cx:pt>
          <cx:pt idx="10944">49.990000000000002</cx:pt>
          <cx:pt idx="10945">49.990000000000002</cx:pt>
          <cx:pt idx="10946">49.990000000000002</cx:pt>
          <cx:pt idx="10947">49.990000000000002</cx:pt>
          <cx:pt idx="10948">49.990000000000002</cx:pt>
          <cx:pt idx="10949">49.990000000000002</cx:pt>
          <cx:pt idx="10950">49.990000000000002</cx:pt>
          <cx:pt idx="10951">49.990000000000002</cx:pt>
          <cx:pt idx="10952">49.990000000000002</cx:pt>
          <cx:pt idx="10953">49.990000000000002</cx:pt>
          <cx:pt idx="10954">49.990000000000002</cx:pt>
          <cx:pt idx="10955">49.990000000000002</cx:pt>
          <cx:pt idx="10956">49.990000000000002</cx:pt>
          <cx:pt idx="10957">49.990000000000002</cx:pt>
          <cx:pt idx="10958">49.990000000000002</cx:pt>
          <cx:pt idx="10959">49.990000000000002</cx:pt>
          <cx:pt idx="10960">49.990000000000002</cx:pt>
          <cx:pt idx="10961">49.990000000000002</cx:pt>
          <cx:pt idx="10962">49.990000000000002</cx:pt>
          <cx:pt idx="10963">49.990000000000002</cx:pt>
          <cx:pt idx="10964">49.990000000000002</cx:pt>
          <cx:pt idx="10965">49.990000000000002</cx:pt>
          <cx:pt idx="10966">49.990000000000002</cx:pt>
          <cx:pt idx="10967">49.990000000000002</cx:pt>
          <cx:pt idx="10968">49.990000000000002</cx:pt>
          <cx:pt idx="10969">49.990000000000002</cx:pt>
          <cx:pt idx="10970">49.990000000000002</cx:pt>
          <cx:pt idx="10971">49.990000000000002</cx:pt>
          <cx:pt idx="10972">49.990000000000002</cx:pt>
          <cx:pt idx="10973">49.990000000000002</cx:pt>
          <cx:pt idx="10974">49.990000000000002</cx:pt>
          <cx:pt idx="10975">49.990000000000002</cx:pt>
          <cx:pt idx="10976">49.990000000000002</cx:pt>
          <cx:pt idx="10977">49.990000000000002</cx:pt>
          <cx:pt idx="10978">49.990000000000002</cx:pt>
          <cx:pt idx="10979">49.990000000000002</cx:pt>
          <cx:pt idx="10980">49.990000000000002</cx:pt>
          <cx:pt idx="10981">49.990000000000002</cx:pt>
          <cx:pt idx="10982">49.990000000000002</cx:pt>
          <cx:pt idx="10983">49.990000000000002</cx:pt>
          <cx:pt idx="10984">49.990000000000002</cx:pt>
          <cx:pt idx="10985">49.990000000000002</cx:pt>
          <cx:pt idx="10986">49.990000000000002</cx:pt>
          <cx:pt idx="10987">49.990000000000002</cx:pt>
          <cx:pt idx="10988">49.990000000000002</cx:pt>
          <cx:pt idx="10989">49.990000000000002</cx:pt>
          <cx:pt idx="10990">49.990000000000002</cx:pt>
          <cx:pt idx="10991">49.990000000000002</cx:pt>
          <cx:pt idx="10992">49.990000000000002</cx:pt>
          <cx:pt idx="10993">49.990000000000002</cx:pt>
          <cx:pt idx="10994">49.990000000000002</cx:pt>
          <cx:pt idx="10995">49.990000000000002</cx:pt>
          <cx:pt idx="10996">49.990000000000002</cx:pt>
          <cx:pt idx="10997">49.990000000000002</cx:pt>
          <cx:pt idx="10998">49.990000000000002</cx:pt>
          <cx:pt idx="10999">49.990000000000002</cx:pt>
          <cx:pt idx="11000">49.990000000000002</cx:pt>
          <cx:pt idx="11001">49.990000000000002</cx:pt>
          <cx:pt idx="11002">49.990000000000002</cx:pt>
          <cx:pt idx="11003">49.990000000000002</cx:pt>
          <cx:pt idx="11004">49.990000000000002</cx:pt>
          <cx:pt idx="11005">49.990000000000002</cx:pt>
          <cx:pt idx="11006">49.990000000000002</cx:pt>
          <cx:pt idx="11007">49.990000000000002</cx:pt>
          <cx:pt idx="11008">49.990000000000002</cx:pt>
          <cx:pt idx="11009">49.990000000000002</cx:pt>
          <cx:pt idx="11010">49.990000000000002</cx:pt>
          <cx:pt idx="11011">49.990000000000002</cx:pt>
          <cx:pt idx="11012">49.990000000000002</cx:pt>
          <cx:pt idx="11013">49.990000000000002</cx:pt>
          <cx:pt idx="11014">49.990000000000002</cx:pt>
          <cx:pt idx="11015">49.990000000000002</cx:pt>
          <cx:pt idx="11016">49.990000000000002</cx:pt>
          <cx:pt idx="11017">49.990000000000002</cx:pt>
          <cx:pt idx="11018">49.990000000000002</cx:pt>
          <cx:pt idx="11019">49.990000000000002</cx:pt>
          <cx:pt idx="11020">49.990000000000002</cx:pt>
          <cx:pt idx="11021">49.990000000000002</cx:pt>
          <cx:pt idx="11022">49.990000000000002</cx:pt>
          <cx:pt idx="11023">49.990000000000002</cx:pt>
          <cx:pt idx="11024">49.990000000000002</cx:pt>
          <cx:pt idx="11025">49.990000000000002</cx:pt>
          <cx:pt idx="11026">49.990000000000002</cx:pt>
          <cx:pt idx="11027">49.990000000000002</cx:pt>
          <cx:pt idx="11028">49.990000000000002</cx:pt>
          <cx:pt idx="11029">49.990000000000002</cx:pt>
          <cx:pt idx="11030">49.990000000000002</cx:pt>
          <cx:pt idx="11031">49.990000000000002</cx:pt>
          <cx:pt idx="11032">49.990000000000002</cx:pt>
          <cx:pt idx="11033">49.990000000000002</cx:pt>
          <cx:pt idx="11034">49.990000000000002</cx:pt>
          <cx:pt idx="11035">49.990000000000002</cx:pt>
          <cx:pt idx="11036">49.990000000000002</cx:pt>
          <cx:pt idx="11037">49.990000000000002</cx:pt>
          <cx:pt idx="11038">49.990000000000002</cx:pt>
          <cx:pt idx="11039">49.990000000000002</cx:pt>
          <cx:pt idx="11040">49.990000000000002</cx:pt>
          <cx:pt idx="11041">49.990000000000002</cx:pt>
          <cx:pt idx="11042">49.990000000000002</cx:pt>
          <cx:pt idx="11043">49.990000000000002</cx:pt>
          <cx:pt idx="11044">49.990000000000002</cx:pt>
          <cx:pt idx="11045">49.990000000000002</cx:pt>
          <cx:pt idx="11046">49.990000000000002</cx:pt>
          <cx:pt idx="11047">49.990000000000002</cx:pt>
          <cx:pt idx="11048">49.990000000000002</cx:pt>
          <cx:pt idx="11049">49.990000000000002</cx:pt>
          <cx:pt idx="11050">49.990000000000002</cx:pt>
          <cx:pt idx="11051">49.990000000000002</cx:pt>
          <cx:pt idx="11052">49.990000000000002</cx:pt>
          <cx:pt idx="11053">49.990000000000002</cx:pt>
          <cx:pt idx="11054">49.990000000000002</cx:pt>
          <cx:pt idx="11055">49.990000000000002</cx:pt>
          <cx:pt idx="11056">49.990000000000002</cx:pt>
          <cx:pt idx="11057">49.990000000000002</cx:pt>
          <cx:pt idx="11058">49.990000000000002</cx:pt>
          <cx:pt idx="11059">49.990000000000002</cx:pt>
          <cx:pt idx="11060">49.990000000000002</cx:pt>
          <cx:pt idx="11061">49.990000000000002</cx:pt>
          <cx:pt idx="11062">49.990000000000002</cx:pt>
          <cx:pt idx="11063">49.990000000000002</cx:pt>
          <cx:pt idx="11064">49.990000000000002</cx:pt>
          <cx:pt idx="11065">49.990000000000002</cx:pt>
          <cx:pt idx="11066">49.990000000000002</cx:pt>
          <cx:pt idx="11067">49.990000000000002</cx:pt>
          <cx:pt idx="11068">49.990000000000002</cx:pt>
          <cx:pt idx="11069">49.990000000000002</cx:pt>
          <cx:pt idx="11070">49.990000000000002</cx:pt>
          <cx:pt idx="11071">49.990000000000002</cx:pt>
          <cx:pt idx="11072">49.990000000000002</cx:pt>
          <cx:pt idx="11073">49.990000000000002</cx:pt>
          <cx:pt idx="11074">49.990000000000002</cx:pt>
          <cx:pt idx="11075">49.990000000000002</cx:pt>
          <cx:pt idx="11076">49.990000000000002</cx:pt>
          <cx:pt idx="11077">49.990000000000002</cx:pt>
          <cx:pt idx="11078">49.990000000000002</cx:pt>
          <cx:pt idx="11079">49.990000000000002</cx:pt>
          <cx:pt idx="11080">49.990000000000002</cx:pt>
          <cx:pt idx="11081">49.990000000000002</cx:pt>
          <cx:pt idx="11082">49.990000000000002</cx:pt>
          <cx:pt idx="11083">49.990000000000002</cx:pt>
          <cx:pt idx="11084">49.990000000000002</cx:pt>
          <cx:pt idx="11085">49.990000000000002</cx:pt>
          <cx:pt idx="11086">49.990000000000002</cx:pt>
          <cx:pt idx="11087">49.990000000000002</cx:pt>
          <cx:pt idx="11088">49.990000000000002</cx:pt>
          <cx:pt idx="11089">49.990000000000002</cx:pt>
          <cx:pt idx="11090">49.990000000000002</cx:pt>
          <cx:pt idx="11091">49.990000000000002</cx:pt>
          <cx:pt idx="11092">49.990000000000002</cx:pt>
          <cx:pt idx="11093">49.990000000000002</cx:pt>
          <cx:pt idx="11094">49.990000000000002</cx:pt>
          <cx:pt idx="11095">49.990000000000002</cx:pt>
          <cx:pt idx="11096">49.990000000000002</cx:pt>
          <cx:pt idx="11097">49.990000000000002</cx:pt>
          <cx:pt idx="11098">49.990000000000002</cx:pt>
          <cx:pt idx="11099">49.990000000000002</cx:pt>
          <cx:pt idx="11100">49.990000000000002</cx:pt>
          <cx:pt idx="11101">49.990000000000002</cx:pt>
          <cx:pt idx="11102">49.990000000000002</cx:pt>
          <cx:pt idx="11103">49.990000000000002</cx:pt>
          <cx:pt idx="11104">49.990000000000002</cx:pt>
          <cx:pt idx="11105">49.990000000000002</cx:pt>
          <cx:pt idx="11106">49.990000000000002</cx:pt>
          <cx:pt idx="11107">49.990000000000002</cx:pt>
          <cx:pt idx="11108">49.990000000000002</cx:pt>
          <cx:pt idx="11109">49.990000000000002</cx:pt>
          <cx:pt idx="11110">49.990000000000002</cx:pt>
          <cx:pt idx="11111">49.990000000000002</cx:pt>
          <cx:pt idx="11112">49.990000000000002</cx:pt>
          <cx:pt idx="11113">49.990000000000002</cx:pt>
          <cx:pt idx="11114">49.990000000000002</cx:pt>
          <cx:pt idx="11115">49.990000000000002</cx:pt>
          <cx:pt idx="11116">49.990000000000002</cx:pt>
          <cx:pt idx="11117">49.990000000000002</cx:pt>
          <cx:pt idx="11118">49.990000000000002</cx:pt>
          <cx:pt idx="11119">49.990000000000002</cx:pt>
          <cx:pt idx="11120">49.990000000000002</cx:pt>
          <cx:pt idx="11121">49.990000000000002</cx:pt>
          <cx:pt idx="11122">49.990000000000002</cx:pt>
          <cx:pt idx="11123">49.990000000000002</cx:pt>
          <cx:pt idx="11124">49.990000000000002</cx:pt>
          <cx:pt idx="11125">49.990000000000002</cx:pt>
          <cx:pt idx="11126">49.990000000000002</cx:pt>
          <cx:pt idx="11127">49.990000000000002</cx:pt>
          <cx:pt idx="11128">49.990000000000002</cx:pt>
          <cx:pt idx="11129">49.990000000000002</cx:pt>
          <cx:pt idx="11130">49.990000000000002</cx:pt>
          <cx:pt idx="11131">49.990000000000002</cx:pt>
          <cx:pt idx="11132">49.990000000000002</cx:pt>
          <cx:pt idx="11133">49.990000000000002</cx:pt>
          <cx:pt idx="11134">49.990000000000002</cx:pt>
          <cx:pt idx="11135">49.990000000000002</cx:pt>
          <cx:pt idx="11136">49.990000000000002</cx:pt>
          <cx:pt idx="11137">49.990000000000002</cx:pt>
          <cx:pt idx="11138">49.990000000000002</cx:pt>
          <cx:pt idx="11139">49.990000000000002</cx:pt>
          <cx:pt idx="11140">49.990000000000002</cx:pt>
          <cx:pt idx="11141">49.990000000000002</cx:pt>
          <cx:pt idx="11142">49.990000000000002</cx:pt>
          <cx:pt idx="11143">49.990000000000002</cx:pt>
          <cx:pt idx="11144">49.990000000000002</cx:pt>
          <cx:pt idx="11145">49.990000000000002</cx:pt>
          <cx:pt idx="11146">49.990000000000002</cx:pt>
          <cx:pt idx="11147">49.990000000000002</cx:pt>
          <cx:pt idx="11148">49.990000000000002</cx:pt>
          <cx:pt idx="11149">49.990000000000002</cx:pt>
          <cx:pt idx="11150">49.990000000000002</cx:pt>
          <cx:pt idx="11151">49.990000000000002</cx:pt>
          <cx:pt idx="11152">49.990000000000002</cx:pt>
          <cx:pt idx="11153">49.990000000000002</cx:pt>
          <cx:pt idx="11154">49.990000000000002</cx:pt>
          <cx:pt idx="11155">49.990000000000002</cx:pt>
          <cx:pt idx="11156">49.990000000000002</cx:pt>
          <cx:pt idx="11157">49.990000000000002</cx:pt>
          <cx:pt idx="11158">49.990000000000002</cx:pt>
          <cx:pt idx="11159">49.990000000000002</cx:pt>
          <cx:pt idx="11160">49.990000000000002</cx:pt>
          <cx:pt idx="11161">49.990000000000002</cx:pt>
          <cx:pt idx="11162">49.990000000000002</cx:pt>
          <cx:pt idx="11163">49.990000000000002</cx:pt>
          <cx:pt idx="11164">49.990000000000002</cx:pt>
          <cx:pt idx="11165">49.990000000000002</cx:pt>
          <cx:pt idx="11166">49.990000000000002</cx:pt>
          <cx:pt idx="11167">49.990000000000002</cx:pt>
          <cx:pt idx="11168">49.990000000000002</cx:pt>
          <cx:pt idx="11169">49.990000000000002</cx:pt>
          <cx:pt idx="11170">49.990000000000002</cx:pt>
          <cx:pt idx="11171">49.990000000000002</cx:pt>
          <cx:pt idx="11172">49.990000000000002</cx:pt>
          <cx:pt idx="11173">49.990000000000002</cx:pt>
          <cx:pt idx="11174">49.990000000000002</cx:pt>
          <cx:pt idx="11175">49.990000000000002</cx:pt>
          <cx:pt idx="11176">49.990000000000002</cx:pt>
          <cx:pt idx="11177">49.990000000000002</cx:pt>
          <cx:pt idx="11178">49.990000000000002</cx:pt>
          <cx:pt idx="11179">49.990000000000002</cx:pt>
          <cx:pt idx="11180">49.990000000000002</cx:pt>
          <cx:pt idx="11181">49.990000000000002</cx:pt>
          <cx:pt idx="11182">49.990000000000002</cx:pt>
          <cx:pt idx="11183">49.990000000000002</cx:pt>
          <cx:pt idx="11184">49.990000000000002</cx:pt>
          <cx:pt idx="11185">49.990000000000002</cx:pt>
          <cx:pt idx="11186">49.990000000000002</cx:pt>
          <cx:pt idx="11187">49.990000000000002</cx:pt>
          <cx:pt idx="11188">49.990000000000002</cx:pt>
          <cx:pt idx="11189">49.990000000000002</cx:pt>
          <cx:pt idx="11190">49.990000000000002</cx:pt>
          <cx:pt idx="11191">49.990000000000002</cx:pt>
          <cx:pt idx="11192">49.990000000000002</cx:pt>
          <cx:pt idx="11193">49.990000000000002</cx:pt>
          <cx:pt idx="11194">49.990000000000002</cx:pt>
          <cx:pt idx="11195">49.990000000000002</cx:pt>
          <cx:pt idx="11196">49.990000000000002</cx:pt>
          <cx:pt idx="11197">49.990000000000002</cx:pt>
          <cx:pt idx="11198">49.990000000000002</cx:pt>
          <cx:pt idx="11199">49.990000000000002</cx:pt>
          <cx:pt idx="11200">49.990000000000002</cx:pt>
          <cx:pt idx="11201">49.990000000000002</cx:pt>
          <cx:pt idx="11202">49.990000000000002</cx:pt>
          <cx:pt idx="11203">49.990000000000002</cx:pt>
          <cx:pt idx="11204">49.990000000000002</cx:pt>
          <cx:pt idx="11205">49.990000000000002</cx:pt>
          <cx:pt idx="11206">49.990000000000002</cx:pt>
          <cx:pt idx="11207">49.990000000000002</cx:pt>
          <cx:pt idx="11208">49.990000000000002</cx:pt>
          <cx:pt idx="11209">49.990000000000002</cx:pt>
          <cx:pt idx="11210">49.990000000000002</cx:pt>
          <cx:pt idx="11211">49.990000000000002</cx:pt>
          <cx:pt idx="11212">49.990000000000002</cx:pt>
          <cx:pt idx="11213">49.990000000000002</cx:pt>
          <cx:pt idx="11214">49.990000000000002</cx:pt>
          <cx:pt idx="11215">49.990000000000002</cx:pt>
          <cx:pt idx="11216">49.990000000000002</cx:pt>
          <cx:pt idx="11217">49.990000000000002</cx:pt>
          <cx:pt idx="11218">49.990000000000002</cx:pt>
          <cx:pt idx="11219">49.990000000000002</cx:pt>
          <cx:pt idx="11220">49.990000000000002</cx:pt>
          <cx:pt idx="11221">49.990000000000002</cx:pt>
          <cx:pt idx="11222">49.990000000000002</cx:pt>
          <cx:pt idx="11223">49.990000000000002</cx:pt>
          <cx:pt idx="11224">49.990000000000002</cx:pt>
          <cx:pt idx="11225">49.990000000000002</cx:pt>
          <cx:pt idx="11226">49.990000000000002</cx:pt>
          <cx:pt idx="11227">49.990000000000002</cx:pt>
          <cx:pt idx="11228">49.990000000000002</cx:pt>
          <cx:pt idx="11229">49.990000000000002</cx:pt>
          <cx:pt idx="11230">49.990000000000002</cx:pt>
          <cx:pt idx="11231">49.990000000000002</cx:pt>
          <cx:pt idx="11232">49.990000000000002</cx:pt>
          <cx:pt idx="11233">49.990000000000002</cx:pt>
          <cx:pt idx="11234">49.990000000000002</cx:pt>
          <cx:pt idx="11235">49.990000000000002</cx:pt>
          <cx:pt idx="11236">49.990000000000002</cx:pt>
          <cx:pt idx="11237">49.990000000000002</cx:pt>
          <cx:pt idx="11238">49.990000000000002</cx:pt>
          <cx:pt idx="11239">49.990000000000002</cx:pt>
          <cx:pt idx="11240">49.990000000000002</cx:pt>
          <cx:pt idx="11241">49.990000000000002</cx:pt>
          <cx:pt idx="11242">49.990000000000002</cx:pt>
          <cx:pt idx="11243">49.990000000000002</cx:pt>
          <cx:pt idx="11244">49.990000000000002</cx:pt>
          <cx:pt idx="11245">49.990000000000002</cx:pt>
          <cx:pt idx="11246">49.990000000000002</cx:pt>
          <cx:pt idx="11247">49.990000000000002</cx:pt>
          <cx:pt idx="11248">49.990000000000002</cx:pt>
          <cx:pt idx="11249">49.990000000000002</cx:pt>
          <cx:pt idx="11250">49.990000000000002</cx:pt>
          <cx:pt idx="11251">49.990000000000002</cx:pt>
          <cx:pt idx="11252">49.990000000000002</cx:pt>
          <cx:pt idx="11253">49.990000000000002</cx:pt>
          <cx:pt idx="11254">49.990000000000002</cx:pt>
          <cx:pt idx="11255">49.990000000000002</cx:pt>
          <cx:pt idx="11256">49.990000000000002</cx:pt>
          <cx:pt idx="11257">49.990000000000002</cx:pt>
          <cx:pt idx="11258">49.990000000000002</cx:pt>
          <cx:pt idx="11259">49.990000000000002</cx:pt>
          <cx:pt idx="11260">49.990000000000002</cx:pt>
          <cx:pt idx="11261">49.990000000000002</cx:pt>
          <cx:pt idx="11262">49.990000000000002</cx:pt>
          <cx:pt idx="11263">49.990000000000002</cx:pt>
          <cx:pt idx="11264">49.990000000000002</cx:pt>
          <cx:pt idx="11265">49.990000000000002</cx:pt>
          <cx:pt idx="11266">49.990000000000002</cx:pt>
          <cx:pt idx="11267">49.990000000000002</cx:pt>
          <cx:pt idx="11268">49.990000000000002</cx:pt>
          <cx:pt idx="11269">49.990000000000002</cx:pt>
          <cx:pt idx="11270">49.990000000000002</cx:pt>
          <cx:pt idx="11271">49.990000000000002</cx:pt>
          <cx:pt idx="11272">49.990000000000002</cx:pt>
          <cx:pt idx="11273">49.990000000000002</cx:pt>
          <cx:pt idx="11274">49.990000000000002</cx:pt>
          <cx:pt idx="11275">49.990000000000002</cx:pt>
          <cx:pt idx="11276">49.990000000000002</cx:pt>
          <cx:pt idx="11277">49.990000000000002</cx:pt>
          <cx:pt idx="11278">49.990000000000002</cx:pt>
          <cx:pt idx="11279">49.990000000000002</cx:pt>
          <cx:pt idx="11280">49.990000000000002</cx:pt>
          <cx:pt idx="11281">49.990000000000002</cx:pt>
          <cx:pt idx="11282">49.990000000000002</cx:pt>
          <cx:pt idx="11283">49.990000000000002</cx:pt>
          <cx:pt idx="11284">49.990000000000002</cx:pt>
          <cx:pt idx="11285">49.990000000000002</cx:pt>
          <cx:pt idx="11286">49.990000000000002</cx:pt>
          <cx:pt idx="11287">49.990000000000002</cx:pt>
          <cx:pt idx="11288">49.990000000000002</cx:pt>
          <cx:pt idx="11289">49.990000000000002</cx:pt>
          <cx:pt idx="11290">49.990000000000002</cx:pt>
          <cx:pt idx="11291">49.990000000000002</cx:pt>
          <cx:pt idx="11292">49.990000000000002</cx:pt>
          <cx:pt idx="11293">49.990000000000002</cx:pt>
          <cx:pt idx="11294">49.990000000000002</cx:pt>
          <cx:pt idx="11295">49.990000000000002</cx:pt>
          <cx:pt idx="11296">49.990000000000002</cx:pt>
          <cx:pt idx="11297">49.990000000000002</cx:pt>
          <cx:pt idx="11298">49.990000000000002</cx:pt>
          <cx:pt idx="11299">49.990000000000002</cx:pt>
          <cx:pt idx="11300">49.990000000000002</cx:pt>
          <cx:pt idx="11301">49.990000000000002</cx:pt>
          <cx:pt idx="11302">49.990000000000002</cx:pt>
          <cx:pt idx="11303">49.990000000000002</cx:pt>
          <cx:pt idx="11304">49.990000000000002</cx:pt>
          <cx:pt idx="11305">49.990000000000002</cx:pt>
          <cx:pt idx="11306">49.990000000000002</cx:pt>
          <cx:pt idx="11307">49.990000000000002</cx:pt>
          <cx:pt idx="11308">49.990000000000002</cx:pt>
          <cx:pt idx="11309">49.990000000000002</cx:pt>
          <cx:pt idx="11310">49.990000000000002</cx:pt>
          <cx:pt idx="11311">49.990000000000002</cx:pt>
          <cx:pt idx="11312">49.990000000000002</cx:pt>
          <cx:pt idx="11313">49.990000000000002</cx:pt>
          <cx:pt idx="11314">49.990000000000002</cx:pt>
          <cx:pt idx="11315">49.990000000000002</cx:pt>
          <cx:pt idx="11316">49.990000000000002</cx:pt>
          <cx:pt idx="11317">49.990000000000002</cx:pt>
          <cx:pt idx="11318">49.990000000000002</cx:pt>
          <cx:pt idx="11319">49.990000000000002</cx:pt>
          <cx:pt idx="11320">49.990000000000002</cx:pt>
          <cx:pt idx="11321">49.990000000000002</cx:pt>
          <cx:pt idx="11322">49.990000000000002</cx:pt>
          <cx:pt idx="11323">49.990000000000002</cx:pt>
          <cx:pt idx="11324">49.990000000000002</cx:pt>
          <cx:pt idx="11325">49.990000000000002</cx:pt>
          <cx:pt idx="11326">49.990000000000002</cx:pt>
          <cx:pt idx="11327">49.990000000000002</cx:pt>
          <cx:pt idx="11328">49.990000000000002</cx:pt>
          <cx:pt idx="11329">49.990000000000002</cx:pt>
          <cx:pt idx="11330">49.990000000000002</cx:pt>
          <cx:pt idx="11331">49.990000000000002</cx:pt>
          <cx:pt idx="11332">49.990000000000002</cx:pt>
          <cx:pt idx="11333">49.990000000000002</cx:pt>
          <cx:pt idx="11334">49.990000000000002</cx:pt>
          <cx:pt idx="11335">49.990000000000002</cx:pt>
          <cx:pt idx="11336">49.990000000000002</cx:pt>
          <cx:pt idx="11337">49.990000000000002</cx:pt>
          <cx:pt idx="11338">49.990000000000002</cx:pt>
          <cx:pt idx="11339">49.990000000000002</cx:pt>
          <cx:pt idx="11340">49.990000000000002</cx:pt>
          <cx:pt idx="11341">49.990000000000002</cx:pt>
          <cx:pt idx="11342">49.990000000000002</cx:pt>
          <cx:pt idx="11343">49.990000000000002</cx:pt>
          <cx:pt idx="11344">49.990000000000002</cx:pt>
          <cx:pt idx="11345">49.990000000000002</cx:pt>
          <cx:pt idx="11346">49.990000000000002</cx:pt>
          <cx:pt idx="11347">49.990000000000002</cx:pt>
          <cx:pt idx="11348">49.990000000000002</cx:pt>
          <cx:pt idx="11349">49.990000000000002</cx:pt>
          <cx:pt idx="11350">49.990000000000002</cx:pt>
          <cx:pt idx="11351">49.990000000000002</cx:pt>
          <cx:pt idx="11352">49.990000000000002</cx:pt>
          <cx:pt idx="11353">49.990000000000002</cx:pt>
          <cx:pt idx="11354">49.990000000000002</cx:pt>
          <cx:pt idx="11355">49.990000000000002</cx:pt>
          <cx:pt idx="11356">49.990000000000002</cx:pt>
          <cx:pt idx="11357">49.990000000000002</cx:pt>
          <cx:pt idx="11358">49.990000000000002</cx:pt>
          <cx:pt idx="11359">49.990000000000002</cx:pt>
          <cx:pt idx="11360">49.990000000000002</cx:pt>
          <cx:pt idx="11361">49.990000000000002</cx:pt>
          <cx:pt idx="11362">49.990000000000002</cx:pt>
          <cx:pt idx="11363">49.990000000000002</cx:pt>
          <cx:pt idx="11364">49.990000000000002</cx:pt>
          <cx:pt idx="11365">49.990000000000002</cx:pt>
          <cx:pt idx="11366">49.990000000000002</cx:pt>
          <cx:pt idx="11367">49.990000000000002</cx:pt>
          <cx:pt idx="11368">49.990000000000002</cx:pt>
          <cx:pt idx="11369">49.990000000000002</cx:pt>
          <cx:pt idx="11370">49.990000000000002</cx:pt>
          <cx:pt idx="11371">49.990000000000002</cx:pt>
          <cx:pt idx="11372">49.990000000000002</cx:pt>
          <cx:pt idx="11373">49.990000000000002</cx:pt>
          <cx:pt idx="11374">49.990000000000002</cx:pt>
          <cx:pt idx="11375">49.990000000000002</cx:pt>
          <cx:pt idx="11376">49.990000000000002</cx:pt>
          <cx:pt idx="11377">49.990000000000002</cx:pt>
          <cx:pt idx="11378">49.990000000000002</cx:pt>
          <cx:pt idx="11379">49.990000000000002</cx:pt>
          <cx:pt idx="11380">49.990000000000002</cx:pt>
          <cx:pt idx="11381">49.990000000000002</cx:pt>
          <cx:pt idx="11382">49.990000000000002</cx:pt>
          <cx:pt idx="11383">49.990000000000002</cx:pt>
          <cx:pt idx="11384">49.990000000000002</cx:pt>
          <cx:pt idx="11385">49.990000000000002</cx:pt>
          <cx:pt idx="11386">49.990000000000002</cx:pt>
          <cx:pt idx="11387">49.990000000000002</cx:pt>
          <cx:pt idx="11388">49.990000000000002</cx:pt>
          <cx:pt idx="11389">49.990000000000002</cx:pt>
          <cx:pt idx="11390">49.990000000000002</cx:pt>
          <cx:pt idx="11391">49.990000000000002</cx:pt>
          <cx:pt idx="11392">49.990000000000002</cx:pt>
          <cx:pt idx="11393">49.990000000000002</cx:pt>
          <cx:pt idx="11394">49.990000000000002</cx:pt>
          <cx:pt idx="11395">49.990000000000002</cx:pt>
          <cx:pt idx="11396">49.990000000000002</cx:pt>
          <cx:pt idx="11397">49.990000000000002</cx:pt>
          <cx:pt idx="11398">49.990000000000002</cx:pt>
          <cx:pt idx="11399">49.990000000000002</cx:pt>
          <cx:pt idx="11400">49.990000000000002</cx:pt>
          <cx:pt idx="11401">49.990000000000002</cx:pt>
          <cx:pt idx="11402">49.990000000000002</cx:pt>
          <cx:pt idx="11403">49.990000000000002</cx:pt>
          <cx:pt idx="11404">49.990000000000002</cx:pt>
          <cx:pt idx="11405">49.990000000000002</cx:pt>
          <cx:pt idx="11406">49.990000000000002</cx:pt>
          <cx:pt idx="11407">49.990000000000002</cx:pt>
          <cx:pt idx="11408">49.990000000000002</cx:pt>
          <cx:pt idx="11409">49.990000000000002</cx:pt>
          <cx:pt idx="11410">49.990000000000002</cx:pt>
          <cx:pt idx="11411">49.990000000000002</cx:pt>
          <cx:pt idx="11412">49.990000000000002</cx:pt>
          <cx:pt idx="11413">49.990000000000002</cx:pt>
          <cx:pt idx="11414">49.990000000000002</cx:pt>
          <cx:pt idx="11415">49.990000000000002</cx:pt>
          <cx:pt idx="11416">49.990000000000002</cx:pt>
          <cx:pt idx="11417">49.990000000000002</cx:pt>
          <cx:pt idx="11418">49.990000000000002</cx:pt>
          <cx:pt idx="11419">49.990000000000002</cx:pt>
          <cx:pt idx="11420">49.990000000000002</cx:pt>
          <cx:pt idx="11421">49.990000000000002</cx:pt>
          <cx:pt idx="11422">49.990000000000002</cx:pt>
          <cx:pt idx="11423">49.990000000000002</cx:pt>
          <cx:pt idx="11424">49.990000000000002</cx:pt>
          <cx:pt idx="11425">49.990000000000002</cx:pt>
          <cx:pt idx="11426">49.990000000000002</cx:pt>
          <cx:pt idx="11427">49.990000000000002</cx:pt>
          <cx:pt idx="11428">49.990000000000002</cx:pt>
          <cx:pt idx="11429">49.990000000000002</cx:pt>
          <cx:pt idx="11430">49.990000000000002</cx:pt>
          <cx:pt idx="11431">49.990000000000002</cx:pt>
          <cx:pt idx="11432">49.990000000000002</cx:pt>
          <cx:pt idx="11433">49.990000000000002</cx:pt>
          <cx:pt idx="11434">49.990000000000002</cx:pt>
          <cx:pt idx="11435">49.990000000000002</cx:pt>
          <cx:pt idx="11436">49.990000000000002</cx:pt>
          <cx:pt idx="11437">49.990000000000002</cx:pt>
          <cx:pt idx="11438">49.990000000000002</cx:pt>
          <cx:pt idx="11439">49.990000000000002</cx:pt>
          <cx:pt idx="11440">49.990000000000002</cx:pt>
          <cx:pt idx="11441">49.990000000000002</cx:pt>
          <cx:pt idx="11442">49.990000000000002</cx:pt>
          <cx:pt idx="11443">49.990000000000002</cx:pt>
          <cx:pt idx="11444">49.990000000000002</cx:pt>
          <cx:pt idx="11445">49.990000000000002</cx:pt>
          <cx:pt idx="11446">49.990000000000002</cx:pt>
          <cx:pt idx="11447">49.990000000000002</cx:pt>
          <cx:pt idx="11448">49.990000000000002</cx:pt>
          <cx:pt idx="11449">49.990000000000002</cx:pt>
          <cx:pt idx="11450">49.990000000000002</cx:pt>
          <cx:pt idx="11451">49.990000000000002</cx:pt>
          <cx:pt idx="11452">49.990000000000002</cx:pt>
          <cx:pt idx="11453">49.990000000000002</cx:pt>
          <cx:pt idx="11454">49.990000000000002</cx:pt>
          <cx:pt idx="11455">49.990000000000002</cx:pt>
          <cx:pt idx="11456">49.990000000000002</cx:pt>
          <cx:pt idx="11457">49.990000000000002</cx:pt>
          <cx:pt idx="11458">49.990000000000002</cx:pt>
          <cx:pt idx="11459">49.990000000000002</cx:pt>
          <cx:pt idx="11460">49.990000000000002</cx:pt>
          <cx:pt idx="11461">49.990000000000002</cx:pt>
          <cx:pt idx="11462">49.990000000000002</cx:pt>
          <cx:pt idx="11463">49.990000000000002</cx:pt>
          <cx:pt idx="11464">49.990000000000002</cx:pt>
          <cx:pt idx="11465">49.990000000000002</cx:pt>
          <cx:pt idx="11466">49.990000000000002</cx:pt>
          <cx:pt idx="11467">49.990000000000002</cx:pt>
          <cx:pt idx="11468">49.990000000000002</cx:pt>
          <cx:pt idx="11469">49.990000000000002</cx:pt>
          <cx:pt idx="11470">49.990000000000002</cx:pt>
          <cx:pt idx="11471">49.990000000000002</cx:pt>
          <cx:pt idx="11472">49.990000000000002</cx:pt>
          <cx:pt idx="11473">49.990000000000002</cx:pt>
          <cx:pt idx="11474">49.990000000000002</cx:pt>
          <cx:pt idx="11475">49.990000000000002</cx:pt>
          <cx:pt idx="11476">49.990000000000002</cx:pt>
          <cx:pt idx="11477">49.990000000000002</cx:pt>
          <cx:pt idx="11478">49.990000000000002</cx:pt>
          <cx:pt idx="11479">49.990000000000002</cx:pt>
          <cx:pt idx="11480">49.990000000000002</cx:pt>
          <cx:pt idx="11481">49.990000000000002</cx:pt>
          <cx:pt idx="11482">49.990000000000002</cx:pt>
          <cx:pt idx="11483">49.990000000000002</cx:pt>
          <cx:pt idx="11484">49.990000000000002</cx:pt>
          <cx:pt idx="11485">49.990000000000002</cx:pt>
          <cx:pt idx="11486">49.990000000000002</cx:pt>
          <cx:pt idx="11487">49.990000000000002</cx:pt>
          <cx:pt idx="11488">49.990000000000002</cx:pt>
          <cx:pt idx="11489">49.990000000000002</cx:pt>
          <cx:pt idx="11490">49.990000000000002</cx:pt>
          <cx:pt idx="11491">49.990000000000002</cx:pt>
          <cx:pt idx="11492">49.990000000000002</cx:pt>
          <cx:pt idx="11493">49.990000000000002</cx:pt>
          <cx:pt idx="11494">49.990000000000002</cx:pt>
          <cx:pt idx="11495">49.990000000000002</cx:pt>
          <cx:pt idx="11496">49.990000000000002</cx:pt>
          <cx:pt idx="11497">49.990000000000002</cx:pt>
          <cx:pt idx="11498">49.990000000000002</cx:pt>
          <cx:pt idx="11499">49.990000000000002</cx:pt>
          <cx:pt idx="11500">49.990000000000002</cx:pt>
          <cx:pt idx="11501">49.990000000000002</cx:pt>
          <cx:pt idx="11502">49.990000000000002</cx:pt>
          <cx:pt idx="11503">49.990000000000002</cx:pt>
          <cx:pt idx="11504">49.990000000000002</cx:pt>
          <cx:pt idx="11505">49.990000000000002</cx:pt>
          <cx:pt idx="11506">49.990000000000002</cx:pt>
          <cx:pt idx="11507">49.990000000000002</cx:pt>
          <cx:pt idx="11508">49.990000000000002</cx:pt>
          <cx:pt idx="11509">49.990000000000002</cx:pt>
          <cx:pt idx="11510">49.990000000000002</cx:pt>
          <cx:pt idx="11511">49.990000000000002</cx:pt>
          <cx:pt idx="11512">49.990000000000002</cx:pt>
          <cx:pt idx="11513">49.990000000000002</cx:pt>
          <cx:pt idx="11514">49.990000000000002</cx:pt>
          <cx:pt idx="11515">49.990000000000002</cx:pt>
          <cx:pt idx="11516">49.990000000000002</cx:pt>
          <cx:pt idx="11517">49.990000000000002</cx:pt>
          <cx:pt idx="11518">49.990000000000002</cx:pt>
          <cx:pt idx="11519">49.990000000000002</cx:pt>
          <cx:pt idx="11520">49.990000000000002</cx:pt>
          <cx:pt idx="11521">49.990000000000002</cx:pt>
          <cx:pt idx="11522">49.990000000000002</cx:pt>
          <cx:pt idx="11523">49.990000000000002</cx:pt>
          <cx:pt idx="11524">49.990000000000002</cx:pt>
          <cx:pt idx="11525">49.990000000000002</cx:pt>
          <cx:pt idx="11526">49.990000000000002</cx:pt>
          <cx:pt idx="11527">49.990000000000002</cx:pt>
          <cx:pt idx="11528">49.990000000000002</cx:pt>
          <cx:pt idx="11529">49.990000000000002</cx:pt>
          <cx:pt idx="11530">49.990000000000002</cx:pt>
          <cx:pt idx="11531">49.990000000000002</cx:pt>
          <cx:pt idx="11532">49.990000000000002</cx:pt>
          <cx:pt idx="11533">49.990000000000002</cx:pt>
          <cx:pt idx="11534">49.990000000000002</cx:pt>
          <cx:pt idx="11535">49.990000000000002</cx:pt>
          <cx:pt idx="11536">49.990000000000002</cx:pt>
          <cx:pt idx="11537">49.990000000000002</cx:pt>
          <cx:pt idx="11538">49.990000000000002</cx:pt>
          <cx:pt idx="11539">49.990000000000002</cx:pt>
          <cx:pt idx="11540">49.990000000000002</cx:pt>
          <cx:pt idx="11541">49.990000000000002</cx:pt>
          <cx:pt idx="11542">49.990000000000002</cx:pt>
          <cx:pt idx="11543">49.990000000000002</cx:pt>
          <cx:pt idx="11544">49.990000000000002</cx:pt>
          <cx:pt idx="11545">49.990000000000002</cx:pt>
          <cx:pt idx="11546">49.990000000000002</cx:pt>
          <cx:pt idx="11547">49.990000000000002</cx:pt>
          <cx:pt idx="11548">49.990000000000002</cx:pt>
          <cx:pt idx="11549">49.990000000000002</cx:pt>
          <cx:pt idx="11550">49.990000000000002</cx:pt>
          <cx:pt idx="11551">49.990000000000002</cx:pt>
          <cx:pt idx="11552">49.990000000000002</cx:pt>
          <cx:pt idx="11553">49.990000000000002</cx:pt>
          <cx:pt idx="11554">49.990000000000002</cx:pt>
          <cx:pt idx="11555">49.990000000000002</cx:pt>
          <cx:pt idx="11556">49.990000000000002</cx:pt>
          <cx:pt idx="11557">49.990000000000002</cx:pt>
          <cx:pt idx="11558">49.990000000000002</cx:pt>
          <cx:pt idx="11559">49.990000000000002</cx:pt>
          <cx:pt idx="11560">49.990000000000002</cx:pt>
          <cx:pt idx="11561">49.990000000000002</cx:pt>
          <cx:pt idx="11562">49.990000000000002</cx:pt>
          <cx:pt idx="11563">49.990000000000002</cx:pt>
          <cx:pt idx="11564">49.990000000000002</cx:pt>
          <cx:pt idx="11565">49.990000000000002</cx:pt>
          <cx:pt idx="11566">49.990000000000002</cx:pt>
          <cx:pt idx="11567">49.990000000000002</cx:pt>
          <cx:pt idx="11568">49.990000000000002</cx:pt>
          <cx:pt idx="11569">49.990000000000002</cx:pt>
          <cx:pt idx="11570">49.990000000000002</cx:pt>
          <cx:pt idx="11571">49.990000000000002</cx:pt>
          <cx:pt idx="11572">49.990000000000002</cx:pt>
          <cx:pt idx="11573">49.990000000000002</cx:pt>
          <cx:pt idx="11574">49.990000000000002</cx:pt>
          <cx:pt idx="11575">49.990000000000002</cx:pt>
          <cx:pt idx="11576">49.990000000000002</cx:pt>
          <cx:pt idx="11577">49.990000000000002</cx:pt>
          <cx:pt idx="11578">49.990000000000002</cx:pt>
          <cx:pt idx="11579">49.990000000000002</cx:pt>
          <cx:pt idx="11580">49.990000000000002</cx:pt>
          <cx:pt idx="11581">49.990000000000002</cx:pt>
          <cx:pt idx="11582">49.990000000000002</cx:pt>
          <cx:pt idx="11583">49.990000000000002</cx:pt>
          <cx:pt idx="11584">49.990000000000002</cx:pt>
          <cx:pt idx="11585">49.990000000000002</cx:pt>
          <cx:pt idx="11586">49.990000000000002</cx:pt>
          <cx:pt idx="11587">49.990000000000002</cx:pt>
          <cx:pt idx="11588">49.990000000000002</cx:pt>
          <cx:pt idx="11589">49.990000000000002</cx:pt>
          <cx:pt idx="11590">49.990000000000002</cx:pt>
          <cx:pt idx="11591">49.990000000000002</cx:pt>
          <cx:pt idx="11592">49.990000000000002</cx:pt>
          <cx:pt idx="11593">49.990000000000002</cx:pt>
          <cx:pt idx="11594">49.990000000000002</cx:pt>
          <cx:pt idx="11595">49.990000000000002</cx:pt>
          <cx:pt idx="11596">49.990000000000002</cx:pt>
          <cx:pt idx="11597">49.990000000000002</cx:pt>
          <cx:pt idx="11598">49.990000000000002</cx:pt>
          <cx:pt idx="11599">49.990000000000002</cx:pt>
          <cx:pt idx="11600">49.990000000000002</cx:pt>
          <cx:pt idx="11601">49.990000000000002</cx:pt>
          <cx:pt idx="11602">49.990000000000002</cx:pt>
          <cx:pt idx="11603">49.990000000000002</cx:pt>
          <cx:pt idx="11604">49.990000000000002</cx:pt>
          <cx:pt idx="11605">49.990000000000002</cx:pt>
          <cx:pt idx="11606">49.990000000000002</cx:pt>
          <cx:pt idx="11607">49.990000000000002</cx:pt>
          <cx:pt idx="11608">49.990000000000002</cx:pt>
          <cx:pt idx="11609">49.990000000000002</cx:pt>
          <cx:pt idx="11610">49.990000000000002</cx:pt>
          <cx:pt idx="11611">49.990000000000002</cx:pt>
          <cx:pt idx="11612">49.990000000000002</cx:pt>
          <cx:pt idx="11613">49.990000000000002</cx:pt>
          <cx:pt idx="11614">49.990000000000002</cx:pt>
          <cx:pt idx="11615">49.990000000000002</cx:pt>
          <cx:pt idx="11616">49.990000000000002</cx:pt>
          <cx:pt idx="11617">49.990000000000002</cx:pt>
          <cx:pt idx="11618">49.990000000000002</cx:pt>
          <cx:pt idx="11619">49.990000000000002</cx:pt>
          <cx:pt idx="11620">49.990000000000002</cx:pt>
          <cx:pt idx="11621">49.990000000000002</cx:pt>
          <cx:pt idx="11622">49.990000000000002</cx:pt>
          <cx:pt idx="11623">49.990000000000002</cx:pt>
          <cx:pt idx="11624">49.990000000000002</cx:pt>
          <cx:pt idx="11625">49.990000000000002</cx:pt>
          <cx:pt idx="11626">49.990000000000002</cx:pt>
          <cx:pt idx="11627">49.990000000000002</cx:pt>
          <cx:pt idx="11628">49.990000000000002</cx:pt>
          <cx:pt idx="11629">49.990000000000002</cx:pt>
          <cx:pt idx="11630">49.990000000000002</cx:pt>
          <cx:pt idx="11631">49.990000000000002</cx:pt>
          <cx:pt idx="11632">49.990000000000002</cx:pt>
          <cx:pt idx="11633">49.990000000000002</cx:pt>
          <cx:pt idx="11634">49.990000000000002</cx:pt>
          <cx:pt idx="11635">49.990000000000002</cx:pt>
          <cx:pt idx="11636">49.990000000000002</cx:pt>
          <cx:pt idx="11637">49.990000000000002</cx:pt>
          <cx:pt idx="11638">49.990000000000002</cx:pt>
          <cx:pt idx="11639">49.990000000000002</cx:pt>
          <cx:pt idx="11640">49.990000000000002</cx:pt>
          <cx:pt idx="11641">49.990000000000002</cx:pt>
          <cx:pt idx="11642">49.990000000000002</cx:pt>
          <cx:pt idx="11643">49.990000000000002</cx:pt>
          <cx:pt idx="11644">49.990000000000002</cx:pt>
          <cx:pt idx="11645">49.990000000000002</cx:pt>
          <cx:pt idx="11646">49.990000000000002</cx:pt>
          <cx:pt idx="11647">49.990000000000002</cx:pt>
          <cx:pt idx="11648">49.990000000000002</cx:pt>
          <cx:pt idx="11649">49.990000000000002</cx:pt>
          <cx:pt idx="11650">49.990000000000002</cx:pt>
          <cx:pt idx="11651">49.990000000000002</cx:pt>
          <cx:pt idx="11652">49.990000000000002</cx:pt>
          <cx:pt idx="11653">49.990000000000002</cx:pt>
          <cx:pt idx="11654">49.990000000000002</cx:pt>
          <cx:pt idx="11655">49.990000000000002</cx:pt>
          <cx:pt idx="11656">49.990000000000002</cx:pt>
          <cx:pt idx="11657">49.990000000000002</cx:pt>
          <cx:pt idx="11658">49.990000000000002</cx:pt>
          <cx:pt idx="11659">49.990000000000002</cx:pt>
          <cx:pt idx="11660">49.990000000000002</cx:pt>
          <cx:pt idx="11661">49.990000000000002</cx:pt>
          <cx:pt idx="11662">49.990000000000002</cx:pt>
          <cx:pt idx="11663">49.990000000000002</cx:pt>
          <cx:pt idx="11664">49.990000000000002</cx:pt>
          <cx:pt idx="11665">49.990000000000002</cx:pt>
          <cx:pt idx="11666">49.990000000000002</cx:pt>
          <cx:pt idx="11667">49.990000000000002</cx:pt>
          <cx:pt idx="11668">49.990000000000002</cx:pt>
          <cx:pt idx="11669">49.990000000000002</cx:pt>
          <cx:pt idx="11670">49.990000000000002</cx:pt>
          <cx:pt idx="11671">49.990000000000002</cx:pt>
          <cx:pt idx="11672">49.990000000000002</cx:pt>
          <cx:pt idx="11673">49.990000000000002</cx:pt>
          <cx:pt idx="11674">49.990000000000002</cx:pt>
          <cx:pt idx="11675">49.990000000000002</cx:pt>
          <cx:pt idx="11676">49.990000000000002</cx:pt>
          <cx:pt idx="11677">49.990000000000002</cx:pt>
          <cx:pt idx="11678">49.990000000000002</cx:pt>
          <cx:pt idx="11679">49.990000000000002</cx:pt>
          <cx:pt idx="11680">49.990000000000002</cx:pt>
          <cx:pt idx="11681">49.990000000000002</cx:pt>
          <cx:pt idx="11682">49.990000000000002</cx:pt>
          <cx:pt idx="11683">49.990000000000002</cx:pt>
          <cx:pt idx="11684">49.990000000000002</cx:pt>
          <cx:pt idx="11685">49.990000000000002</cx:pt>
          <cx:pt idx="11686">49.990000000000002</cx:pt>
          <cx:pt idx="11687">49.990000000000002</cx:pt>
          <cx:pt idx="11688">49.990000000000002</cx:pt>
          <cx:pt idx="11689">49.990000000000002</cx:pt>
          <cx:pt idx="11690">49.990000000000002</cx:pt>
          <cx:pt idx="11691">49.990000000000002</cx:pt>
          <cx:pt idx="11692">49.990000000000002</cx:pt>
          <cx:pt idx="11693">49.990000000000002</cx:pt>
          <cx:pt idx="11694">49.990000000000002</cx:pt>
          <cx:pt idx="11695">49.990000000000002</cx:pt>
          <cx:pt idx="11696">49.990000000000002</cx:pt>
          <cx:pt idx="11697">49.990000000000002</cx:pt>
          <cx:pt idx="11698">49.990000000000002</cx:pt>
          <cx:pt idx="11699">49.990000000000002</cx:pt>
          <cx:pt idx="11700">49.990000000000002</cx:pt>
          <cx:pt idx="11701">49.990000000000002</cx:pt>
          <cx:pt idx="11702">49.990000000000002</cx:pt>
          <cx:pt idx="11703">49.990000000000002</cx:pt>
          <cx:pt idx="11704">49.990000000000002</cx:pt>
          <cx:pt idx="11705">49.990000000000002</cx:pt>
          <cx:pt idx="11706">49.990000000000002</cx:pt>
          <cx:pt idx="11707">49.990000000000002</cx:pt>
          <cx:pt idx="11708">49.990000000000002</cx:pt>
          <cx:pt idx="11709">49.990000000000002</cx:pt>
          <cx:pt idx="11710">49.990000000000002</cx:pt>
          <cx:pt idx="11711">49.990000000000002</cx:pt>
          <cx:pt idx="11712">49.990000000000002</cx:pt>
          <cx:pt idx="11713">49.990000000000002</cx:pt>
          <cx:pt idx="11714">49.990000000000002</cx:pt>
          <cx:pt idx="11715">49.990000000000002</cx:pt>
          <cx:pt idx="11716">49.990000000000002</cx:pt>
          <cx:pt idx="11717">49.990000000000002</cx:pt>
          <cx:pt idx="11718">49.990000000000002</cx:pt>
          <cx:pt idx="11719">49.990000000000002</cx:pt>
          <cx:pt idx="11720">49.990000000000002</cx:pt>
          <cx:pt idx="11721">49.990000000000002</cx:pt>
          <cx:pt idx="11722">49.990000000000002</cx:pt>
          <cx:pt idx="11723">49.990000000000002</cx:pt>
          <cx:pt idx="11724">49.990000000000002</cx:pt>
          <cx:pt idx="11725">49.990000000000002</cx:pt>
          <cx:pt idx="11726">49.990000000000002</cx:pt>
          <cx:pt idx="11727">49.990000000000002</cx:pt>
          <cx:pt idx="11728">49.990000000000002</cx:pt>
          <cx:pt idx="11729">49.990000000000002</cx:pt>
          <cx:pt idx="11730">49.990000000000002</cx:pt>
          <cx:pt idx="11731">49.990000000000002</cx:pt>
          <cx:pt idx="11732">49.990000000000002</cx:pt>
          <cx:pt idx="11733">49.990000000000002</cx:pt>
          <cx:pt idx="11734">49.990000000000002</cx:pt>
          <cx:pt idx="11735">49.990000000000002</cx:pt>
          <cx:pt idx="11736">49.990000000000002</cx:pt>
          <cx:pt idx="11737">49.990000000000002</cx:pt>
          <cx:pt idx="11738">49.990000000000002</cx:pt>
          <cx:pt idx="11739">49.990000000000002</cx:pt>
          <cx:pt idx="11740">49.990000000000002</cx:pt>
          <cx:pt idx="11741">49.990000000000002</cx:pt>
          <cx:pt idx="11742">49.990000000000002</cx:pt>
          <cx:pt idx="11743">49.990000000000002</cx:pt>
          <cx:pt idx="11744">49.990000000000002</cx:pt>
          <cx:pt idx="11745">49.990000000000002</cx:pt>
          <cx:pt idx="11746">49.990000000000002</cx:pt>
          <cx:pt idx="11747">49.990000000000002</cx:pt>
          <cx:pt idx="11748">49.990000000000002</cx:pt>
          <cx:pt idx="11749">49.990000000000002</cx:pt>
          <cx:pt idx="11750">49.990000000000002</cx:pt>
          <cx:pt idx="11751">49.990000000000002</cx:pt>
          <cx:pt idx="11752">49.990000000000002</cx:pt>
          <cx:pt idx="11753">49.990000000000002</cx:pt>
          <cx:pt idx="11754">49.990000000000002</cx:pt>
          <cx:pt idx="11755">49.990000000000002</cx:pt>
          <cx:pt idx="11756">49.990000000000002</cx:pt>
          <cx:pt idx="11757">49.990000000000002</cx:pt>
          <cx:pt idx="11758">49.990000000000002</cx:pt>
          <cx:pt idx="11759">49.990000000000002</cx:pt>
          <cx:pt idx="11760">49.990000000000002</cx:pt>
          <cx:pt idx="11761">49.990000000000002</cx:pt>
          <cx:pt idx="11762">49.990000000000002</cx:pt>
          <cx:pt idx="11763">49.990000000000002</cx:pt>
          <cx:pt idx="11764">49.990000000000002</cx:pt>
          <cx:pt idx="11765">49.990000000000002</cx:pt>
          <cx:pt idx="11766">49.990000000000002</cx:pt>
          <cx:pt idx="11767">49.990000000000002</cx:pt>
          <cx:pt idx="11768">49.990000000000002</cx:pt>
          <cx:pt idx="11769">49.990000000000002</cx:pt>
          <cx:pt idx="11770">49.990000000000002</cx:pt>
          <cx:pt idx="11771">49.990000000000002</cx:pt>
          <cx:pt idx="11772">49.990000000000002</cx:pt>
          <cx:pt idx="11773">49.990000000000002</cx:pt>
          <cx:pt idx="11774">49.990000000000002</cx:pt>
          <cx:pt idx="11775">49.990000000000002</cx:pt>
          <cx:pt idx="11776">49.990000000000002</cx:pt>
          <cx:pt idx="11777">49.990000000000002</cx:pt>
          <cx:pt idx="11778">49.990000000000002</cx:pt>
          <cx:pt idx="11779">49.990000000000002</cx:pt>
          <cx:pt idx="11780">49.990000000000002</cx:pt>
          <cx:pt idx="11781">49.990000000000002</cx:pt>
          <cx:pt idx="11782">49.990000000000002</cx:pt>
          <cx:pt idx="11783">49.990000000000002</cx:pt>
          <cx:pt idx="11784">49.990000000000002</cx:pt>
          <cx:pt idx="11785">49.990000000000002</cx:pt>
          <cx:pt idx="11786">49.990000000000002</cx:pt>
          <cx:pt idx="11787">49.990000000000002</cx:pt>
          <cx:pt idx="11788">49.990000000000002</cx:pt>
          <cx:pt idx="11789">49.990000000000002</cx:pt>
          <cx:pt idx="11790">49.990000000000002</cx:pt>
          <cx:pt idx="11791">49.990000000000002</cx:pt>
          <cx:pt idx="11792">49.990000000000002</cx:pt>
          <cx:pt idx="11793">49.990000000000002</cx:pt>
          <cx:pt idx="11794">49.990000000000002</cx:pt>
          <cx:pt idx="11795">49.990000000000002</cx:pt>
          <cx:pt idx="11796">49.990000000000002</cx:pt>
          <cx:pt idx="11797">49.990000000000002</cx:pt>
          <cx:pt idx="11798">49.990000000000002</cx:pt>
          <cx:pt idx="11799">49.990000000000002</cx:pt>
          <cx:pt idx="11800">49.990000000000002</cx:pt>
          <cx:pt idx="11801">49.990000000000002</cx:pt>
          <cx:pt idx="11802">49.990000000000002</cx:pt>
          <cx:pt idx="11803">49.990000000000002</cx:pt>
          <cx:pt idx="11804">49.990000000000002</cx:pt>
          <cx:pt idx="11805">49.990000000000002</cx:pt>
          <cx:pt idx="11806">49.990000000000002</cx:pt>
          <cx:pt idx="11807">49.990000000000002</cx:pt>
          <cx:pt idx="11808">49.990000000000002</cx:pt>
          <cx:pt idx="11809">49.990000000000002</cx:pt>
          <cx:pt idx="11810">49.990000000000002</cx:pt>
          <cx:pt idx="11811">49.990000000000002</cx:pt>
          <cx:pt idx="11812">49.990000000000002</cx:pt>
          <cx:pt idx="11813">49.990000000000002</cx:pt>
          <cx:pt idx="11814">49.990000000000002</cx:pt>
          <cx:pt idx="11815">49.990000000000002</cx:pt>
          <cx:pt idx="11816">49.990000000000002</cx:pt>
          <cx:pt idx="11817">49.990000000000002</cx:pt>
          <cx:pt idx="11818">49.990000000000002</cx:pt>
          <cx:pt idx="11819">49.990000000000002</cx:pt>
          <cx:pt idx="11820">49.990000000000002</cx:pt>
          <cx:pt idx="11821">49.990000000000002</cx:pt>
          <cx:pt idx="11822">49.990000000000002</cx:pt>
          <cx:pt idx="11823">49.990000000000002</cx:pt>
          <cx:pt idx="11824">49.990000000000002</cx:pt>
          <cx:pt idx="11825">49.990000000000002</cx:pt>
          <cx:pt idx="11826">49.990000000000002</cx:pt>
          <cx:pt idx="11827">49.990000000000002</cx:pt>
          <cx:pt idx="11828">49.990000000000002</cx:pt>
          <cx:pt idx="11829">49.990000000000002</cx:pt>
          <cx:pt idx="11830">49.990000000000002</cx:pt>
          <cx:pt idx="11831">49.990000000000002</cx:pt>
          <cx:pt idx="11832">49.990000000000002</cx:pt>
          <cx:pt idx="11833">49.990000000000002</cx:pt>
          <cx:pt idx="11834">49.990000000000002</cx:pt>
          <cx:pt idx="11835">49.990000000000002</cx:pt>
          <cx:pt idx="11836">49.990000000000002</cx:pt>
          <cx:pt idx="11837">49.990000000000002</cx:pt>
          <cx:pt idx="11838">49.990000000000002</cx:pt>
          <cx:pt idx="11839">49.990000000000002</cx:pt>
          <cx:pt idx="11840">49.990000000000002</cx:pt>
          <cx:pt idx="11841">49.990000000000002</cx:pt>
          <cx:pt idx="11842">49.990000000000002</cx:pt>
          <cx:pt idx="11843">49.990000000000002</cx:pt>
          <cx:pt idx="11844">49.990000000000002</cx:pt>
          <cx:pt idx="11845">49.990000000000002</cx:pt>
          <cx:pt idx="11846">49.990000000000002</cx:pt>
          <cx:pt idx="11847">49.990000000000002</cx:pt>
          <cx:pt idx="11848">49.990000000000002</cx:pt>
          <cx:pt idx="11849">49.990000000000002</cx:pt>
          <cx:pt idx="11850">49.990000000000002</cx:pt>
          <cx:pt idx="11851">49.990000000000002</cx:pt>
          <cx:pt idx="11852">49.990000000000002</cx:pt>
          <cx:pt idx="11853">49.990000000000002</cx:pt>
          <cx:pt idx="11854">49.990000000000002</cx:pt>
          <cx:pt idx="11855">49.990000000000002</cx:pt>
          <cx:pt idx="11856">49.990000000000002</cx:pt>
          <cx:pt idx="11857">49.990000000000002</cx:pt>
          <cx:pt idx="11858">49.990000000000002</cx:pt>
          <cx:pt idx="11859">49.990000000000002</cx:pt>
          <cx:pt idx="11860">49.990000000000002</cx:pt>
          <cx:pt idx="11861">49.990000000000002</cx:pt>
          <cx:pt idx="11862">49.990000000000002</cx:pt>
          <cx:pt idx="11863">49.990000000000002</cx:pt>
          <cx:pt idx="11864">49.990000000000002</cx:pt>
          <cx:pt idx="11865">49.990000000000002</cx:pt>
          <cx:pt idx="11866">49.990000000000002</cx:pt>
          <cx:pt idx="11867">49.990000000000002</cx:pt>
          <cx:pt idx="11868">49.990000000000002</cx:pt>
          <cx:pt idx="11869">49.990000000000002</cx:pt>
          <cx:pt idx="11870">49.990000000000002</cx:pt>
          <cx:pt idx="11871">49.990000000000002</cx:pt>
          <cx:pt idx="11872">49.990000000000002</cx:pt>
          <cx:pt idx="11873">49.990000000000002</cx:pt>
          <cx:pt idx="11874">49.990000000000002</cx:pt>
          <cx:pt idx="11875">49.990000000000002</cx:pt>
          <cx:pt idx="11876">49.990000000000002</cx:pt>
          <cx:pt idx="11877">49.990000000000002</cx:pt>
          <cx:pt idx="11878">49.990000000000002</cx:pt>
          <cx:pt idx="11879">49.990000000000002</cx:pt>
          <cx:pt idx="11880">49.990000000000002</cx:pt>
          <cx:pt idx="11881">49.990000000000002</cx:pt>
          <cx:pt idx="11882">49.990000000000002</cx:pt>
          <cx:pt idx="11883">49.990000000000002</cx:pt>
          <cx:pt idx="11884">49.990000000000002</cx:pt>
          <cx:pt idx="11885">49.990000000000002</cx:pt>
          <cx:pt idx="11886">49.990000000000002</cx:pt>
          <cx:pt idx="11887">49.990000000000002</cx:pt>
          <cx:pt idx="11888">49.990000000000002</cx:pt>
          <cx:pt idx="11889">49.990000000000002</cx:pt>
          <cx:pt idx="11890">49.990000000000002</cx:pt>
          <cx:pt idx="11891">49.990000000000002</cx:pt>
          <cx:pt idx="11892">49.990000000000002</cx:pt>
          <cx:pt idx="11893">49.990000000000002</cx:pt>
          <cx:pt idx="11894">49.990000000000002</cx:pt>
          <cx:pt idx="11895">49.990000000000002</cx:pt>
          <cx:pt idx="11896">49.990000000000002</cx:pt>
          <cx:pt idx="11897">49.990000000000002</cx:pt>
          <cx:pt idx="11898">49.990000000000002</cx:pt>
          <cx:pt idx="11899">49.990000000000002</cx:pt>
          <cx:pt idx="11900">49.990000000000002</cx:pt>
          <cx:pt idx="11901">49.990000000000002</cx:pt>
          <cx:pt idx="11902">49.990000000000002</cx:pt>
          <cx:pt idx="11903">49.990000000000002</cx:pt>
          <cx:pt idx="11904">49.990000000000002</cx:pt>
          <cx:pt idx="11905">49.990000000000002</cx:pt>
          <cx:pt idx="11906">49.990000000000002</cx:pt>
          <cx:pt idx="11907">49.990000000000002</cx:pt>
          <cx:pt idx="11908">49.990000000000002</cx:pt>
          <cx:pt idx="11909">49.990000000000002</cx:pt>
          <cx:pt idx="11910">49.990000000000002</cx:pt>
          <cx:pt idx="11911">49.990000000000002</cx:pt>
          <cx:pt idx="11912">49.990000000000002</cx:pt>
          <cx:pt idx="11913">49.990000000000002</cx:pt>
          <cx:pt idx="11914">49.990000000000002</cx:pt>
          <cx:pt idx="11915">49.990000000000002</cx:pt>
          <cx:pt idx="11916">49.990000000000002</cx:pt>
          <cx:pt idx="11917">49.990000000000002</cx:pt>
          <cx:pt idx="11918">49.990000000000002</cx:pt>
          <cx:pt idx="11919">49.990000000000002</cx:pt>
          <cx:pt idx="11920">49.990000000000002</cx:pt>
          <cx:pt idx="11921">49.990000000000002</cx:pt>
          <cx:pt idx="11922">49.990000000000002</cx:pt>
          <cx:pt idx="11923">49.990000000000002</cx:pt>
          <cx:pt idx="11924">49.990000000000002</cx:pt>
          <cx:pt idx="11925">49.990000000000002</cx:pt>
          <cx:pt idx="11926">49.990000000000002</cx:pt>
          <cx:pt idx="11927">49.990000000000002</cx:pt>
          <cx:pt idx="11928">49.990000000000002</cx:pt>
          <cx:pt idx="11929">49.990000000000002</cx:pt>
          <cx:pt idx="11930">49.990000000000002</cx:pt>
          <cx:pt idx="11931">49.990000000000002</cx:pt>
          <cx:pt idx="11932">49.990000000000002</cx:pt>
          <cx:pt idx="11933">49.990000000000002</cx:pt>
          <cx:pt idx="11934">49.990000000000002</cx:pt>
          <cx:pt idx="11935">49.990000000000002</cx:pt>
          <cx:pt idx="11936">49.990000000000002</cx:pt>
          <cx:pt idx="11937">49.990000000000002</cx:pt>
          <cx:pt idx="11938">49.990000000000002</cx:pt>
          <cx:pt idx="11939">49.990000000000002</cx:pt>
          <cx:pt idx="11940">49.990000000000002</cx:pt>
          <cx:pt idx="11941">49.990000000000002</cx:pt>
          <cx:pt idx="11942">49.990000000000002</cx:pt>
          <cx:pt idx="11943">49.990000000000002</cx:pt>
          <cx:pt idx="11944">49.990000000000002</cx:pt>
          <cx:pt idx="11945">49.990000000000002</cx:pt>
          <cx:pt idx="11946">49.990000000000002</cx:pt>
          <cx:pt idx="11947">49.990000000000002</cx:pt>
          <cx:pt idx="11948">49.990000000000002</cx:pt>
          <cx:pt idx="11949">49.990000000000002</cx:pt>
          <cx:pt idx="11950">49.990000000000002</cx:pt>
          <cx:pt idx="11951">49.990000000000002</cx:pt>
          <cx:pt idx="11952">49.990000000000002</cx:pt>
          <cx:pt idx="11953">49.990000000000002</cx:pt>
          <cx:pt idx="11954">49.990000000000002</cx:pt>
          <cx:pt idx="11955">49.990000000000002</cx:pt>
          <cx:pt idx="11956">49.990000000000002</cx:pt>
          <cx:pt idx="11957">49.990000000000002</cx:pt>
          <cx:pt idx="11958">49.990000000000002</cx:pt>
          <cx:pt idx="11959">49.990000000000002</cx:pt>
          <cx:pt idx="11960">49.990000000000002</cx:pt>
          <cx:pt idx="11961">49.990000000000002</cx:pt>
          <cx:pt idx="11962">49.990000000000002</cx:pt>
          <cx:pt idx="11963">49.990000000000002</cx:pt>
          <cx:pt idx="11964">49.990000000000002</cx:pt>
          <cx:pt idx="11965">49.990000000000002</cx:pt>
          <cx:pt idx="11966">49.990000000000002</cx:pt>
          <cx:pt idx="11967">49.990000000000002</cx:pt>
          <cx:pt idx="11968">49.990000000000002</cx:pt>
          <cx:pt idx="11969">49.990000000000002</cx:pt>
          <cx:pt idx="11970">49.990000000000002</cx:pt>
          <cx:pt idx="11971">49.990000000000002</cx:pt>
          <cx:pt idx="11972">49.990000000000002</cx:pt>
          <cx:pt idx="11973">49.990000000000002</cx:pt>
          <cx:pt idx="11974">49.990000000000002</cx:pt>
          <cx:pt idx="11975">49.990000000000002</cx:pt>
          <cx:pt idx="11976">49.990000000000002</cx:pt>
          <cx:pt idx="11977">49.990000000000002</cx:pt>
          <cx:pt idx="11978">49.990000000000002</cx:pt>
          <cx:pt idx="11979">49.990000000000002</cx:pt>
          <cx:pt idx="11980">49.990000000000002</cx:pt>
          <cx:pt idx="11981">49.990000000000002</cx:pt>
          <cx:pt idx="11982">49.990000000000002</cx:pt>
          <cx:pt idx="11983">49.990000000000002</cx:pt>
          <cx:pt idx="11984">49.990000000000002</cx:pt>
          <cx:pt idx="11985">49.990000000000002</cx:pt>
          <cx:pt idx="11986">49.990000000000002</cx:pt>
          <cx:pt idx="11987">49.990000000000002</cx:pt>
          <cx:pt idx="11988">49.990000000000002</cx:pt>
          <cx:pt idx="11989">49.990000000000002</cx:pt>
          <cx:pt idx="11990">49.990000000000002</cx:pt>
          <cx:pt idx="11991">49.990000000000002</cx:pt>
          <cx:pt idx="11992">49.990000000000002</cx:pt>
          <cx:pt idx="11993">49.990000000000002</cx:pt>
          <cx:pt idx="11994">49.990000000000002</cx:pt>
          <cx:pt idx="11995">49.990000000000002</cx:pt>
          <cx:pt idx="11996">49.990000000000002</cx:pt>
          <cx:pt idx="11997">49.990000000000002</cx:pt>
          <cx:pt idx="11998">49.990000000000002</cx:pt>
          <cx:pt idx="11999">49.990000000000002</cx:pt>
          <cx:pt idx="12000">49.990000000000002</cx:pt>
          <cx:pt idx="12001">49.990000000000002</cx:pt>
          <cx:pt idx="12002">49.990000000000002</cx:pt>
          <cx:pt idx="12003">49.990000000000002</cx:pt>
          <cx:pt idx="12004">49.990000000000002</cx:pt>
          <cx:pt idx="12005">49.990000000000002</cx:pt>
          <cx:pt idx="12006">49.990000000000002</cx:pt>
          <cx:pt idx="12007">49.990000000000002</cx:pt>
          <cx:pt idx="12008">49.990000000000002</cx:pt>
          <cx:pt idx="12009">49.990000000000002</cx:pt>
          <cx:pt idx="12010">49.990000000000002</cx:pt>
          <cx:pt idx="12011">49.990000000000002</cx:pt>
          <cx:pt idx="12012">49.990000000000002</cx:pt>
          <cx:pt idx="12013">49.990000000000002</cx:pt>
          <cx:pt idx="12014">49.990000000000002</cx:pt>
          <cx:pt idx="12015">49.990000000000002</cx:pt>
          <cx:pt idx="12016">49.990000000000002</cx:pt>
          <cx:pt idx="12017">49.990000000000002</cx:pt>
          <cx:pt idx="12018">49.990000000000002</cx:pt>
          <cx:pt idx="12019">49.990000000000002</cx:pt>
          <cx:pt idx="12020">49.990000000000002</cx:pt>
          <cx:pt idx="12021">49.990000000000002</cx:pt>
          <cx:pt idx="12022">49.990000000000002</cx:pt>
          <cx:pt idx="12023">49.990000000000002</cx:pt>
          <cx:pt idx="12024">49.990000000000002</cx:pt>
          <cx:pt idx="12025">49.990000000000002</cx:pt>
          <cx:pt idx="12026">49.990000000000002</cx:pt>
          <cx:pt idx="12027">49.990000000000002</cx:pt>
          <cx:pt idx="12028">49.990000000000002</cx:pt>
          <cx:pt idx="12029">49.990000000000002</cx:pt>
          <cx:pt idx="12030">49.990000000000002</cx:pt>
          <cx:pt idx="12031">49.990000000000002</cx:pt>
          <cx:pt idx="12032">49.990000000000002</cx:pt>
          <cx:pt idx="12033">49.990000000000002</cx:pt>
          <cx:pt idx="12034">49.990000000000002</cx:pt>
          <cx:pt idx="12035">49.990000000000002</cx:pt>
          <cx:pt idx="12036">49.990000000000002</cx:pt>
          <cx:pt idx="12037">49.990000000000002</cx:pt>
          <cx:pt idx="12038">49.990000000000002</cx:pt>
          <cx:pt idx="12039">49.990000000000002</cx:pt>
          <cx:pt idx="12040">49.990000000000002</cx:pt>
          <cx:pt idx="12041">49.990000000000002</cx:pt>
          <cx:pt idx="12042">49.990000000000002</cx:pt>
          <cx:pt idx="12043">49.990000000000002</cx:pt>
          <cx:pt idx="12044">49.990000000000002</cx:pt>
          <cx:pt idx="12045">49.990000000000002</cx:pt>
          <cx:pt idx="12046">49.990000000000002</cx:pt>
          <cx:pt idx="12047">49.990000000000002</cx:pt>
          <cx:pt idx="12048">49.990000000000002</cx:pt>
          <cx:pt idx="12049">49.990000000000002</cx:pt>
          <cx:pt idx="12050">49.990000000000002</cx:pt>
          <cx:pt idx="12051">49.990000000000002</cx:pt>
          <cx:pt idx="12052">49.990000000000002</cx:pt>
          <cx:pt idx="12053">49.990000000000002</cx:pt>
          <cx:pt idx="12054">49.990000000000002</cx:pt>
          <cx:pt idx="12055">49.990000000000002</cx:pt>
          <cx:pt idx="12056">49.990000000000002</cx:pt>
          <cx:pt idx="12057">49.990000000000002</cx:pt>
          <cx:pt idx="12058">49.990000000000002</cx:pt>
          <cx:pt idx="12059">49.990000000000002</cx:pt>
          <cx:pt idx="12060">49.990000000000002</cx:pt>
          <cx:pt idx="12061">49.990000000000002</cx:pt>
          <cx:pt idx="12062">49.990000000000002</cx:pt>
          <cx:pt idx="12063">49.990000000000002</cx:pt>
          <cx:pt idx="12064">49.990000000000002</cx:pt>
          <cx:pt idx="12065">49.990000000000002</cx:pt>
          <cx:pt idx="12066">49.990000000000002</cx:pt>
          <cx:pt idx="12067">49.990000000000002</cx:pt>
          <cx:pt idx="12068">49.990000000000002</cx:pt>
          <cx:pt idx="12069">49.990000000000002</cx:pt>
          <cx:pt idx="12070">49.990000000000002</cx:pt>
          <cx:pt idx="12071">49.990000000000002</cx:pt>
          <cx:pt idx="12072">49.990000000000002</cx:pt>
          <cx:pt idx="12073">49.990000000000002</cx:pt>
          <cx:pt idx="12074">49.990000000000002</cx:pt>
          <cx:pt idx="12075">49.990000000000002</cx:pt>
          <cx:pt idx="12076">49.990000000000002</cx:pt>
          <cx:pt idx="12077">49.990000000000002</cx:pt>
          <cx:pt idx="12078">49.990000000000002</cx:pt>
          <cx:pt idx="12079">49.990000000000002</cx:pt>
          <cx:pt idx="12080">49.990000000000002</cx:pt>
          <cx:pt idx="12081">49.990000000000002</cx:pt>
          <cx:pt idx="12082">49.990000000000002</cx:pt>
          <cx:pt idx="12083">49.990000000000002</cx:pt>
          <cx:pt idx="12084">49.990000000000002</cx:pt>
          <cx:pt idx="12085">49.990000000000002</cx:pt>
          <cx:pt idx="12086">49.990000000000002</cx:pt>
          <cx:pt idx="12087">49.990000000000002</cx:pt>
          <cx:pt idx="12088">49.990000000000002</cx:pt>
          <cx:pt idx="12089">49.990000000000002</cx:pt>
          <cx:pt idx="12090">49.990000000000002</cx:pt>
          <cx:pt idx="12091">49.990000000000002</cx:pt>
          <cx:pt idx="12092">49.990000000000002</cx:pt>
          <cx:pt idx="12093">49.990000000000002</cx:pt>
          <cx:pt idx="12094">49.990000000000002</cx:pt>
          <cx:pt idx="12095">49.990000000000002</cx:pt>
          <cx:pt idx="12096">49.990000000000002</cx:pt>
          <cx:pt idx="12097">49.990000000000002</cx:pt>
          <cx:pt idx="12098">49.990000000000002</cx:pt>
          <cx:pt idx="12099">49.990000000000002</cx:pt>
          <cx:pt idx="12100">49.990000000000002</cx:pt>
          <cx:pt idx="12101">49.990000000000002</cx:pt>
          <cx:pt idx="12102">49.990000000000002</cx:pt>
          <cx:pt idx="12103">49.990000000000002</cx:pt>
          <cx:pt idx="12104">49.990000000000002</cx:pt>
          <cx:pt idx="12105">49.990000000000002</cx:pt>
          <cx:pt idx="12106">49.990000000000002</cx:pt>
          <cx:pt idx="12107">49.990000000000002</cx:pt>
          <cx:pt idx="12108">49.990000000000002</cx:pt>
          <cx:pt idx="12109">49.990000000000002</cx:pt>
          <cx:pt idx="12110">49.990000000000002</cx:pt>
          <cx:pt idx="12111">49.990000000000002</cx:pt>
          <cx:pt idx="12112">49.990000000000002</cx:pt>
          <cx:pt idx="12113">49.990000000000002</cx:pt>
          <cx:pt idx="12114">49.990000000000002</cx:pt>
          <cx:pt idx="12115">49.990000000000002</cx:pt>
          <cx:pt idx="12116">49.990000000000002</cx:pt>
          <cx:pt idx="12117">49.990000000000002</cx:pt>
          <cx:pt idx="12118">49.990000000000002</cx:pt>
          <cx:pt idx="12119">49.990000000000002</cx:pt>
          <cx:pt idx="12120">49.990000000000002</cx:pt>
          <cx:pt idx="12121">49.990000000000002</cx:pt>
          <cx:pt idx="12122">49.990000000000002</cx:pt>
          <cx:pt idx="12123">49.990000000000002</cx:pt>
          <cx:pt idx="12124">49.990000000000002</cx:pt>
          <cx:pt idx="12125">49.990000000000002</cx:pt>
          <cx:pt idx="12126">49.990000000000002</cx:pt>
          <cx:pt idx="12127">49.990000000000002</cx:pt>
          <cx:pt idx="12128">49.990000000000002</cx:pt>
          <cx:pt idx="12129">49.990000000000002</cx:pt>
          <cx:pt idx="12130">49.990000000000002</cx:pt>
          <cx:pt idx="12131">49.990000000000002</cx:pt>
          <cx:pt idx="12132">49.990000000000002</cx:pt>
          <cx:pt idx="12133">49.990000000000002</cx:pt>
          <cx:pt idx="12134">49.990000000000002</cx:pt>
          <cx:pt idx="12135">49.990000000000002</cx:pt>
          <cx:pt idx="12136">49.990000000000002</cx:pt>
          <cx:pt idx="12137">49.990000000000002</cx:pt>
          <cx:pt idx="12138">49.990000000000002</cx:pt>
          <cx:pt idx="12139">49.990000000000002</cx:pt>
          <cx:pt idx="12140">49.990000000000002</cx:pt>
          <cx:pt idx="12141">49.990000000000002</cx:pt>
          <cx:pt idx="12142">49.990000000000002</cx:pt>
          <cx:pt idx="12143">49.990000000000002</cx:pt>
          <cx:pt idx="12144">49.990000000000002</cx:pt>
          <cx:pt idx="12145">49.990000000000002</cx:pt>
          <cx:pt idx="12146">49.990000000000002</cx:pt>
          <cx:pt idx="12147">49.990000000000002</cx:pt>
          <cx:pt idx="12148">49.990000000000002</cx:pt>
          <cx:pt idx="12149">49.990000000000002</cx:pt>
          <cx:pt idx="12150">49.990000000000002</cx:pt>
          <cx:pt idx="12151">49.990000000000002</cx:pt>
          <cx:pt idx="12152">49.990000000000002</cx:pt>
          <cx:pt idx="12153">49.990000000000002</cx:pt>
          <cx:pt idx="12154">49.990000000000002</cx:pt>
          <cx:pt idx="12155">49.990000000000002</cx:pt>
          <cx:pt idx="12156">49.990000000000002</cx:pt>
          <cx:pt idx="12157">49.990000000000002</cx:pt>
          <cx:pt idx="12158">49.990000000000002</cx:pt>
          <cx:pt idx="12159">49.990000000000002</cx:pt>
          <cx:pt idx="12160">49.990000000000002</cx:pt>
          <cx:pt idx="12161">49.990000000000002</cx:pt>
          <cx:pt idx="12162">49.990000000000002</cx:pt>
          <cx:pt idx="12163">49.990000000000002</cx:pt>
          <cx:pt idx="12164">49.990000000000002</cx:pt>
          <cx:pt idx="12165">49.990000000000002</cx:pt>
          <cx:pt idx="12166">49.990000000000002</cx:pt>
          <cx:pt idx="12167">49.990000000000002</cx:pt>
          <cx:pt idx="12168">49.990000000000002</cx:pt>
          <cx:pt idx="12169">49.990000000000002</cx:pt>
          <cx:pt idx="12170">49.990000000000002</cx:pt>
          <cx:pt idx="12171">49.990000000000002</cx:pt>
          <cx:pt idx="12172">49.990000000000002</cx:pt>
          <cx:pt idx="12173">49.990000000000002</cx:pt>
          <cx:pt idx="12174">49.990000000000002</cx:pt>
          <cx:pt idx="12175">49.990000000000002</cx:pt>
          <cx:pt idx="12176">49.990000000000002</cx:pt>
          <cx:pt idx="12177">49.990000000000002</cx:pt>
          <cx:pt idx="12178">49.990000000000002</cx:pt>
          <cx:pt idx="12179">49.990000000000002</cx:pt>
          <cx:pt idx="12180">49.990000000000002</cx:pt>
          <cx:pt idx="12181">49.990000000000002</cx:pt>
          <cx:pt idx="12182">49.990000000000002</cx:pt>
          <cx:pt idx="12183">49.990000000000002</cx:pt>
          <cx:pt idx="12184">49.990000000000002</cx:pt>
          <cx:pt idx="12185">49.990000000000002</cx:pt>
          <cx:pt idx="12186">49.990000000000002</cx:pt>
          <cx:pt idx="12187">49.990000000000002</cx:pt>
          <cx:pt idx="12188">49.990000000000002</cx:pt>
          <cx:pt idx="12189">49.990000000000002</cx:pt>
          <cx:pt idx="12190">49.990000000000002</cx:pt>
          <cx:pt idx="12191">49.990000000000002</cx:pt>
          <cx:pt idx="12192">49.990000000000002</cx:pt>
          <cx:pt idx="12193">49.990000000000002</cx:pt>
          <cx:pt idx="12194">49.990000000000002</cx:pt>
          <cx:pt idx="12195">49.990000000000002</cx:pt>
          <cx:pt idx="12196">49.990000000000002</cx:pt>
          <cx:pt idx="12197">49.990000000000002</cx:pt>
          <cx:pt idx="12198">49.990000000000002</cx:pt>
          <cx:pt idx="12199">49.990000000000002</cx:pt>
          <cx:pt idx="12200">49.990000000000002</cx:pt>
          <cx:pt idx="12201">49.990000000000002</cx:pt>
          <cx:pt idx="12202">49.990000000000002</cx:pt>
          <cx:pt idx="12203">49.990000000000002</cx:pt>
          <cx:pt idx="12204">49.990000000000002</cx:pt>
          <cx:pt idx="12205">49.990000000000002</cx:pt>
          <cx:pt idx="12206">49.990000000000002</cx:pt>
          <cx:pt idx="12207">49.990000000000002</cx:pt>
          <cx:pt idx="12208">49.990000000000002</cx:pt>
          <cx:pt idx="12209">49.990000000000002</cx:pt>
          <cx:pt idx="12210">49.990000000000002</cx:pt>
          <cx:pt idx="12211">49.990000000000002</cx:pt>
          <cx:pt idx="12212">49.990000000000002</cx:pt>
          <cx:pt idx="12213">49.990000000000002</cx:pt>
          <cx:pt idx="12214">49.990000000000002</cx:pt>
          <cx:pt idx="12215">49.990000000000002</cx:pt>
          <cx:pt idx="12216">49.990000000000002</cx:pt>
          <cx:pt idx="12217">49.990000000000002</cx:pt>
          <cx:pt idx="12218">49.990000000000002</cx:pt>
          <cx:pt idx="12219">49.990000000000002</cx:pt>
          <cx:pt idx="12220">49.990000000000002</cx:pt>
          <cx:pt idx="12221">49.990000000000002</cx:pt>
          <cx:pt idx="12222">49.990000000000002</cx:pt>
          <cx:pt idx="12223">49.990000000000002</cx:pt>
          <cx:pt idx="12224">49.990000000000002</cx:pt>
          <cx:pt idx="12225">49.990000000000002</cx:pt>
          <cx:pt idx="12226">49.990000000000002</cx:pt>
          <cx:pt idx="12227">49.990000000000002</cx:pt>
          <cx:pt idx="12228">49.990000000000002</cx:pt>
          <cx:pt idx="12229">49.990000000000002</cx:pt>
          <cx:pt idx="12230">49.990000000000002</cx:pt>
          <cx:pt idx="12231">49.990000000000002</cx:pt>
          <cx:pt idx="12232">49.990000000000002</cx:pt>
          <cx:pt idx="12233">49.990000000000002</cx:pt>
          <cx:pt idx="12234">49.990000000000002</cx:pt>
          <cx:pt idx="12235">49.990000000000002</cx:pt>
          <cx:pt idx="12236">49.990000000000002</cx:pt>
          <cx:pt idx="12237">49.990000000000002</cx:pt>
          <cx:pt idx="12238">49.990000000000002</cx:pt>
          <cx:pt idx="12239">49.990000000000002</cx:pt>
          <cx:pt idx="12240">49.990000000000002</cx:pt>
          <cx:pt idx="12241">49.990000000000002</cx:pt>
          <cx:pt idx="12242">49.990000000000002</cx:pt>
          <cx:pt idx="12243">49.990000000000002</cx:pt>
          <cx:pt idx="12244">49.990000000000002</cx:pt>
          <cx:pt idx="12245">49.990000000000002</cx:pt>
          <cx:pt idx="12246">49.990000000000002</cx:pt>
          <cx:pt idx="12247">49.990000000000002</cx:pt>
          <cx:pt idx="12248">49.990000000000002</cx:pt>
          <cx:pt idx="12249">49.990000000000002</cx:pt>
          <cx:pt idx="12250">49.990000000000002</cx:pt>
          <cx:pt idx="12251">49.990000000000002</cx:pt>
          <cx:pt idx="12252">49.990000000000002</cx:pt>
          <cx:pt idx="12253">49.990000000000002</cx:pt>
          <cx:pt idx="12254">49.990000000000002</cx:pt>
          <cx:pt idx="12255">49.990000000000002</cx:pt>
          <cx:pt idx="12256">49.990000000000002</cx:pt>
          <cx:pt idx="12257">49.990000000000002</cx:pt>
          <cx:pt idx="12258">49.990000000000002</cx:pt>
          <cx:pt idx="12259">49.990000000000002</cx:pt>
          <cx:pt idx="12260">49.990000000000002</cx:pt>
          <cx:pt idx="12261">49.990000000000002</cx:pt>
          <cx:pt idx="12262">49.990000000000002</cx:pt>
          <cx:pt idx="12263">49.990000000000002</cx:pt>
          <cx:pt idx="12264">49.990000000000002</cx:pt>
          <cx:pt idx="12265">49.990000000000002</cx:pt>
          <cx:pt idx="12266">49.990000000000002</cx:pt>
          <cx:pt idx="12267">49.990000000000002</cx:pt>
          <cx:pt idx="12268">49.990000000000002</cx:pt>
          <cx:pt idx="12269">49.990000000000002</cx:pt>
          <cx:pt idx="12270">49.990000000000002</cx:pt>
          <cx:pt idx="12271">49.990000000000002</cx:pt>
          <cx:pt idx="12272">49.990000000000002</cx:pt>
          <cx:pt idx="12273">49.990000000000002</cx:pt>
          <cx:pt idx="12274">49.990000000000002</cx:pt>
          <cx:pt idx="12275">49.990000000000002</cx:pt>
          <cx:pt idx="12276">49.990000000000002</cx:pt>
          <cx:pt idx="12277">49.990000000000002</cx:pt>
          <cx:pt idx="12278">49.990000000000002</cx:pt>
          <cx:pt idx="12279">49.990000000000002</cx:pt>
          <cx:pt idx="12280">49.990000000000002</cx:pt>
          <cx:pt idx="12281">49.990000000000002</cx:pt>
          <cx:pt idx="12282">49.990000000000002</cx:pt>
          <cx:pt idx="12283">49.990000000000002</cx:pt>
          <cx:pt idx="12284">49.990000000000002</cx:pt>
          <cx:pt idx="12285">49.990000000000002</cx:pt>
          <cx:pt idx="12286">49.990000000000002</cx:pt>
          <cx:pt idx="12287">49.990000000000002</cx:pt>
          <cx:pt idx="12288">49.990000000000002</cx:pt>
          <cx:pt idx="12289">49.990000000000002</cx:pt>
          <cx:pt idx="12290">49.990000000000002</cx:pt>
          <cx:pt idx="12291">49.990000000000002</cx:pt>
          <cx:pt idx="12292">49.990000000000002</cx:pt>
          <cx:pt idx="12293">49.990000000000002</cx:pt>
          <cx:pt idx="12294">49.990000000000002</cx:pt>
          <cx:pt idx="12295">49.990000000000002</cx:pt>
          <cx:pt idx="12296">49.990000000000002</cx:pt>
          <cx:pt idx="12297">49.990000000000002</cx:pt>
          <cx:pt idx="12298">49.990000000000002</cx:pt>
          <cx:pt idx="12299">49.990000000000002</cx:pt>
          <cx:pt idx="12300">49.990000000000002</cx:pt>
          <cx:pt idx="12301">49.990000000000002</cx:pt>
          <cx:pt idx="12302">49.990000000000002</cx:pt>
          <cx:pt idx="12303">49.990000000000002</cx:pt>
          <cx:pt idx="12304">49.990000000000002</cx:pt>
          <cx:pt idx="12305">49.990000000000002</cx:pt>
          <cx:pt idx="12306">49.990000000000002</cx:pt>
          <cx:pt idx="12307">49.990000000000002</cx:pt>
          <cx:pt idx="12308">49.990000000000002</cx:pt>
          <cx:pt idx="12309">49.990000000000002</cx:pt>
          <cx:pt idx="12310">49.990000000000002</cx:pt>
          <cx:pt idx="12311">49.990000000000002</cx:pt>
          <cx:pt idx="12312">49.990000000000002</cx:pt>
          <cx:pt idx="12313">49.990000000000002</cx:pt>
          <cx:pt idx="12314">49.990000000000002</cx:pt>
          <cx:pt idx="12315">49.990000000000002</cx:pt>
          <cx:pt idx="12316">49.990000000000002</cx:pt>
          <cx:pt idx="12317">49.990000000000002</cx:pt>
          <cx:pt idx="12318">49.990000000000002</cx:pt>
          <cx:pt idx="12319">49.990000000000002</cx:pt>
          <cx:pt idx="12320">49.990000000000002</cx:pt>
          <cx:pt idx="12321">49.990000000000002</cx:pt>
          <cx:pt idx="12322">49.990000000000002</cx:pt>
          <cx:pt idx="12323">49.990000000000002</cx:pt>
          <cx:pt idx="12324">49.990000000000002</cx:pt>
          <cx:pt idx="12325">49.990000000000002</cx:pt>
          <cx:pt idx="12326">49.990000000000002</cx:pt>
          <cx:pt idx="12327">49.990000000000002</cx:pt>
          <cx:pt idx="12328">49.990000000000002</cx:pt>
          <cx:pt idx="12329">49.990000000000002</cx:pt>
          <cx:pt idx="12330">49.990000000000002</cx:pt>
          <cx:pt idx="12331">49.990000000000002</cx:pt>
          <cx:pt idx="12332">49.990000000000002</cx:pt>
          <cx:pt idx="12333">49.990000000000002</cx:pt>
          <cx:pt idx="12334">49.990000000000002</cx:pt>
          <cx:pt idx="12335">49.990000000000002</cx:pt>
          <cx:pt idx="12336">49.990000000000002</cx:pt>
          <cx:pt idx="12337">49.990000000000002</cx:pt>
          <cx:pt idx="12338">49.990000000000002</cx:pt>
          <cx:pt idx="12339">49.990000000000002</cx:pt>
          <cx:pt idx="12340">49.990000000000002</cx:pt>
          <cx:pt idx="12341">49.990000000000002</cx:pt>
          <cx:pt idx="12342">49.990000000000002</cx:pt>
          <cx:pt idx="12343">49.990000000000002</cx:pt>
          <cx:pt idx="12344">49.990000000000002</cx:pt>
          <cx:pt idx="12345">49.990000000000002</cx:pt>
          <cx:pt idx="12346">49.990000000000002</cx:pt>
          <cx:pt idx="12347">49.990000000000002</cx:pt>
          <cx:pt idx="12348">49.990000000000002</cx:pt>
          <cx:pt idx="12349">49.990000000000002</cx:pt>
          <cx:pt idx="12350">49.990000000000002</cx:pt>
          <cx:pt idx="12351">49.990000000000002</cx:pt>
          <cx:pt idx="12352">49.990000000000002</cx:pt>
          <cx:pt idx="12353">49.990000000000002</cx:pt>
          <cx:pt idx="12354">49.990000000000002</cx:pt>
          <cx:pt idx="12355">49.990000000000002</cx:pt>
          <cx:pt idx="12356">49.990000000000002</cx:pt>
          <cx:pt idx="12357">49.990000000000002</cx:pt>
          <cx:pt idx="12358">49.990000000000002</cx:pt>
          <cx:pt idx="12359">49.990000000000002</cx:pt>
          <cx:pt idx="12360">49.990000000000002</cx:pt>
          <cx:pt idx="12361">49.990000000000002</cx:pt>
          <cx:pt idx="12362">49.990000000000002</cx:pt>
          <cx:pt idx="12363">49.990000000000002</cx:pt>
          <cx:pt idx="12364">49.990000000000002</cx:pt>
          <cx:pt idx="12365">49.990000000000002</cx:pt>
          <cx:pt idx="12366">49.990000000000002</cx:pt>
          <cx:pt idx="12367">49.990000000000002</cx:pt>
          <cx:pt idx="12368">49.990000000000002</cx:pt>
          <cx:pt idx="12369">49.990000000000002</cx:pt>
          <cx:pt idx="12370">49.990000000000002</cx:pt>
          <cx:pt idx="12371">49.990000000000002</cx:pt>
          <cx:pt idx="12372">49.990000000000002</cx:pt>
          <cx:pt idx="12373">49.990000000000002</cx:pt>
          <cx:pt idx="12374">49.990000000000002</cx:pt>
          <cx:pt idx="12375">49.990000000000002</cx:pt>
          <cx:pt idx="12376">49.990000000000002</cx:pt>
          <cx:pt idx="12377">49.990000000000002</cx:pt>
          <cx:pt idx="12378">49.990000000000002</cx:pt>
          <cx:pt idx="12379">49.990000000000002</cx:pt>
          <cx:pt idx="12380">49.990000000000002</cx:pt>
          <cx:pt idx="12381">49.990000000000002</cx:pt>
          <cx:pt idx="12382">49.990000000000002</cx:pt>
          <cx:pt idx="12383">49.990000000000002</cx:pt>
          <cx:pt idx="12384">49.990000000000002</cx:pt>
          <cx:pt idx="12385">49.990000000000002</cx:pt>
          <cx:pt idx="12386">49.990000000000002</cx:pt>
          <cx:pt idx="12387">49.990000000000002</cx:pt>
          <cx:pt idx="12388">49.990000000000002</cx:pt>
          <cx:pt idx="12389">49.990000000000002</cx:pt>
          <cx:pt idx="12390">49.990000000000002</cx:pt>
          <cx:pt idx="12391">49.990000000000002</cx:pt>
          <cx:pt idx="12392">49.990000000000002</cx:pt>
          <cx:pt idx="12393">49.990000000000002</cx:pt>
          <cx:pt idx="12394">49.990000000000002</cx:pt>
          <cx:pt idx="12395">49.990000000000002</cx:pt>
          <cx:pt idx="12396">49.990000000000002</cx:pt>
          <cx:pt idx="12397">49.990000000000002</cx:pt>
          <cx:pt idx="12398">49.990000000000002</cx:pt>
          <cx:pt idx="12399">49.990000000000002</cx:pt>
          <cx:pt idx="12400">49.990000000000002</cx:pt>
          <cx:pt idx="12401">49.990000000000002</cx:pt>
          <cx:pt idx="12402">49.990000000000002</cx:pt>
          <cx:pt idx="12403">49.990000000000002</cx:pt>
          <cx:pt idx="12404">49.990000000000002</cx:pt>
          <cx:pt idx="12405">49.990000000000002</cx:pt>
          <cx:pt idx="12406">49.990000000000002</cx:pt>
          <cx:pt idx="12407">49.990000000000002</cx:pt>
          <cx:pt idx="12408">49.990000000000002</cx:pt>
          <cx:pt idx="12409">49.990000000000002</cx:pt>
          <cx:pt idx="12410">49.990000000000002</cx:pt>
          <cx:pt idx="12411">49.990000000000002</cx:pt>
          <cx:pt idx="12412">49.990000000000002</cx:pt>
          <cx:pt idx="12413">49.990000000000002</cx:pt>
          <cx:pt idx="12414">49.990000000000002</cx:pt>
          <cx:pt idx="12415">49.990000000000002</cx:pt>
          <cx:pt idx="12416">49.990000000000002</cx:pt>
          <cx:pt idx="12417">49.990000000000002</cx:pt>
          <cx:pt idx="12418">49.990000000000002</cx:pt>
          <cx:pt idx="12419">49.990000000000002</cx:pt>
          <cx:pt idx="12420">49.990000000000002</cx:pt>
          <cx:pt idx="12421">49.990000000000002</cx:pt>
          <cx:pt idx="12422">49.990000000000002</cx:pt>
          <cx:pt idx="12423">49.990000000000002</cx:pt>
          <cx:pt idx="12424">49.990000000000002</cx:pt>
          <cx:pt idx="12425">49.990000000000002</cx:pt>
          <cx:pt idx="12426">49.990000000000002</cx:pt>
          <cx:pt idx="12427">49.990000000000002</cx:pt>
          <cx:pt idx="12428">49.990000000000002</cx:pt>
          <cx:pt idx="12429">49.990000000000002</cx:pt>
          <cx:pt idx="12430">49.990000000000002</cx:pt>
          <cx:pt idx="12431">49.990000000000002</cx:pt>
          <cx:pt idx="12432">49.990000000000002</cx:pt>
          <cx:pt idx="12433">49.990000000000002</cx:pt>
          <cx:pt idx="12434">49.990000000000002</cx:pt>
          <cx:pt idx="12435">49.990000000000002</cx:pt>
          <cx:pt idx="12436">49.990000000000002</cx:pt>
          <cx:pt idx="12437">49.990000000000002</cx:pt>
          <cx:pt idx="12438">49.990000000000002</cx:pt>
          <cx:pt idx="12439">49.990000000000002</cx:pt>
          <cx:pt idx="12440">49.990000000000002</cx:pt>
          <cx:pt idx="12441">49.990000000000002</cx:pt>
          <cx:pt idx="12442">49.990000000000002</cx:pt>
          <cx:pt idx="12443">49.990000000000002</cx:pt>
          <cx:pt idx="12444">49.990000000000002</cx:pt>
          <cx:pt idx="12445">49.990000000000002</cx:pt>
          <cx:pt idx="12446">49.990000000000002</cx:pt>
          <cx:pt idx="12447">49.990000000000002</cx:pt>
          <cx:pt idx="12448">49.990000000000002</cx:pt>
          <cx:pt idx="12449">49.990000000000002</cx:pt>
          <cx:pt idx="12450">49.990000000000002</cx:pt>
          <cx:pt idx="12451">49.990000000000002</cx:pt>
          <cx:pt idx="12452">49.990000000000002</cx:pt>
          <cx:pt idx="12453">49.990000000000002</cx:pt>
          <cx:pt idx="12454">49.990000000000002</cx:pt>
          <cx:pt idx="12455">49.990000000000002</cx:pt>
          <cx:pt idx="12456">49.990000000000002</cx:pt>
          <cx:pt idx="12457">49.990000000000002</cx:pt>
          <cx:pt idx="12458">49.990000000000002</cx:pt>
          <cx:pt idx="12459">49.990000000000002</cx:pt>
          <cx:pt idx="12460">49.990000000000002</cx:pt>
          <cx:pt idx="12461">49.990000000000002</cx:pt>
          <cx:pt idx="12462">49.990000000000002</cx:pt>
          <cx:pt idx="12463">49.990000000000002</cx:pt>
          <cx:pt idx="12464">49.990000000000002</cx:pt>
          <cx:pt idx="12465">49.990000000000002</cx:pt>
          <cx:pt idx="12466">49.990000000000002</cx:pt>
          <cx:pt idx="12467">49.990000000000002</cx:pt>
          <cx:pt idx="12468">49.990000000000002</cx:pt>
          <cx:pt idx="12469">49.990000000000002</cx:pt>
          <cx:pt idx="12470">49.990000000000002</cx:pt>
          <cx:pt idx="12471">49.990000000000002</cx:pt>
          <cx:pt idx="12472">49.990000000000002</cx:pt>
          <cx:pt idx="12473">49.990000000000002</cx:pt>
          <cx:pt idx="12474">49.990000000000002</cx:pt>
          <cx:pt idx="12475">49.990000000000002</cx:pt>
          <cx:pt idx="12476">49.990000000000002</cx:pt>
          <cx:pt idx="12477">49.990000000000002</cx:pt>
          <cx:pt idx="12478">49.990000000000002</cx:pt>
          <cx:pt idx="12479">49.990000000000002</cx:pt>
          <cx:pt idx="12480">49.990000000000002</cx:pt>
          <cx:pt idx="12481">49.990000000000002</cx:pt>
          <cx:pt idx="12482">49.990000000000002</cx:pt>
          <cx:pt idx="12483">49.990000000000002</cx:pt>
          <cx:pt idx="12484">49.990000000000002</cx:pt>
          <cx:pt idx="12485">49.990000000000002</cx:pt>
          <cx:pt idx="12486">49.990000000000002</cx:pt>
          <cx:pt idx="12487">49.990000000000002</cx:pt>
          <cx:pt idx="12488">49.990000000000002</cx:pt>
          <cx:pt idx="12489">49.990000000000002</cx:pt>
          <cx:pt idx="12490">49.990000000000002</cx:pt>
          <cx:pt idx="12491">49.990000000000002</cx:pt>
          <cx:pt idx="12492">49.990000000000002</cx:pt>
          <cx:pt idx="12493">49.990000000000002</cx:pt>
          <cx:pt idx="12494">49.990000000000002</cx:pt>
          <cx:pt idx="12495">49.990000000000002</cx:pt>
          <cx:pt idx="12496">49.990000000000002</cx:pt>
          <cx:pt idx="12497">49.990000000000002</cx:pt>
          <cx:pt idx="12498">49.990000000000002</cx:pt>
          <cx:pt idx="12499">49.990000000000002</cx:pt>
          <cx:pt idx="12500">49.990000000000002</cx:pt>
          <cx:pt idx="12501">49.990000000000002</cx:pt>
          <cx:pt idx="12502">49.990000000000002</cx:pt>
          <cx:pt idx="12503">49.990000000000002</cx:pt>
          <cx:pt idx="12504">49.990000000000002</cx:pt>
          <cx:pt idx="12505">49.990000000000002</cx:pt>
          <cx:pt idx="12506">49.990000000000002</cx:pt>
          <cx:pt idx="12507">49.990000000000002</cx:pt>
          <cx:pt idx="12508">49.990000000000002</cx:pt>
          <cx:pt idx="12509">49.990000000000002</cx:pt>
          <cx:pt idx="12510">49.990000000000002</cx:pt>
          <cx:pt idx="12511">49.990000000000002</cx:pt>
          <cx:pt idx="12512">49.990000000000002</cx:pt>
          <cx:pt idx="12513">49.990000000000002</cx:pt>
          <cx:pt idx="12514">49.990000000000002</cx:pt>
          <cx:pt idx="12515">49.990000000000002</cx:pt>
          <cx:pt idx="12516">49.990000000000002</cx:pt>
          <cx:pt idx="12517">49.990000000000002</cx:pt>
          <cx:pt idx="12518">49.990000000000002</cx:pt>
          <cx:pt idx="12519">49.990000000000002</cx:pt>
          <cx:pt idx="12520">49.990000000000002</cx:pt>
          <cx:pt idx="12521">49.990000000000002</cx:pt>
          <cx:pt idx="12522">49.990000000000002</cx:pt>
          <cx:pt idx="12523">49.990000000000002</cx:pt>
          <cx:pt idx="12524">49.990000000000002</cx:pt>
          <cx:pt idx="12525">49.990000000000002</cx:pt>
          <cx:pt idx="12526">49.990000000000002</cx:pt>
          <cx:pt idx="12527">49.990000000000002</cx:pt>
          <cx:pt idx="12528">49.990000000000002</cx:pt>
          <cx:pt idx="12529">49.990000000000002</cx:pt>
          <cx:pt idx="12530">49.990000000000002</cx:pt>
          <cx:pt idx="12531">49.990000000000002</cx:pt>
          <cx:pt idx="12532">49.990000000000002</cx:pt>
          <cx:pt idx="12533">49.990000000000002</cx:pt>
          <cx:pt idx="12534">49.990000000000002</cx:pt>
          <cx:pt idx="12535">49.990000000000002</cx:pt>
          <cx:pt idx="12536">49.990000000000002</cx:pt>
          <cx:pt idx="12537">49.990000000000002</cx:pt>
          <cx:pt idx="12538">49.990000000000002</cx:pt>
          <cx:pt idx="12539">49.990000000000002</cx:pt>
          <cx:pt idx="12540">49.990000000000002</cx:pt>
          <cx:pt idx="12541">49.990000000000002</cx:pt>
          <cx:pt idx="12542">49.990000000000002</cx:pt>
          <cx:pt idx="12543">49.990000000000002</cx:pt>
          <cx:pt idx="12544">49.990000000000002</cx:pt>
          <cx:pt idx="12545">49.990000000000002</cx:pt>
          <cx:pt idx="12546">49.990000000000002</cx:pt>
          <cx:pt idx="12547">49.990000000000002</cx:pt>
          <cx:pt idx="12548">49.990000000000002</cx:pt>
          <cx:pt idx="12549">49.990000000000002</cx:pt>
          <cx:pt idx="12550">49.990000000000002</cx:pt>
          <cx:pt idx="12551">49.990000000000002</cx:pt>
          <cx:pt idx="12552">49.990000000000002</cx:pt>
          <cx:pt idx="12553">49.990000000000002</cx:pt>
          <cx:pt idx="12554">49.990000000000002</cx:pt>
          <cx:pt idx="12555">49.990000000000002</cx:pt>
          <cx:pt idx="12556">49.990000000000002</cx:pt>
          <cx:pt idx="12557">49.990000000000002</cx:pt>
          <cx:pt idx="12558">49.990000000000002</cx:pt>
          <cx:pt idx="12559">49.990000000000002</cx:pt>
          <cx:pt idx="12560">49.990000000000002</cx:pt>
          <cx:pt idx="12561">49.990000000000002</cx:pt>
          <cx:pt idx="12562">49.990000000000002</cx:pt>
          <cx:pt idx="12563">49.990000000000002</cx:pt>
          <cx:pt idx="12564">49.990000000000002</cx:pt>
          <cx:pt idx="12565">49.990000000000002</cx:pt>
          <cx:pt idx="12566">49.990000000000002</cx:pt>
          <cx:pt idx="12567">49.990000000000002</cx:pt>
          <cx:pt idx="12568">49.990000000000002</cx:pt>
          <cx:pt idx="12569">49.990000000000002</cx:pt>
          <cx:pt idx="12570">49.990000000000002</cx:pt>
          <cx:pt idx="12571">49.990000000000002</cx:pt>
          <cx:pt idx="12572">49.990000000000002</cx:pt>
          <cx:pt idx="12573">49.990000000000002</cx:pt>
          <cx:pt idx="12574">49.990000000000002</cx:pt>
          <cx:pt idx="12575">49.990000000000002</cx:pt>
          <cx:pt idx="12576">49.990000000000002</cx:pt>
          <cx:pt idx="12577">49.990000000000002</cx:pt>
          <cx:pt idx="12578">49.990000000000002</cx:pt>
          <cx:pt idx="12579">49.990000000000002</cx:pt>
          <cx:pt idx="12580">49.990000000000002</cx:pt>
          <cx:pt idx="12581">49.990000000000002</cx:pt>
          <cx:pt idx="12582">49.990000000000002</cx:pt>
          <cx:pt idx="12583">49.990000000000002</cx:pt>
          <cx:pt idx="12584">49.990000000000002</cx:pt>
          <cx:pt idx="12585">49.990000000000002</cx:pt>
          <cx:pt idx="12586">49.990000000000002</cx:pt>
          <cx:pt idx="12587">49.990000000000002</cx:pt>
          <cx:pt idx="12588">49.990000000000002</cx:pt>
          <cx:pt idx="12589">49.990000000000002</cx:pt>
          <cx:pt idx="12590">49.990000000000002</cx:pt>
          <cx:pt idx="12591">49.990000000000002</cx:pt>
          <cx:pt idx="12592">49.990000000000002</cx:pt>
          <cx:pt idx="12593">49.990000000000002</cx:pt>
          <cx:pt idx="12594">49.990000000000002</cx:pt>
          <cx:pt idx="12595">49.990000000000002</cx:pt>
          <cx:pt idx="12596">49.990000000000002</cx:pt>
          <cx:pt idx="12597">49.990000000000002</cx:pt>
          <cx:pt idx="12598">49.990000000000002</cx:pt>
          <cx:pt idx="12599">49.990000000000002</cx:pt>
          <cx:pt idx="12600">49.990000000000002</cx:pt>
          <cx:pt idx="12601">49.990000000000002</cx:pt>
          <cx:pt idx="12602">49.990000000000002</cx:pt>
          <cx:pt idx="12603">49.990000000000002</cx:pt>
          <cx:pt idx="12604">49.990000000000002</cx:pt>
          <cx:pt idx="12605">49.990000000000002</cx:pt>
          <cx:pt idx="12606">49.990000000000002</cx:pt>
          <cx:pt idx="12607">49.990000000000002</cx:pt>
          <cx:pt idx="12608">49.990000000000002</cx:pt>
          <cx:pt idx="12609">49.990000000000002</cx:pt>
          <cx:pt idx="12610">49.990000000000002</cx:pt>
          <cx:pt idx="12611">49.990000000000002</cx:pt>
          <cx:pt idx="12612">49.990000000000002</cx:pt>
          <cx:pt idx="12613">49.990000000000002</cx:pt>
          <cx:pt idx="12614">49.990000000000002</cx:pt>
          <cx:pt idx="12615">49.990000000000002</cx:pt>
          <cx:pt idx="12616">49.990000000000002</cx:pt>
          <cx:pt idx="12617">49.990000000000002</cx:pt>
          <cx:pt idx="12618">49.990000000000002</cx:pt>
          <cx:pt idx="12619">49.990000000000002</cx:pt>
          <cx:pt idx="12620">49.990000000000002</cx:pt>
          <cx:pt idx="12621">49.990000000000002</cx:pt>
          <cx:pt idx="12622">49.990000000000002</cx:pt>
          <cx:pt idx="12623">49.990000000000002</cx:pt>
          <cx:pt idx="12624">49.990000000000002</cx:pt>
          <cx:pt idx="12625">49.990000000000002</cx:pt>
          <cx:pt idx="12626">49.990000000000002</cx:pt>
          <cx:pt idx="12627">49.990000000000002</cx:pt>
          <cx:pt idx="12628">49.990000000000002</cx:pt>
          <cx:pt idx="12629">49.990000000000002</cx:pt>
          <cx:pt idx="12630">49.990000000000002</cx:pt>
          <cx:pt idx="12631">49.990000000000002</cx:pt>
          <cx:pt idx="12632">49.990000000000002</cx:pt>
          <cx:pt idx="12633">49.990000000000002</cx:pt>
          <cx:pt idx="12634">49.990000000000002</cx:pt>
          <cx:pt idx="12635">49.990000000000002</cx:pt>
          <cx:pt idx="12636">49.990000000000002</cx:pt>
          <cx:pt idx="12637">49.990000000000002</cx:pt>
          <cx:pt idx="12638">49.990000000000002</cx:pt>
          <cx:pt idx="12639">49.990000000000002</cx:pt>
          <cx:pt idx="12640">49.990000000000002</cx:pt>
          <cx:pt idx="12641">49.990000000000002</cx:pt>
          <cx:pt idx="12642">49.990000000000002</cx:pt>
          <cx:pt idx="12643">49.990000000000002</cx:pt>
          <cx:pt idx="12644">49.990000000000002</cx:pt>
          <cx:pt idx="12645">49.990000000000002</cx:pt>
          <cx:pt idx="12646">49.990000000000002</cx:pt>
          <cx:pt idx="12647">49.990000000000002</cx:pt>
          <cx:pt idx="12648">49.990000000000002</cx:pt>
          <cx:pt idx="12649">49.990000000000002</cx:pt>
          <cx:pt idx="12650">49.990000000000002</cx:pt>
          <cx:pt idx="12651">49.990000000000002</cx:pt>
          <cx:pt idx="12652">49.990000000000002</cx:pt>
          <cx:pt idx="12653">49.990000000000002</cx:pt>
          <cx:pt idx="12654">49.990000000000002</cx:pt>
          <cx:pt idx="12655">49.990000000000002</cx:pt>
          <cx:pt idx="12656">49.990000000000002</cx:pt>
          <cx:pt idx="12657">49.990000000000002</cx:pt>
          <cx:pt idx="12658">49.990000000000002</cx:pt>
          <cx:pt idx="12659">49.990000000000002</cx:pt>
          <cx:pt idx="12660">49.990000000000002</cx:pt>
          <cx:pt idx="12661">49.990000000000002</cx:pt>
          <cx:pt idx="12662">49.990000000000002</cx:pt>
          <cx:pt idx="12663">49.990000000000002</cx:pt>
          <cx:pt idx="12664">49.990000000000002</cx:pt>
          <cx:pt idx="12665">49.990000000000002</cx:pt>
          <cx:pt idx="12666">49.990000000000002</cx:pt>
          <cx:pt idx="12667">49.990000000000002</cx:pt>
          <cx:pt idx="12668">49.990000000000002</cx:pt>
          <cx:pt idx="12669">49.990000000000002</cx:pt>
          <cx:pt idx="12670">49.990000000000002</cx:pt>
          <cx:pt idx="12671">49.990000000000002</cx:pt>
          <cx:pt idx="12672">49.990000000000002</cx:pt>
          <cx:pt idx="12673">49.990000000000002</cx:pt>
          <cx:pt idx="12674">49.990000000000002</cx:pt>
          <cx:pt idx="12675">49.990000000000002</cx:pt>
          <cx:pt idx="12676">49.990000000000002</cx:pt>
          <cx:pt idx="12677">49.990000000000002</cx:pt>
          <cx:pt idx="12678">49.990000000000002</cx:pt>
          <cx:pt idx="12679">49.990000000000002</cx:pt>
          <cx:pt idx="12680">49.990000000000002</cx:pt>
          <cx:pt idx="12681">49.990000000000002</cx:pt>
          <cx:pt idx="12682">49.990000000000002</cx:pt>
          <cx:pt idx="12683">49.990000000000002</cx:pt>
          <cx:pt idx="12684">49.990000000000002</cx:pt>
          <cx:pt idx="12685">49.990000000000002</cx:pt>
          <cx:pt idx="12686">49.990000000000002</cx:pt>
          <cx:pt idx="12687">49.990000000000002</cx:pt>
          <cx:pt idx="12688">49.990000000000002</cx:pt>
          <cx:pt idx="12689">49.990000000000002</cx:pt>
          <cx:pt idx="12690">49.990000000000002</cx:pt>
          <cx:pt idx="12691">49.990000000000002</cx:pt>
          <cx:pt idx="12692">49.990000000000002</cx:pt>
          <cx:pt idx="12693">49.990000000000002</cx:pt>
          <cx:pt idx="12694">49.990000000000002</cx:pt>
          <cx:pt idx="12695">49.990000000000002</cx:pt>
          <cx:pt idx="12696">49.990000000000002</cx:pt>
          <cx:pt idx="12697">49.990000000000002</cx:pt>
          <cx:pt idx="12698">49.990000000000002</cx:pt>
          <cx:pt idx="12699">49.990000000000002</cx:pt>
          <cx:pt idx="12700">49.990000000000002</cx:pt>
          <cx:pt idx="12701">49.990000000000002</cx:pt>
          <cx:pt idx="12702">49.990000000000002</cx:pt>
          <cx:pt idx="12703">49.990000000000002</cx:pt>
          <cx:pt idx="12704">49.990000000000002</cx:pt>
          <cx:pt idx="12705">49.990000000000002</cx:pt>
          <cx:pt idx="12706">49.990000000000002</cx:pt>
          <cx:pt idx="12707">49.990000000000002</cx:pt>
          <cx:pt idx="12708">49.990000000000002</cx:pt>
          <cx:pt idx="12709">49.990000000000002</cx:pt>
          <cx:pt idx="12710">49.990000000000002</cx:pt>
          <cx:pt idx="12711">49.990000000000002</cx:pt>
          <cx:pt idx="12712">49.990000000000002</cx:pt>
          <cx:pt idx="12713">49.990000000000002</cx:pt>
          <cx:pt idx="12714">49.990000000000002</cx:pt>
          <cx:pt idx="12715">49.990000000000002</cx:pt>
          <cx:pt idx="12716">49.990000000000002</cx:pt>
          <cx:pt idx="12717">49.990000000000002</cx:pt>
          <cx:pt idx="12718">49.990000000000002</cx:pt>
          <cx:pt idx="12719">49.990000000000002</cx:pt>
          <cx:pt idx="12720">49.990000000000002</cx:pt>
          <cx:pt idx="12721">49.990000000000002</cx:pt>
          <cx:pt idx="12722">49.990000000000002</cx:pt>
          <cx:pt idx="12723">49.990000000000002</cx:pt>
          <cx:pt idx="12724">49.990000000000002</cx:pt>
          <cx:pt idx="12725">49.990000000000002</cx:pt>
          <cx:pt idx="12726">49.990000000000002</cx:pt>
          <cx:pt idx="12727">49.990000000000002</cx:pt>
          <cx:pt idx="12728">49.990000000000002</cx:pt>
          <cx:pt idx="12729">49.990000000000002</cx:pt>
          <cx:pt idx="12730">49.990000000000002</cx:pt>
          <cx:pt idx="12731">49.990000000000002</cx:pt>
          <cx:pt idx="12732">49.990000000000002</cx:pt>
          <cx:pt idx="12733">49.990000000000002</cx:pt>
          <cx:pt idx="12734">49.990000000000002</cx:pt>
          <cx:pt idx="12735">49.990000000000002</cx:pt>
          <cx:pt idx="12736">49.990000000000002</cx:pt>
          <cx:pt idx="12737">49.990000000000002</cx:pt>
          <cx:pt idx="12738">49.990000000000002</cx:pt>
          <cx:pt idx="12739">49.990000000000002</cx:pt>
          <cx:pt idx="12740">49.990000000000002</cx:pt>
          <cx:pt idx="12741">49.990000000000002</cx:pt>
          <cx:pt idx="12742">49.990000000000002</cx:pt>
          <cx:pt idx="12743">49.990000000000002</cx:pt>
          <cx:pt idx="12744">49.990000000000002</cx:pt>
          <cx:pt idx="12745">49.990000000000002</cx:pt>
          <cx:pt idx="12746">49.990000000000002</cx:pt>
          <cx:pt idx="12747">49.990000000000002</cx:pt>
          <cx:pt idx="12748">49.990000000000002</cx:pt>
          <cx:pt idx="12749">49.990000000000002</cx:pt>
          <cx:pt idx="12750">49.990000000000002</cx:pt>
          <cx:pt idx="12751">49.990000000000002</cx:pt>
          <cx:pt idx="12752">49.990000000000002</cx:pt>
          <cx:pt idx="12753">49.990000000000002</cx:pt>
          <cx:pt idx="12754">49.990000000000002</cx:pt>
          <cx:pt idx="12755">49.990000000000002</cx:pt>
          <cx:pt idx="12756">49.990000000000002</cx:pt>
          <cx:pt idx="12757">49.990000000000002</cx:pt>
          <cx:pt idx="12758">49.990000000000002</cx:pt>
          <cx:pt idx="12759">49.990000000000002</cx:pt>
          <cx:pt idx="12760">49.990000000000002</cx:pt>
          <cx:pt idx="12761">49.990000000000002</cx:pt>
          <cx:pt idx="12762">49.990000000000002</cx:pt>
          <cx:pt idx="12763">49.990000000000002</cx:pt>
          <cx:pt idx="12764">49.990000000000002</cx:pt>
          <cx:pt idx="12765">49.990000000000002</cx:pt>
          <cx:pt idx="12766">49.990000000000002</cx:pt>
          <cx:pt idx="12767">49.990000000000002</cx:pt>
          <cx:pt idx="12768">49.990000000000002</cx:pt>
          <cx:pt idx="12769">49.990000000000002</cx:pt>
          <cx:pt idx="12770">49.990000000000002</cx:pt>
          <cx:pt idx="12771">49.990000000000002</cx:pt>
          <cx:pt idx="12772">49.990000000000002</cx:pt>
          <cx:pt idx="12773">49.990000000000002</cx:pt>
          <cx:pt idx="12774">49.990000000000002</cx:pt>
          <cx:pt idx="12775">49.990000000000002</cx:pt>
          <cx:pt idx="12776">49.990000000000002</cx:pt>
          <cx:pt idx="12777">49.990000000000002</cx:pt>
          <cx:pt idx="12778">49.990000000000002</cx:pt>
          <cx:pt idx="12779">49.990000000000002</cx:pt>
          <cx:pt idx="12780">49.990000000000002</cx:pt>
          <cx:pt idx="12781">49.990000000000002</cx:pt>
          <cx:pt idx="12782">49.990000000000002</cx:pt>
          <cx:pt idx="12783">49.990000000000002</cx:pt>
          <cx:pt idx="12784">49.990000000000002</cx:pt>
          <cx:pt idx="12785">49.990000000000002</cx:pt>
          <cx:pt idx="12786">49.990000000000002</cx:pt>
          <cx:pt idx="12787">49.990000000000002</cx:pt>
          <cx:pt idx="12788">49.990000000000002</cx:pt>
          <cx:pt idx="12789">49.990000000000002</cx:pt>
          <cx:pt idx="12790">49.990000000000002</cx:pt>
          <cx:pt idx="12791">49.990000000000002</cx:pt>
          <cx:pt idx="12792">49.990000000000002</cx:pt>
          <cx:pt idx="12793">49.990000000000002</cx:pt>
          <cx:pt idx="12794">49.990000000000002</cx:pt>
          <cx:pt idx="12795">49.990000000000002</cx:pt>
          <cx:pt idx="12796">49.990000000000002</cx:pt>
          <cx:pt idx="12797">49.990000000000002</cx:pt>
          <cx:pt idx="12798">49.990000000000002</cx:pt>
          <cx:pt idx="12799">49.990000000000002</cx:pt>
          <cx:pt idx="12800">49.990000000000002</cx:pt>
          <cx:pt idx="12801">49.990000000000002</cx:pt>
          <cx:pt idx="12802">49.990000000000002</cx:pt>
          <cx:pt idx="12803">49.990000000000002</cx:pt>
          <cx:pt idx="12804">49.990000000000002</cx:pt>
          <cx:pt idx="12805">49.990000000000002</cx:pt>
          <cx:pt idx="12806">49.990000000000002</cx:pt>
          <cx:pt idx="12807">49.990000000000002</cx:pt>
          <cx:pt idx="12808">49.990000000000002</cx:pt>
          <cx:pt idx="12809">49.990000000000002</cx:pt>
          <cx:pt idx="12810">49.990000000000002</cx:pt>
          <cx:pt idx="12811">49.990000000000002</cx:pt>
          <cx:pt idx="12812">49.990000000000002</cx:pt>
          <cx:pt idx="12813">49.990000000000002</cx:pt>
          <cx:pt idx="12814">49.990000000000002</cx:pt>
          <cx:pt idx="12815">49.990000000000002</cx:pt>
          <cx:pt idx="12816">49.990000000000002</cx:pt>
          <cx:pt idx="12817">49.990000000000002</cx:pt>
          <cx:pt idx="12818">49.990000000000002</cx:pt>
          <cx:pt idx="12819">49.990000000000002</cx:pt>
          <cx:pt idx="12820">49.990000000000002</cx:pt>
          <cx:pt idx="12821">49.990000000000002</cx:pt>
          <cx:pt idx="12822">49.990000000000002</cx:pt>
          <cx:pt idx="12823">49.990000000000002</cx:pt>
          <cx:pt idx="12824">49.990000000000002</cx:pt>
          <cx:pt idx="12825">49.990000000000002</cx:pt>
          <cx:pt idx="12826">49.990000000000002</cx:pt>
          <cx:pt idx="12827">49.990000000000002</cx:pt>
          <cx:pt idx="12828">49.990000000000002</cx:pt>
          <cx:pt idx="12829">49.990000000000002</cx:pt>
          <cx:pt idx="12830">49.990000000000002</cx:pt>
          <cx:pt idx="12831">49.990000000000002</cx:pt>
          <cx:pt idx="12832">49.990000000000002</cx:pt>
          <cx:pt idx="12833">49.990000000000002</cx:pt>
          <cx:pt idx="12834">49.990000000000002</cx:pt>
          <cx:pt idx="12835">49.990000000000002</cx:pt>
          <cx:pt idx="12836">49.990000000000002</cx:pt>
          <cx:pt idx="12837">49.990000000000002</cx:pt>
          <cx:pt idx="12838">49.990000000000002</cx:pt>
          <cx:pt idx="12839">49.990000000000002</cx:pt>
          <cx:pt idx="12840">49.990000000000002</cx:pt>
          <cx:pt idx="12841">49.990000000000002</cx:pt>
          <cx:pt idx="12842">49.990000000000002</cx:pt>
          <cx:pt idx="12843">49.990000000000002</cx:pt>
          <cx:pt idx="12844">49.990000000000002</cx:pt>
          <cx:pt idx="12845">49.990000000000002</cx:pt>
          <cx:pt idx="12846">49.990000000000002</cx:pt>
          <cx:pt idx="12847">49.990000000000002</cx:pt>
          <cx:pt idx="12848">49.990000000000002</cx:pt>
          <cx:pt idx="12849">49.990000000000002</cx:pt>
          <cx:pt idx="12850">49.990000000000002</cx:pt>
          <cx:pt idx="12851">49.990000000000002</cx:pt>
          <cx:pt idx="12852">49.990000000000002</cx:pt>
          <cx:pt idx="12853">49.990000000000002</cx:pt>
          <cx:pt idx="12854">49.990000000000002</cx:pt>
          <cx:pt idx="12855">49.990000000000002</cx:pt>
          <cx:pt idx="12856">49.990000000000002</cx:pt>
          <cx:pt idx="12857">49.990000000000002</cx:pt>
          <cx:pt idx="12858">49.990000000000002</cx:pt>
          <cx:pt idx="12859">49.990000000000002</cx:pt>
          <cx:pt idx="12860">49.990000000000002</cx:pt>
          <cx:pt idx="12861">49.990000000000002</cx:pt>
          <cx:pt idx="12862">49.990000000000002</cx:pt>
          <cx:pt idx="12863">49.990000000000002</cx:pt>
          <cx:pt idx="12864">49.990000000000002</cx:pt>
          <cx:pt idx="12865">49.990000000000002</cx:pt>
          <cx:pt idx="12866">49.990000000000002</cx:pt>
          <cx:pt idx="12867">49.990000000000002</cx:pt>
          <cx:pt idx="12868">49.990000000000002</cx:pt>
          <cx:pt idx="12869">49.990000000000002</cx:pt>
          <cx:pt idx="12870">49.990000000000002</cx:pt>
          <cx:pt idx="12871">49.990000000000002</cx:pt>
          <cx:pt idx="12872">49.990000000000002</cx:pt>
          <cx:pt idx="12873">49.990000000000002</cx:pt>
          <cx:pt idx="12874">49.990000000000002</cx:pt>
          <cx:pt idx="12875">49.990000000000002</cx:pt>
          <cx:pt idx="12876">49.990000000000002</cx:pt>
          <cx:pt idx="12877">49.990000000000002</cx:pt>
          <cx:pt idx="12878">49.990000000000002</cx:pt>
          <cx:pt idx="12879">49.990000000000002</cx:pt>
          <cx:pt idx="12880">49.990000000000002</cx:pt>
          <cx:pt idx="12881">49.990000000000002</cx:pt>
          <cx:pt idx="12882">49.990000000000002</cx:pt>
          <cx:pt idx="12883">49.990000000000002</cx:pt>
          <cx:pt idx="12884">49.990000000000002</cx:pt>
          <cx:pt idx="12885">49.990000000000002</cx:pt>
          <cx:pt idx="12886">49.990000000000002</cx:pt>
          <cx:pt idx="12887">49.990000000000002</cx:pt>
          <cx:pt idx="12888">49.990000000000002</cx:pt>
          <cx:pt idx="12889">49.990000000000002</cx:pt>
          <cx:pt idx="12890">49.990000000000002</cx:pt>
          <cx:pt idx="12891">49.990000000000002</cx:pt>
          <cx:pt idx="12892">49.990000000000002</cx:pt>
          <cx:pt idx="12893">49.990000000000002</cx:pt>
          <cx:pt idx="12894">49.990000000000002</cx:pt>
          <cx:pt idx="12895">49.990000000000002</cx:pt>
          <cx:pt idx="12896">49.990000000000002</cx:pt>
          <cx:pt idx="12897">49.990000000000002</cx:pt>
          <cx:pt idx="12898">49.990000000000002</cx:pt>
          <cx:pt idx="12899">49.990000000000002</cx:pt>
          <cx:pt idx="12900">49.990000000000002</cx:pt>
          <cx:pt idx="12901">49.990000000000002</cx:pt>
          <cx:pt idx="12902">49.990000000000002</cx:pt>
          <cx:pt idx="12903">49.990000000000002</cx:pt>
          <cx:pt idx="12904">49.990000000000002</cx:pt>
          <cx:pt idx="12905">49.990000000000002</cx:pt>
          <cx:pt idx="12906">49.990000000000002</cx:pt>
          <cx:pt idx="12907">49.990000000000002</cx:pt>
          <cx:pt idx="12908">49.990000000000002</cx:pt>
          <cx:pt idx="12909">49.990000000000002</cx:pt>
          <cx:pt idx="12910">49.990000000000002</cx:pt>
          <cx:pt idx="12911">49.990000000000002</cx:pt>
          <cx:pt idx="12912">49.990000000000002</cx:pt>
          <cx:pt idx="12913">49.990000000000002</cx:pt>
          <cx:pt idx="12914">49.990000000000002</cx:pt>
          <cx:pt idx="12915">49.990000000000002</cx:pt>
          <cx:pt idx="12916">49.990000000000002</cx:pt>
          <cx:pt idx="12917">49.990000000000002</cx:pt>
          <cx:pt idx="12918">49.990000000000002</cx:pt>
          <cx:pt idx="12919">49.990000000000002</cx:pt>
          <cx:pt idx="12920">49.990000000000002</cx:pt>
          <cx:pt idx="12921">49.990000000000002</cx:pt>
          <cx:pt idx="12922">49.990000000000002</cx:pt>
          <cx:pt idx="12923">49.990000000000002</cx:pt>
          <cx:pt idx="12924">49.990000000000002</cx:pt>
          <cx:pt idx="12925">49.990000000000002</cx:pt>
          <cx:pt idx="12926">49.990000000000002</cx:pt>
          <cx:pt idx="12927">49.990000000000002</cx:pt>
          <cx:pt idx="12928">49.990000000000002</cx:pt>
          <cx:pt idx="12929">49.990000000000002</cx:pt>
          <cx:pt idx="12930">49.990000000000002</cx:pt>
          <cx:pt idx="12931">49.990000000000002</cx:pt>
          <cx:pt idx="12932">49.990000000000002</cx:pt>
          <cx:pt idx="12933">49.990000000000002</cx:pt>
          <cx:pt idx="12934">49.990000000000002</cx:pt>
          <cx:pt idx="12935">49.990000000000002</cx:pt>
          <cx:pt idx="12936">49.990000000000002</cx:pt>
          <cx:pt idx="12937">49.990000000000002</cx:pt>
          <cx:pt idx="12938">49.990000000000002</cx:pt>
          <cx:pt idx="12939">49.990000000000002</cx:pt>
          <cx:pt idx="12940">49.990000000000002</cx:pt>
          <cx:pt idx="12941">49.990000000000002</cx:pt>
          <cx:pt idx="12942">49.990000000000002</cx:pt>
          <cx:pt idx="12943">49.990000000000002</cx:pt>
          <cx:pt idx="12944">49.990000000000002</cx:pt>
          <cx:pt idx="12945">49.990000000000002</cx:pt>
          <cx:pt idx="12946">49.990000000000002</cx:pt>
          <cx:pt idx="12947">49.990000000000002</cx:pt>
          <cx:pt idx="12948">49.990000000000002</cx:pt>
          <cx:pt idx="12949">49.990000000000002</cx:pt>
          <cx:pt idx="12950">49.990000000000002</cx:pt>
          <cx:pt idx="12951">49.990000000000002</cx:pt>
          <cx:pt idx="12952">49.990000000000002</cx:pt>
          <cx:pt idx="12953">49.990000000000002</cx:pt>
          <cx:pt idx="12954">49.990000000000002</cx:pt>
          <cx:pt idx="12955">49.990000000000002</cx:pt>
          <cx:pt idx="12956">49.990000000000002</cx:pt>
          <cx:pt idx="12957">49.990000000000002</cx:pt>
          <cx:pt idx="12958">49.990000000000002</cx:pt>
          <cx:pt idx="12959">49.990000000000002</cx:pt>
          <cx:pt idx="12960">49.990000000000002</cx:pt>
          <cx:pt idx="12961">49.990000000000002</cx:pt>
          <cx:pt idx="12962">49.990000000000002</cx:pt>
          <cx:pt idx="12963">49.990000000000002</cx:pt>
          <cx:pt idx="12964">49.990000000000002</cx:pt>
          <cx:pt idx="12965">49.990000000000002</cx:pt>
          <cx:pt idx="12966">49.990000000000002</cx:pt>
          <cx:pt idx="12967">49.990000000000002</cx:pt>
          <cx:pt idx="12968">49.990000000000002</cx:pt>
          <cx:pt idx="12969">49.990000000000002</cx:pt>
          <cx:pt idx="12970">49.990000000000002</cx:pt>
          <cx:pt idx="12971">49.990000000000002</cx:pt>
          <cx:pt idx="12972">49.990000000000002</cx:pt>
          <cx:pt idx="12973">49.990000000000002</cx:pt>
          <cx:pt idx="12974">49.990000000000002</cx:pt>
          <cx:pt idx="12975">49.990000000000002</cx:pt>
          <cx:pt idx="12976">49.990000000000002</cx:pt>
          <cx:pt idx="12977">49.990000000000002</cx:pt>
          <cx:pt idx="12978">49.990000000000002</cx:pt>
          <cx:pt idx="12979">49.990000000000002</cx:pt>
          <cx:pt idx="12980">49.990000000000002</cx:pt>
          <cx:pt idx="12981">49.990000000000002</cx:pt>
          <cx:pt idx="12982">49.990000000000002</cx:pt>
          <cx:pt idx="12983">49.990000000000002</cx:pt>
          <cx:pt idx="12984">49.990000000000002</cx:pt>
          <cx:pt idx="12985">49.990000000000002</cx:pt>
          <cx:pt idx="12986">49.990000000000002</cx:pt>
          <cx:pt idx="12987">49.990000000000002</cx:pt>
          <cx:pt idx="12988">49.990000000000002</cx:pt>
          <cx:pt idx="12989">49.990000000000002</cx:pt>
          <cx:pt idx="12990">49.990000000000002</cx:pt>
          <cx:pt idx="12991">49.990000000000002</cx:pt>
          <cx:pt idx="12992">49.990000000000002</cx:pt>
          <cx:pt idx="12993">49.990000000000002</cx:pt>
          <cx:pt idx="12994">49.990000000000002</cx:pt>
          <cx:pt idx="12995">49.990000000000002</cx:pt>
          <cx:pt idx="12996">49.990000000000002</cx:pt>
          <cx:pt idx="12997">49.990000000000002</cx:pt>
          <cx:pt idx="12998">49.990000000000002</cx:pt>
          <cx:pt idx="12999">49.990000000000002</cx:pt>
          <cx:pt idx="13000">49.990000000000002</cx:pt>
          <cx:pt idx="13001">49.990000000000002</cx:pt>
          <cx:pt idx="13002">49.990000000000002</cx:pt>
          <cx:pt idx="13003">49.990000000000002</cx:pt>
          <cx:pt idx="13004">49.990000000000002</cx:pt>
          <cx:pt idx="13005">49.990000000000002</cx:pt>
          <cx:pt idx="13006">49.990000000000002</cx:pt>
          <cx:pt idx="13007">49.990000000000002</cx:pt>
          <cx:pt idx="13008">49.990000000000002</cx:pt>
          <cx:pt idx="13009">49.990000000000002</cx:pt>
          <cx:pt idx="13010">49.990000000000002</cx:pt>
          <cx:pt idx="13011">49.990000000000002</cx:pt>
          <cx:pt idx="13012">49.990000000000002</cx:pt>
          <cx:pt idx="13013">49.990000000000002</cx:pt>
          <cx:pt idx="13014">49.990000000000002</cx:pt>
          <cx:pt idx="13015">49.990000000000002</cx:pt>
          <cx:pt idx="13016">49.990000000000002</cx:pt>
          <cx:pt idx="13017">49.990000000000002</cx:pt>
          <cx:pt idx="13018">49.990000000000002</cx:pt>
          <cx:pt idx="13019">49.990000000000002</cx:pt>
          <cx:pt idx="13020">49.990000000000002</cx:pt>
          <cx:pt idx="13021">49.990000000000002</cx:pt>
          <cx:pt idx="13022">49.990000000000002</cx:pt>
          <cx:pt idx="13023">49.990000000000002</cx:pt>
          <cx:pt idx="13024">49.990000000000002</cx:pt>
          <cx:pt idx="13025">49.990000000000002</cx:pt>
          <cx:pt idx="13026">49.990000000000002</cx:pt>
          <cx:pt idx="13027">49.990000000000002</cx:pt>
          <cx:pt idx="13028">49.990000000000002</cx:pt>
          <cx:pt idx="13029">49.990000000000002</cx:pt>
          <cx:pt idx="13030">49.990000000000002</cx:pt>
          <cx:pt idx="13031">49.990000000000002</cx:pt>
          <cx:pt idx="13032">49.990000000000002</cx:pt>
          <cx:pt idx="13033">49.990000000000002</cx:pt>
          <cx:pt idx="13034">49.990000000000002</cx:pt>
          <cx:pt idx="13035">49.990000000000002</cx:pt>
          <cx:pt idx="13036">49.990000000000002</cx:pt>
          <cx:pt idx="13037">49.990000000000002</cx:pt>
          <cx:pt idx="13038">49.990000000000002</cx:pt>
          <cx:pt idx="13039">49.990000000000002</cx:pt>
          <cx:pt idx="13040">49.990000000000002</cx:pt>
          <cx:pt idx="13041">49.990000000000002</cx:pt>
          <cx:pt idx="13042">49.990000000000002</cx:pt>
          <cx:pt idx="13043">49.990000000000002</cx:pt>
          <cx:pt idx="13044">49.990000000000002</cx:pt>
          <cx:pt idx="13045">49.990000000000002</cx:pt>
          <cx:pt idx="13046">49.990000000000002</cx:pt>
          <cx:pt idx="13047">49.990000000000002</cx:pt>
          <cx:pt idx="13048">49.990000000000002</cx:pt>
          <cx:pt idx="13049">49.990000000000002</cx:pt>
          <cx:pt idx="13050">49.990000000000002</cx:pt>
          <cx:pt idx="13051">49.990000000000002</cx:pt>
          <cx:pt idx="13052">49.990000000000002</cx:pt>
          <cx:pt idx="13053">49.990000000000002</cx:pt>
          <cx:pt idx="13054">49.990000000000002</cx:pt>
          <cx:pt idx="13055">49.990000000000002</cx:pt>
          <cx:pt idx="13056">49.990000000000002</cx:pt>
          <cx:pt idx="13057">49.990000000000002</cx:pt>
          <cx:pt idx="13058">49.990000000000002</cx:pt>
          <cx:pt idx="13059">49.990000000000002</cx:pt>
          <cx:pt idx="13060">49.990000000000002</cx:pt>
          <cx:pt idx="13061">49.990000000000002</cx:pt>
          <cx:pt idx="13062">49.990000000000002</cx:pt>
          <cx:pt idx="13063">49.990000000000002</cx:pt>
          <cx:pt idx="13064">49.990000000000002</cx:pt>
          <cx:pt idx="13065">49.990000000000002</cx:pt>
          <cx:pt idx="13066">49.990000000000002</cx:pt>
          <cx:pt idx="13067">49.990000000000002</cx:pt>
          <cx:pt idx="13068">49.990000000000002</cx:pt>
          <cx:pt idx="13069">49.990000000000002</cx:pt>
          <cx:pt idx="13070">49.990000000000002</cx:pt>
          <cx:pt idx="13071">49.990000000000002</cx:pt>
          <cx:pt idx="13072">49.990000000000002</cx:pt>
          <cx:pt idx="13073">49.990000000000002</cx:pt>
          <cx:pt idx="13074">49.990000000000002</cx:pt>
          <cx:pt idx="13075">49.990000000000002</cx:pt>
          <cx:pt idx="13076">49.990000000000002</cx:pt>
          <cx:pt idx="13077">49.990000000000002</cx:pt>
          <cx:pt idx="13078">49.990000000000002</cx:pt>
          <cx:pt idx="13079">49.990000000000002</cx:pt>
          <cx:pt idx="13080">49.990000000000002</cx:pt>
          <cx:pt idx="13081">49.990000000000002</cx:pt>
          <cx:pt idx="13082">49.990000000000002</cx:pt>
          <cx:pt idx="13083">49.990000000000002</cx:pt>
          <cx:pt idx="13084">49.990000000000002</cx:pt>
          <cx:pt idx="13085">49.990000000000002</cx:pt>
          <cx:pt idx="13086">49.990000000000002</cx:pt>
          <cx:pt idx="13087">49.990000000000002</cx:pt>
          <cx:pt idx="13088">49.990000000000002</cx:pt>
          <cx:pt idx="13089">49.990000000000002</cx:pt>
          <cx:pt idx="13090">49.990000000000002</cx:pt>
          <cx:pt idx="13091">49.990000000000002</cx:pt>
          <cx:pt idx="13092">49.990000000000002</cx:pt>
          <cx:pt idx="13093">49.990000000000002</cx:pt>
          <cx:pt idx="13094">49.990000000000002</cx:pt>
          <cx:pt idx="13095">49.990000000000002</cx:pt>
          <cx:pt idx="13096">49.990000000000002</cx:pt>
          <cx:pt idx="13097">49.990000000000002</cx:pt>
          <cx:pt idx="13098">49.990000000000002</cx:pt>
          <cx:pt idx="13099">49.990000000000002</cx:pt>
          <cx:pt idx="13100">49.990000000000002</cx:pt>
          <cx:pt idx="13101">49.990000000000002</cx:pt>
          <cx:pt idx="13102">49.990000000000002</cx:pt>
          <cx:pt idx="13103">49.990000000000002</cx:pt>
          <cx:pt idx="13104">49.990000000000002</cx:pt>
          <cx:pt idx="13105">49.990000000000002</cx:pt>
          <cx:pt idx="13106">49.990000000000002</cx:pt>
          <cx:pt idx="13107">49.990000000000002</cx:pt>
          <cx:pt idx="13108">49.990000000000002</cx:pt>
          <cx:pt idx="13109">49.990000000000002</cx:pt>
          <cx:pt idx="13110">49.990000000000002</cx:pt>
          <cx:pt idx="13111">49.990000000000002</cx:pt>
          <cx:pt idx="13112">49.990000000000002</cx:pt>
          <cx:pt idx="13113">49.990000000000002</cx:pt>
          <cx:pt idx="13114">49.990000000000002</cx:pt>
          <cx:pt idx="13115">49.990000000000002</cx:pt>
          <cx:pt idx="13116">49.990000000000002</cx:pt>
          <cx:pt idx="13117">49.990000000000002</cx:pt>
          <cx:pt idx="13118">49.990000000000002</cx:pt>
          <cx:pt idx="13119">49.990000000000002</cx:pt>
          <cx:pt idx="13120">49.990000000000002</cx:pt>
          <cx:pt idx="13121">49.990000000000002</cx:pt>
          <cx:pt idx="13122">49.990000000000002</cx:pt>
          <cx:pt idx="13123">49.990000000000002</cx:pt>
          <cx:pt idx="13124">49.990000000000002</cx:pt>
          <cx:pt idx="13125">49.990000000000002</cx:pt>
          <cx:pt idx="13126">49.990000000000002</cx:pt>
          <cx:pt idx="13127">49.990000000000002</cx:pt>
          <cx:pt idx="13128">49.990000000000002</cx:pt>
          <cx:pt idx="13129">49.990000000000002</cx:pt>
          <cx:pt idx="13130">49.990000000000002</cx:pt>
          <cx:pt idx="13131">49.990000000000002</cx:pt>
          <cx:pt idx="13132">49.990000000000002</cx:pt>
          <cx:pt idx="13133">49.990000000000002</cx:pt>
          <cx:pt idx="13134">49.990000000000002</cx:pt>
          <cx:pt idx="13135">49.990000000000002</cx:pt>
          <cx:pt idx="13136">49.990000000000002</cx:pt>
          <cx:pt idx="13137">49.990000000000002</cx:pt>
          <cx:pt idx="13138">49.990000000000002</cx:pt>
          <cx:pt idx="13139">49.990000000000002</cx:pt>
          <cx:pt idx="13140">49.990000000000002</cx:pt>
          <cx:pt idx="13141">49.990000000000002</cx:pt>
          <cx:pt idx="13142">49.990000000000002</cx:pt>
          <cx:pt idx="13143">49.990000000000002</cx:pt>
          <cx:pt idx="13144">49.990000000000002</cx:pt>
          <cx:pt idx="13145">49.990000000000002</cx:pt>
          <cx:pt idx="13146">49.990000000000002</cx:pt>
          <cx:pt idx="13147">49.990000000000002</cx:pt>
          <cx:pt idx="13148">49.990000000000002</cx:pt>
          <cx:pt idx="13149">49.990000000000002</cx:pt>
          <cx:pt idx="13150">49.990000000000002</cx:pt>
          <cx:pt idx="13151">49.990000000000002</cx:pt>
          <cx:pt idx="13152">49.990000000000002</cx:pt>
          <cx:pt idx="13153">49.990000000000002</cx:pt>
          <cx:pt idx="13154">49.990000000000002</cx:pt>
          <cx:pt idx="13155">49.990000000000002</cx:pt>
          <cx:pt idx="13156">49.990000000000002</cx:pt>
          <cx:pt idx="13157">49.990000000000002</cx:pt>
          <cx:pt idx="13158">49.990000000000002</cx:pt>
          <cx:pt idx="13159">49.990000000000002</cx:pt>
          <cx:pt idx="13160">49.990000000000002</cx:pt>
          <cx:pt idx="13161">49.990000000000002</cx:pt>
          <cx:pt idx="13162">49.990000000000002</cx:pt>
          <cx:pt idx="13163">49.990000000000002</cx:pt>
          <cx:pt idx="13164">49.990000000000002</cx:pt>
          <cx:pt idx="13165">49.990000000000002</cx:pt>
          <cx:pt idx="13166">49.990000000000002</cx:pt>
          <cx:pt idx="13167">49.990000000000002</cx:pt>
          <cx:pt idx="13168">49.990000000000002</cx:pt>
          <cx:pt idx="13169">49.990000000000002</cx:pt>
          <cx:pt idx="13170">49.990000000000002</cx:pt>
          <cx:pt idx="13171">49.990000000000002</cx:pt>
          <cx:pt idx="13172">49.990000000000002</cx:pt>
          <cx:pt idx="13173">49.990000000000002</cx:pt>
          <cx:pt idx="13174">49.990000000000002</cx:pt>
          <cx:pt idx="13175">49.990000000000002</cx:pt>
          <cx:pt idx="13176">49.990000000000002</cx:pt>
          <cx:pt idx="13177">49.990000000000002</cx:pt>
          <cx:pt idx="13178">49.990000000000002</cx:pt>
          <cx:pt idx="13179">49.990000000000002</cx:pt>
          <cx:pt idx="13180">49.990000000000002</cx:pt>
          <cx:pt idx="13181">49.990000000000002</cx:pt>
          <cx:pt idx="13182">49.990000000000002</cx:pt>
          <cx:pt idx="13183">49.990000000000002</cx:pt>
          <cx:pt idx="13184">49.990000000000002</cx:pt>
          <cx:pt idx="13185">49.990000000000002</cx:pt>
          <cx:pt idx="13186">49.990000000000002</cx:pt>
          <cx:pt idx="13187">49.990000000000002</cx:pt>
          <cx:pt idx="13188">49.990000000000002</cx:pt>
          <cx:pt idx="13189">49.990000000000002</cx:pt>
          <cx:pt idx="13190">49.990000000000002</cx:pt>
          <cx:pt idx="13191">49.990000000000002</cx:pt>
          <cx:pt idx="13192">49.990000000000002</cx:pt>
          <cx:pt idx="13193">49.990000000000002</cx:pt>
          <cx:pt idx="13194">49.990000000000002</cx:pt>
          <cx:pt idx="13195">49.990000000000002</cx:pt>
          <cx:pt idx="13196">49.990000000000002</cx:pt>
          <cx:pt idx="13197">49.990000000000002</cx:pt>
          <cx:pt idx="13198">49.990000000000002</cx:pt>
          <cx:pt idx="13199">49.990000000000002</cx:pt>
          <cx:pt idx="13200">49.990000000000002</cx:pt>
          <cx:pt idx="13201">49.990000000000002</cx:pt>
          <cx:pt idx="13202">49.990000000000002</cx:pt>
          <cx:pt idx="13203">49.990000000000002</cx:pt>
          <cx:pt idx="13204">49.990000000000002</cx:pt>
          <cx:pt idx="13205">49.990000000000002</cx:pt>
          <cx:pt idx="13206">49.990000000000002</cx:pt>
          <cx:pt idx="13207">49.990000000000002</cx:pt>
          <cx:pt idx="13208">49.990000000000002</cx:pt>
          <cx:pt idx="13209">49.990000000000002</cx:pt>
          <cx:pt idx="13210">49.990000000000002</cx:pt>
          <cx:pt idx="13211">49.990000000000002</cx:pt>
          <cx:pt idx="13212">49.990000000000002</cx:pt>
          <cx:pt idx="13213">49.990000000000002</cx:pt>
          <cx:pt idx="13214">49.990000000000002</cx:pt>
          <cx:pt idx="13215">49.990000000000002</cx:pt>
          <cx:pt idx="13216">49.990000000000002</cx:pt>
          <cx:pt idx="13217">49.990000000000002</cx:pt>
          <cx:pt idx="13218">49.990000000000002</cx:pt>
          <cx:pt idx="13219">49.990000000000002</cx:pt>
          <cx:pt idx="13220">49.990000000000002</cx:pt>
          <cx:pt idx="13221">49.990000000000002</cx:pt>
          <cx:pt idx="13222">49.990000000000002</cx:pt>
          <cx:pt idx="13223">49.990000000000002</cx:pt>
          <cx:pt idx="13224">49.990000000000002</cx:pt>
          <cx:pt idx="13225">49.990000000000002</cx:pt>
          <cx:pt idx="13226">49.990000000000002</cx:pt>
          <cx:pt idx="13227">49.990000000000002</cx:pt>
          <cx:pt idx="13228">49.990000000000002</cx:pt>
          <cx:pt idx="13229">49.990000000000002</cx:pt>
          <cx:pt idx="13230">49.990000000000002</cx:pt>
          <cx:pt idx="13231">49.990000000000002</cx:pt>
          <cx:pt idx="13232">49.990000000000002</cx:pt>
          <cx:pt idx="13233">49.990000000000002</cx:pt>
          <cx:pt idx="13234">49.990000000000002</cx:pt>
          <cx:pt idx="13235">49.990000000000002</cx:pt>
          <cx:pt idx="13236">49.990000000000002</cx:pt>
          <cx:pt idx="13237">49.990000000000002</cx:pt>
          <cx:pt idx="13238">49.990000000000002</cx:pt>
          <cx:pt idx="13239">49.990000000000002</cx:pt>
          <cx:pt idx="13240">49.990000000000002</cx:pt>
          <cx:pt idx="13241">49.990000000000002</cx:pt>
          <cx:pt idx="13242">49.990000000000002</cx:pt>
          <cx:pt idx="13243">49.990000000000002</cx:pt>
          <cx:pt idx="13244">49.990000000000002</cx:pt>
          <cx:pt idx="13245">49.990000000000002</cx:pt>
          <cx:pt idx="13246">49.990000000000002</cx:pt>
          <cx:pt idx="13247">49.990000000000002</cx:pt>
          <cx:pt idx="13248">49.990000000000002</cx:pt>
          <cx:pt idx="13249">49.990000000000002</cx:pt>
          <cx:pt idx="13250">49.990000000000002</cx:pt>
          <cx:pt idx="13251">49.990000000000002</cx:pt>
          <cx:pt idx="13252">49.990000000000002</cx:pt>
          <cx:pt idx="13253">49.990000000000002</cx:pt>
          <cx:pt idx="13254">49.990000000000002</cx:pt>
          <cx:pt idx="13255">49.990000000000002</cx:pt>
          <cx:pt idx="13256">49.990000000000002</cx:pt>
          <cx:pt idx="13257">49.990000000000002</cx:pt>
          <cx:pt idx="13258">49.990000000000002</cx:pt>
          <cx:pt idx="13259">49.990000000000002</cx:pt>
          <cx:pt idx="13260">49.990000000000002</cx:pt>
          <cx:pt idx="13261">49.990000000000002</cx:pt>
          <cx:pt idx="13262">49.990000000000002</cx:pt>
          <cx:pt idx="13263">49.990000000000002</cx:pt>
          <cx:pt idx="13264">49.990000000000002</cx:pt>
          <cx:pt idx="13265">49.990000000000002</cx:pt>
          <cx:pt idx="13266">49.990000000000002</cx:pt>
          <cx:pt idx="13267">49.990000000000002</cx:pt>
          <cx:pt idx="13268">49.990000000000002</cx:pt>
          <cx:pt idx="13269">49.990000000000002</cx:pt>
          <cx:pt idx="13270">49.990000000000002</cx:pt>
          <cx:pt idx="13271">49.990000000000002</cx:pt>
          <cx:pt idx="13272">49.990000000000002</cx:pt>
          <cx:pt idx="13273">49.990000000000002</cx:pt>
          <cx:pt idx="13274">49.990000000000002</cx:pt>
          <cx:pt idx="13275">49.990000000000002</cx:pt>
          <cx:pt idx="13276">49.990000000000002</cx:pt>
          <cx:pt idx="13277">49.990000000000002</cx:pt>
          <cx:pt idx="13278">49.990000000000002</cx:pt>
          <cx:pt idx="13279">49.990000000000002</cx:pt>
          <cx:pt idx="13280">49.990000000000002</cx:pt>
          <cx:pt idx="13281">49.990000000000002</cx:pt>
          <cx:pt idx="13282">49.990000000000002</cx:pt>
          <cx:pt idx="13283">49.990000000000002</cx:pt>
          <cx:pt idx="13284">49.990000000000002</cx:pt>
          <cx:pt idx="13285">49.990000000000002</cx:pt>
          <cx:pt idx="13286">49.990000000000002</cx:pt>
          <cx:pt idx="13287">49.990000000000002</cx:pt>
          <cx:pt idx="13288">49.990000000000002</cx:pt>
          <cx:pt idx="13289">49.990000000000002</cx:pt>
          <cx:pt idx="13290">49.990000000000002</cx:pt>
          <cx:pt idx="13291">49.990000000000002</cx:pt>
          <cx:pt idx="13292">49.990000000000002</cx:pt>
          <cx:pt idx="13293">49.990000000000002</cx:pt>
          <cx:pt idx="13294">49.990000000000002</cx:pt>
          <cx:pt idx="13295">49.990000000000002</cx:pt>
          <cx:pt idx="13296">49.990000000000002</cx:pt>
          <cx:pt idx="13297">49.990000000000002</cx:pt>
          <cx:pt idx="13298">49.990000000000002</cx:pt>
          <cx:pt idx="13299">49.990000000000002</cx:pt>
          <cx:pt idx="13300">49.990000000000002</cx:pt>
          <cx:pt idx="13301">49.990000000000002</cx:pt>
          <cx:pt idx="13302">49.990000000000002</cx:pt>
          <cx:pt idx="13303">49.990000000000002</cx:pt>
          <cx:pt idx="13304">49.990000000000002</cx:pt>
          <cx:pt idx="13305">49.990000000000002</cx:pt>
          <cx:pt idx="13306">49.990000000000002</cx:pt>
          <cx:pt idx="13307">49.990000000000002</cx:pt>
          <cx:pt idx="13308">49.990000000000002</cx:pt>
          <cx:pt idx="13309">49.990000000000002</cx:pt>
          <cx:pt idx="13310">49.990000000000002</cx:pt>
          <cx:pt idx="13311">49.990000000000002</cx:pt>
          <cx:pt idx="13312">49.990000000000002</cx:pt>
          <cx:pt idx="13313">49.990000000000002</cx:pt>
          <cx:pt idx="13314">49.990000000000002</cx:pt>
          <cx:pt idx="13315">49.990000000000002</cx:pt>
          <cx:pt idx="13316">49.990000000000002</cx:pt>
          <cx:pt idx="13317">49.990000000000002</cx:pt>
          <cx:pt idx="13318">49.990000000000002</cx:pt>
          <cx:pt idx="13319">49.990000000000002</cx:pt>
          <cx:pt idx="13320">49.990000000000002</cx:pt>
          <cx:pt idx="13321">49.990000000000002</cx:pt>
          <cx:pt idx="13322">49.990000000000002</cx:pt>
          <cx:pt idx="13323">49.990000000000002</cx:pt>
          <cx:pt idx="13324">49.990000000000002</cx:pt>
          <cx:pt idx="13325">49.990000000000002</cx:pt>
          <cx:pt idx="13326">49.990000000000002</cx:pt>
          <cx:pt idx="13327">49.990000000000002</cx:pt>
          <cx:pt idx="13328">49.990000000000002</cx:pt>
          <cx:pt idx="13329">49.990000000000002</cx:pt>
          <cx:pt idx="13330">49.990000000000002</cx:pt>
          <cx:pt idx="13331">49.990000000000002</cx:pt>
          <cx:pt idx="13332">49.990000000000002</cx:pt>
          <cx:pt idx="13333">49.990000000000002</cx:pt>
          <cx:pt idx="13334">49.990000000000002</cx:pt>
          <cx:pt idx="13335">49.990000000000002</cx:pt>
          <cx:pt idx="13336">49.990000000000002</cx:pt>
          <cx:pt idx="13337">49.990000000000002</cx:pt>
          <cx:pt idx="13338">49.990000000000002</cx:pt>
          <cx:pt idx="13339">49.990000000000002</cx:pt>
          <cx:pt idx="13340">49.990000000000002</cx:pt>
          <cx:pt idx="13341">49.990000000000002</cx:pt>
          <cx:pt idx="13342">49.990000000000002</cx:pt>
          <cx:pt idx="13343">49.990000000000002</cx:pt>
          <cx:pt idx="13344">49.990000000000002</cx:pt>
          <cx:pt idx="13345">49.990000000000002</cx:pt>
          <cx:pt idx="13346">49.990000000000002</cx:pt>
          <cx:pt idx="13347">49.990000000000002</cx:pt>
          <cx:pt idx="13348">49.990000000000002</cx:pt>
          <cx:pt idx="13349">49.990000000000002</cx:pt>
          <cx:pt idx="13350">49.990000000000002</cx:pt>
          <cx:pt idx="13351">49.990000000000002</cx:pt>
          <cx:pt idx="13352">49.990000000000002</cx:pt>
          <cx:pt idx="13353">49.990000000000002</cx:pt>
          <cx:pt idx="13354">49.990000000000002</cx:pt>
          <cx:pt idx="13355">49.990000000000002</cx:pt>
          <cx:pt idx="13356">49.990000000000002</cx:pt>
          <cx:pt idx="13357">49.990000000000002</cx:pt>
          <cx:pt idx="13358">49.990000000000002</cx:pt>
          <cx:pt idx="13359">49.990000000000002</cx:pt>
          <cx:pt idx="13360">49.990000000000002</cx:pt>
          <cx:pt idx="13361">49.990000000000002</cx:pt>
          <cx:pt idx="13362">49.990000000000002</cx:pt>
          <cx:pt idx="13363">49.990000000000002</cx:pt>
          <cx:pt idx="13364">49.990000000000002</cx:pt>
          <cx:pt idx="13365">49.990000000000002</cx:pt>
          <cx:pt idx="13366">49.990000000000002</cx:pt>
          <cx:pt idx="13367">49.990000000000002</cx:pt>
          <cx:pt idx="13368">49.990000000000002</cx:pt>
          <cx:pt idx="13369">49.990000000000002</cx:pt>
          <cx:pt idx="13370">49.990000000000002</cx:pt>
          <cx:pt idx="13371">49.990000000000002</cx:pt>
          <cx:pt idx="13372">49.990000000000002</cx:pt>
          <cx:pt idx="13373">49.990000000000002</cx:pt>
          <cx:pt idx="13374">49.990000000000002</cx:pt>
          <cx:pt idx="13375">49.990000000000002</cx:pt>
          <cx:pt idx="13376">49.990000000000002</cx:pt>
          <cx:pt idx="13377">49.990000000000002</cx:pt>
          <cx:pt idx="13378">49.990000000000002</cx:pt>
          <cx:pt idx="13379">49.990000000000002</cx:pt>
          <cx:pt idx="13380">49.990000000000002</cx:pt>
          <cx:pt idx="13381">49.990000000000002</cx:pt>
          <cx:pt idx="13382">49.990000000000002</cx:pt>
          <cx:pt idx="13383">49.990000000000002</cx:pt>
          <cx:pt idx="13384">49.990000000000002</cx:pt>
          <cx:pt idx="13385">49.990000000000002</cx:pt>
          <cx:pt idx="13386">49.990000000000002</cx:pt>
          <cx:pt idx="13387">49.990000000000002</cx:pt>
          <cx:pt idx="13388">49.990000000000002</cx:pt>
          <cx:pt idx="13389">49.990000000000002</cx:pt>
          <cx:pt idx="13390">49.990000000000002</cx:pt>
          <cx:pt idx="13391">49.990000000000002</cx:pt>
          <cx:pt idx="13392">49.990000000000002</cx:pt>
          <cx:pt idx="13393">49.990000000000002</cx:pt>
          <cx:pt idx="13394">49.990000000000002</cx:pt>
          <cx:pt idx="13395">49.990000000000002</cx:pt>
          <cx:pt idx="13396">49.990000000000002</cx:pt>
          <cx:pt idx="13397">49.990000000000002</cx:pt>
          <cx:pt idx="13398">49.990000000000002</cx:pt>
          <cx:pt idx="13399">49.990000000000002</cx:pt>
          <cx:pt idx="13400">49.990000000000002</cx:pt>
          <cx:pt idx="13401">49.990000000000002</cx:pt>
          <cx:pt idx="13402">49.990000000000002</cx:pt>
          <cx:pt idx="13403">49.990000000000002</cx:pt>
          <cx:pt idx="13404">49.990000000000002</cx:pt>
          <cx:pt idx="13405">49.990000000000002</cx:pt>
          <cx:pt idx="13406">49.990000000000002</cx:pt>
          <cx:pt idx="13407">49.990000000000002</cx:pt>
          <cx:pt idx="13408">49.990000000000002</cx:pt>
          <cx:pt idx="13409">49.990000000000002</cx:pt>
          <cx:pt idx="13410">49.990000000000002</cx:pt>
          <cx:pt idx="13411">49.990000000000002</cx:pt>
          <cx:pt idx="13412">49.990000000000002</cx:pt>
          <cx:pt idx="13413">49.990000000000002</cx:pt>
          <cx:pt idx="13414">49.990000000000002</cx:pt>
          <cx:pt idx="13415">49.990000000000002</cx:pt>
          <cx:pt idx="13416">49.990000000000002</cx:pt>
          <cx:pt idx="13417">49.990000000000002</cx:pt>
          <cx:pt idx="13418">49.990000000000002</cx:pt>
          <cx:pt idx="13419">49.990000000000002</cx:pt>
          <cx:pt idx="13420">49.990000000000002</cx:pt>
          <cx:pt idx="13421">49.990000000000002</cx:pt>
          <cx:pt idx="13422">49.990000000000002</cx:pt>
          <cx:pt idx="13423">49.990000000000002</cx:pt>
          <cx:pt idx="13424">49.990000000000002</cx:pt>
          <cx:pt idx="13425">49.990000000000002</cx:pt>
          <cx:pt idx="13426">49.990000000000002</cx:pt>
          <cx:pt idx="13427">49.990000000000002</cx:pt>
          <cx:pt idx="13428">49.990000000000002</cx:pt>
          <cx:pt idx="13429">49.990000000000002</cx:pt>
          <cx:pt idx="13430">49.990000000000002</cx:pt>
          <cx:pt idx="13431">49.990000000000002</cx:pt>
          <cx:pt idx="13432">49.990000000000002</cx:pt>
          <cx:pt idx="13433">49.990000000000002</cx:pt>
          <cx:pt idx="13434">49.990000000000002</cx:pt>
          <cx:pt idx="13435">49.990000000000002</cx:pt>
          <cx:pt idx="13436">49.990000000000002</cx:pt>
          <cx:pt idx="13437">49.990000000000002</cx:pt>
          <cx:pt idx="13438">49.990000000000002</cx:pt>
          <cx:pt idx="13439">49.990000000000002</cx:pt>
          <cx:pt idx="13440">49.990000000000002</cx:pt>
          <cx:pt idx="13441">49.990000000000002</cx:pt>
          <cx:pt idx="13442">49.990000000000002</cx:pt>
          <cx:pt idx="13443">49.990000000000002</cx:pt>
          <cx:pt idx="13444">49.990000000000002</cx:pt>
          <cx:pt idx="13445">49.990000000000002</cx:pt>
          <cx:pt idx="13446">49.990000000000002</cx:pt>
          <cx:pt idx="13447">49.990000000000002</cx:pt>
          <cx:pt idx="13448">49.990000000000002</cx:pt>
          <cx:pt idx="13449">49.990000000000002</cx:pt>
          <cx:pt idx="13450">49.990000000000002</cx:pt>
          <cx:pt idx="13451">49.990000000000002</cx:pt>
          <cx:pt idx="13452">49.990000000000002</cx:pt>
          <cx:pt idx="13453">49.990000000000002</cx:pt>
          <cx:pt idx="13454">49.990000000000002</cx:pt>
          <cx:pt idx="13455">49.990000000000002</cx:pt>
          <cx:pt idx="13456">49.990000000000002</cx:pt>
          <cx:pt idx="13457">49.990000000000002</cx:pt>
          <cx:pt idx="13458">49.990000000000002</cx:pt>
          <cx:pt idx="13459">49.990000000000002</cx:pt>
          <cx:pt idx="13460">49.990000000000002</cx:pt>
          <cx:pt idx="13461">49.990000000000002</cx:pt>
          <cx:pt idx="13462">49.990000000000002</cx:pt>
          <cx:pt idx="13463">49.990000000000002</cx:pt>
          <cx:pt idx="13464">49.990000000000002</cx:pt>
          <cx:pt idx="13465">49.990000000000002</cx:pt>
          <cx:pt idx="13466">49.990000000000002</cx:pt>
          <cx:pt idx="13467">49.990000000000002</cx:pt>
          <cx:pt idx="13468">49.990000000000002</cx:pt>
          <cx:pt idx="13469">49.990000000000002</cx:pt>
          <cx:pt idx="13470">49.990000000000002</cx:pt>
          <cx:pt idx="13471">49.990000000000002</cx:pt>
          <cx:pt idx="13472">49.990000000000002</cx:pt>
          <cx:pt idx="13473">49.990000000000002</cx:pt>
          <cx:pt idx="13474">49.990000000000002</cx:pt>
          <cx:pt idx="13475">49.990000000000002</cx:pt>
          <cx:pt idx="13476">49.990000000000002</cx:pt>
          <cx:pt idx="13477">49.990000000000002</cx:pt>
          <cx:pt idx="13478">49.990000000000002</cx:pt>
          <cx:pt idx="13479">49.990000000000002</cx:pt>
          <cx:pt idx="13480">49.990000000000002</cx:pt>
          <cx:pt idx="13481">49.990000000000002</cx:pt>
          <cx:pt idx="13482">49.990000000000002</cx:pt>
          <cx:pt idx="13483">49.990000000000002</cx:pt>
          <cx:pt idx="13484">49.990000000000002</cx:pt>
          <cx:pt idx="13485">49.990000000000002</cx:pt>
          <cx:pt idx="13486">49.990000000000002</cx:pt>
          <cx:pt idx="13487">49.990000000000002</cx:pt>
          <cx:pt idx="13488">49.990000000000002</cx:pt>
          <cx:pt idx="13489">49.990000000000002</cx:pt>
          <cx:pt idx="13490">49.990000000000002</cx:pt>
          <cx:pt idx="13491">49.990000000000002</cx:pt>
          <cx:pt idx="13492">49.990000000000002</cx:pt>
          <cx:pt idx="13493">49.990000000000002</cx:pt>
          <cx:pt idx="13494">49.990000000000002</cx:pt>
          <cx:pt idx="13495">49.990000000000002</cx:pt>
          <cx:pt idx="13496">49.990000000000002</cx:pt>
          <cx:pt idx="13497">49.990000000000002</cx:pt>
          <cx:pt idx="13498">49.990000000000002</cx:pt>
          <cx:pt idx="13499">49.990000000000002</cx:pt>
          <cx:pt idx="13500">49.990000000000002</cx:pt>
          <cx:pt idx="13501">49.990000000000002</cx:pt>
          <cx:pt idx="13502">49.990000000000002</cx:pt>
          <cx:pt idx="13503">49.990000000000002</cx:pt>
          <cx:pt idx="13504">49.990000000000002</cx:pt>
          <cx:pt idx="13505">49.990000000000002</cx:pt>
          <cx:pt idx="13506">49.990000000000002</cx:pt>
          <cx:pt idx="13507">49.990000000000002</cx:pt>
          <cx:pt idx="13508">49.990000000000002</cx:pt>
          <cx:pt idx="13509">49.990000000000002</cx:pt>
          <cx:pt idx="13510">49.990000000000002</cx:pt>
          <cx:pt idx="13511">49.990000000000002</cx:pt>
          <cx:pt idx="13512">49.990000000000002</cx:pt>
          <cx:pt idx="13513">49.990000000000002</cx:pt>
          <cx:pt idx="13514">49.990000000000002</cx:pt>
          <cx:pt idx="13515">49.990000000000002</cx:pt>
          <cx:pt idx="13516">49.990000000000002</cx:pt>
          <cx:pt idx="13517">49.990000000000002</cx:pt>
          <cx:pt idx="13518">49.990000000000002</cx:pt>
          <cx:pt idx="13519">49.990000000000002</cx:pt>
          <cx:pt idx="13520">49.990000000000002</cx:pt>
          <cx:pt idx="13521">49.990000000000002</cx:pt>
          <cx:pt idx="13522">49.990000000000002</cx:pt>
          <cx:pt idx="13523">49.990000000000002</cx:pt>
          <cx:pt idx="13524">49.990000000000002</cx:pt>
          <cx:pt idx="13525">49.990000000000002</cx:pt>
          <cx:pt idx="13526">49.990000000000002</cx:pt>
          <cx:pt idx="13527">49.990000000000002</cx:pt>
          <cx:pt idx="13528">49.990000000000002</cx:pt>
          <cx:pt idx="13529">49.990000000000002</cx:pt>
          <cx:pt idx="13530">49.990000000000002</cx:pt>
          <cx:pt idx="13531">49.990000000000002</cx:pt>
          <cx:pt idx="13532">49.990000000000002</cx:pt>
          <cx:pt idx="13533">49.990000000000002</cx:pt>
          <cx:pt idx="13534">49.990000000000002</cx:pt>
          <cx:pt idx="13535">49.990000000000002</cx:pt>
          <cx:pt idx="13536">49.990000000000002</cx:pt>
          <cx:pt idx="13537">49.990000000000002</cx:pt>
          <cx:pt idx="13538">49.990000000000002</cx:pt>
          <cx:pt idx="13539">49.990000000000002</cx:pt>
          <cx:pt idx="13540">49.990000000000002</cx:pt>
          <cx:pt idx="13541">49.990000000000002</cx:pt>
          <cx:pt idx="13542">49.990000000000002</cx:pt>
          <cx:pt idx="13543">49.990000000000002</cx:pt>
          <cx:pt idx="13544">49.990000000000002</cx:pt>
          <cx:pt idx="13545">49.990000000000002</cx:pt>
          <cx:pt idx="13546">49.990000000000002</cx:pt>
          <cx:pt idx="13547">49.990000000000002</cx:pt>
          <cx:pt idx="13548">49.990000000000002</cx:pt>
          <cx:pt idx="13549">49.990000000000002</cx:pt>
          <cx:pt idx="13550">49.990000000000002</cx:pt>
          <cx:pt idx="13551">49.990000000000002</cx:pt>
          <cx:pt idx="13552">49.990000000000002</cx:pt>
          <cx:pt idx="13553">49.990000000000002</cx:pt>
          <cx:pt idx="13554">49.990000000000002</cx:pt>
          <cx:pt idx="13555">49.990000000000002</cx:pt>
          <cx:pt idx="13556">49.990000000000002</cx:pt>
          <cx:pt idx="13557">49.990000000000002</cx:pt>
          <cx:pt idx="13558">49.990000000000002</cx:pt>
          <cx:pt idx="13559">49.990000000000002</cx:pt>
          <cx:pt idx="13560">49.990000000000002</cx:pt>
          <cx:pt idx="13561">49.990000000000002</cx:pt>
          <cx:pt idx="13562">49.990000000000002</cx:pt>
          <cx:pt idx="13563">49.990000000000002</cx:pt>
          <cx:pt idx="13564">49.990000000000002</cx:pt>
          <cx:pt idx="13565">49.990000000000002</cx:pt>
          <cx:pt idx="13566">49.990000000000002</cx:pt>
          <cx:pt idx="13567">49.990000000000002</cx:pt>
          <cx:pt idx="13568">49.990000000000002</cx:pt>
          <cx:pt idx="13569">49.990000000000002</cx:pt>
          <cx:pt idx="13570">49.990000000000002</cx:pt>
          <cx:pt idx="13571">49.990000000000002</cx:pt>
          <cx:pt idx="13572">49.990000000000002</cx:pt>
          <cx:pt idx="13573">49.990000000000002</cx:pt>
          <cx:pt idx="13574">49.990000000000002</cx:pt>
          <cx:pt idx="13575">49.990000000000002</cx:pt>
          <cx:pt idx="13576">49.990000000000002</cx:pt>
          <cx:pt idx="13577">49.990000000000002</cx:pt>
          <cx:pt idx="13578">49.990000000000002</cx:pt>
          <cx:pt idx="13579">49.990000000000002</cx:pt>
          <cx:pt idx="13580">49.990000000000002</cx:pt>
          <cx:pt idx="13581">49.990000000000002</cx:pt>
          <cx:pt idx="13582">49.990000000000002</cx:pt>
          <cx:pt idx="13583">49.990000000000002</cx:pt>
          <cx:pt idx="13584">49.990000000000002</cx:pt>
          <cx:pt idx="13585">49.990000000000002</cx:pt>
          <cx:pt idx="13586">49.990000000000002</cx:pt>
          <cx:pt idx="13587">49.990000000000002</cx:pt>
          <cx:pt idx="13588">49.990000000000002</cx:pt>
          <cx:pt idx="13589">49.990000000000002</cx:pt>
          <cx:pt idx="13590">49.990000000000002</cx:pt>
          <cx:pt idx="13591">49.990000000000002</cx:pt>
          <cx:pt idx="13592">49.990000000000002</cx:pt>
          <cx:pt idx="13593">49.990000000000002</cx:pt>
          <cx:pt idx="13594">49.990000000000002</cx:pt>
          <cx:pt idx="13595">49.990000000000002</cx:pt>
          <cx:pt idx="13596">49.990000000000002</cx:pt>
          <cx:pt idx="13597">49.990000000000002</cx:pt>
          <cx:pt idx="13598">49.990000000000002</cx:pt>
          <cx:pt idx="13599">49.990000000000002</cx:pt>
          <cx:pt idx="13600">49.990000000000002</cx:pt>
          <cx:pt idx="13601">49.990000000000002</cx:pt>
          <cx:pt idx="13602">49.990000000000002</cx:pt>
          <cx:pt idx="13603">49.990000000000002</cx:pt>
          <cx:pt idx="13604">49.990000000000002</cx:pt>
          <cx:pt idx="13605">49.990000000000002</cx:pt>
          <cx:pt idx="13606">49.990000000000002</cx:pt>
          <cx:pt idx="13607">49.990000000000002</cx:pt>
          <cx:pt idx="13608">49.990000000000002</cx:pt>
          <cx:pt idx="13609">49.990000000000002</cx:pt>
          <cx:pt idx="13610">49.990000000000002</cx:pt>
          <cx:pt idx="13611">49.990000000000002</cx:pt>
          <cx:pt idx="13612">49.990000000000002</cx:pt>
          <cx:pt idx="13613">49.990000000000002</cx:pt>
          <cx:pt idx="13614">49.990000000000002</cx:pt>
          <cx:pt idx="13615">49.990000000000002</cx:pt>
          <cx:pt idx="13616">49.990000000000002</cx:pt>
          <cx:pt idx="13617">49.990000000000002</cx:pt>
          <cx:pt idx="13618">49.990000000000002</cx:pt>
          <cx:pt idx="13619">49.990000000000002</cx:pt>
          <cx:pt idx="13620">49.990000000000002</cx:pt>
          <cx:pt idx="13621">49.990000000000002</cx:pt>
          <cx:pt idx="13622">49.990000000000002</cx:pt>
          <cx:pt idx="13623">49.990000000000002</cx:pt>
          <cx:pt idx="13624">49.990000000000002</cx:pt>
          <cx:pt idx="13625">49.990000000000002</cx:pt>
          <cx:pt idx="13626">49.990000000000002</cx:pt>
          <cx:pt idx="13627">49.990000000000002</cx:pt>
          <cx:pt idx="13628">49.990000000000002</cx:pt>
          <cx:pt idx="13629">49.990000000000002</cx:pt>
          <cx:pt idx="13630">49.990000000000002</cx:pt>
          <cx:pt idx="13631">49.990000000000002</cx:pt>
          <cx:pt idx="13632">49.990000000000002</cx:pt>
          <cx:pt idx="13633">49.990000000000002</cx:pt>
          <cx:pt idx="13634">49.990000000000002</cx:pt>
          <cx:pt idx="13635">49.990000000000002</cx:pt>
          <cx:pt idx="13636">49.990000000000002</cx:pt>
          <cx:pt idx="13637">49.990000000000002</cx:pt>
          <cx:pt idx="13638">49.990000000000002</cx:pt>
          <cx:pt idx="13639">49.990000000000002</cx:pt>
          <cx:pt idx="13640">49.990000000000002</cx:pt>
          <cx:pt idx="13641">49.990000000000002</cx:pt>
          <cx:pt idx="13642">49.990000000000002</cx:pt>
          <cx:pt idx="13643">49.990000000000002</cx:pt>
          <cx:pt idx="13644">49.990000000000002</cx:pt>
          <cx:pt idx="13645">49.990000000000002</cx:pt>
          <cx:pt idx="13646">49.990000000000002</cx:pt>
          <cx:pt idx="13647">49.990000000000002</cx:pt>
          <cx:pt idx="13648">49.990000000000002</cx:pt>
          <cx:pt idx="13649">49.990000000000002</cx:pt>
          <cx:pt idx="13650">49.990000000000002</cx:pt>
          <cx:pt idx="13651">49.990000000000002</cx:pt>
          <cx:pt idx="13652">49.990000000000002</cx:pt>
          <cx:pt idx="13653">49.990000000000002</cx:pt>
          <cx:pt idx="13654">49.990000000000002</cx:pt>
          <cx:pt idx="13655">49.990000000000002</cx:pt>
          <cx:pt idx="13656">49.990000000000002</cx:pt>
          <cx:pt idx="13657">49.990000000000002</cx:pt>
          <cx:pt idx="13658">49.990000000000002</cx:pt>
          <cx:pt idx="13659">49.990000000000002</cx:pt>
          <cx:pt idx="13660">49.990000000000002</cx:pt>
          <cx:pt idx="13661">49.990000000000002</cx:pt>
          <cx:pt idx="13662">49.990000000000002</cx:pt>
          <cx:pt idx="13663">49.990000000000002</cx:pt>
          <cx:pt idx="13664">49.990000000000002</cx:pt>
          <cx:pt idx="13665">49.990000000000002</cx:pt>
          <cx:pt idx="13666">49.990000000000002</cx:pt>
          <cx:pt idx="13667">49.990000000000002</cx:pt>
          <cx:pt idx="13668">49.990000000000002</cx:pt>
          <cx:pt idx="13669">49.990000000000002</cx:pt>
          <cx:pt idx="13670">49.990000000000002</cx:pt>
          <cx:pt idx="13671">49.990000000000002</cx:pt>
          <cx:pt idx="13672">49.990000000000002</cx:pt>
          <cx:pt idx="13673">49.990000000000002</cx:pt>
          <cx:pt idx="13674">49.990000000000002</cx:pt>
          <cx:pt idx="13675">49.990000000000002</cx:pt>
          <cx:pt idx="13676">49.990000000000002</cx:pt>
          <cx:pt idx="13677">49.990000000000002</cx:pt>
          <cx:pt idx="13678">49.990000000000002</cx:pt>
          <cx:pt idx="13679">49.990000000000002</cx:pt>
          <cx:pt idx="13680">49.990000000000002</cx:pt>
          <cx:pt idx="13681">49.990000000000002</cx:pt>
          <cx:pt idx="13682">49.990000000000002</cx:pt>
          <cx:pt idx="13683">49.990000000000002</cx:pt>
          <cx:pt idx="13684">49.990000000000002</cx:pt>
          <cx:pt idx="13685">49.990000000000002</cx:pt>
          <cx:pt idx="13686">49.990000000000002</cx:pt>
          <cx:pt idx="13687">49.990000000000002</cx:pt>
          <cx:pt idx="13688">49.990000000000002</cx:pt>
          <cx:pt idx="13689">49.990000000000002</cx:pt>
          <cx:pt idx="13690">49.990000000000002</cx:pt>
          <cx:pt idx="13691">49.990000000000002</cx:pt>
          <cx:pt idx="13692">49.990000000000002</cx:pt>
          <cx:pt idx="13693">49.990000000000002</cx:pt>
          <cx:pt idx="13694">49.990000000000002</cx:pt>
          <cx:pt idx="13695">49.990000000000002</cx:pt>
          <cx:pt idx="13696">49.990000000000002</cx:pt>
          <cx:pt idx="13697">49.990000000000002</cx:pt>
          <cx:pt idx="13698">49.990000000000002</cx:pt>
          <cx:pt idx="13699">49.990000000000002</cx:pt>
          <cx:pt idx="13700">49.990000000000002</cx:pt>
          <cx:pt idx="13701">49.990000000000002</cx:pt>
          <cx:pt idx="13702">49.990000000000002</cx:pt>
          <cx:pt idx="13703">49.990000000000002</cx:pt>
          <cx:pt idx="13704">49.990000000000002</cx:pt>
          <cx:pt idx="13705">49.990000000000002</cx:pt>
          <cx:pt idx="13706">49.990000000000002</cx:pt>
          <cx:pt idx="13707">49.990000000000002</cx:pt>
          <cx:pt idx="13708">49.990000000000002</cx:pt>
          <cx:pt idx="13709">49.990000000000002</cx:pt>
          <cx:pt idx="13710">49.990000000000002</cx:pt>
          <cx:pt idx="13711">49.990000000000002</cx:pt>
          <cx:pt idx="13712">49.990000000000002</cx:pt>
          <cx:pt idx="13713">49.990000000000002</cx:pt>
          <cx:pt idx="13714">49.990000000000002</cx:pt>
          <cx:pt idx="13715">49.990000000000002</cx:pt>
          <cx:pt idx="13716">49.990000000000002</cx:pt>
          <cx:pt idx="13717">49.990000000000002</cx:pt>
          <cx:pt idx="13718">49.990000000000002</cx:pt>
          <cx:pt idx="13719">49.990000000000002</cx:pt>
          <cx:pt idx="13720">49.990000000000002</cx:pt>
          <cx:pt idx="13721">49.990000000000002</cx:pt>
          <cx:pt idx="13722">49.990000000000002</cx:pt>
          <cx:pt idx="13723">49.990000000000002</cx:pt>
          <cx:pt idx="13724">49.990000000000002</cx:pt>
          <cx:pt idx="13725">49.990000000000002</cx:pt>
          <cx:pt idx="13726">49.990000000000002</cx:pt>
          <cx:pt idx="13727">49.990000000000002</cx:pt>
          <cx:pt idx="13728">49.990000000000002</cx:pt>
          <cx:pt idx="13729">49.990000000000002</cx:pt>
          <cx:pt idx="13730">49.990000000000002</cx:pt>
          <cx:pt idx="13731">49.990000000000002</cx:pt>
          <cx:pt idx="13732">49.990000000000002</cx:pt>
          <cx:pt idx="13733">49.990000000000002</cx:pt>
          <cx:pt idx="13734">49.990000000000002</cx:pt>
          <cx:pt idx="13735">49.990000000000002</cx:pt>
          <cx:pt idx="13736">49.990000000000002</cx:pt>
          <cx:pt idx="13737">49.990000000000002</cx:pt>
          <cx:pt idx="13738">49.990000000000002</cx:pt>
          <cx:pt idx="13739">49.990000000000002</cx:pt>
          <cx:pt idx="13740">49.990000000000002</cx:pt>
          <cx:pt idx="13741">49.990000000000002</cx:pt>
          <cx:pt idx="13742">49.990000000000002</cx:pt>
          <cx:pt idx="13743">49.990000000000002</cx:pt>
          <cx:pt idx="13744">49.990000000000002</cx:pt>
          <cx:pt idx="13745">49.990000000000002</cx:pt>
          <cx:pt idx="13746">49.990000000000002</cx:pt>
          <cx:pt idx="13747">49.990000000000002</cx:pt>
          <cx:pt idx="13748">49.990000000000002</cx:pt>
          <cx:pt idx="13749">49.990000000000002</cx:pt>
          <cx:pt idx="13750">49.990000000000002</cx:pt>
          <cx:pt idx="13751">49.990000000000002</cx:pt>
          <cx:pt idx="13752">49.990000000000002</cx:pt>
          <cx:pt idx="13753">49.990000000000002</cx:pt>
          <cx:pt idx="13754">49.990000000000002</cx:pt>
          <cx:pt idx="13755">49.990000000000002</cx:pt>
          <cx:pt idx="13756">49.990000000000002</cx:pt>
          <cx:pt idx="13757">49.990000000000002</cx:pt>
          <cx:pt idx="13758">49.990000000000002</cx:pt>
          <cx:pt idx="13759">49.990000000000002</cx:pt>
          <cx:pt idx="13760">49.990000000000002</cx:pt>
          <cx:pt idx="13761">49.990000000000002</cx:pt>
          <cx:pt idx="13762">49.990000000000002</cx:pt>
          <cx:pt idx="13763">49.990000000000002</cx:pt>
          <cx:pt idx="13764">49.990000000000002</cx:pt>
          <cx:pt idx="13765">49.990000000000002</cx:pt>
          <cx:pt idx="13766">49.990000000000002</cx:pt>
          <cx:pt idx="13767">49.990000000000002</cx:pt>
          <cx:pt idx="13768">49.990000000000002</cx:pt>
          <cx:pt idx="13769">49.990000000000002</cx:pt>
          <cx:pt idx="13770">49.990000000000002</cx:pt>
          <cx:pt idx="13771">49.990000000000002</cx:pt>
          <cx:pt idx="13772">49.990000000000002</cx:pt>
          <cx:pt idx="13773">49.990000000000002</cx:pt>
          <cx:pt idx="13774">49.990000000000002</cx:pt>
          <cx:pt idx="13775">49.990000000000002</cx:pt>
          <cx:pt idx="13776">49.990000000000002</cx:pt>
          <cx:pt idx="13777">49.990000000000002</cx:pt>
          <cx:pt idx="13778">49.990000000000002</cx:pt>
          <cx:pt idx="13779">49.990000000000002</cx:pt>
          <cx:pt idx="13780">49.990000000000002</cx:pt>
          <cx:pt idx="13781">49.990000000000002</cx:pt>
          <cx:pt idx="13782">49.990000000000002</cx:pt>
          <cx:pt idx="13783">49.990000000000002</cx:pt>
          <cx:pt idx="13784">49.990000000000002</cx:pt>
          <cx:pt idx="13785">49.990000000000002</cx:pt>
          <cx:pt idx="13786">49.990000000000002</cx:pt>
          <cx:pt idx="13787">49.990000000000002</cx:pt>
          <cx:pt idx="13788">49.990000000000002</cx:pt>
          <cx:pt idx="13789">49.990000000000002</cx:pt>
          <cx:pt idx="13790">49.990000000000002</cx:pt>
          <cx:pt idx="13791">49.990000000000002</cx:pt>
          <cx:pt idx="13792">49.990000000000002</cx:pt>
          <cx:pt idx="13793">49.990000000000002</cx:pt>
          <cx:pt idx="13794">49.990000000000002</cx:pt>
          <cx:pt idx="13795">49.990000000000002</cx:pt>
          <cx:pt idx="13796">49.990000000000002</cx:pt>
          <cx:pt idx="13797">49.990000000000002</cx:pt>
          <cx:pt idx="13798">49.990000000000002</cx:pt>
          <cx:pt idx="13799">49.990000000000002</cx:pt>
          <cx:pt idx="13800">49.990000000000002</cx:pt>
          <cx:pt idx="13801">49.990000000000002</cx:pt>
          <cx:pt idx="13802">49.990000000000002</cx:pt>
          <cx:pt idx="13803">49.990000000000002</cx:pt>
          <cx:pt idx="13804">49.990000000000002</cx:pt>
          <cx:pt idx="13805">49.990000000000002</cx:pt>
          <cx:pt idx="13806">49.990000000000002</cx:pt>
          <cx:pt idx="13807">49.990000000000002</cx:pt>
          <cx:pt idx="13808">49.990000000000002</cx:pt>
          <cx:pt idx="13809">49.990000000000002</cx:pt>
          <cx:pt idx="13810">49.990000000000002</cx:pt>
          <cx:pt idx="13811">49.990000000000002</cx:pt>
          <cx:pt idx="13812">49.990000000000002</cx:pt>
          <cx:pt idx="13813">49.990000000000002</cx:pt>
          <cx:pt idx="13814">49.990000000000002</cx:pt>
          <cx:pt idx="13815">49.990000000000002</cx:pt>
          <cx:pt idx="13816">49.990000000000002</cx:pt>
          <cx:pt idx="13817">49.990000000000002</cx:pt>
          <cx:pt idx="13818">49.990000000000002</cx:pt>
          <cx:pt idx="13819">49.990000000000002</cx:pt>
          <cx:pt idx="13820">49.990000000000002</cx:pt>
          <cx:pt idx="13821">49.990000000000002</cx:pt>
          <cx:pt idx="13822">49.990000000000002</cx:pt>
          <cx:pt idx="13823">49.990000000000002</cx:pt>
          <cx:pt idx="13824">49.990000000000002</cx:pt>
          <cx:pt idx="13825">49.990000000000002</cx:pt>
          <cx:pt idx="13826">49.990000000000002</cx:pt>
          <cx:pt idx="13827">49.990000000000002</cx:pt>
          <cx:pt idx="13828">49.990000000000002</cx:pt>
          <cx:pt idx="13829">49.990000000000002</cx:pt>
          <cx:pt idx="13830">49.990000000000002</cx:pt>
          <cx:pt idx="13831">49.990000000000002</cx:pt>
          <cx:pt idx="13832">49.990000000000002</cx:pt>
          <cx:pt idx="13833">49.990000000000002</cx:pt>
          <cx:pt idx="13834">49.990000000000002</cx:pt>
          <cx:pt idx="13835">49.990000000000002</cx:pt>
          <cx:pt idx="13836">49.990000000000002</cx:pt>
          <cx:pt idx="13837">49.990000000000002</cx:pt>
          <cx:pt idx="13838">49.990000000000002</cx:pt>
          <cx:pt idx="13839">49.990000000000002</cx:pt>
          <cx:pt idx="13840">49.990000000000002</cx:pt>
          <cx:pt idx="13841">49.990000000000002</cx:pt>
          <cx:pt idx="13842">49.990000000000002</cx:pt>
          <cx:pt idx="13843">49.990000000000002</cx:pt>
          <cx:pt idx="13844">49.990000000000002</cx:pt>
          <cx:pt idx="13845">49.990000000000002</cx:pt>
          <cx:pt idx="13846">49.990000000000002</cx:pt>
          <cx:pt idx="13847">49.990000000000002</cx:pt>
          <cx:pt idx="13848">49.990000000000002</cx:pt>
          <cx:pt idx="13849">49.990000000000002</cx:pt>
          <cx:pt idx="13850">49.990000000000002</cx:pt>
          <cx:pt idx="13851">49.990000000000002</cx:pt>
          <cx:pt idx="13852">49.990000000000002</cx:pt>
          <cx:pt idx="13853">49.990000000000002</cx:pt>
          <cx:pt idx="13854">49.990000000000002</cx:pt>
          <cx:pt idx="13855">49.990000000000002</cx:pt>
          <cx:pt idx="13856">49.990000000000002</cx:pt>
          <cx:pt idx="13857">49.990000000000002</cx:pt>
          <cx:pt idx="13858">49.990000000000002</cx:pt>
          <cx:pt idx="13859">49.990000000000002</cx:pt>
          <cx:pt idx="13860">49.990000000000002</cx:pt>
          <cx:pt idx="13861">49.990000000000002</cx:pt>
          <cx:pt idx="13862">49.990000000000002</cx:pt>
          <cx:pt idx="13863">49.990000000000002</cx:pt>
          <cx:pt idx="13864">49.990000000000002</cx:pt>
          <cx:pt idx="13865">49.990000000000002</cx:pt>
          <cx:pt idx="13866">49.990000000000002</cx:pt>
          <cx:pt idx="13867">49.990000000000002</cx:pt>
          <cx:pt idx="13868">49.990000000000002</cx:pt>
          <cx:pt idx="13869">49.990000000000002</cx:pt>
          <cx:pt idx="13870">49.990000000000002</cx:pt>
          <cx:pt idx="13871">49.990000000000002</cx:pt>
          <cx:pt idx="13872">49.990000000000002</cx:pt>
          <cx:pt idx="13873">49.990000000000002</cx:pt>
          <cx:pt idx="13874">49.990000000000002</cx:pt>
          <cx:pt idx="13875">49.990000000000002</cx:pt>
          <cx:pt idx="13876">49.990000000000002</cx:pt>
          <cx:pt idx="13877">49.990000000000002</cx:pt>
          <cx:pt idx="13878">49.990000000000002</cx:pt>
          <cx:pt idx="13879">49.990000000000002</cx:pt>
          <cx:pt idx="13880">49.990000000000002</cx:pt>
          <cx:pt idx="13881">49.990000000000002</cx:pt>
          <cx:pt idx="13882">49.990000000000002</cx:pt>
          <cx:pt idx="13883">49.990000000000002</cx:pt>
          <cx:pt idx="13884">49.990000000000002</cx:pt>
          <cx:pt idx="13885">49.990000000000002</cx:pt>
          <cx:pt idx="13886">49.990000000000002</cx:pt>
          <cx:pt idx="13887">49.990000000000002</cx:pt>
          <cx:pt idx="13888">49.990000000000002</cx:pt>
          <cx:pt idx="13889">49.990000000000002</cx:pt>
          <cx:pt idx="13890">49.990000000000002</cx:pt>
          <cx:pt idx="13891">49.990000000000002</cx:pt>
          <cx:pt idx="13892">49.990000000000002</cx:pt>
          <cx:pt idx="13893">49.990000000000002</cx:pt>
          <cx:pt idx="13894">49.990000000000002</cx:pt>
          <cx:pt idx="13895">49.990000000000002</cx:pt>
          <cx:pt idx="13896">49.990000000000002</cx:pt>
          <cx:pt idx="13897">49.990000000000002</cx:pt>
          <cx:pt idx="13898">49.990000000000002</cx:pt>
          <cx:pt idx="13899">49.990000000000002</cx:pt>
          <cx:pt idx="13900">49.990000000000002</cx:pt>
          <cx:pt idx="13901">49.990000000000002</cx:pt>
          <cx:pt idx="13902">49.990000000000002</cx:pt>
          <cx:pt idx="13903">49.990000000000002</cx:pt>
          <cx:pt idx="13904">49.990000000000002</cx:pt>
          <cx:pt idx="13905">49.990000000000002</cx:pt>
          <cx:pt idx="13906">49.990000000000002</cx:pt>
          <cx:pt idx="13907">49.990000000000002</cx:pt>
          <cx:pt idx="13908">49.990000000000002</cx:pt>
          <cx:pt idx="13909">49.990000000000002</cx:pt>
          <cx:pt idx="13910">49.990000000000002</cx:pt>
          <cx:pt idx="13911">49.990000000000002</cx:pt>
          <cx:pt idx="13912">49.990000000000002</cx:pt>
          <cx:pt idx="13913">49.990000000000002</cx:pt>
          <cx:pt idx="13914">49.990000000000002</cx:pt>
          <cx:pt idx="13915">49.990000000000002</cx:pt>
          <cx:pt idx="13916">49.990000000000002</cx:pt>
          <cx:pt idx="13917">49.990000000000002</cx:pt>
          <cx:pt idx="13918">49.990000000000002</cx:pt>
          <cx:pt idx="13919">49.990000000000002</cx:pt>
          <cx:pt idx="13920">49.990000000000002</cx:pt>
          <cx:pt idx="13921">49.990000000000002</cx:pt>
          <cx:pt idx="13922">49.990000000000002</cx:pt>
          <cx:pt idx="13923">49.990000000000002</cx:pt>
          <cx:pt idx="13924">49.990000000000002</cx:pt>
          <cx:pt idx="13925">49.990000000000002</cx:pt>
          <cx:pt idx="13926">49.990000000000002</cx:pt>
          <cx:pt idx="13927">49.990000000000002</cx:pt>
          <cx:pt idx="13928">49.990000000000002</cx:pt>
          <cx:pt idx="13929">49.990000000000002</cx:pt>
          <cx:pt idx="13930">49.990000000000002</cx:pt>
          <cx:pt idx="13931">49.990000000000002</cx:pt>
          <cx:pt idx="13932">49.990000000000002</cx:pt>
          <cx:pt idx="13933">49.990000000000002</cx:pt>
          <cx:pt idx="13934">49.990000000000002</cx:pt>
          <cx:pt idx="13935">49.990000000000002</cx:pt>
          <cx:pt idx="13936">49.990000000000002</cx:pt>
          <cx:pt idx="13937">49.990000000000002</cx:pt>
          <cx:pt idx="13938">49.990000000000002</cx:pt>
          <cx:pt idx="13939">49.990000000000002</cx:pt>
          <cx:pt idx="13940">49.990000000000002</cx:pt>
          <cx:pt idx="13941">49.990000000000002</cx:pt>
          <cx:pt idx="13942">49.990000000000002</cx:pt>
          <cx:pt idx="13943">49.990000000000002</cx:pt>
          <cx:pt idx="13944">49.990000000000002</cx:pt>
          <cx:pt idx="13945">49.990000000000002</cx:pt>
          <cx:pt idx="13946">49.990000000000002</cx:pt>
          <cx:pt idx="13947">49.990000000000002</cx:pt>
          <cx:pt idx="13948">49.990000000000002</cx:pt>
          <cx:pt idx="13949">49.990000000000002</cx:pt>
          <cx:pt idx="13950">49.990000000000002</cx:pt>
          <cx:pt idx="13951">49.990000000000002</cx:pt>
          <cx:pt idx="13952">49.990000000000002</cx:pt>
          <cx:pt idx="13953">49.990000000000002</cx:pt>
          <cx:pt idx="13954">49.990000000000002</cx:pt>
          <cx:pt idx="13955">49.990000000000002</cx:pt>
          <cx:pt idx="13956">49.990000000000002</cx:pt>
          <cx:pt idx="13957">49.990000000000002</cx:pt>
          <cx:pt idx="13958">49.990000000000002</cx:pt>
          <cx:pt idx="13959">49.990000000000002</cx:pt>
          <cx:pt idx="13960">49.990000000000002</cx:pt>
          <cx:pt idx="13961">49.990000000000002</cx:pt>
          <cx:pt idx="13962">49.990000000000002</cx:pt>
          <cx:pt idx="13963">49.990000000000002</cx:pt>
          <cx:pt idx="13964">49.990000000000002</cx:pt>
          <cx:pt idx="13965">49.990000000000002</cx:pt>
          <cx:pt idx="13966">49.990000000000002</cx:pt>
          <cx:pt idx="13967">49.990000000000002</cx:pt>
          <cx:pt idx="13968">49.990000000000002</cx:pt>
          <cx:pt idx="13969">49.990000000000002</cx:pt>
          <cx:pt idx="13970">49.990000000000002</cx:pt>
          <cx:pt idx="13971">49.990000000000002</cx:pt>
          <cx:pt idx="13972">49.990000000000002</cx:pt>
          <cx:pt idx="13973">49.990000000000002</cx:pt>
          <cx:pt idx="13974">49.990000000000002</cx:pt>
          <cx:pt idx="13975">49.990000000000002</cx:pt>
          <cx:pt idx="13976">49.990000000000002</cx:pt>
          <cx:pt idx="13977">49.990000000000002</cx:pt>
          <cx:pt idx="13978">49.990000000000002</cx:pt>
          <cx:pt idx="13979">49.990000000000002</cx:pt>
          <cx:pt idx="13980">49.990000000000002</cx:pt>
          <cx:pt idx="13981">49.990000000000002</cx:pt>
          <cx:pt idx="13982">49.990000000000002</cx:pt>
          <cx:pt idx="13983">49.990000000000002</cx:pt>
          <cx:pt idx="13984">49.990000000000002</cx:pt>
          <cx:pt idx="13985">49.990000000000002</cx:pt>
          <cx:pt idx="13986">49.990000000000002</cx:pt>
          <cx:pt idx="13987">49.990000000000002</cx:pt>
          <cx:pt idx="13988">49.990000000000002</cx:pt>
          <cx:pt idx="13989">49.990000000000002</cx:pt>
          <cx:pt idx="13990">49.990000000000002</cx:pt>
          <cx:pt idx="13991">49.990000000000002</cx:pt>
          <cx:pt idx="13992">49.990000000000002</cx:pt>
          <cx:pt idx="13993">49.990000000000002</cx:pt>
          <cx:pt idx="13994">49.990000000000002</cx:pt>
          <cx:pt idx="13995">49.990000000000002</cx:pt>
          <cx:pt idx="13996">49.990000000000002</cx:pt>
          <cx:pt idx="13997">49.990000000000002</cx:pt>
          <cx:pt idx="13998">49.990000000000002</cx:pt>
          <cx:pt idx="13999">49.990000000000002</cx:pt>
          <cx:pt idx="14000">49.990000000000002</cx:pt>
          <cx:pt idx="14001">49.990000000000002</cx:pt>
          <cx:pt idx="14002">49.990000000000002</cx:pt>
          <cx:pt idx="14003">49.990000000000002</cx:pt>
          <cx:pt idx="14004">49.990000000000002</cx:pt>
          <cx:pt idx="14005">49.990000000000002</cx:pt>
          <cx:pt idx="14006">49.990000000000002</cx:pt>
          <cx:pt idx="14007">49.990000000000002</cx:pt>
          <cx:pt idx="14008">49.990000000000002</cx:pt>
          <cx:pt idx="14009">49.990000000000002</cx:pt>
          <cx:pt idx="14010">49.990000000000002</cx:pt>
          <cx:pt idx="14011">49.990000000000002</cx:pt>
          <cx:pt idx="14012">49.990000000000002</cx:pt>
          <cx:pt idx="14013">49.990000000000002</cx:pt>
          <cx:pt idx="14014">49.990000000000002</cx:pt>
          <cx:pt idx="14015">49.990000000000002</cx:pt>
          <cx:pt idx="14016">49.990000000000002</cx:pt>
          <cx:pt idx="14017">49.990000000000002</cx:pt>
          <cx:pt idx="14018">49.990000000000002</cx:pt>
          <cx:pt idx="14019">49.990000000000002</cx:pt>
          <cx:pt idx="14020">49.990000000000002</cx:pt>
          <cx:pt idx="14021">49.990000000000002</cx:pt>
          <cx:pt idx="14022">49.990000000000002</cx:pt>
          <cx:pt idx="14023">49.990000000000002</cx:pt>
          <cx:pt idx="14024">49.990000000000002</cx:pt>
          <cx:pt idx="14025">49.990000000000002</cx:pt>
          <cx:pt idx="14026">49.990000000000002</cx:pt>
          <cx:pt idx="14027">49.990000000000002</cx:pt>
          <cx:pt idx="14028">49.990000000000002</cx:pt>
          <cx:pt idx="14029">49.990000000000002</cx:pt>
          <cx:pt idx="14030">49.990000000000002</cx:pt>
          <cx:pt idx="14031">49.990000000000002</cx:pt>
          <cx:pt idx="14032">49.990000000000002</cx:pt>
          <cx:pt idx="14033">49.990000000000002</cx:pt>
          <cx:pt idx="14034">49.990000000000002</cx:pt>
          <cx:pt idx="14035">49.990000000000002</cx:pt>
          <cx:pt idx="14036">49.990000000000002</cx:pt>
          <cx:pt idx="14037">49.990000000000002</cx:pt>
          <cx:pt idx="14038">49.990000000000002</cx:pt>
          <cx:pt idx="14039">49.990000000000002</cx:pt>
          <cx:pt idx="14040">49.990000000000002</cx:pt>
          <cx:pt idx="14041">49.990000000000002</cx:pt>
          <cx:pt idx="14042">49.990000000000002</cx:pt>
          <cx:pt idx="14043">49.990000000000002</cx:pt>
          <cx:pt idx="14044">49.990000000000002</cx:pt>
          <cx:pt idx="14045">49.990000000000002</cx:pt>
          <cx:pt idx="14046">49.990000000000002</cx:pt>
          <cx:pt idx="14047">49.990000000000002</cx:pt>
          <cx:pt idx="14048">49.990000000000002</cx:pt>
          <cx:pt idx="14049">49.990000000000002</cx:pt>
          <cx:pt idx="14050">49.990000000000002</cx:pt>
          <cx:pt idx="14051">49.990000000000002</cx:pt>
          <cx:pt idx="14052">49.990000000000002</cx:pt>
          <cx:pt idx="14053">49.990000000000002</cx:pt>
          <cx:pt idx="14054">49.990000000000002</cx:pt>
          <cx:pt idx="14055">49.990000000000002</cx:pt>
          <cx:pt idx="14056">49.990000000000002</cx:pt>
          <cx:pt idx="14057">49.990000000000002</cx:pt>
          <cx:pt idx="14058">49.990000000000002</cx:pt>
          <cx:pt idx="14059">49.990000000000002</cx:pt>
          <cx:pt idx="14060">49.990000000000002</cx:pt>
          <cx:pt idx="14061">49.990000000000002</cx:pt>
          <cx:pt idx="14062">49.990000000000002</cx:pt>
          <cx:pt idx="14063">49.990000000000002</cx:pt>
          <cx:pt idx="14064">49.990000000000002</cx:pt>
          <cx:pt idx="14065">49.990000000000002</cx:pt>
          <cx:pt idx="14066">49.990000000000002</cx:pt>
          <cx:pt idx="14067">49.990000000000002</cx:pt>
          <cx:pt idx="14068">49.990000000000002</cx:pt>
          <cx:pt idx="14069">49.990000000000002</cx:pt>
          <cx:pt idx="14070">49.990000000000002</cx:pt>
          <cx:pt idx="14071">49.990000000000002</cx:pt>
          <cx:pt idx="14072">49.990000000000002</cx:pt>
          <cx:pt idx="14073">49.990000000000002</cx:pt>
          <cx:pt idx="14074">49.990000000000002</cx:pt>
          <cx:pt idx="14075">49.990000000000002</cx:pt>
          <cx:pt idx="14076">49.990000000000002</cx:pt>
          <cx:pt idx="14077">49.990000000000002</cx:pt>
          <cx:pt idx="14078">49.990000000000002</cx:pt>
          <cx:pt idx="14079">49.990000000000002</cx:pt>
          <cx:pt idx="14080">49.990000000000002</cx:pt>
          <cx:pt idx="14081">49.990000000000002</cx:pt>
          <cx:pt idx="14082">49.990000000000002</cx:pt>
          <cx:pt idx="14083">49.990000000000002</cx:pt>
          <cx:pt idx="14084">49.990000000000002</cx:pt>
          <cx:pt idx="14085">49.990000000000002</cx:pt>
          <cx:pt idx="14086">49.990000000000002</cx:pt>
          <cx:pt idx="14087">49.990000000000002</cx:pt>
          <cx:pt idx="14088">49.990000000000002</cx:pt>
          <cx:pt idx="14089">49.990000000000002</cx:pt>
          <cx:pt idx="14090">49.990000000000002</cx:pt>
          <cx:pt idx="14091">49.990000000000002</cx:pt>
          <cx:pt idx="14092">49.990000000000002</cx:pt>
          <cx:pt idx="14093">49.990000000000002</cx:pt>
          <cx:pt idx="14094">49.990000000000002</cx:pt>
          <cx:pt idx="14095">49.990000000000002</cx:pt>
          <cx:pt idx="14096">49.990000000000002</cx:pt>
          <cx:pt idx="14097">49.990000000000002</cx:pt>
          <cx:pt idx="14098">49.990000000000002</cx:pt>
          <cx:pt idx="14099">49.990000000000002</cx:pt>
          <cx:pt idx="14100">49.990000000000002</cx:pt>
          <cx:pt idx="14101">49.990000000000002</cx:pt>
          <cx:pt idx="14102">49.990000000000002</cx:pt>
          <cx:pt idx="14103">49.990000000000002</cx:pt>
          <cx:pt idx="14104">49.990000000000002</cx:pt>
          <cx:pt idx="14105">49.990000000000002</cx:pt>
          <cx:pt idx="14106">49.990000000000002</cx:pt>
          <cx:pt idx="14107">49.990000000000002</cx:pt>
          <cx:pt idx="14108">49.990000000000002</cx:pt>
          <cx:pt idx="14109">49.990000000000002</cx:pt>
          <cx:pt idx="14110">49.990000000000002</cx:pt>
          <cx:pt idx="14111">49.990000000000002</cx:pt>
          <cx:pt idx="14112">49.990000000000002</cx:pt>
          <cx:pt idx="14113">49.990000000000002</cx:pt>
          <cx:pt idx="14114">49.990000000000002</cx:pt>
          <cx:pt idx="14115">49.990000000000002</cx:pt>
          <cx:pt idx="14116">49.990000000000002</cx:pt>
          <cx:pt idx="14117">49.990000000000002</cx:pt>
          <cx:pt idx="14118">49.990000000000002</cx:pt>
          <cx:pt idx="14119">49.990000000000002</cx:pt>
          <cx:pt idx="14120">49.990000000000002</cx:pt>
          <cx:pt idx="14121">49.990000000000002</cx:pt>
          <cx:pt idx="14122">49.990000000000002</cx:pt>
          <cx:pt idx="14123">49.990000000000002</cx:pt>
          <cx:pt idx="14124">49.990000000000002</cx:pt>
          <cx:pt idx="14125">49.990000000000002</cx:pt>
          <cx:pt idx="14126">49.990000000000002</cx:pt>
          <cx:pt idx="14127">49.990000000000002</cx:pt>
          <cx:pt idx="14128">49.990000000000002</cx:pt>
          <cx:pt idx="14129">49.990000000000002</cx:pt>
          <cx:pt idx="14130">49.990000000000002</cx:pt>
          <cx:pt idx="14131">49.990000000000002</cx:pt>
          <cx:pt idx="14132">49.990000000000002</cx:pt>
          <cx:pt idx="14133">49.990000000000002</cx:pt>
          <cx:pt idx="14134">49.990000000000002</cx:pt>
          <cx:pt idx="14135">49.990000000000002</cx:pt>
          <cx:pt idx="14136">49.990000000000002</cx:pt>
          <cx:pt idx="14137">49.990000000000002</cx:pt>
          <cx:pt idx="14138">49.990000000000002</cx:pt>
          <cx:pt idx="14139">49.990000000000002</cx:pt>
          <cx:pt idx="14140">49.990000000000002</cx:pt>
          <cx:pt idx="14141">49.990000000000002</cx:pt>
          <cx:pt idx="14142">49.990000000000002</cx:pt>
          <cx:pt idx="14143">49.990000000000002</cx:pt>
          <cx:pt idx="14144">49.990000000000002</cx:pt>
          <cx:pt idx="14145">49.990000000000002</cx:pt>
          <cx:pt idx="14146">49.990000000000002</cx:pt>
          <cx:pt idx="14147">49.990000000000002</cx:pt>
          <cx:pt idx="14148">49.990000000000002</cx:pt>
          <cx:pt idx="14149">49.990000000000002</cx:pt>
          <cx:pt idx="14150">49.990000000000002</cx:pt>
          <cx:pt idx="14151">49.990000000000002</cx:pt>
          <cx:pt idx="14152">49.990000000000002</cx:pt>
          <cx:pt idx="14153">49.990000000000002</cx:pt>
          <cx:pt idx="14154">49.990000000000002</cx:pt>
          <cx:pt idx="14155">49.990000000000002</cx:pt>
          <cx:pt idx="14156">49.990000000000002</cx:pt>
          <cx:pt idx="14157">49.990000000000002</cx:pt>
          <cx:pt idx="14158">49.990000000000002</cx:pt>
          <cx:pt idx="14159">49.990000000000002</cx:pt>
          <cx:pt idx="14160">49.990000000000002</cx:pt>
          <cx:pt idx="14161">49.990000000000002</cx:pt>
          <cx:pt idx="14162">49.990000000000002</cx:pt>
          <cx:pt idx="14163">49.990000000000002</cx:pt>
          <cx:pt idx="14164">49.990000000000002</cx:pt>
          <cx:pt idx="14165">49.990000000000002</cx:pt>
          <cx:pt idx="14166">49.990000000000002</cx:pt>
          <cx:pt idx="14167">49.990000000000002</cx:pt>
          <cx:pt idx="14168">49.990000000000002</cx:pt>
          <cx:pt idx="14169">49.990000000000002</cx:pt>
          <cx:pt idx="14170">49.990000000000002</cx:pt>
          <cx:pt idx="14171">49.990000000000002</cx:pt>
          <cx:pt idx="14172">49.990000000000002</cx:pt>
          <cx:pt idx="14173">49.990000000000002</cx:pt>
          <cx:pt idx="14174">49.990000000000002</cx:pt>
          <cx:pt idx="14175">49.990000000000002</cx:pt>
          <cx:pt idx="14176">49.990000000000002</cx:pt>
          <cx:pt idx="14177">49.990000000000002</cx:pt>
          <cx:pt idx="14178">49.990000000000002</cx:pt>
          <cx:pt idx="14179">49.990000000000002</cx:pt>
          <cx:pt idx="14180">49.990000000000002</cx:pt>
          <cx:pt idx="14181">49.990000000000002</cx:pt>
          <cx:pt idx="14182">49.990000000000002</cx:pt>
          <cx:pt idx="14183">49.990000000000002</cx:pt>
          <cx:pt idx="14184">49.990000000000002</cx:pt>
          <cx:pt idx="14185">49.990000000000002</cx:pt>
          <cx:pt idx="14186">49.990000000000002</cx:pt>
          <cx:pt idx="14187">49.990000000000002</cx:pt>
          <cx:pt idx="14188">49.990000000000002</cx:pt>
          <cx:pt idx="14189">49.990000000000002</cx:pt>
          <cx:pt idx="14190">49.990000000000002</cx:pt>
          <cx:pt idx="14191">49.990000000000002</cx:pt>
          <cx:pt idx="14192">49.990000000000002</cx:pt>
          <cx:pt idx="14193">49.990000000000002</cx:pt>
          <cx:pt idx="14194">49.990000000000002</cx:pt>
          <cx:pt idx="14195">49.990000000000002</cx:pt>
          <cx:pt idx="14196">49.990000000000002</cx:pt>
          <cx:pt idx="14197">49.990000000000002</cx:pt>
          <cx:pt idx="14198">49.990000000000002</cx:pt>
          <cx:pt idx="14199">49.990000000000002</cx:pt>
          <cx:pt idx="14200">49.990000000000002</cx:pt>
          <cx:pt idx="14201">49.990000000000002</cx:pt>
          <cx:pt idx="14202">49.990000000000002</cx:pt>
          <cx:pt idx="14203">49.990000000000002</cx:pt>
          <cx:pt idx="14204">49.990000000000002</cx:pt>
          <cx:pt idx="14205">49.990000000000002</cx:pt>
          <cx:pt idx="14206">49.990000000000002</cx:pt>
          <cx:pt idx="14207">49.990000000000002</cx:pt>
          <cx:pt idx="14208">49.990000000000002</cx:pt>
          <cx:pt idx="14209">49.990000000000002</cx:pt>
          <cx:pt idx="14210">49.990000000000002</cx:pt>
          <cx:pt idx="14211">49.990000000000002</cx:pt>
          <cx:pt idx="14212">49.990000000000002</cx:pt>
          <cx:pt idx="14213">49.990000000000002</cx:pt>
          <cx:pt idx="14214">49.990000000000002</cx:pt>
          <cx:pt idx="14215">49.990000000000002</cx:pt>
          <cx:pt idx="14216">49.990000000000002</cx:pt>
          <cx:pt idx="14217">49.990000000000002</cx:pt>
          <cx:pt idx="14218">49.990000000000002</cx:pt>
          <cx:pt idx="14219">49.990000000000002</cx:pt>
          <cx:pt idx="14220">49.990000000000002</cx:pt>
          <cx:pt idx="14221">49.990000000000002</cx:pt>
          <cx:pt idx="14222">49.990000000000002</cx:pt>
          <cx:pt idx="14223">49.990000000000002</cx:pt>
          <cx:pt idx="14224">49.990000000000002</cx:pt>
          <cx:pt idx="14225">49.990000000000002</cx:pt>
          <cx:pt idx="14226">49.990000000000002</cx:pt>
          <cx:pt idx="14227">49.990000000000002</cx:pt>
          <cx:pt idx="14228">49.990000000000002</cx:pt>
          <cx:pt idx="14229">49.990000000000002</cx:pt>
          <cx:pt idx="14230">49.990000000000002</cx:pt>
          <cx:pt idx="14231">49.990000000000002</cx:pt>
          <cx:pt idx="14232">49.990000000000002</cx:pt>
          <cx:pt idx="14233">49.990000000000002</cx:pt>
          <cx:pt idx="14234">49.990000000000002</cx:pt>
          <cx:pt idx="14235">49.990000000000002</cx:pt>
          <cx:pt idx="14236">49.990000000000002</cx:pt>
          <cx:pt idx="14237">49.990000000000002</cx:pt>
          <cx:pt idx="14238">49.990000000000002</cx:pt>
          <cx:pt idx="14239">49.990000000000002</cx:pt>
          <cx:pt idx="14240">49.990000000000002</cx:pt>
          <cx:pt idx="14241">49.990000000000002</cx:pt>
          <cx:pt idx="14242">49.990000000000002</cx:pt>
          <cx:pt idx="14243">49.990000000000002</cx:pt>
          <cx:pt idx="14244">49.990000000000002</cx:pt>
          <cx:pt idx="14245">49.990000000000002</cx:pt>
          <cx:pt idx="14246">49.990000000000002</cx:pt>
          <cx:pt idx="14247">49.990000000000002</cx:pt>
          <cx:pt idx="14248">49.990000000000002</cx:pt>
          <cx:pt idx="14249">49.990000000000002</cx:pt>
          <cx:pt idx="14250">49.990000000000002</cx:pt>
          <cx:pt idx="14251">49.990000000000002</cx:pt>
          <cx:pt idx="14252">49.990000000000002</cx:pt>
          <cx:pt idx="14253">49.990000000000002</cx:pt>
          <cx:pt idx="14254">49.990000000000002</cx:pt>
          <cx:pt idx="14255">49.990000000000002</cx:pt>
          <cx:pt idx="14256">49.990000000000002</cx:pt>
          <cx:pt idx="14257">49.990000000000002</cx:pt>
          <cx:pt idx="14258">49.990000000000002</cx:pt>
          <cx:pt idx="14259">49.990000000000002</cx:pt>
          <cx:pt idx="14260">49.990000000000002</cx:pt>
          <cx:pt idx="14261">49.990000000000002</cx:pt>
          <cx:pt idx="14262">49.990000000000002</cx:pt>
          <cx:pt idx="14263">49.990000000000002</cx:pt>
          <cx:pt idx="14264">49.990000000000002</cx:pt>
          <cx:pt idx="14265">49.990000000000002</cx:pt>
          <cx:pt idx="14266">49.990000000000002</cx:pt>
          <cx:pt idx="14267">49.990000000000002</cx:pt>
          <cx:pt idx="14268">49.990000000000002</cx:pt>
          <cx:pt idx="14269">49.990000000000002</cx:pt>
          <cx:pt idx="14270">49.990000000000002</cx:pt>
          <cx:pt idx="14271">49.990000000000002</cx:pt>
          <cx:pt idx="14272">49.990000000000002</cx:pt>
          <cx:pt idx="14273">49.990000000000002</cx:pt>
          <cx:pt idx="14274">49.990000000000002</cx:pt>
          <cx:pt idx="14275">49.990000000000002</cx:pt>
          <cx:pt idx="14276">49.990000000000002</cx:pt>
          <cx:pt idx="14277">49.990000000000002</cx:pt>
          <cx:pt idx="14278">49.990000000000002</cx:pt>
          <cx:pt idx="14279">49.990000000000002</cx:pt>
          <cx:pt idx="14280">49.990000000000002</cx:pt>
          <cx:pt idx="14281">49.990000000000002</cx:pt>
          <cx:pt idx="14282">49.990000000000002</cx:pt>
          <cx:pt idx="14283">49.990000000000002</cx:pt>
          <cx:pt idx="14284">49.990000000000002</cx:pt>
          <cx:pt idx="14285">49.990000000000002</cx:pt>
          <cx:pt idx="14286">49.990000000000002</cx:pt>
          <cx:pt idx="14287">49.990000000000002</cx:pt>
          <cx:pt idx="14288">49.990000000000002</cx:pt>
          <cx:pt idx="14289">49.990000000000002</cx:pt>
          <cx:pt idx="14290">49.990000000000002</cx:pt>
          <cx:pt idx="14291">49.990000000000002</cx:pt>
          <cx:pt idx="14292">49.990000000000002</cx:pt>
          <cx:pt idx="14293">49.990000000000002</cx:pt>
          <cx:pt idx="14294">49.990000000000002</cx:pt>
          <cx:pt idx="14295">49.990000000000002</cx:pt>
          <cx:pt idx="14296">49.990000000000002</cx:pt>
          <cx:pt idx="14297">49.990000000000002</cx:pt>
          <cx:pt idx="14298">49.990000000000002</cx:pt>
          <cx:pt idx="14299">49.990000000000002</cx:pt>
          <cx:pt idx="14300">49.990000000000002</cx:pt>
          <cx:pt idx="14301">49.990000000000002</cx:pt>
          <cx:pt idx="14302">49.990000000000002</cx:pt>
          <cx:pt idx="14303">49.990000000000002</cx:pt>
          <cx:pt idx="14304">49.990000000000002</cx:pt>
          <cx:pt idx="14305">49.990000000000002</cx:pt>
          <cx:pt idx="14306">49.990000000000002</cx:pt>
          <cx:pt idx="14307">49.990000000000002</cx:pt>
          <cx:pt idx="14308">49.990000000000002</cx:pt>
          <cx:pt idx="14309">49.990000000000002</cx:pt>
          <cx:pt idx="14310">49.990000000000002</cx:pt>
          <cx:pt idx="14311">49.990000000000002</cx:pt>
          <cx:pt idx="14312">49.990000000000002</cx:pt>
          <cx:pt idx="14313">49.990000000000002</cx:pt>
          <cx:pt idx="14314">49.990000000000002</cx:pt>
          <cx:pt idx="14315">49.990000000000002</cx:pt>
          <cx:pt idx="14316">49.990000000000002</cx:pt>
          <cx:pt idx="14317">49.990000000000002</cx:pt>
          <cx:pt idx="14318">49.990000000000002</cx:pt>
          <cx:pt idx="14319">49.990000000000002</cx:pt>
          <cx:pt idx="14320">49.990000000000002</cx:pt>
          <cx:pt idx="14321">49.990000000000002</cx:pt>
          <cx:pt idx="14322">49.990000000000002</cx:pt>
          <cx:pt idx="14323">49.990000000000002</cx:pt>
          <cx:pt idx="14324">49.990000000000002</cx:pt>
          <cx:pt idx="14325">49.990000000000002</cx:pt>
          <cx:pt idx="14326">49.990000000000002</cx:pt>
          <cx:pt idx="14327">49.990000000000002</cx:pt>
          <cx:pt idx="14328">49.990000000000002</cx:pt>
          <cx:pt idx="14329">49.990000000000002</cx:pt>
          <cx:pt idx="14330">49.990000000000002</cx:pt>
          <cx:pt idx="14331">49.990000000000002</cx:pt>
          <cx:pt idx="14332">49.990000000000002</cx:pt>
          <cx:pt idx="14333">49.990000000000002</cx:pt>
          <cx:pt idx="14334">49.990000000000002</cx:pt>
          <cx:pt idx="14335">49.990000000000002</cx:pt>
          <cx:pt idx="14336">49.990000000000002</cx:pt>
          <cx:pt idx="14337">49.990000000000002</cx:pt>
          <cx:pt idx="14338">49.990000000000002</cx:pt>
          <cx:pt idx="14339">49.990000000000002</cx:pt>
          <cx:pt idx="14340">49.990000000000002</cx:pt>
          <cx:pt idx="14341">49.990000000000002</cx:pt>
          <cx:pt idx="14342">49.990000000000002</cx:pt>
          <cx:pt idx="14343">49.990000000000002</cx:pt>
          <cx:pt idx="14344">49.990000000000002</cx:pt>
          <cx:pt idx="14345">49.990000000000002</cx:pt>
          <cx:pt idx="14346">49.990000000000002</cx:pt>
          <cx:pt idx="14347">49.990000000000002</cx:pt>
          <cx:pt idx="14348">49.990000000000002</cx:pt>
          <cx:pt idx="14349">49.990000000000002</cx:pt>
          <cx:pt idx="14350">49.990000000000002</cx:pt>
          <cx:pt idx="14351">49.990000000000002</cx:pt>
          <cx:pt idx="14352">49.990000000000002</cx:pt>
          <cx:pt idx="14353">49.990000000000002</cx:pt>
          <cx:pt idx="14354">49.990000000000002</cx:pt>
          <cx:pt idx="14355">49.990000000000002</cx:pt>
          <cx:pt idx="14356">49.990000000000002</cx:pt>
          <cx:pt idx="14357">49.990000000000002</cx:pt>
          <cx:pt idx="14358">49.990000000000002</cx:pt>
          <cx:pt idx="14359">49.990000000000002</cx:pt>
          <cx:pt idx="14360">49.990000000000002</cx:pt>
          <cx:pt idx="14361">49.990000000000002</cx:pt>
          <cx:pt idx="14362">49.990000000000002</cx:pt>
          <cx:pt idx="14363">49.990000000000002</cx:pt>
          <cx:pt idx="14364">49.990000000000002</cx:pt>
          <cx:pt idx="14365">49.990000000000002</cx:pt>
          <cx:pt idx="14366">49.990000000000002</cx:pt>
          <cx:pt idx="14367">49.990000000000002</cx:pt>
          <cx:pt idx="14368">49.990000000000002</cx:pt>
          <cx:pt idx="14369">49.990000000000002</cx:pt>
          <cx:pt idx="14370">49.990000000000002</cx:pt>
          <cx:pt idx="14371">49.990000000000002</cx:pt>
          <cx:pt idx="14372">49.990000000000002</cx:pt>
          <cx:pt idx="14373">49.990000000000002</cx:pt>
          <cx:pt idx="14374">49.990000000000002</cx:pt>
          <cx:pt idx="14375">49.990000000000002</cx:pt>
          <cx:pt idx="14376">49.990000000000002</cx:pt>
          <cx:pt idx="14377">49.990000000000002</cx:pt>
          <cx:pt idx="14378">49.990000000000002</cx:pt>
          <cx:pt idx="14379">49.990000000000002</cx:pt>
          <cx:pt idx="14380">49.990000000000002</cx:pt>
          <cx:pt idx="14381">49.990000000000002</cx:pt>
          <cx:pt idx="14382">49.990000000000002</cx:pt>
          <cx:pt idx="14383">49.990000000000002</cx:pt>
          <cx:pt idx="14384">49.990000000000002</cx:pt>
          <cx:pt idx="14385">49.990000000000002</cx:pt>
          <cx:pt idx="14386">49.990000000000002</cx:pt>
          <cx:pt idx="14387">49.990000000000002</cx:pt>
          <cx:pt idx="14388">49.990000000000002</cx:pt>
          <cx:pt idx="14389">49.990000000000002</cx:pt>
          <cx:pt idx="14390">49.990000000000002</cx:pt>
          <cx:pt idx="14391">49.990000000000002</cx:pt>
          <cx:pt idx="14392">49.990000000000002</cx:pt>
          <cx:pt idx="14393">49.990000000000002</cx:pt>
          <cx:pt idx="14394">49.990000000000002</cx:pt>
          <cx:pt idx="14395">49.990000000000002</cx:pt>
          <cx:pt idx="14396">49.990000000000002</cx:pt>
          <cx:pt idx="14397">49.990000000000002</cx:pt>
          <cx:pt idx="14398">49.990000000000002</cx:pt>
          <cx:pt idx="14399">49.990000000000002</cx:pt>
          <cx:pt idx="14400">49.990000000000002</cx:pt>
          <cx:pt idx="14401">49.990000000000002</cx:pt>
          <cx:pt idx="14402">49.990000000000002</cx:pt>
          <cx:pt idx="14403">49.990000000000002</cx:pt>
          <cx:pt idx="14404">49.990000000000002</cx:pt>
          <cx:pt idx="14405">49.990000000000002</cx:pt>
          <cx:pt idx="14406">49.990000000000002</cx:pt>
          <cx:pt idx="14407">49.990000000000002</cx:pt>
          <cx:pt idx="14408">49.990000000000002</cx:pt>
          <cx:pt idx="14409">49.990000000000002</cx:pt>
          <cx:pt idx="14410">49.990000000000002</cx:pt>
          <cx:pt idx="14411">49.990000000000002</cx:pt>
          <cx:pt idx="14412">49.990000000000002</cx:pt>
          <cx:pt idx="14413">49.990000000000002</cx:pt>
          <cx:pt idx="14414">49.990000000000002</cx:pt>
          <cx:pt idx="14415">49.990000000000002</cx:pt>
          <cx:pt idx="14416">49.990000000000002</cx:pt>
          <cx:pt idx="14417">49.990000000000002</cx:pt>
          <cx:pt idx="14418">49.990000000000002</cx:pt>
          <cx:pt idx="14419">49.990000000000002</cx:pt>
          <cx:pt idx="14420">49.990000000000002</cx:pt>
          <cx:pt idx="14421">49.990000000000002</cx:pt>
          <cx:pt idx="14422">49.990000000000002</cx:pt>
          <cx:pt idx="14423">49.990000000000002</cx:pt>
          <cx:pt idx="14424">49.990000000000002</cx:pt>
          <cx:pt idx="14425">49.990000000000002</cx:pt>
          <cx:pt idx="14426">49.990000000000002</cx:pt>
          <cx:pt idx="14427">49.990000000000002</cx:pt>
          <cx:pt idx="14428">49.990000000000002</cx:pt>
          <cx:pt idx="14429">49.990000000000002</cx:pt>
          <cx:pt idx="14430">49.990000000000002</cx:pt>
          <cx:pt idx="14431">49.990000000000002</cx:pt>
          <cx:pt idx="14432">49.990000000000002</cx:pt>
          <cx:pt idx="14433">49.990000000000002</cx:pt>
          <cx:pt idx="14434">49.990000000000002</cx:pt>
          <cx:pt idx="14435">49.990000000000002</cx:pt>
          <cx:pt idx="14436">49.990000000000002</cx:pt>
          <cx:pt idx="14437">49.990000000000002</cx:pt>
          <cx:pt idx="14438">49.990000000000002</cx:pt>
          <cx:pt idx="14439">49.990000000000002</cx:pt>
          <cx:pt idx="14440">49.990000000000002</cx:pt>
          <cx:pt idx="14441">49.990000000000002</cx:pt>
          <cx:pt idx="14442">49.990000000000002</cx:pt>
          <cx:pt idx="14443">49.990000000000002</cx:pt>
          <cx:pt idx="14444">49.990000000000002</cx:pt>
          <cx:pt idx="14445">49.990000000000002</cx:pt>
          <cx:pt idx="14446">49.990000000000002</cx:pt>
          <cx:pt idx="14447">49.990000000000002</cx:pt>
          <cx:pt idx="14448">49.990000000000002</cx:pt>
          <cx:pt idx="14449">49.990000000000002</cx:pt>
          <cx:pt idx="14450">49.990000000000002</cx:pt>
          <cx:pt idx="14451">49.990000000000002</cx:pt>
          <cx:pt idx="14452">49.990000000000002</cx:pt>
          <cx:pt idx="14453">49.990000000000002</cx:pt>
          <cx:pt idx="14454">49.990000000000002</cx:pt>
          <cx:pt idx="14455">49.990000000000002</cx:pt>
          <cx:pt idx="14456">49.990000000000002</cx:pt>
          <cx:pt idx="14457">49.990000000000002</cx:pt>
          <cx:pt idx="14458">49.990000000000002</cx:pt>
          <cx:pt idx="14459">49.990000000000002</cx:pt>
          <cx:pt idx="14460">49.990000000000002</cx:pt>
          <cx:pt idx="14461">49.990000000000002</cx:pt>
          <cx:pt idx="14462">49.990000000000002</cx:pt>
          <cx:pt idx="14463">49.990000000000002</cx:pt>
          <cx:pt idx="14464">49.990000000000002</cx:pt>
          <cx:pt idx="14465">49.990000000000002</cx:pt>
          <cx:pt idx="14466">49.990000000000002</cx:pt>
          <cx:pt idx="14467">49.990000000000002</cx:pt>
          <cx:pt idx="14468">49.990000000000002</cx:pt>
          <cx:pt idx="14469">49.990000000000002</cx:pt>
          <cx:pt idx="14470">49.990000000000002</cx:pt>
          <cx:pt idx="14471">49.990000000000002</cx:pt>
          <cx:pt idx="14472">49.990000000000002</cx:pt>
          <cx:pt idx="14473">49.990000000000002</cx:pt>
          <cx:pt idx="14474">49.990000000000002</cx:pt>
          <cx:pt idx="14475">49.990000000000002</cx:pt>
          <cx:pt idx="14476">49.990000000000002</cx:pt>
          <cx:pt idx="14477">49.990000000000002</cx:pt>
          <cx:pt idx="14478">49.990000000000002</cx:pt>
          <cx:pt idx="14479">49.990000000000002</cx:pt>
          <cx:pt idx="14480">49.990000000000002</cx:pt>
          <cx:pt idx="14481">49.990000000000002</cx:pt>
          <cx:pt idx="14482">49.990000000000002</cx:pt>
          <cx:pt idx="14483">49.990000000000002</cx:pt>
          <cx:pt idx="14484">49.990000000000002</cx:pt>
          <cx:pt idx="14485">49.990000000000002</cx:pt>
          <cx:pt idx="14486">49.990000000000002</cx:pt>
          <cx:pt idx="14487">49.990000000000002</cx:pt>
          <cx:pt idx="14488">49.990000000000002</cx:pt>
          <cx:pt idx="14489">49.990000000000002</cx:pt>
          <cx:pt idx="14490">49.990000000000002</cx:pt>
          <cx:pt idx="14491">49.990000000000002</cx:pt>
          <cx:pt idx="14492">49.990000000000002</cx:pt>
          <cx:pt idx="14493">49.990000000000002</cx:pt>
          <cx:pt idx="14494">49.990000000000002</cx:pt>
          <cx:pt idx="14495">49.990000000000002</cx:pt>
          <cx:pt idx="14496">49.990000000000002</cx:pt>
          <cx:pt idx="14497">49.990000000000002</cx:pt>
          <cx:pt idx="14498">49.990000000000002</cx:pt>
          <cx:pt idx="14499">49.990000000000002</cx:pt>
          <cx:pt idx="14500">49.990000000000002</cx:pt>
          <cx:pt idx="14501">49.990000000000002</cx:pt>
          <cx:pt idx="14502">49.990000000000002</cx:pt>
          <cx:pt idx="14503">49.990000000000002</cx:pt>
          <cx:pt idx="14504">49.990000000000002</cx:pt>
          <cx:pt idx="14505">49.990000000000002</cx:pt>
          <cx:pt idx="14506">49.990000000000002</cx:pt>
          <cx:pt idx="14507">49.990000000000002</cx:pt>
          <cx:pt idx="14508">49.990000000000002</cx:pt>
          <cx:pt idx="14509">49.990000000000002</cx:pt>
          <cx:pt idx="14510">49.990000000000002</cx:pt>
          <cx:pt idx="14511">49.990000000000002</cx:pt>
          <cx:pt idx="14512">49.990000000000002</cx:pt>
          <cx:pt idx="14513">49.990000000000002</cx:pt>
          <cx:pt idx="14514">49.990000000000002</cx:pt>
          <cx:pt idx="14515">49.990000000000002</cx:pt>
          <cx:pt idx="14516">49.990000000000002</cx:pt>
          <cx:pt idx="14517">49.990000000000002</cx:pt>
          <cx:pt idx="14518">49.990000000000002</cx:pt>
          <cx:pt idx="14519">49.990000000000002</cx:pt>
          <cx:pt idx="14520">49.990000000000002</cx:pt>
          <cx:pt idx="14521">49.990000000000002</cx:pt>
          <cx:pt idx="14522">49.990000000000002</cx:pt>
          <cx:pt idx="14523">49.990000000000002</cx:pt>
          <cx:pt idx="14524">49.990000000000002</cx:pt>
          <cx:pt idx="14525">49.990000000000002</cx:pt>
          <cx:pt idx="14526">49.990000000000002</cx:pt>
          <cx:pt idx="14527">49.990000000000002</cx:pt>
          <cx:pt idx="14528">49.990000000000002</cx:pt>
          <cx:pt idx="14529">49.990000000000002</cx:pt>
          <cx:pt idx="14530">49.990000000000002</cx:pt>
          <cx:pt idx="14531">49.990000000000002</cx:pt>
          <cx:pt idx="14532">49.990000000000002</cx:pt>
          <cx:pt idx="14533">49.990000000000002</cx:pt>
          <cx:pt idx="14534">49.990000000000002</cx:pt>
          <cx:pt idx="14535">49.990000000000002</cx:pt>
          <cx:pt idx="14536">49.990000000000002</cx:pt>
          <cx:pt idx="14537">49.990000000000002</cx:pt>
          <cx:pt idx="14538">49.990000000000002</cx:pt>
          <cx:pt idx="14539">49.990000000000002</cx:pt>
          <cx:pt idx="14540">49.990000000000002</cx:pt>
          <cx:pt idx="14541">49.990000000000002</cx:pt>
          <cx:pt idx="14542">49.990000000000002</cx:pt>
          <cx:pt idx="14543">49.990000000000002</cx:pt>
          <cx:pt idx="14544">49.990000000000002</cx:pt>
          <cx:pt idx="14545">49.990000000000002</cx:pt>
          <cx:pt idx="14546">49.990000000000002</cx:pt>
          <cx:pt idx="14547">49.990000000000002</cx:pt>
          <cx:pt idx="14548">49.990000000000002</cx:pt>
          <cx:pt idx="14549">49.990000000000002</cx:pt>
          <cx:pt idx="14550">49.990000000000002</cx:pt>
          <cx:pt idx="14551">49.990000000000002</cx:pt>
          <cx:pt idx="14552">49.990000000000002</cx:pt>
          <cx:pt idx="14553">49.990000000000002</cx:pt>
          <cx:pt idx="14554">49.990000000000002</cx:pt>
          <cx:pt idx="14555">49.990000000000002</cx:pt>
          <cx:pt idx="14556">49.990000000000002</cx:pt>
          <cx:pt idx="14557">49.990000000000002</cx:pt>
          <cx:pt idx="14558">49.990000000000002</cx:pt>
          <cx:pt idx="14559">49.990000000000002</cx:pt>
          <cx:pt idx="14560">49.990000000000002</cx:pt>
          <cx:pt idx="14561">49.990000000000002</cx:pt>
          <cx:pt idx="14562">49.990000000000002</cx:pt>
          <cx:pt idx="14563">49.990000000000002</cx:pt>
          <cx:pt idx="14564">49.990000000000002</cx:pt>
          <cx:pt idx="14565">49.990000000000002</cx:pt>
          <cx:pt idx="14566">49.990000000000002</cx:pt>
          <cx:pt idx="14567">49.990000000000002</cx:pt>
          <cx:pt idx="14568">49.990000000000002</cx:pt>
          <cx:pt idx="14569">49.990000000000002</cx:pt>
          <cx:pt idx="14570">49.990000000000002</cx:pt>
          <cx:pt idx="14571">49.990000000000002</cx:pt>
          <cx:pt idx="14572">49.990000000000002</cx:pt>
          <cx:pt idx="14573">49.990000000000002</cx:pt>
          <cx:pt idx="14574">49.990000000000002</cx:pt>
          <cx:pt idx="14575">49.990000000000002</cx:pt>
          <cx:pt idx="14576">49.990000000000002</cx:pt>
          <cx:pt idx="14577">49.990000000000002</cx:pt>
          <cx:pt idx="14578">49.990000000000002</cx:pt>
          <cx:pt idx="14579">49.990000000000002</cx:pt>
          <cx:pt idx="14580">49.990000000000002</cx:pt>
          <cx:pt idx="14581">49.990000000000002</cx:pt>
          <cx:pt idx="14582">49.990000000000002</cx:pt>
          <cx:pt idx="14583">49.990000000000002</cx:pt>
          <cx:pt idx="14584">49.990000000000002</cx:pt>
          <cx:pt idx="14585">49.990000000000002</cx:pt>
          <cx:pt idx="14586">49.990000000000002</cx:pt>
          <cx:pt idx="14587">49.990000000000002</cx:pt>
          <cx:pt idx="14588">49.990000000000002</cx:pt>
          <cx:pt idx="14589">49.990000000000002</cx:pt>
          <cx:pt idx="14590">49.990000000000002</cx:pt>
          <cx:pt idx="14591">49.990000000000002</cx:pt>
          <cx:pt idx="14592">49.990000000000002</cx:pt>
          <cx:pt idx="14593">49.990000000000002</cx:pt>
          <cx:pt idx="14594">49.990000000000002</cx:pt>
          <cx:pt idx="14595">49.990000000000002</cx:pt>
          <cx:pt idx="14596">49.990000000000002</cx:pt>
          <cx:pt idx="14597">49.990000000000002</cx:pt>
          <cx:pt idx="14598">49.990000000000002</cx:pt>
          <cx:pt idx="14599">49.990000000000002</cx:pt>
          <cx:pt idx="14600">49.990000000000002</cx:pt>
          <cx:pt idx="14601">49.990000000000002</cx:pt>
          <cx:pt idx="14602">49.990000000000002</cx:pt>
          <cx:pt idx="14603">49.990000000000002</cx:pt>
          <cx:pt idx="14604">49.990000000000002</cx:pt>
          <cx:pt idx="14605">49.990000000000002</cx:pt>
          <cx:pt idx="14606">49.990000000000002</cx:pt>
          <cx:pt idx="14607">49.990000000000002</cx:pt>
          <cx:pt idx="14608">49.990000000000002</cx:pt>
          <cx:pt idx="14609">49.990000000000002</cx:pt>
          <cx:pt idx="14610">49.990000000000002</cx:pt>
          <cx:pt idx="14611">49.990000000000002</cx:pt>
          <cx:pt idx="14612">49.990000000000002</cx:pt>
          <cx:pt idx="14613">49.990000000000002</cx:pt>
          <cx:pt idx="14614">49.990000000000002</cx:pt>
          <cx:pt idx="14615">49.990000000000002</cx:pt>
          <cx:pt idx="14616">49.990000000000002</cx:pt>
          <cx:pt idx="14617">49.990000000000002</cx:pt>
          <cx:pt idx="14618">49.990000000000002</cx:pt>
          <cx:pt idx="14619">49.990000000000002</cx:pt>
          <cx:pt idx="14620">49.990000000000002</cx:pt>
          <cx:pt idx="14621">49.990000000000002</cx:pt>
          <cx:pt idx="14622">49.990000000000002</cx:pt>
          <cx:pt idx="14623">49.990000000000002</cx:pt>
          <cx:pt idx="14624">49.990000000000002</cx:pt>
          <cx:pt idx="14625">49.990000000000002</cx:pt>
          <cx:pt idx="14626">49.990000000000002</cx:pt>
          <cx:pt idx="14627">49.990000000000002</cx:pt>
          <cx:pt idx="14628">49.990000000000002</cx:pt>
          <cx:pt idx="14629">49.990000000000002</cx:pt>
          <cx:pt idx="14630">49.990000000000002</cx:pt>
          <cx:pt idx="14631">49.990000000000002</cx:pt>
          <cx:pt idx="14632">49.990000000000002</cx:pt>
          <cx:pt idx="14633">49.990000000000002</cx:pt>
          <cx:pt idx="14634">49.990000000000002</cx:pt>
          <cx:pt idx="14635">49.990000000000002</cx:pt>
          <cx:pt idx="14636">49.990000000000002</cx:pt>
          <cx:pt idx="14637">49.990000000000002</cx:pt>
          <cx:pt idx="14638">49.990000000000002</cx:pt>
          <cx:pt idx="14639">49.990000000000002</cx:pt>
          <cx:pt idx="14640">49.990000000000002</cx:pt>
          <cx:pt idx="14641">49.990000000000002</cx:pt>
          <cx:pt idx="14642">49.990000000000002</cx:pt>
          <cx:pt idx="14643">49.990000000000002</cx:pt>
          <cx:pt idx="14644">49.990000000000002</cx:pt>
          <cx:pt idx="14645">49.990000000000002</cx:pt>
          <cx:pt idx="14646">49.990000000000002</cx:pt>
          <cx:pt idx="14647">49.990000000000002</cx:pt>
          <cx:pt idx="14648">49.990000000000002</cx:pt>
          <cx:pt idx="14649">49.990000000000002</cx:pt>
          <cx:pt idx="14650">49.990000000000002</cx:pt>
          <cx:pt idx="14651">49.990000000000002</cx:pt>
          <cx:pt idx="14652">49.990000000000002</cx:pt>
          <cx:pt idx="14653">49.990000000000002</cx:pt>
          <cx:pt idx="14654">49.990000000000002</cx:pt>
          <cx:pt idx="14655">49.990000000000002</cx:pt>
          <cx:pt idx="14656">49.990000000000002</cx:pt>
          <cx:pt idx="14657">49.990000000000002</cx:pt>
          <cx:pt idx="14658">49.990000000000002</cx:pt>
          <cx:pt idx="14659">49.990000000000002</cx:pt>
          <cx:pt idx="14660">49.990000000000002</cx:pt>
          <cx:pt idx="14661">49.990000000000002</cx:pt>
          <cx:pt idx="14662">49.990000000000002</cx:pt>
          <cx:pt idx="14663">49.990000000000002</cx:pt>
          <cx:pt idx="14664">49.990000000000002</cx:pt>
          <cx:pt idx="14665">49.990000000000002</cx:pt>
          <cx:pt idx="14666">49.990000000000002</cx:pt>
          <cx:pt idx="14667">49.990000000000002</cx:pt>
          <cx:pt idx="14668">49.990000000000002</cx:pt>
          <cx:pt idx="14669">49.990000000000002</cx:pt>
          <cx:pt idx="14670">49.990000000000002</cx:pt>
          <cx:pt idx="14671">49.990000000000002</cx:pt>
          <cx:pt idx="14672">49.990000000000002</cx:pt>
          <cx:pt idx="14673">49.990000000000002</cx:pt>
          <cx:pt idx="14674">49.990000000000002</cx:pt>
          <cx:pt idx="14675">49.990000000000002</cx:pt>
          <cx:pt idx="14676">49.990000000000002</cx:pt>
          <cx:pt idx="14677">49.990000000000002</cx:pt>
          <cx:pt idx="14678">49.990000000000002</cx:pt>
          <cx:pt idx="14679">49.990000000000002</cx:pt>
          <cx:pt idx="14680">49.990000000000002</cx:pt>
          <cx:pt idx="14681">49.990000000000002</cx:pt>
          <cx:pt idx="14682">49.990000000000002</cx:pt>
          <cx:pt idx="14683">49.990000000000002</cx:pt>
          <cx:pt idx="14684">49.990000000000002</cx:pt>
          <cx:pt idx="14685">49.990000000000002</cx:pt>
          <cx:pt idx="14686">49.990000000000002</cx:pt>
          <cx:pt idx="14687">49.990000000000002</cx:pt>
          <cx:pt idx="14688">49.990000000000002</cx:pt>
          <cx:pt idx="14689">49.990000000000002</cx:pt>
          <cx:pt idx="14690">49.990000000000002</cx:pt>
          <cx:pt idx="14691">49.990000000000002</cx:pt>
          <cx:pt idx="14692">49.990000000000002</cx:pt>
          <cx:pt idx="14693">49.990000000000002</cx:pt>
          <cx:pt idx="14694">49.990000000000002</cx:pt>
          <cx:pt idx="14695">49.990000000000002</cx:pt>
          <cx:pt idx="14696">49.990000000000002</cx:pt>
          <cx:pt idx="14697">49.990000000000002</cx:pt>
          <cx:pt idx="14698">49.990000000000002</cx:pt>
          <cx:pt idx="14699">49.990000000000002</cx:pt>
          <cx:pt idx="14700">49.990000000000002</cx:pt>
          <cx:pt idx="14701">49.990000000000002</cx:pt>
          <cx:pt idx="14702">49.990000000000002</cx:pt>
          <cx:pt idx="14703">49.990000000000002</cx:pt>
          <cx:pt idx="14704">49.990000000000002</cx:pt>
          <cx:pt idx="14705">49.990000000000002</cx:pt>
          <cx:pt idx="14706">49.990000000000002</cx:pt>
          <cx:pt idx="14707">49.990000000000002</cx:pt>
          <cx:pt idx="14708">49.990000000000002</cx:pt>
          <cx:pt idx="14709">49.990000000000002</cx:pt>
          <cx:pt idx="14710">49.990000000000002</cx:pt>
          <cx:pt idx="14711">49.990000000000002</cx:pt>
          <cx:pt idx="14712">49.990000000000002</cx:pt>
          <cx:pt idx="14713">49.990000000000002</cx:pt>
          <cx:pt idx="14714">49.990000000000002</cx:pt>
          <cx:pt idx="14715">49.990000000000002</cx:pt>
          <cx:pt idx="14716">49.990000000000002</cx:pt>
          <cx:pt idx="14717">49.990000000000002</cx:pt>
          <cx:pt idx="14718">49.990000000000002</cx:pt>
          <cx:pt idx="14719">49.990000000000002</cx:pt>
          <cx:pt idx="14720">49.990000000000002</cx:pt>
          <cx:pt idx="14721">49.990000000000002</cx:pt>
          <cx:pt idx="14722">49.990000000000002</cx:pt>
          <cx:pt idx="14723">49.990000000000002</cx:pt>
          <cx:pt idx="14724">49.990000000000002</cx:pt>
          <cx:pt idx="14725">49.990000000000002</cx:pt>
          <cx:pt idx="14726">49.990000000000002</cx:pt>
          <cx:pt idx="14727">49.990000000000002</cx:pt>
          <cx:pt idx="14728">49.990000000000002</cx:pt>
          <cx:pt idx="14729">49.990000000000002</cx:pt>
          <cx:pt idx="14730">49.990000000000002</cx:pt>
          <cx:pt idx="14731">49.990000000000002</cx:pt>
          <cx:pt idx="14732">49.990000000000002</cx:pt>
          <cx:pt idx="14733">49.990000000000002</cx:pt>
          <cx:pt idx="14734">49.990000000000002</cx:pt>
          <cx:pt idx="14735">49.990000000000002</cx:pt>
          <cx:pt idx="14736">49.990000000000002</cx:pt>
          <cx:pt idx="14737">49.990000000000002</cx:pt>
          <cx:pt idx="14738">49.990000000000002</cx:pt>
          <cx:pt idx="14739">49.990000000000002</cx:pt>
          <cx:pt idx="14740">49.990000000000002</cx:pt>
          <cx:pt idx="14741">49.990000000000002</cx:pt>
          <cx:pt idx="14742">49.990000000000002</cx:pt>
          <cx:pt idx="14743">49.990000000000002</cx:pt>
          <cx:pt idx="14744">49.990000000000002</cx:pt>
          <cx:pt idx="14745">49.990000000000002</cx:pt>
          <cx:pt idx="14746">49.990000000000002</cx:pt>
          <cx:pt idx="14747">49.990000000000002</cx:pt>
          <cx:pt idx="14748">49.990000000000002</cx:pt>
          <cx:pt idx="14749">49.990000000000002</cx:pt>
          <cx:pt idx="14750">49.990000000000002</cx:pt>
          <cx:pt idx="14751">49.990000000000002</cx:pt>
          <cx:pt idx="14752">49.990000000000002</cx:pt>
          <cx:pt idx="14753">49.990000000000002</cx:pt>
          <cx:pt idx="14754">49.990000000000002</cx:pt>
          <cx:pt idx="14755">49.990000000000002</cx:pt>
          <cx:pt idx="14756">49.990000000000002</cx:pt>
          <cx:pt idx="14757">49.990000000000002</cx:pt>
          <cx:pt idx="14758">49.990000000000002</cx:pt>
          <cx:pt idx="14759">49.990000000000002</cx:pt>
          <cx:pt idx="14760">49.990000000000002</cx:pt>
          <cx:pt idx="14761">49.990000000000002</cx:pt>
          <cx:pt idx="14762">49.990000000000002</cx:pt>
          <cx:pt idx="14763">49.990000000000002</cx:pt>
          <cx:pt idx="14764">49.990000000000002</cx:pt>
          <cx:pt idx="14765">49.990000000000002</cx:pt>
          <cx:pt idx="14766">49.990000000000002</cx:pt>
          <cx:pt idx="14767">49.990000000000002</cx:pt>
          <cx:pt idx="14768">49.990000000000002</cx:pt>
          <cx:pt idx="14769">49.990000000000002</cx:pt>
          <cx:pt idx="14770">49.990000000000002</cx:pt>
          <cx:pt idx="14771">49.990000000000002</cx:pt>
          <cx:pt idx="14772">49.990000000000002</cx:pt>
          <cx:pt idx="14773">49.990000000000002</cx:pt>
          <cx:pt idx="14774">49.990000000000002</cx:pt>
          <cx:pt idx="14775">49.990000000000002</cx:pt>
          <cx:pt idx="14776">49.990000000000002</cx:pt>
          <cx:pt idx="14777">49.990000000000002</cx:pt>
          <cx:pt idx="14778">49.990000000000002</cx:pt>
          <cx:pt idx="14779">49.990000000000002</cx:pt>
          <cx:pt idx="14780">49.990000000000002</cx:pt>
          <cx:pt idx="14781">49.990000000000002</cx:pt>
          <cx:pt idx="14782">49.990000000000002</cx:pt>
          <cx:pt idx="14783">49.990000000000002</cx:pt>
          <cx:pt idx="14784">49.990000000000002</cx:pt>
          <cx:pt idx="14785">49.990000000000002</cx:pt>
          <cx:pt idx="14786">49.990000000000002</cx:pt>
          <cx:pt idx="14787">49.990000000000002</cx:pt>
          <cx:pt idx="14788">49.990000000000002</cx:pt>
          <cx:pt idx="14789">49.990000000000002</cx:pt>
          <cx:pt idx="14790">49.990000000000002</cx:pt>
          <cx:pt idx="14791">49.990000000000002</cx:pt>
          <cx:pt idx="14792">49.990000000000002</cx:pt>
          <cx:pt idx="14793">49.990000000000002</cx:pt>
          <cx:pt idx="14794">49.990000000000002</cx:pt>
          <cx:pt idx="14795">49.990000000000002</cx:pt>
          <cx:pt idx="14796">49.990000000000002</cx:pt>
          <cx:pt idx="14797">49.990000000000002</cx:pt>
          <cx:pt idx="14798">49.990000000000002</cx:pt>
          <cx:pt idx="14799">49.990000000000002</cx:pt>
          <cx:pt idx="14800">49.990000000000002</cx:pt>
          <cx:pt idx="14801">49.990000000000002</cx:pt>
          <cx:pt idx="14802">49.990000000000002</cx:pt>
          <cx:pt idx="14803">49.990000000000002</cx:pt>
          <cx:pt idx="14804">49.990000000000002</cx:pt>
          <cx:pt idx="14805">49.990000000000002</cx:pt>
          <cx:pt idx="14806">49.990000000000002</cx:pt>
          <cx:pt idx="14807">49.990000000000002</cx:pt>
          <cx:pt idx="14808">49.990000000000002</cx:pt>
          <cx:pt idx="14809">49.990000000000002</cx:pt>
          <cx:pt idx="14810">49.990000000000002</cx:pt>
          <cx:pt idx="14811">49.990000000000002</cx:pt>
          <cx:pt idx="14812">49.990000000000002</cx:pt>
          <cx:pt idx="14813">49.990000000000002</cx:pt>
          <cx:pt idx="14814">49.990000000000002</cx:pt>
          <cx:pt idx="14815">49.990000000000002</cx:pt>
          <cx:pt idx="14816">49.990000000000002</cx:pt>
          <cx:pt idx="14817">49.990000000000002</cx:pt>
          <cx:pt idx="14818">49.990000000000002</cx:pt>
          <cx:pt idx="14819">49.990000000000002</cx:pt>
          <cx:pt idx="14820">49.990000000000002</cx:pt>
          <cx:pt idx="14821">49.990000000000002</cx:pt>
          <cx:pt idx="14822">49.990000000000002</cx:pt>
          <cx:pt idx="14823">49.990000000000002</cx:pt>
          <cx:pt idx="14824">49.990000000000002</cx:pt>
          <cx:pt idx="14825">49.990000000000002</cx:pt>
          <cx:pt idx="14826">49.990000000000002</cx:pt>
          <cx:pt idx="14827">49.990000000000002</cx:pt>
          <cx:pt idx="14828">49.990000000000002</cx:pt>
          <cx:pt idx="14829">49.990000000000002</cx:pt>
          <cx:pt idx="14830">49.990000000000002</cx:pt>
          <cx:pt idx="14831">49.990000000000002</cx:pt>
          <cx:pt idx="14832">49.990000000000002</cx:pt>
          <cx:pt idx="14833">49.990000000000002</cx:pt>
          <cx:pt idx="14834">49.990000000000002</cx:pt>
          <cx:pt idx="14835">49.990000000000002</cx:pt>
          <cx:pt idx="14836">49.990000000000002</cx:pt>
          <cx:pt idx="14837">49.990000000000002</cx:pt>
          <cx:pt idx="14838">49.990000000000002</cx:pt>
          <cx:pt idx="14839">49.990000000000002</cx:pt>
          <cx:pt idx="14840">49.990000000000002</cx:pt>
          <cx:pt idx="14841">49.990000000000002</cx:pt>
          <cx:pt idx="14842">49.990000000000002</cx:pt>
          <cx:pt idx="14843">49.990000000000002</cx:pt>
          <cx:pt idx="14844">49.990000000000002</cx:pt>
          <cx:pt idx="14845">49.990000000000002</cx:pt>
          <cx:pt idx="14846">49.990000000000002</cx:pt>
          <cx:pt idx="14847">49.990000000000002</cx:pt>
          <cx:pt idx="14848">49.990000000000002</cx:pt>
          <cx:pt idx="14849">49.990000000000002</cx:pt>
          <cx:pt idx="14850">49.990000000000002</cx:pt>
          <cx:pt idx="14851">49.990000000000002</cx:pt>
          <cx:pt idx="14852">49.990000000000002</cx:pt>
          <cx:pt idx="14853">49.990000000000002</cx:pt>
          <cx:pt idx="14854">49.990000000000002</cx:pt>
          <cx:pt idx="14855">49.990000000000002</cx:pt>
          <cx:pt idx="14856">49.990000000000002</cx:pt>
          <cx:pt idx="14857">49.990000000000002</cx:pt>
          <cx:pt idx="14858">49.990000000000002</cx:pt>
          <cx:pt idx="14859">49.990000000000002</cx:pt>
          <cx:pt idx="14860">49.990000000000002</cx:pt>
          <cx:pt idx="14861">49.990000000000002</cx:pt>
          <cx:pt idx="14862">49.990000000000002</cx:pt>
          <cx:pt idx="14863">49.990000000000002</cx:pt>
          <cx:pt idx="14864">49.990000000000002</cx:pt>
          <cx:pt idx="14865">49.990000000000002</cx:pt>
          <cx:pt idx="14866">49.990000000000002</cx:pt>
          <cx:pt idx="14867">49.990000000000002</cx:pt>
          <cx:pt idx="14868">49.990000000000002</cx:pt>
          <cx:pt idx="14869">49.990000000000002</cx:pt>
          <cx:pt idx="14870">49.990000000000002</cx:pt>
          <cx:pt idx="14871">49.990000000000002</cx:pt>
          <cx:pt idx="14872">49.990000000000002</cx:pt>
          <cx:pt idx="14873">49.990000000000002</cx:pt>
          <cx:pt idx="14874">49.990000000000002</cx:pt>
          <cx:pt idx="14875">49.990000000000002</cx:pt>
          <cx:pt idx="14876">49.990000000000002</cx:pt>
          <cx:pt idx="14877">49.990000000000002</cx:pt>
          <cx:pt idx="14878">49.990000000000002</cx:pt>
          <cx:pt idx="14879">49.990000000000002</cx:pt>
          <cx:pt idx="14880">49.990000000000002</cx:pt>
          <cx:pt idx="14881">49.990000000000002</cx:pt>
          <cx:pt idx="14882">49.990000000000002</cx:pt>
          <cx:pt idx="14883">49.990000000000002</cx:pt>
          <cx:pt idx="14884">49.990000000000002</cx:pt>
          <cx:pt idx="14885">49.990000000000002</cx:pt>
          <cx:pt idx="14886">49.990000000000002</cx:pt>
          <cx:pt idx="14887">49.990000000000002</cx:pt>
          <cx:pt idx="14888">49.990000000000002</cx:pt>
          <cx:pt idx="14889">49.990000000000002</cx:pt>
          <cx:pt idx="14890">49.990000000000002</cx:pt>
          <cx:pt idx="14891">49.990000000000002</cx:pt>
          <cx:pt idx="14892">49.990000000000002</cx:pt>
          <cx:pt idx="14893">49.990000000000002</cx:pt>
          <cx:pt idx="14894">49.990000000000002</cx:pt>
          <cx:pt idx="14895">49.990000000000002</cx:pt>
          <cx:pt idx="14896">49.990000000000002</cx:pt>
          <cx:pt idx="14897">49.990000000000002</cx:pt>
          <cx:pt idx="14898">49.990000000000002</cx:pt>
          <cx:pt idx="14899">49.990000000000002</cx:pt>
          <cx:pt idx="14900">49.990000000000002</cx:pt>
          <cx:pt idx="14901">49.990000000000002</cx:pt>
          <cx:pt idx="14902">49.990000000000002</cx:pt>
          <cx:pt idx="14903">49.990000000000002</cx:pt>
          <cx:pt idx="14904">49.990000000000002</cx:pt>
          <cx:pt idx="14905">49.990000000000002</cx:pt>
          <cx:pt idx="14906">49.990000000000002</cx:pt>
          <cx:pt idx="14907">49.990000000000002</cx:pt>
          <cx:pt idx="14908">49.990000000000002</cx:pt>
          <cx:pt idx="14909">49.990000000000002</cx:pt>
          <cx:pt idx="14910">49.990000000000002</cx:pt>
          <cx:pt idx="14911">49.990000000000002</cx:pt>
          <cx:pt idx="14912">49.990000000000002</cx:pt>
          <cx:pt idx="14913">49.990000000000002</cx:pt>
          <cx:pt idx="14914">49.990000000000002</cx:pt>
          <cx:pt idx="14915">49.990000000000002</cx:pt>
          <cx:pt idx="14916">49.990000000000002</cx:pt>
          <cx:pt idx="14917">49.990000000000002</cx:pt>
          <cx:pt idx="14918">49.990000000000002</cx:pt>
          <cx:pt idx="14919">49.990000000000002</cx:pt>
          <cx:pt idx="14920">49.990000000000002</cx:pt>
          <cx:pt idx="14921">49.990000000000002</cx:pt>
          <cx:pt idx="14922">49.990000000000002</cx:pt>
          <cx:pt idx="14923">49.990000000000002</cx:pt>
          <cx:pt idx="14924">49.990000000000002</cx:pt>
          <cx:pt idx="14925">49.990000000000002</cx:pt>
          <cx:pt idx="14926">49.990000000000002</cx:pt>
          <cx:pt idx="14927">49.990000000000002</cx:pt>
          <cx:pt idx="14928">49.990000000000002</cx:pt>
          <cx:pt idx="14929">49.990000000000002</cx:pt>
          <cx:pt idx="14930">49.990000000000002</cx:pt>
          <cx:pt idx="14931">49.990000000000002</cx:pt>
          <cx:pt idx="14932">49.990000000000002</cx:pt>
          <cx:pt idx="14933">49.990000000000002</cx:pt>
          <cx:pt idx="14934">49.990000000000002</cx:pt>
          <cx:pt idx="14935">49.990000000000002</cx:pt>
          <cx:pt idx="14936">49.990000000000002</cx:pt>
          <cx:pt idx="14937">49.990000000000002</cx:pt>
          <cx:pt idx="14938">49.990000000000002</cx:pt>
          <cx:pt idx="14939">49.990000000000002</cx:pt>
          <cx:pt idx="14940">49.990000000000002</cx:pt>
          <cx:pt idx="14941">49.990000000000002</cx:pt>
          <cx:pt idx="14942">49.990000000000002</cx:pt>
          <cx:pt idx="14943">49.990000000000002</cx:pt>
          <cx:pt idx="14944">49.990000000000002</cx:pt>
          <cx:pt idx="14945">49.990000000000002</cx:pt>
          <cx:pt idx="14946">49.990000000000002</cx:pt>
          <cx:pt idx="14947">49.990000000000002</cx:pt>
          <cx:pt idx="14948">49.990000000000002</cx:pt>
          <cx:pt idx="14949">49.990000000000002</cx:pt>
          <cx:pt idx="14950">49.990000000000002</cx:pt>
          <cx:pt idx="14951">49.990000000000002</cx:pt>
          <cx:pt idx="14952">49.990000000000002</cx:pt>
          <cx:pt idx="14953">49.990000000000002</cx:pt>
          <cx:pt idx="14954">49.990000000000002</cx:pt>
          <cx:pt idx="14955">49.990000000000002</cx:pt>
          <cx:pt idx="14956">49.990000000000002</cx:pt>
          <cx:pt idx="14957">49.990000000000002</cx:pt>
          <cx:pt idx="14958">49.990000000000002</cx:pt>
          <cx:pt idx="14959">49.990000000000002</cx:pt>
          <cx:pt idx="14960">49.990000000000002</cx:pt>
          <cx:pt idx="14961">49.990000000000002</cx:pt>
          <cx:pt idx="14962">49.990000000000002</cx:pt>
          <cx:pt idx="14963">49.990000000000002</cx:pt>
          <cx:pt idx="14964">49.990000000000002</cx:pt>
          <cx:pt idx="14965">49.990000000000002</cx:pt>
          <cx:pt idx="14966">49.990000000000002</cx:pt>
          <cx:pt idx="14967">49.990000000000002</cx:pt>
          <cx:pt idx="14968">49.990000000000002</cx:pt>
          <cx:pt idx="14969">49.990000000000002</cx:pt>
          <cx:pt idx="14970">49.990000000000002</cx:pt>
          <cx:pt idx="14971">49.990000000000002</cx:pt>
          <cx:pt idx="14972">49.990000000000002</cx:pt>
          <cx:pt idx="14973">49.990000000000002</cx:pt>
          <cx:pt idx="14974">49.990000000000002</cx:pt>
          <cx:pt idx="14975">49.990000000000002</cx:pt>
          <cx:pt idx="14976">49.990000000000002</cx:pt>
          <cx:pt idx="14977">49.990000000000002</cx:pt>
          <cx:pt idx="14978">49.990000000000002</cx:pt>
          <cx:pt idx="14979">49.990000000000002</cx:pt>
          <cx:pt idx="14980">49.990000000000002</cx:pt>
          <cx:pt idx="14981">49.990000000000002</cx:pt>
          <cx:pt idx="14982">49.990000000000002</cx:pt>
          <cx:pt idx="14983">49.990000000000002</cx:pt>
          <cx:pt idx="14984">49.990000000000002</cx:pt>
          <cx:pt idx="14985">49.990000000000002</cx:pt>
          <cx:pt idx="14986">49.990000000000002</cx:pt>
          <cx:pt idx="14987">49.990000000000002</cx:pt>
          <cx:pt idx="14988">49.990000000000002</cx:pt>
          <cx:pt idx="14989">49.990000000000002</cx:pt>
          <cx:pt idx="14990">49.990000000000002</cx:pt>
          <cx:pt idx="14991">49.990000000000002</cx:pt>
          <cx:pt idx="14992">49.990000000000002</cx:pt>
          <cx:pt idx="14993">49.990000000000002</cx:pt>
          <cx:pt idx="14994">49.990000000000002</cx:pt>
          <cx:pt idx="14995">49.990000000000002</cx:pt>
          <cx:pt idx="14996">49.990000000000002</cx:pt>
          <cx:pt idx="14997">49.990000000000002</cx:pt>
          <cx:pt idx="14998">49.990000000000002</cx:pt>
          <cx:pt idx="14999">49.990000000000002</cx:pt>
          <cx:pt idx="15000">49.990000000000002</cx:pt>
          <cx:pt idx="15001">49.990000000000002</cx:pt>
          <cx:pt idx="15002">49.990000000000002</cx:pt>
          <cx:pt idx="15003">49.990000000000002</cx:pt>
          <cx:pt idx="15004">49.990000000000002</cx:pt>
          <cx:pt idx="15005">49.990000000000002</cx:pt>
          <cx:pt idx="15006">49.990000000000002</cx:pt>
          <cx:pt idx="15007">49.990000000000002</cx:pt>
          <cx:pt idx="15008">49.990000000000002</cx:pt>
          <cx:pt idx="15009">49.990000000000002</cx:pt>
          <cx:pt idx="15010">49.990000000000002</cx:pt>
          <cx:pt idx="15011">49.990000000000002</cx:pt>
          <cx:pt idx="15012">49.990000000000002</cx:pt>
          <cx:pt idx="15013">49.990000000000002</cx:pt>
          <cx:pt idx="15014">49.990000000000002</cx:pt>
          <cx:pt idx="15015">49.990000000000002</cx:pt>
          <cx:pt idx="15016">49.990000000000002</cx:pt>
          <cx:pt idx="15017">49.990000000000002</cx:pt>
          <cx:pt idx="15018">49.990000000000002</cx:pt>
          <cx:pt idx="15019">49.990000000000002</cx:pt>
          <cx:pt idx="15020">49.990000000000002</cx:pt>
          <cx:pt idx="15021">49.990000000000002</cx:pt>
          <cx:pt idx="15022">49.990000000000002</cx:pt>
          <cx:pt idx="15023">49.990000000000002</cx:pt>
          <cx:pt idx="15024">49.990000000000002</cx:pt>
          <cx:pt idx="15025">49.990000000000002</cx:pt>
          <cx:pt idx="15026">49.990000000000002</cx:pt>
          <cx:pt idx="15027">49.990000000000002</cx:pt>
          <cx:pt idx="15028">49.990000000000002</cx:pt>
          <cx:pt idx="15029">49.990000000000002</cx:pt>
          <cx:pt idx="15030">49.990000000000002</cx:pt>
          <cx:pt idx="15031">49.990000000000002</cx:pt>
          <cx:pt idx="15032">49.990000000000002</cx:pt>
          <cx:pt idx="15033">49.990000000000002</cx:pt>
          <cx:pt idx="15034">49.990000000000002</cx:pt>
          <cx:pt idx="15035">49.990000000000002</cx:pt>
          <cx:pt idx="15036">49.990000000000002</cx:pt>
          <cx:pt idx="15037">49.990000000000002</cx:pt>
          <cx:pt idx="15038">49.990000000000002</cx:pt>
          <cx:pt idx="15039">49.990000000000002</cx:pt>
          <cx:pt idx="15040">49.990000000000002</cx:pt>
          <cx:pt idx="15041">49.990000000000002</cx:pt>
          <cx:pt idx="15042">49.990000000000002</cx:pt>
          <cx:pt idx="15043">49.990000000000002</cx:pt>
          <cx:pt idx="15044">49.990000000000002</cx:pt>
          <cx:pt idx="15045">49.990000000000002</cx:pt>
          <cx:pt idx="15046">49.990000000000002</cx:pt>
          <cx:pt idx="15047">49.990000000000002</cx:pt>
          <cx:pt idx="15048">49.990000000000002</cx:pt>
          <cx:pt idx="15049">49.990000000000002</cx:pt>
          <cx:pt idx="15050">49.990000000000002</cx:pt>
          <cx:pt idx="15051">49.990000000000002</cx:pt>
          <cx:pt idx="15052">49.990000000000002</cx:pt>
          <cx:pt idx="15053">49.990000000000002</cx:pt>
          <cx:pt idx="15054">49.990000000000002</cx:pt>
          <cx:pt idx="15055">49.990000000000002</cx:pt>
          <cx:pt idx="15056">49.990000000000002</cx:pt>
          <cx:pt idx="15057">49.990000000000002</cx:pt>
          <cx:pt idx="15058">49.990000000000002</cx:pt>
          <cx:pt idx="15059">49.990000000000002</cx:pt>
          <cx:pt idx="15060">49.990000000000002</cx:pt>
          <cx:pt idx="15061">49.990000000000002</cx:pt>
          <cx:pt idx="15062">49.990000000000002</cx:pt>
          <cx:pt idx="15063">49.990000000000002</cx:pt>
          <cx:pt idx="15064">49.990000000000002</cx:pt>
          <cx:pt idx="15065">49.990000000000002</cx:pt>
          <cx:pt idx="15066">49.990000000000002</cx:pt>
          <cx:pt idx="15067">49.990000000000002</cx:pt>
          <cx:pt idx="15068">49.990000000000002</cx:pt>
          <cx:pt idx="15069">49.990000000000002</cx:pt>
          <cx:pt idx="15070">49.990000000000002</cx:pt>
          <cx:pt idx="15071">49.990000000000002</cx:pt>
          <cx:pt idx="15072">49.990000000000002</cx:pt>
          <cx:pt idx="15073">49.990000000000002</cx:pt>
          <cx:pt idx="15074">49.990000000000002</cx:pt>
          <cx:pt idx="15075">49.990000000000002</cx:pt>
          <cx:pt idx="15076">49.990000000000002</cx:pt>
          <cx:pt idx="15077">49.990000000000002</cx:pt>
          <cx:pt idx="15078">49.990000000000002</cx:pt>
          <cx:pt idx="15079">49.990000000000002</cx:pt>
          <cx:pt idx="15080">49.990000000000002</cx:pt>
          <cx:pt idx="15081">49.990000000000002</cx:pt>
          <cx:pt idx="15082">49.990000000000002</cx:pt>
          <cx:pt idx="15083">49.990000000000002</cx:pt>
          <cx:pt idx="15084">49.990000000000002</cx:pt>
          <cx:pt idx="15085">49.990000000000002</cx:pt>
          <cx:pt idx="15086">49.990000000000002</cx:pt>
          <cx:pt idx="15087">49.990000000000002</cx:pt>
          <cx:pt idx="15088">49.990000000000002</cx:pt>
          <cx:pt idx="15089">49.990000000000002</cx:pt>
          <cx:pt idx="15090">49.990000000000002</cx:pt>
          <cx:pt idx="15091">49.990000000000002</cx:pt>
          <cx:pt idx="15092">49.990000000000002</cx:pt>
          <cx:pt idx="15093">49.990000000000002</cx:pt>
          <cx:pt idx="15094">49.990000000000002</cx:pt>
          <cx:pt idx="15095">49.990000000000002</cx:pt>
          <cx:pt idx="15096">49.990000000000002</cx:pt>
          <cx:pt idx="15097">49.990000000000002</cx:pt>
          <cx:pt idx="15098">49.990000000000002</cx:pt>
          <cx:pt idx="15099">49.990000000000002</cx:pt>
          <cx:pt idx="15100">49.990000000000002</cx:pt>
          <cx:pt idx="15101">49.990000000000002</cx:pt>
          <cx:pt idx="15102">49.990000000000002</cx:pt>
          <cx:pt idx="15103">49.990000000000002</cx:pt>
          <cx:pt idx="15104">49.990000000000002</cx:pt>
          <cx:pt idx="15105">49.990000000000002</cx:pt>
          <cx:pt idx="15106">49.990000000000002</cx:pt>
          <cx:pt idx="15107">49.990000000000002</cx:pt>
          <cx:pt idx="15108">49.990000000000002</cx:pt>
          <cx:pt idx="15109">49.990000000000002</cx:pt>
          <cx:pt idx="15110">49.990000000000002</cx:pt>
          <cx:pt idx="15111">49.990000000000002</cx:pt>
          <cx:pt idx="15112">49.990000000000002</cx:pt>
          <cx:pt idx="15113">49.990000000000002</cx:pt>
          <cx:pt idx="15114">49.990000000000002</cx:pt>
          <cx:pt idx="15115">49.990000000000002</cx:pt>
          <cx:pt idx="15116">49.990000000000002</cx:pt>
          <cx:pt idx="15117">49.990000000000002</cx:pt>
          <cx:pt idx="15118">49.990000000000002</cx:pt>
          <cx:pt idx="15119">49.990000000000002</cx:pt>
          <cx:pt idx="15120">49.990000000000002</cx:pt>
          <cx:pt idx="15121">49.990000000000002</cx:pt>
          <cx:pt idx="15122">49.990000000000002</cx:pt>
          <cx:pt idx="15123">49.990000000000002</cx:pt>
          <cx:pt idx="15124">49.990000000000002</cx:pt>
          <cx:pt idx="15125">49.990000000000002</cx:pt>
          <cx:pt idx="15126">49.990000000000002</cx:pt>
          <cx:pt idx="15127">49.990000000000002</cx:pt>
          <cx:pt idx="15128">49.990000000000002</cx:pt>
          <cx:pt idx="15129">49.990000000000002</cx:pt>
          <cx:pt idx="15130">49.990000000000002</cx:pt>
          <cx:pt idx="15131">49.990000000000002</cx:pt>
          <cx:pt idx="15132">49.990000000000002</cx:pt>
          <cx:pt idx="15133">49.990000000000002</cx:pt>
          <cx:pt idx="15134">49.990000000000002</cx:pt>
          <cx:pt idx="15135">49.990000000000002</cx:pt>
          <cx:pt idx="15136">49.990000000000002</cx:pt>
          <cx:pt idx="15137">49.990000000000002</cx:pt>
          <cx:pt idx="15138">49.990000000000002</cx:pt>
          <cx:pt idx="15139">49.990000000000002</cx:pt>
          <cx:pt idx="15140">49.990000000000002</cx:pt>
          <cx:pt idx="15141">49.990000000000002</cx:pt>
          <cx:pt idx="15142">49.990000000000002</cx:pt>
          <cx:pt idx="15143">49.990000000000002</cx:pt>
          <cx:pt idx="15144">49.990000000000002</cx:pt>
          <cx:pt idx="15145">49.990000000000002</cx:pt>
          <cx:pt idx="15146">49.990000000000002</cx:pt>
          <cx:pt idx="15147">49.990000000000002</cx:pt>
          <cx:pt idx="15148">49.990000000000002</cx:pt>
          <cx:pt idx="15149">49.990000000000002</cx:pt>
          <cx:pt idx="15150">49.990000000000002</cx:pt>
          <cx:pt idx="15151">49.990000000000002</cx:pt>
          <cx:pt idx="15152">49.990000000000002</cx:pt>
          <cx:pt idx="15153">49.990000000000002</cx:pt>
          <cx:pt idx="15154">49.990000000000002</cx:pt>
          <cx:pt idx="15155">49.990000000000002</cx:pt>
          <cx:pt idx="15156">49.990000000000002</cx:pt>
          <cx:pt idx="15157">49.990000000000002</cx:pt>
          <cx:pt idx="15158">49.990000000000002</cx:pt>
          <cx:pt idx="15159">49.990000000000002</cx:pt>
          <cx:pt idx="15160">49.990000000000002</cx:pt>
          <cx:pt idx="15161">49.990000000000002</cx:pt>
          <cx:pt idx="15162">49.990000000000002</cx:pt>
          <cx:pt idx="15163">49.990000000000002</cx:pt>
          <cx:pt idx="15164">49.990000000000002</cx:pt>
          <cx:pt idx="15165">49.990000000000002</cx:pt>
          <cx:pt idx="15166">49.990000000000002</cx:pt>
          <cx:pt idx="15167">49.990000000000002</cx:pt>
          <cx:pt idx="15168">49.990000000000002</cx:pt>
          <cx:pt idx="15169">49.990000000000002</cx:pt>
          <cx:pt idx="15170">49.990000000000002</cx:pt>
          <cx:pt idx="15171">49.990000000000002</cx:pt>
          <cx:pt idx="15172">49.990000000000002</cx:pt>
          <cx:pt idx="15173">49.990000000000002</cx:pt>
          <cx:pt idx="15174">49.990000000000002</cx:pt>
          <cx:pt idx="15175">49.990000000000002</cx:pt>
          <cx:pt idx="15176">49.990000000000002</cx:pt>
          <cx:pt idx="15177">49.990000000000002</cx:pt>
          <cx:pt idx="15178">49.990000000000002</cx:pt>
          <cx:pt idx="15179">49.990000000000002</cx:pt>
          <cx:pt idx="15180">49.990000000000002</cx:pt>
          <cx:pt idx="15181">49.990000000000002</cx:pt>
          <cx:pt idx="15182">49.990000000000002</cx:pt>
          <cx:pt idx="15183">49.990000000000002</cx:pt>
          <cx:pt idx="15184">49.990000000000002</cx:pt>
          <cx:pt idx="15185">49.990000000000002</cx:pt>
          <cx:pt idx="15186">49.990000000000002</cx:pt>
          <cx:pt idx="15187">49.990000000000002</cx:pt>
          <cx:pt idx="15188">49.990000000000002</cx:pt>
          <cx:pt idx="15189">49.990000000000002</cx:pt>
          <cx:pt idx="15190">49.990000000000002</cx:pt>
          <cx:pt idx="15191">49.990000000000002</cx:pt>
          <cx:pt idx="15192">49.990000000000002</cx:pt>
          <cx:pt idx="15193">49.990000000000002</cx:pt>
          <cx:pt idx="15194">49.990000000000002</cx:pt>
          <cx:pt idx="15195">49.990000000000002</cx:pt>
          <cx:pt idx="15196">49.990000000000002</cx:pt>
          <cx:pt idx="15197">49.990000000000002</cx:pt>
          <cx:pt idx="15198">49.990000000000002</cx:pt>
          <cx:pt idx="15199">49.990000000000002</cx:pt>
          <cx:pt idx="15200">49.990000000000002</cx:pt>
          <cx:pt idx="15201">49.990000000000002</cx:pt>
          <cx:pt idx="15202">49.990000000000002</cx:pt>
          <cx:pt idx="15203">49.990000000000002</cx:pt>
          <cx:pt idx="15204">49.990000000000002</cx:pt>
          <cx:pt idx="15205">49.990000000000002</cx:pt>
          <cx:pt idx="15206">49.990000000000002</cx:pt>
          <cx:pt idx="15207">49.990000000000002</cx:pt>
          <cx:pt idx="15208">49.990000000000002</cx:pt>
          <cx:pt idx="15209">49.990000000000002</cx:pt>
          <cx:pt idx="15210">49.990000000000002</cx:pt>
          <cx:pt idx="15211">49.990000000000002</cx:pt>
          <cx:pt idx="15212">49.990000000000002</cx:pt>
          <cx:pt idx="15213">49.990000000000002</cx:pt>
          <cx:pt idx="15214">49.990000000000002</cx:pt>
          <cx:pt idx="15215">49.990000000000002</cx:pt>
          <cx:pt idx="15216">49.990000000000002</cx:pt>
          <cx:pt idx="15217">49.990000000000002</cx:pt>
          <cx:pt idx="15218">49.990000000000002</cx:pt>
          <cx:pt idx="15219">49.990000000000002</cx:pt>
          <cx:pt idx="15220">49.990000000000002</cx:pt>
          <cx:pt idx="15221">49.990000000000002</cx:pt>
          <cx:pt idx="15222">49.990000000000002</cx:pt>
          <cx:pt idx="15223">49.990000000000002</cx:pt>
          <cx:pt idx="15224">49.990000000000002</cx:pt>
          <cx:pt idx="15225">49.990000000000002</cx:pt>
          <cx:pt idx="15226">49.990000000000002</cx:pt>
          <cx:pt idx="15227">49.990000000000002</cx:pt>
          <cx:pt idx="15228">49.990000000000002</cx:pt>
          <cx:pt idx="15229">49.990000000000002</cx:pt>
          <cx:pt idx="15230">49.990000000000002</cx:pt>
          <cx:pt idx="15231">49.990000000000002</cx:pt>
          <cx:pt idx="15232">49.990000000000002</cx:pt>
          <cx:pt idx="15233">49.990000000000002</cx:pt>
          <cx:pt idx="15234">49.990000000000002</cx:pt>
          <cx:pt idx="15235">49.990000000000002</cx:pt>
          <cx:pt idx="15236">49.990000000000002</cx:pt>
          <cx:pt idx="15237">49.990000000000002</cx:pt>
          <cx:pt idx="15238">49.990000000000002</cx:pt>
          <cx:pt idx="15239">49.990000000000002</cx:pt>
          <cx:pt idx="15240">49.990000000000002</cx:pt>
          <cx:pt idx="15241">49.990000000000002</cx:pt>
          <cx:pt idx="15242">49.990000000000002</cx:pt>
          <cx:pt idx="15243">49.990000000000002</cx:pt>
          <cx:pt idx="15244">49.990000000000002</cx:pt>
          <cx:pt idx="15245">49.990000000000002</cx:pt>
          <cx:pt idx="15246">49.990000000000002</cx:pt>
          <cx:pt idx="15247">49.990000000000002</cx:pt>
          <cx:pt idx="15248">49.990000000000002</cx:pt>
          <cx:pt idx="15249">49.990000000000002</cx:pt>
          <cx:pt idx="15250">49.990000000000002</cx:pt>
          <cx:pt idx="15251">49.990000000000002</cx:pt>
          <cx:pt idx="15252">49.990000000000002</cx:pt>
          <cx:pt idx="15253">49.990000000000002</cx:pt>
          <cx:pt idx="15254">49.990000000000002</cx:pt>
          <cx:pt idx="15255">49.990000000000002</cx:pt>
          <cx:pt idx="15256">49.990000000000002</cx:pt>
          <cx:pt idx="15257">49.990000000000002</cx:pt>
          <cx:pt idx="15258">49.990000000000002</cx:pt>
          <cx:pt idx="15259">49.990000000000002</cx:pt>
          <cx:pt idx="15260">49.990000000000002</cx:pt>
          <cx:pt idx="15261">49.990000000000002</cx:pt>
          <cx:pt idx="15262">49.990000000000002</cx:pt>
          <cx:pt idx="15263">49.990000000000002</cx:pt>
          <cx:pt idx="15264">49.990000000000002</cx:pt>
          <cx:pt idx="15265">49.990000000000002</cx:pt>
          <cx:pt idx="15266">49.990000000000002</cx:pt>
          <cx:pt idx="15267">49.990000000000002</cx:pt>
          <cx:pt idx="15268">49.990000000000002</cx:pt>
          <cx:pt idx="15269">49.990000000000002</cx:pt>
          <cx:pt idx="15270">49.990000000000002</cx:pt>
          <cx:pt idx="15271">49.990000000000002</cx:pt>
          <cx:pt idx="15272">49.990000000000002</cx:pt>
          <cx:pt idx="15273">49.990000000000002</cx:pt>
          <cx:pt idx="15274">49.990000000000002</cx:pt>
          <cx:pt idx="15275">49.990000000000002</cx:pt>
          <cx:pt idx="15276">49.990000000000002</cx:pt>
          <cx:pt idx="15277">49.990000000000002</cx:pt>
          <cx:pt idx="15278">49.990000000000002</cx:pt>
          <cx:pt idx="15279">49.990000000000002</cx:pt>
          <cx:pt idx="15280">49.990000000000002</cx:pt>
          <cx:pt idx="15281">49.990000000000002</cx:pt>
          <cx:pt idx="15282">49.990000000000002</cx:pt>
          <cx:pt idx="15283">49.990000000000002</cx:pt>
          <cx:pt idx="15284">49.990000000000002</cx:pt>
          <cx:pt idx="15285">49.990000000000002</cx:pt>
          <cx:pt idx="15286">49.990000000000002</cx:pt>
          <cx:pt idx="15287">49.990000000000002</cx:pt>
          <cx:pt idx="15288">49.990000000000002</cx:pt>
          <cx:pt idx="15289">49.990000000000002</cx:pt>
          <cx:pt idx="15290">49.990000000000002</cx:pt>
          <cx:pt idx="15291">49.990000000000002</cx:pt>
          <cx:pt idx="15292">49.990000000000002</cx:pt>
          <cx:pt idx="15293">49.990000000000002</cx:pt>
          <cx:pt idx="15294">49.990000000000002</cx:pt>
          <cx:pt idx="15295">49.990000000000002</cx:pt>
          <cx:pt idx="15296">49.990000000000002</cx:pt>
          <cx:pt idx="15297">49.990000000000002</cx:pt>
          <cx:pt idx="15298">49.990000000000002</cx:pt>
          <cx:pt idx="15299">49.990000000000002</cx:pt>
          <cx:pt idx="15300">49.990000000000002</cx:pt>
          <cx:pt idx="15301">49.990000000000002</cx:pt>
          <cx:pt idx="15302">49.990000000000002</cx:pt>
          <cx:pt idx="15303">49.990000000000002</cx:pt>
          <cx:pt idx="15304">49.990000000000002</cx:pt>
          <cx:pt idx="15305">49.990000000000002</cx:pt>
          <cx:pt idx="15306">49.990000000000002</cx:pt>
          <cx:pt idx="15307">49.990000000000002</cx:pt>
          <cx:pt idx="15308">49.990000000000002</cx:pt>
          <cx:pt idx="15309">49.990000000000002</cx:pt>
          <cx:pt idx="15310">49.990000000000002</cx:pt>
          <cx:pt idx="15311">49.990000000000002</cx:pt>
          <cx:pt idx="15312">49.990000000000002</cx:pt>
          <cx:pt idx="15313">49.990000000000002</cx:pt>
          <cx:pt idx="15314">49.990000000000002</cx:pt>
          <cx:pt idx="15315">49.990000000000002</cx:pt>
          <cx:pt idx="15316">49.990000000000002</cx:pt>
          <cx:pt idx="15317">49.990000000000002</cx:pt>
          <cx:pt idx="15318">49.990000000000002</cx:pt>
          <cx:pt idx="15319">49.990000000000002</cx:pt>
          <cx:pt idx="15320">49.990000000000002</cx:pt>
          <cx:pt idx="15321">49.990000000000002</cx:pt>
          <cx:pt idx="15322">49.990000000000002</cx:pt>
          <cx:pt idx="15323">49.990000000000002</cx:pt>
          <cx:pt idx="15324">49.990000000000002</cx:pt>
          <cx:pt idx="15325">49.990000000000002</cx:pt>
          <cx:pt idx="15326">49.990000000000002</cx:pt>
          <cx:pt idx="15327">49.990000000000002</cx:pt>
          <cx:pt idx="15328">49.990000000000002</cx:pt>
          <cx:pt idx="15329">49.990000000000002</cx:pt>
          <cx:pt idx="15330">49.990000000000002</cx:pt>
          <cx:pt idx="15331">49.990000000000002</cx:pt>
          <cx:pt idx="15332">49.990000000000002</cx:pt>
          <cx:pt idx="15333">49.990000000000002</cx:pt>
          <cx:pt idx="15334">49.990000000000002</cx:pt>
          <cx:pt idx="15335">49.990000000000002</cx:pt>
          <cx:pt idx="15336">49.990000000000002</cx:pt>
          <cx:pt idx="15337">49.990000000000002</cx:pt>
          <cx:pt idx="15338">49.990000000000002</cx:pt>
          <cx:pt idx="15339">49.990000000000002</cx:pt>
          <cx:pt idx="15340">49.990000000000002</cx:pt>
          <cx:pt idx="15341">49.990000000000002</cx:pt>
          <cx:pt idx="15342">49.990000000000002</cx:pt>
          <cx:pt idx="15343">49.990000000000002</cx:pt>
          <cx:pt idx="15344">49.990000000000002</cx:pt>
          <cx:pt idx="15345">49.990000000000002</cx:pt>
          <cx:pt idx="15346">49.990000000000002</cx:pt>
          <cx:pt idx="15347">49.990000000000002</cx:pt>
          <cx:pt idx="15348">49.990000000000002</cx:pt>
          <cx:pt idx="15349">49.990000000000002</cx:pt>
          <cx:pt idx="15350">49.990000000000002</cx:pt>
          <cx:pt idx="15351">49.990000000000002</cx:pt>
          <cx:pt idx="15352">49.990000000000002</cx:pt>
          <cx:pt idx="15353">49.990000000000002</cx:pt>
          <cx:pt idx="15354">49.990000000000002</cx:pt>
          <cx:pt idx="15355">49.990000000000002</cx:pt>
          <cx:pt idx="15356">49.990000000000002</cx:pt>
          <cx:pt idx="15357">49.990000000000002</cx:pt>
          <cx:pt idx="15358">49.990000000000002</cx:pt>
          <cx:pt idx="15359">49.990000000000002</cx:pt>
          <cx:pt idx="15360">49.990000000000002</cx:pt>
          <cx:pt idx="15361">49.990000000000002</cx:pt>
          <cx:pt idx="15362">49.990000000000002</cx:pt>
          <cx:pt idx="15363">49.990000000000002</cx:pt>
          <cx:pt idx="15364">49.990000000000002</cx:pt>
          <cx:pt idx="15365">49.990000000000002</cx:pt>
          <cx:pt idx="15366">49.990000000000002</cx:pt>
          <cx:pt idx="15367">49.990000000000002</cx:pt>
          <cx:pt idx="15368">49.990000000000002</cx:pt>
          <cx:pt idx="15369">49.990000000000002</cx:pt>
          <cx:pt idx="15370">49.990000000000002</cx:pt>
          <cx:pt idx="15371">49.990000000000002</cx:pt>
          <cx:pt idx="15372">49.990000000000002</cx:pt>
          <cx:pt idx="15373">49.990000000000002</cx:pt>
          <cx:pt idx="15374">49.990000000000002</cx:pt>
          <cx:pt idx="15375">49.990000000000002</cx:pt>
          <cx:pt idx="15376">49.990000000000002</cx:pt>
          <cx:pt idx="15377">49.990000000000002</cx:pt>
          <cx:pt idx="15378">49.990000000000002</cx:pt>
          <cx:pt idx="15379">49.990000000000002</cx:pt>
          <cx:pt idx="15380">49.990000000000002</cx:pt>
          <cx:pt idx="15381">49.990000000000002</cx:pt>
          <cx:pt idx="15382">49.990000000000002</cx:pt>
          <cx:pt idx="15383">49.990000000000002</cx:pt>
          <cx:pt idx="15384">49.990000000000002</cx:pt>
          <cx:pt idx="15385">49.990000000000002</cx:pt>
          <cx:pt idx="15386">49.990000000000002</cx:pt>
          <cx:pt idx="15387">49.990000000000002</cx:pt>
          <cx:pt idx="15388">49.990000000000002</cx:pt>
          <cx:pt idx="15389">49.990000000000002</cx:pt>
          <cx:pt idx="15390">49.990000000000002</cx:pt>
          <cx:pt idx="15391">49.990000000000002</cx:pt>
          <cx:pt idx="15392">49.990000000000002</cx:pt>
          <cx:pt idx="15393">49.990000000000002</cx:pt>
          <cx:pt idx="15394">49.990000000000002</cx:pt>
          <cx:pt idx="15395">49.990000000000002</cx:pt>
          <cx:pt idx="15396">49.990000000000002</cx:pt>
          <cx:pt idx="15397">49.990000000000002</cx:pt>
          <cx:pt idx="15398">49.990000000000002</cx:pt>
          <cx:pt idx="15399">49.990000000000002</cx:pt>
          <cx:pt idx="15400">49.990000000000002</cx:pt>
          <cx:pt idx="15401">49.990000000000002</cx:pt>
          <cx:pt idx="15402">49.990000000000002</cx:pt>
          <cx:pt idx="15403">49.990000000000002</cx:pt>
          <cx:pt idx="15404">49.990000000000002</cx:pt>
          <cx:pt idx="15405">49.990000000000002</cx:pt>
          <cx:pt idx="15406">49.990000000000002</cx:pt>
          <cx:pt idx="15407">49.990000000000002</cx:pt>
          <cx:pt idx="15408">49.990000000000002</cx:pt>
          <cx:pt idx="15409">49.990000000000002</cx:pt>
          <cx:pt idx="15410">49.990000000000002</cx:pt>
          <cx:pt idx="15411">49.990000000000002</cx:pt>
          <cx:pt idx="15412">49.990000000000002</cx:pt>
          <cx:pt idx="15413">49.990000000000002</cx:pt>
          <cx:pt idx="15414">49.990000000000002</cx:pt>
          <cx:pt idx="15415">49.990000000000002</cx:pt>
          <cx:pt idx="15416">49.990000000000002</cx:pt>
          <cx:pt idx="15417">49.990000000000002</cx:pt>
          <cx:pt idx="15418">49.990000000000002</cx:pt>
          <cx:pt idx="15419">49.990000000000002</cx:pt>
          <cx:pt idx="15420">49.990000000000002</cx:pt>
          <cx:pt idx="15421">49.990000000000002</cx:pt>
          <cx:pt idx="15422">49.990000000000002</cx:pt>
          <cx:pt idx="15423">49.990000000000002</cx:pt>
          <cx:pt idx="15424">49.990000000000002</cx:pt>
          <cx:pt idx="15425">49.990000000000002</cx:pt>
          <cx:pt idx="15426">49.990000000000002</cx:pt>
          <cx:pt idx="15427">49.990000000000002</cx:pt>
          <cx:pt idx="15428">49.990000000000002</cx:pt>
          <cx:pt idx="15429">49.990000000000002</cx:pt>
          <cx:pt idx="15430">49.990000000000002</cx:pt>
          <cx:pt idx="15431">49.990000000000002</cx:pt>
          <cx:pt idx="15432">49.990000000000002</cx:pt>
          <cx:pt idx="15433">49.990000000000002</cx:pt>
          <cx:pt idx="15434">49.990000000000002</cx:pt>
          <cx:pt idx="15435">49.990000000000002</cx:pt>
          <cx:pt idx="15436">49.990000000000002</cx:pt>
          <cx:pt idx="15437">49.990000000000002</cx:pt>
          <cx:pt idx="15438">49.990000000000002</cx:pt>
          <cx:pt idx="15439">49.990000000000002</cx:pt>
          <cx:pt idx="15440">49.990000000000002</cx:pt>
          <cx:pt idx="15441">49.990000000000002</cx:pt>
          <cx:pt idx="15442">49.990000000000002</cx:pt>
          <cx:pt idx="15443">49.990000000000002</cx:pt>
          <cx:pt idx="15444">49.990000000000002</cx:pt>
          <cx:pt idx="15445">49.990000000000002</cx:pt>
          <cx:pt idx="15446">49.990000000000002</cx:pt>
          <cx:pt idx="15447">49.990000000000002</cx:pt>
          <cx:pt idx="15448">49.990000000000002</cx:pt>
          <cx:pt idx="15449">49.990000000000002</cx:pt>
          <cx:pt idx="15450">49.990000000000002</cx:pt>
          <cx:pt idx="15451">49.990000000000002</cx:pt>
          <cx:pt idx="15452">49.990000000000002</cx:pt>
          <cx:pt idx="15453">49.990000000000002</cx:pt>
          <cx:pt idx="15454">49.990000000000002</cx:pt>
          <cx:pt idx="15455">49.990000000000002</cx:pt>
          <cx:pt idx="15456">49.990000000000002</cx:pt>
          <cx:pt idx="15457">49.990000000000002</cx:pt>
          <cx:pt idx="15458">49.990000000000002</cx:pt>
          <cx:pt idx="15459">49.990000000000002</cx:pt>
          <cx:pt idx="15460">49.990000000000002</cx:pt>
          <cx:pt idx="15461">49.990000000000002</cx:pt>
          <cx:pt idx="15462">49.990000000000002</cx:pt>
          <cx:pt idx="15463">49.990000000000002</cx:pt>
          <cx:pt idx="15464">49.990000000000002</cx:pt>
          <cx:pt idx="15465">49.990000000000002</cx:pt>
          <cx:pt idx="15466">49.990000000000002</cx:pt>
          <cx:pt idx="15467">49.990000000000002</cx:pt>
          <cx:pt idx="15468">49.990000000000002</cx:pt>
          <cx:pt idx="15469">49.990000000000002</cx:pt>
          <cx:pt idx="15470">49.990000000000002</cx:pt>
          <cx:pt idx="15471">49.990000000000002</cx:pt>
          <cx:pt idx="15472">49.990000000000002</cx:pt>
          <cx:pt idx="15473">49.990000000000002</cx:pt>
          <cx:pt idx="15474">49.990000000000002</cx:pt>
          <cx:pt idx="15475">49.990000000000002</cx:pt>
          <cx:pt idx="15476">49.990000000000002</cx:pt>
          <cx:pt idx="15477">49.990000000000002</cx:pt>
          <cx:pt idx="15478">49.990000000000002</cx:pt>
          <cx:pt idx="15479">49.990000000000002</cx:pt>
          <cx:pt idx="15480">49.990000000000002</cx:pt>
          <cx:pt idx="15481">49.990000000000002</cx:pt>
          <cx:pt idx="15482">49.990000000000002</cx:pt>
          <cx:pt idx="15483">49.990000000000002</cx:pt>
          <cx:pt idx="15484">49.990000000000002</cx:pt>
          <cx:pt idx="15485">49.990000000000002</cx:pt>
          <cx:pt idx="15486">49.990000000000002</cx:pt>
          <cx:pt idx="15487">49.990000000000002</cx:pt>
          <cx:pt idx="15488">49.990000000000002</cx:pt>
          <cx:pt idx="15489">49.990000000000002</cx:pt>
          <cx:pt idx="15490">49.990000000000002</cx:pt>
          <cx:pt idx="15491">49.990000000000002</cx:pt>
          <cx:pt idx="15492">49.990000000000002</cx:pt>
          <cx:pt idx="15493">49.990000000000002</cx:pt>
          <cx:pt idx="15494">49.990000000000002</cx:pt>
          <cx:pt idx="15495">49.990000000000002</cx:pt>
          <cx:pt idx="15496">49.990000000000002</cx:pt>
          <cx:pt idx="15497">49.990000000000002</cx:pt>
          <cx:pt idx="15498">49.990000000000002</cx:pt>
          <cx:pt idx="15499">49.990000000000002</cx:pt>
          <cx:pt idx="15500">49.990000000000002</cx:pt>
          <cx:pt idx="15501">49.990000000000002</cx:pt>
          <cx:pt idx="15502">49.990000000000002</cx:pt>
          <cx:pt idx="15503">49.990000000000002</cx:pt>
          <cx:pt idx="15504">49.990000000000002</cx:pt>
          <cx:pt idx="15505">49.990000000000002</cx:pt>
          <cx:pt idx="15506">49.990000000000002</cx:pt>
          <cx:pt idx="15507">49.990000000000002</cx:pt>
          <cx:pt idx="15508">49.990000000000002</cx:pt>
          <cx:pt idx="15509">49.990000000000002</cx:pt>
          <cx:pt idx="15510">49.990000000000002</cx:pt>
          <cx:pt idx="15511">49.990000000000002</cx:pt>
          <cx:pt idx="15512">49.990000000000002</cx:pt>
          <cx:pt idx="15513">49.990000000000002</cx:pt>
          <cx:pt idx="15514">49.990000000000002</cx:pt>
          <cx:pt idx="15515">49.990000000000002</cx:pt>
          <cx:pt idx="15516">49.990000000000002</cx:pt>
          <cx:pt idx="15517">49.990000000000002</cx:pt>
          <cx:pt idx="15518">49.990000000000002</cx:pt>
          <cx:pt idx="15519">49.990000000000002</cx:pt>
          <cx:pt idx="15520">49.990000000000002</cx:pt>
          <cx:pt idx="15521">49.990000000000002</cx:pt>
          <cx:pt idx="15522">49.990000000000002</cx:pt>
          <cx:pt idx="15523">49.990000000000002</cx:pt>
          <cx:pt idx="15524">49.990000000000002</cx:pt>
          <cx:pt idx="15525">49.990000000000002</cx:pt>
          <cx:pt idx="15526">49.990000000000002</cx:pt>
          <cx:pt idx="15527">49.990000000000002</cx:pt>
          <cx:pt idx="15528">49.990000000000002</cx:pt>
          <cx:pt idx="15529">49.990000000000002</cx:pt>
          <cx:pt idx="15530">49.990000000000002</cx:pt>
          <cx:pt idx="15531">49.990000000000002</cx:pt>
          <cx:pt idx="15532">49.990000000000002</cx:pt>
          <cx:pt idx="15533">49.990000000000002</cx:pt>
          <cx:pt idx="15534">49.990000000000002</cx:pt>
          <cx:pt idx="15535">49.990000000000002</cx:pt>
          <cx:pt idx="15536">49.990000000000002</cx:pt>
          <cx:pt idx="15537">49.990000000000002</cx:pt>
          <cx:pt idx="15538">49.990000000000002</cx:pt>
          <cx:pt idx="15539">49.990000000000002</cx:pt>
          <cx:pt idx="15540">49.990000000000002</cx:pt>
          <cx:pt idx="15541">49.990000000000002</cx:pt>
          <cx:pt idx="15542">49.990000000000002</cx:pt>
          <cx:pt idx="15543">49.990000000000002</cx:pt>
          <cx:pt idx="15544">49.990000000000002</cx:pt>
          <cx:pt idx="15545">49.990000000000002</cx:pt>
          <cx:pt idx="15546">49.990000000000002</cx:pt>
          <cx:pt idx="15547">49.990000000000002</cx:pt>
          <cx:pt idx="15548">49.990000000000002</cx:pt>
          <cx:pt idx="15549">49.990000000000002</cx:pt>
          <cx:pt idx="15550">49.990000000000002</cx:pt>
          <cx:pt idx="15551">49.990000000000002</cx:pt>
          <cx:pt idx="15552">49.990000000000002</cx:pt>
          <cx:pt idx="15553">49.990000000000002</cx:pt>
          <cx:pt idx="15554">49.990000000000002</cx:pt>
          <cx:pt idx="15555">49.990000000000002</cx:pt>
          <cx:pt idx="15556">49.990000000000002</cx:pt>
          <cx:pt idx="15557">49.990000000000002</cx:pt>
          <cx:pt idx="15558">49.990000000000002</cx:pt>
          <cx:pt idx="15559">49.990000000000002</cx:pt>
          <cx:pt idx="15560">49.990000000000002</cx:pt>
          <cx:pt idx="15561">49.990000000000002</cx:pt>
          <cx:pt idx="15562">49.990000000000002</cx:pt>
          <cx:pt idx="15563">49.990000000000002</cx:pt>
          <cx:pt idx="15564">49.990000000000002</cx:pt>
          <cx:pt idx="15565">49.990000000000002</cx:pt>
          <cx:pt idx="15566">49.990000000000002</cx:pt>
          <cx:pt idx="15567">49.990000000000002</cx:pt>
          <cx:pt idx="15568">49.990000000000002</cx:pt>
          <cx:pt idx="15569">49.990000000000002</cx:pt>
          <cx:pt idx="15570">49.990000000000002</cx:pt>
          <cx:pt idx="15571">49.990000000000002</cx:pt>
          <cx:pt idx="15572">49.990000000000002</cx:pt>
          <cx:pt idx="15573">49.990000000000002</cx:pt>
          <cx:pt idx="15574">49.990000000000002</cx:pt>
          <cx:pt idx="15575">49.990000000000002</cx:pt>
          <cx:pt idx="15576">49.990000000000002</cx:pt>
          <cx:pt idx="15577">49.990000000000002</cx:pt>
          <cx:pt idx="15578">49.990000000000002</cx:pt>
          <cx:pt idx="15579">49.990000000000002</cx:pt>
          <cx:pt idx="15580">49.990000000000002</cx:pt>
          <cx:pt idx="15581">49.990000000000002</cx:pt>
          <cx:pt idx="15582">49.990000000000002</cx:pt>
          <cx:pt idx="15583">49.990000000000002</cx:pt>
          <cx:pt idx="15584">49.990000000000002</cx:pt>
          <cx:pt idx="15585">49.990000000000002</cx:pt>
          <cx:pt idx="15586">49.990000000000002</cx:pt>
          <cx:pt idx="15587">49.990000000000002</cx:pt>
          <cx:pt idx="15588">49.990000000000002</cx:pt>
          <cx:pt idx="15589">49.990000000000002</cx:pt>
          <cx:pt idx="15590">49.990000000000002</cx:pt>
          <cx:pt idx="15591">49.990000000000002</cx:pt>
          <cx:pt idx="15592">49.990000000000002</cx:pt>
          <cx:pt idx="15593">49.990000000000002</cx:pt>
          <cx:pt idx="15594">49.990000000000002</cx:pt>
          <cx:pt idx="15595">49.990000000000002</cx:pt>
          <cx:pt idx="15596">49.990000000000002</cx:pt>
          <cx:pt idx="15597">49.990000000000002</cx:pt>
          <cx:pt idx="15598">49.990000000000002</cx:pt>
          <cx:pt idx="15599">49.990000000000002</cx:pt>
          <cx:pt idx="15600">49.990000000000002</cx:pt>
          <cx:pt idx="15601">49.990000000000002</cx:pt>
          <cx:pt idx="15602">49.990000000000002</cx:pt>
          <cx:pt idx="15603">49.990000000000002</cx:pt>
          <cx:pt idx="15604">49.990000000000002</cx:pt>
          <cx:pt idx="15605">49.990000000000002</cx:pt>
          <cx:pt idx="15606">49.990000000000002</cx:pt>
          <cx:pt idx="15607">49.990000000000002</cx:pt>
          <cx:pt idx="15608">49.990000000000002</cx:pt>
          <cx:pt idx="15609">49.990000000000002</cx:pt>
          <cx:pt idx="15610">49.990000000000002</cx:pt>
          <cx:pt idx="15611">49.990000000000002</cx:pt>
          <cx:pt idx="15612">49.990000000000002</cx:pt>
          <cx:pt idx="15613">49.990000000000002</cx:pt>
          <cx:pt idx="15614">49.990000000000002</cx:pt>
          <cx:pt idx="15615">49.990000000000002</cx:pt>
          <cx:pt idx="15616">49.990000000000002</cx:pt>
          <cx:pt idx="15617">49.990000000000002</cx:pt>
          <cx:pt idx="15618">49.990000000000002</cx:pt>
          <cx:pt idx="15619">49.990000000000002</cx:pt>
          <cx:pt idx="15620">49.990000000000002</cx:pt>
          <cx:pt idx="15621">49.990000000000002</cx:pt>
          <cx:pt idx="15622">49.990000000000002</cx:pt>
          <cx:pt idx="15623">49.990000000000002</cx:pt>
          <cx:pt idx="15624">49.990000000000002</cx:pt>
          <cx:pt idx="15625">49.990000000000002</cx:pt>
          <cx:pt idx="15626">49.990000000000002</cx:pt>
          <cx:pt idx="15627">49.990000000000002</cx:pt>
          <cx:pt idx="15628">49.990000000000002</cx:pt>
          <cx:pt idx="15629">49.990000000000002</cx:pt>
          <cx:pt idx="15630">49.990000000000002</cx:pt>
          <cx:pt idx="15631">49.990000000000002</cx:pt>
          <cx:pt idx="15632">49.990000000000002</cx:pt>
          <cx:pt idx="15633">49.990000000000002</cx:pt>
          <cx:pt idx="15634">49.990000000000002</cx:pt>
          <cx:pt idx="15635">49.990000000000002</cx:pt>
          <cx:pt idx="15636">49.990000000000002</cx:pt>
          <cx:pt idx="15637">49.990000000000002</cx:pt>
          <cx:pt idx="15638">49.990000000000002</cx:pt>
          <cx:pt idx="15639">49.990000000000002</cx:pt>
          <cx:pt idx="15640">49.990000000000002</cx:pt>
          <cx:pt idx="15641">49.990000000000002</cx:pt>
          <cx:pt idx="15642">49.990000000000002</cx:pt>
          <cx:pt idx="15643">49.990000000000002</cx:pt>
          <cx:pt idx="15644">49.990000000000002</cx:pt>
          <cx:pt idx="15645">49.990000000000002</cx:pt>
          <cx:pt idx="15646">49.990000000000002</cx:pt>
          <cx:pt idx="15647">49.990000000000002</cx:pt>
          <cx:pt idx="15648">49.990000000000002</cx:pt>
          <cx:pt idx="15649">49.990000000000002</cx:pt>
          <cx:pt idx="15650">49.990000000000002</cx:pt>
          <cx:pt idx="15651">49.990000000000002</cx:pt>
          <cx:pt idx="15652">49.990000000000002</cx:pt>
          <cx:pt idx="15653">49.990000000000002</cx:pt>
          <cx:pt idx="15654">49.990000000000002</cx:pt>
          <cx:pt idx="15655">49.990000000000002</cx:pt>
          <cx:pt idx="15656">49.990000000000002</cx:pt>
          <cx:pt idx="15657">49.990000000000002</cx:pt>
          <cx:pt idx="15658">49.990000000000002</cx:pt>
          <cx:pt idx="15659">49.990000000000002</cx:pt>
          <cx:pt idx="15660">49.990000000000002</cx:pt>
          <cx:pt idx="15661">49.990000000000002</cx:pt>
          <cx:pt idx="15662">49.990000000000002</cx:pt>
          <cx:pt idx="15663">49.990000000000002</cx:pt>
          <cx:pt idx="15664">49.990000000000002</cx:pt>
          <cx:pt idx="15665">49.990000000000002</cx:pt>
          <cx:pt idx="15666">49.990000000000002</cx:pt>
          <cx:pt idx="15667">49.990000000000002</cx:pt>
          <cx:pt idx="15668">49.990000000000002</cx:pt>
          <cx:pt idx="15669">49.990000000000002</cx:pt>
          <cx:pt idx="15670">49.990000000000002</cx:pt>
          <cx:pt idx="15671">49.990000000000002</cx:pt>
          <cx:pt idx="15672">49.990000000000002</cx:pt>
          <cx:pt idx="15673">49.990000000000002</cx:pt>
          <cx:pt idx="15674">49.990000000000002</cx:pt>
          <cx:pt idx="15675">49.990000000000002</cx:pt>
          <cx:pt idx="15676">49.990000000000002</cx:pt>
          <cx:pt idx="15677">49.990000000000002</cx:pt>
          <cx:pt idx="15678">49.990000000000002</cx:pt>
          <cx:pt idx="15679">49.990000000000002</cx:pt>
          <cx:pt idx="15680">49.990000000000002</cx:pt>
          <cx:pt idx="15681">49.990000000000002</cx:pt>
          <cx:pt idx="15682">49.990000000000002</cx:pt>
          <cx:pt idx="15683">49.990000000000002</cx:pt>
          <cx:pt idx="15684">49.990000000000002</cx:pt>
          <cx:pt idx="15685">49.990000000000002</cx:pt>
          <cx:pt idx="15686">49.990000000000002</cx:pt>
          <cx:pt idx="15687">49.990000000000002</cx:pt>
          <cx:pt idx="15688">49.990000000000002</cx:pt>
          <cx:pt idx="15689">49.990000000000002</cx:pt>
          <cx:pt idx="15690">49.990000000000002</cx:pt>
          <cx:pt idx="15691">49.990000000000002</cx:pt>
          <cx:pt idx="15692">49.990000000000002</cx:pt>
          <cx:pt idx="15693">49.990000000000002</cx:pt>
          <cx:pt idx="15694">49.990000000000002</cx:pt>
          <cx:pt idx="15695">49.990000000000002</cx:pt>
          <cx:pt idx="15696">49.990000000000002</cx:pt>
          <cx:pt idx="15697">49.990000000000002</cx:pt>
          <cx:pt idx="15698">49.990000000000002</cx:pt>
          <cx:pt idx="15699">49.990000000000002</cx:pt>
          <cx:pt idx="15700">49.990000000000002</cx:pt>
          <cx:pt idx="15701">49.990000000000002</cx:pt>
          <cx:pt idx="15702">49.990000000000002</cx:pt>
          <cx:pt idx="15703">49.990000000000002</cx:pt>
          <cx:pt idx="15704">49.990000000000002</cx:pt>
          <cx:pt idx="15705">49.990000000000002</cx:pt>
          <cx:pt idx="15706">49.990000000000002</cx:pt>
          <cx:pt idx="15707">49.990000000000002</cx:pt>
          <cx:pt idx="15708">49.990000000000002</cx:pt>
          <cx:pt idx="15709">49.990000000000002</cx:pt>
          <cx:pt idx="15710">49.990000000000002</cx:pt>
          <cx:pt idx="15711">49.990000000000002</cx:pt>
          <cx:pt idx="15712">49.990000000000002</cx:pt>
          <cx:pt idx="15713">49.990000000000002</cx:pt>
          <cx:pt idx="15714">49.990000000000002</cx:pt>
          <cx:pt idx="15715">49.990000000000002</cx:pt>
          <cx:pt idx="15716">49.990000000000002</cx:pt>
          <cx:pt idx="15717">49.990000000000002</cx:pt>
          <cx:pt idx="15718">49.990000000000002</cx:pt>
          <cx:pt idx="15719">49.990000000000002</cx:pt>
          <cx:pt idx="15720">49.990000000000002</cx:pt>
          <cx:pt idx="15721">49.990000000000002</cx:pt>
          <cx:pt idx="15722">49.990000000000002</cx:pt>
          <cx:pt idx="15723">49.990000000000002</cx:pt>
          <cx:pt idx="15724">49.990000000000002</cx:pt>
          <cx:pt idx="15725">49.990000000000002</cx:pt>
          <cx:pt idx="15726">49.990000000000002</cx:pt>
          <cx:pt idx="15727">49.990000000000002</cx:pt>
          <cx:pt idx="15728">49.990000000000002</cx:pt>
          <cx:pt idx="15729">49.990000000000002</cx:pt>
          <cx:pt idx="15730">49.990000000000002</cx:pt>
          <cx:pt idx="15731">49.990000000000002</cx:pt>
          <cx:pt idx="15732">49.990000000000002</cx:pt>
          <cx:pt idx="15733">49.990000000000002</cx:pt>
          <cx:pt idx="15734">49.990000000000002</cx:pt>
          <cx:pt idx="15735">49.990000000000002</cx:pt>
          <cx:pt idx="15736">49.990000000000002</cx:pt>
          <cx:pt idx="15737">49.990000000000002</cx:pt>
          <cx:pt idx="15738">49.990000000000002</cx:pt>
          <cx:pt idx="15739">49.990000000000002</cx:pt>
          <cx:pt idx="15740">49.990000000000002</cx:pt>
          <cx:pt idx="15741">49.990000000000002</cx:pt>
          <cx:pt idx="15742">49.990000000000002</cx:pt>
          <cx:pt idx="15743">49.990000000000002</cx:pt>
          <cx:pt idx="15744">49.990000000000002</cx:pt>
          <cx:pt idx="15745">49.990000000000002</cx:pt>
          <cx:pt idx="15746">49.990000000000002</cx:pt>
          <cx:pt idx="15747">49.990000000000002</cx:pt>
          <cx:pt idx="15748">49.990000000000002</cx:pt>
          <cx:pt idx="15749">49.990000000000002</cx:pt>
          <cx:pt idx="15750">49.990000000000002</cx:pt>
          <cx:pt idx="15751">49.990000000000002</cx:pt>
          <cx:pt idx="15752">49.990000000000002</cx:pt>
          <cx:pt idx="15753">49.990000000000002</cx:pt>
          <cx:pt idx="15754">49.990000000000002</cx:pt>
          <cx:pt idx="15755">49.990000000000002</cx:pt>
          <cx:pt idx="15756">49.990000000000002</cx:pt>
          <cx:pt idx="15757">49.990000000000002</cx:pt>
          <cx:pt idx="15758">49.990000000000002</cx:pt>
          <cx:pt idx="15759">49.990000000000002</cx:pt>
          <cx:pt idx="15760">49.990000000000002</cx:pt>
          <cx:pt idx="15761">49.990000000000002</cx:pt>
          <cx:pt idx="15762">49.990000000000002</cx:pt>
          <cx:pt idx="15763">49.990000000000002</cx:pt>
          <cx:pt idx="15764">49.990000000000002</cx:pt>
          <cx:pt idx="15765">49.990000000000002</cx:pt>
          <cx:pt idx="15766">49.990000000000002</cx:pt>
          <cx:pt idx="15767">49.990000000000002</cx:pt>
          <cx:pt idx="15768">49.990000000000002</cx:pt>
          <cx:pt idx="15769">49.990000000000002</cx:pt>
          <cx:pt idx="15770">49.990000000000002</cx:pt>
          <cx:pt idx="15771">49.990000000000002</cx:pt>
          <cx:pt idx="15772">49.990000000000002</cx:pt>
          <cx:pt idx="15773">49.990000000000002</cx:pt>
          <cx:pt idx="15774">49.990000000000002</cx:pt>
          <cx:pt idx="15775">49.990000000000002</cx:pt>
          <cx:pt idx="15776">49.990000000000002</cx:pt>
          <cx:pt idx="15777">49.990000000000002</cx:pt>
          <cx:pt idx="15778">49.990000000000002</cx:pt>
          <cx:pt idx="15779">49.990000000000002</cx:pt>
          <cx:pt idx="15780">49.990000000000002</cx:pt>
          <cx:pt idx="15781">49.990000000000002</cx:pt>
          <cx:pt idx="15782">49.990000000000002</cx:pt>
          <cx:pt idx="15783">49.990000000000002</cx:pt>
          <cx:pt idx="15784">49.990000000000002</cx:pt>
          <cx:pt idx="15785">49.990000000000002</cx:pt>
          <cx:pt idx="15786">49.990000000000002</cx:pt>
          <cx:pt idx="15787">49.990000000000002</cx:pt>
          <cx:pt idx="15788">49.990000000000002</cx:pt>
          <cx:pt idx="15789">49.990000000000002</cx:pt>
          <cx:pt idx="15790">49.990000000000002</cx:pt>
          <cx:pt idx="15791">49.990000000000002</cx:pt>
          <cx:pt idx="15792">49.990000000000002</cx:pt>
          <cx:pt idx="15793">49.990000000000002</cx:pt>
          <cx:pt idx="15794">49.990000000000002</cx:pt>
          <cx:pt idx="15795">49.990000000000002</cx:pt>
          <cx:pt idx="15796">49.990000000000002</cx:pt>
          <cx:pt idx="15797">49.990000000000002</cx:pt>
          <cx:pt idx="15798">49.990000000000002</cx:pt>
          <cx:pt idx="15799">49.990000000000002</cx:pt>
          <cx:pt idx="15800">49.990000000000002</cx:pt>
          <cx:pt idx="15801">49.990000000000002</cx:pt>
          <cx:pt idx="15802">49.990000000000002</cx:pt>
          <cx:pt idx="15803">49.990000000000002</cx:pt>
          <cx:pt idx="15804">49.990000000000002</cx:pt>
          <cx:pt idx="15805">49.990000000000002</cx:pt>
          <cx:pt idx="15806">49.990000000000002</cx:pt>
          <cx:pt idx="15807">49.990000000000002</cx:pt>
          <cx:pt idx="15808">49.990000000000002</cx:pt>
          <cx:pt idx="15809">49.990000000000002</cx:pt>
          <cx:pt idx="15810">49.990000000000002</cx:pt>
          <cx:pt idx="15811">49.990000000000002</cx:pt>
          <cx:pt idx="15812">49.990000000000002</cx:pt>
          <cx:pt idx="15813">49.990000000000002</cx:pt>
          <cx:pt idx="15814">49.990000000000002</cx:pt>
          <cx:pt idx="15815">49.990000000000002</cx:pt>
          <cx:pt idx="15816">49.990000000000002</cx:pt>
          <cx:pt idx="15817">49.990000000000002</cx:pt>
          <cx:pt idx="15818">49.990000000000002</cx:pt>
          <cx:pt idx="15819">49.990000000000002</cx:pt>
          <cx:pt idx="15820">49.990000000000002</cx:pt>
          <cx:pt idx="15821">49.990000000000002</cx:pt>
          <cx:pt idx="15822">49.990000000000002</cx:pt>
          <cx:pt idx="15823">49.990000000000002</cx:pt>
          <cx:pt idx="15824">49.990000000000002</cx:pt>
          <cx:pt idx="15825">49.990000000000002</cx:pt>
          <cx:pt idx="15826">49.990000000000002</cx:pt>
          <cx:pt idx="15827">49.990000000000002</cx:pt>
          <cx:pt idx="15828">49.990000000000002</cx:pt>
          <cx:pt idx="15829">49.990000000000002</cx:pt>
          <cx:pt idx="15830">49.990000000000002</cx:pt>
          <cx:pt idx="15831">49.990000000000002</cx:pt>
          <cx:pt idx="15832">49.990000000000002</cx:pt>
          <cx:pt idx="15833">49.990000000000002</cx:pt>
          <cx:pt idx="15834">49.990000000000002</cx:pt>
          <cx:pt idx="15835">49.990000000000002</cx:pt>
          <cx:pt idx="15836">49.990000000000002</cx:pt>
          <cx:pt idx="15837">49.990000000000002</cx:pt>
          <cx:pt idx="15838">49.990000000000002</cx:pt>
          <cx:pt idx="15839">49.990000000000002</cx:pt>
          <cx:pt idx="15840">49.990000000000002</cx:pt>
          <cx:pt idx="15841">49.990000000000002</cx:pt>
          <cx:pt idx="15842">49.990000000000002</cx:pt>
          <cx:pt idx="15843">49.990000000000002</cx:pt>
          <cx:pt idx="15844">49.990000000000002</cx:pt>
          <cx:pt idx="15845">49.990000000000002</cx:pt>
          <cx:pt idx="15846">49.990000000000002</cx:pt>
          <cx:pt idx="15847">49.990000000000002</cx:pt>
          <cx:pt idx="15848">49.990000000000002</cx:pt>
          <cx:pt idx="15849">49.990000000000002</cx:pt>
          <cx:pt idx="15850">49.990000000000002</cx:pt>
          <cx:pt idx="15851">49.990000000000002</cx:pt>
          <cx:pt idx="15852">49.990000000000002</cx:pt>
          <cx:pt idx="15853">49.990000000000002</cx:pt>
          <cx:pt idx="15854">49.990000000000002</cx:pt>
          <cx:pt idx="15855">49.990000000000002</cx:pt>
          <cx:pt idx="15856">49.990000000000002</cx:pt>
          <cx:pt idx="15857">49.990000000000002</cx:pt>
          <cx:pt idx="15858">49.990000000000002</cx:pt>
          <cx:pt idx="15859">49.990000000000002</cx:pt>
          <cx:pt idx="15860">49.990000000000002</cx:pt>
          <cx:pt idx="15861">49.990000000000002</cx:pt>
          <cx:pt idx="15862">49.990000000000002</cx:pt>
          <cx:pt idx="15863">49.990000000000002</cx:pt>
          <cx:pt idx="15864">49.990000000000002</cx:pt>
          <cx:pt idx="15865">49.990000000000002</cx:pt>
          <cx:pt idx="15866">49.990000000000002</cx:pt>
          <cx:pt idx="15867">49.990000000000002</cx:pt>
          <cx:pt idx="15868">49.990000000000002</cx:pt>
          <cx:pt idx="15869">49.990000000000002</cx:pt>
          <cx:pt idx="15870">49.990000000000002</cx:pt>
          <cx:pt idx="15871">49.990000000000002</cx:pt>
          <cx:pt idx="15872">49.990000000000002</cx:pt>
          <cx:pt idx="15873">49.990000000000002</cx:pt>
          <cx:pt idx="15874">49.990000000000002</cx:pt>
          <cx:pt idx="15875">49.990000000000002</cx:pt>
          <cx:pt idx="15876">49.990000000000002</cx:pt>
          <cx:pt idx="15877">49.990000000000002</cx:pt>
          <cx:pt idx="15878">49.990000000000002</cx:pt>
          <cx:pt idx="15879">49.990000000000002</cx:pt>
          <cx:pt idx="15880">49.990000000000002</cx:pt>
          <cx:pt idx="15881">49.990000000000002</cx:pt>
          <cx:pt idx="15882">49.990000000000002</cx:pt>
          <cx:pt idx="15883">49.990000000000002</cx:pt>
          <cx:pt idx="15884">49.990000000000002</cx:pt>
          <cx:pt idx="15885">49.990000000000002</cx:pt>
          <cx:pt idx="15886">49.990000000000002</cx:pt>
          <cx:pt idx="15887">49.990000000000002</cx:pt>
          <cx:pt idx="15888">49.990000000000002</cx:pt>
          <cx:pt idx="15889">49.990000000000002</cx:pt>
          <cx:pt idx="15890">49.990000000000002</cx:pt>
          <cx:pt idx="15891">49.990000000000002</cx:pt>
          <cx:pt idx="15892">49.990000000000002</cx:pt>
          <cx:pt idx="15893">49.990000000000002</cx:pt>
          <cx:pt idx="15894">49.990000000000002</cx:pt>
          <cx:pt idx="15895">49.990000000000002</cx:pt>
          <cx:pt idx="15896">49.990000000000002</cx:pt>
          <cx:pt idx="15897">49.990000000000002</cx:pt>
          <cx:pt idx="15898">49.990000000000002</cx:pt>
          <cx:pt idx="15899">49.990000000000002</cx:pt>
          <cx:pt idx="15900">49.990000000000002</cx:pt>
          <cx:pt idx="15901">49.990000000000002</cx:pt>
          <cx:pt idx="15902">49.990000000000002</cx:pt>
          <cx:pt idx="15903">49.990000000000002</cx:pt>
          <cx:pt idx="15904">49.990000000000002</cx:pt>
          <cx:pt idx="15905">49.990000000000002</cx:pt>
          <cx:pt idx="15906">49.990000000000002</cx:pt>
          <cx:pt idx="15907">49.990000000000002</cx:pt>
          <cx:pt idx="15908">49.990000000000002</cx:pt>
          <cx:pt idx="15909">49.990000000000002</cx:pt>
          <cx:pt idx="15910">49.990000000000002</cx:pt>
          <cx:pt idx="15911">49.990000000000002</cx:pt>
          <cx:pt idx="15912">49.990000000000002</cx:pt>
          <cx:pt idx="15913">49.990000000000002</cx:pt>
          <cx:pt idx="15914">49.990000000000002</cx:pt>
          <cx:pt idx="15915">49.990000000000002</cx:pt>
          <cx:pt idx="15916">49.990000000000002</cx:pt>
          <cx:pt idx="15917">49.990000000000002</cx:pt>
          <cx:pt idx="15918">49.990000000000002</cx:pt>
          <cx:pt idx="15919">49.990000000000002</cx:pt>
          <cx:pt idx="15920">49.990000000000002</cx:pt>
          <cx:pt idx="15921">49.990000000000002</cx:pt>
          <cx:pt idx="15922">49.990000000000002</cx:pt>
          <cx:pt idx="15923">49.990000000000002</cx:pt>
          <cx:pt idx="15924">49.990000000000002</cx:pt>
          <cx:pt idx="15925">49.990000000000002</cx:pt>
          <cx:pt idx="15926">49.990000000000002</cx:pt>
          <cx:pt idx="15927">49.990000000000002</cx:pt>
          <cx:pt idx="15928">49.990000000000002</cx:pt>
          <cx:pt idx="15929">49.990000000000002</cx:pt>
          <cx:pt idx="15930">49.990000000000002</cx:pt>
          <cx:pt idx="15931">49.990000000000002</cx:pt>
          <cx:pt idx="15932">49.990000000000002</cx:pt>
          <cx:pt idx="15933">49.990000000000002</cx:pt>
          <cx:pt idx="15934">49.990000000000002</cx:pt>
          <cx:pt idx="15935">49.990000000000002</cx:pt>
          <cx:pt idx="15936">49.990000000000002</cx:pt>
          <cx:pt idx="15937">49.990000000000002</cx:pt>
          <cx:pt idx="15938">49.990000000000002</cx:pt>
          <cx:pt idx="15939">49.990000000000002</cx:pt>
          <cx:pt idx="15940">49.990000000000002</cx:pt>
          <cx:pt idx="15941">49.990000000000002</cx:pt>
          <cx:pt idx="15942">49.990000000000002</cx:pt>
          <cx:pt idx="15943">49.990000000000002</cx:pt>
          <cx:pt idx="15944">49.990000000000002</cx:pt>
          <cx:pt idx="15945">49.990000000000002</cx:pt>
          <cx:pt idx="15946">49.990000000000002</cx:pt>
          <cx:pt idx="15947">49.990000000000002</cx:pt>
          <cx:pt idx="15948">49.990000000000002</cx:pt>
          <cx:pt idx="15949">49.990000000000002</cx:pt>
          <cx:pt idx="15950">49.990000000000002</cx:pt>
          <cx:pt idx="15951">49.990000000000002</cx:pt>
          <cx:pt idx="15952">49.990000000000002</cx:pt>
          <cx:pt idx="15953">49.990000000000002</cx:pt>
          <cx:pt idx="15954">49.990000000000002</cx:pt>
          <cx:pt idx="15955">49.990000000000002</cx:pt>
          <cx:pt idx="15956">49.990000000000002</cx:pt>
          <cx:pt idx="15957">49.990000000000002</cx:pt>
          <cx:pt idx="15958">49.990000000000002</cx:pt>
          <cx:pt idx="15959">49.990000000000002</cx:pt>
          <cx:pt idx="15960">49.990000000000002</cx:pt>
          <cx:pt idx="15961">49.990000000000002</cx:pt>
          <cx:pt idx="15962">49.990000000000002</cx:pt>
          <cx:pt idx="15963">49.990000000000002</cx:pt>
          <cx:pt idx="15964">49.990000000000002</cx:pt>
          <cx:pt idx="15965">49.990000000000002</cx:pt>
          <cx:pt idx="15966">49.990000000000002</cx:pt>
          <cx:pt idx="15967">49.990000000000002</cx:pt>
          <cx:pt idx="15968">49.990000000000002</cx:pt>
          <cx:pt idx="15969">49.990000000000002</cx:pt>
          <cx:pt idx="15970">49.990000000000002</cx:pt>
          <cx:pt idx="15971">49.990000000000002</cx:pt>
          <cx:pt idx="15972">49.990000000000002</cx:pt>
          <cx:pt idx="15973">49.990000000000002</cx:pt>
          <cx:pt idx="15974">49.990000000000002</cx:pt>
          <cx:pt idx="15975">49.990000000000002</cx:pt>
          <cx:pt idx="15976">49.990000000000002</cx:pt>
          <cx:pt idx="15977">49.990000000000002</cx:pt>
          <cx:pt idx="15978">49.990000000000002</cx:pt>
          <cx:pt idx="15979">49.990000000000002</cx:pt>
          <cx:pt idx="15980">49.990000000000002</cx:pt>
          <cx:pt idx="15981">49.990000000000002</cx:pt>
          <cx:pt idx="15982">49.990000000000002</cx:pt>
          <cx:pt idx="15983">49.990000000000002</cx:pt>
          <cx:pt idx="15984">49.990000000000002</cx:pt>
          <cx:pt idx="15985">49.990000000000002</cx:pt>
          <cx:pt idx="15986">49.990000000000002</cx:pt>
          <cx:pt idx="15987">49.990000000000002</cx:pt>
          <cx:pt idx="15988">49.990000000000002</cx:pt>
          <cx:pt idx="15989">49.990000000000002</cx:pt>
          <cx:pt idx="15990">49.990000000000002</cx:pt>
          <cx:pt idx="15991">49.990000000000002</cx:pt>
          <cx:pt idx="15992">49.990000000000002</cx:pt>
          <cx:pt idx="15993">49.990000000000002</cx:pt>
          <cx:pt idx="15994">49.990000000000002</cx:pt>
          <cx:pt idx="15995">49.990000000000002</cx:pt>
          <cx:pt idx="15996">49.990000000000002</cx:pt>
          <cx:pt idx="15997">49.990000000000002</cx:pt>
          <cx:pt idx="15998">49.990000000000002</cx:pt>
          <cx:pt idx="15999">49.990000000000002</cx:pt>
          <cx:pt idx="16000">49.990000000000002</cx:pt>
          <cx:pt idx="16001">49.990000000000002</cx:pt>
          <cx:pt idx="16002">49.990000000000002</cx:pt>
          <cx:pt idx="16003">49.990000000000002</cx:pt>
          <cx:pt idx="16004">49.990000000000002</cx:pt>
          <cx:pt idx="16005">49.990000000000002</cx:pt>
          <cx:pt idx="16006">49.990000000000002</cx:pt>
          <cx:pt idx="16007">49.990000000000002</cx:pt>
          <cx:pt idx="16008">49.990000000000002</cx:pt>
          <cx:pt idx="16009">49.990000000000002</cx:pt>
          <cx:pt idx="16010">49.990000000000002</cx:pt>
          <cx:pt idx="16011">49.990000000000002</cx:pt>
          <cx:pt idx="16012">49.990000000000002</cx:pt>
          <cx:pt idx="16013">49.990000000000002</cx:pt>
          <cx:pt idx="16014">49.990000000000002</cx:pt>
          <cx:pt idx="16015">49.990000000000002</cx:pt>
          <cx:pt idx="16016">49.990000000000002</cx:pt>
          <cx:pt idx="16017">49.990000000000002</cx:pt>
          <cx:pt idx="16018">49.990000000000002</cx:pt>
          <cx:pt idx="16019">49.990000000000002</cx:pt>
          <cx:pt idx="16020">49.990000000000002</cx:pt>
          <cx:pt idx="16021">49.990000000000002</cx:pt>
          <cx:pt idx="16022">49.990000000000002</cx:pt>
          <cx:pt idx="16023">49.990000000000002</cx:pt>
          <cx:pt idx="16024">49.990000000000002</cx:pt>
          <cx:pt idx="16025">49.990000000000002</cx:pt>
          <cx:pt idx="16026">49.990000000000002</cx:pt>
          <cx:pt idx="16027">49.990000000000002</cx:pt>
          <cx:pt idx="16028">49.990000000000002</cx:pt>
          <cx:pt idx="16029">49.990000000000002</cx:pt>
          <cx:pt idx="16030">49.990000000000002</cx:pt>
          <cx:pt idx="16031">49.990000000000002</cx:pt>
          <cx:pt idx="16032">49.990000000000002</cx:pt>
          <cx:pt idx="16033">49.990000000000002</cx:pt>
          <cx:pt idx="16034">49.990000000000002</cx:pt>
          <cx:pt idx="16035">49.990000000000002</cx:pt>
          <cx:pt idx="16036">49.990000000000002</cx:pt>
          <cx:pt idx="16037">49.990000000000002</cx:pt>
          <cx:pt idx="16038">49.990000000000002</cx:pt>
          <cx:pt idx="16039">49.990000000000002</cx:pt>
          <cx:pt idx="16040">49.990000000000002</cx:pt>
          <cx:pt idx="16041">49.990000000000002</cx:pt>
          <cx:pt idx="16042">49.990000000000002</cx:pt>
          <cx:pt idx="16043">49.990000000000002</cx:pt>
          <cx:pt idx="16044">49.990000000000002</cx:pt>
          <cx:pt idx="16045">49.990000000000002</cx:pt>
          <cx:pt idx="16046">49.990000000000002</cx:pt>
          <cx:pt idx="16047">49.990000000000002</cx:pt>
          <cx:pt idx="16048">49.990000000000002</cx:pt>
          <cx:pt idx="16049">49.990000000000002</cx:pt>
          <cx:pt idx="16050">49.990000000000002</cx:pt>
          <cx:pt idx="16051">49.990000000000002</cx:pt>
          <cx:pt idx="16052">49.990000000000002</cx:pt>
          <cx:pt idx="16053">49.990000000000002</cx:pt>
          <cx:pt idx="16054">49.990000000000002</cx:pt>
          <cx:pt idx="16055">49.990000000000002</cx:pt>
          <cx:pt idx="16056">49.990000000000002</cx:pt>
          <cx:pt idx="16057">49.990000000000002</cx:pt>
          <cx:pt idx="16058">49.990000000000002</cx:pt>
          <cx:pt idx="16059">49.990000000000002</cx:pt>
          <cx:pt idx="16060">49.990000000000002</cx:pt>
          <cx:pt idx="16061">49.990000000000002</cx:pt>
          <cx:pt idx="16062">49.990000000000002</cx:pt>
          <cx:pt idx="16063">49.990000000000002</cx:pt>
          <cx:pt idx="16064">49.990000000000002</cx:pt>
          <cx:pt idx="16065">49.990000000000002</cx:pt>
          <cx:pt idx="16066">49.990000000000002</cx:pt>
          <cx:pt idx="16067">49.990000000000002</cx:pt>
          <cx:pt idx="16068">49.990000000000002</cx:pt>
          <cx:pt idx="16069">49.990000000000002</cx:pt>
          <cx:pt idx="16070">49.990000000000002</cx:pt>
          <cx:pt idx="16071">49.990000000000002</cx:pt>
          <cx:pt idx="16072">49.990000000000002</cx:pt>
          <cx:pt idx="16073">49.990000000000002</cx:pt>
          <cx:pt idx="16074">49.990000000000002</cx:pt>
          <cx:pt idx="16075">49.990000000000002</cx:pt>
          <cx:pt idx="16076">49.990000000000002</cx:pt>
          <cx:pt idx="16077">49.990000000000002</cx:pt>
          <cx:pt idx="16078">49.990000000000002</cx:pt>
          <cx:pt idx="16079">49.990000000000002</cx:pt>
          <cx:pt idx="16080">49.990000000000002</cx:pt>
          <cx:pt idx="16081">49.990000000000002</cx:pt>
          <cx:pt idx="16082">49.990000000000002</cx:pt>
          <cx:pt idx="16083">49.990000000000002</cx:pt>
          <cx:pt idx="16084">49.990000000000002</cx:pt>
          <cx:pt idx="16085">49.990000000000002</cx:pt>
          <cx:pt idx="16086">49.990000000000002</cx:pt>
          <cx:pt idx="16087">49.990000000000002</cx:pt>
          <cx:pt idx="16088">49.990000000000002</cx:pt>
          <cx:pt idx="16089">49.990000000000002</cx:pt>
          <cx:pt idx="16090">49.990000000000002</cx:pt>
          <cx:pt idx="16091">49.990000000000002</cx:pt>
          <cx:pt idx="16092">49.990000000000002</cx:pt>
          <cx:pt idx="16093">49.990000000000002</cx:pt>
          <cx:pt idx="16094">49.990000000000002</cx:pt>
          <cx:pt idx="16095">49.990000000000002</cx:pt>
          <cx:pt idx="16096">49.990000000000002</cx:pt>
          <cx:pt idx="16097">49.990000000000002</cx:pt>
          <cx:pt idx="16098">49.990000000000002</cx:pt>
          <cx:pt idx="16099">49.990000000000002</cx:pt>
          <cx:pt idx="16100">49.990000000000002</cx:pt>
          <cx:pt idx="16101">49.990000000000002</cx:pt>
          <cx:pt idx="16102">49.990000000000002</cx:pt>
          <cx:pt idx="16103">49.990000000000002</cx:pt>
          <cx:pt idx="16104">49.990000000000002</cx:pt>
          <cx:pt idx="16105">49.990000000000002</cx:pt>
          <cx:pt idx="16106">49.990000000000002</cx:pt>
          <cx:pt idx="16107">49.990000000000002</cx:pt>
          <cx:pt idx="16108">49.990000000000002</cx:pt>
          <cx:pt idx="16109">49.990000000000002</cx:pt>
          <cx:pt idx="16110">49.990000000000002</cx:pt>
          <cx:pt idx="16111">49.990000000000002</cx:pt>
          <cx:pt idx="16112">49.990000000000002</cx:pt>
          <cx:pt idx="16113">49.990000000000002</cx:pt>
          <cx:pt idx="16114">49.990000000000002</cx:pt>
          <cx:pt idx="16115">49.990000000000002</cx:pt>
          <cx:pt idx="16116">49.990000000000002</cx:pt>
          <cx:pt idx="16117">49.990000000000002</cx:pt>
          <cx:pt idx="16118">49.990000000000002</cx:pt>
          <cx:pt idx="16119">49.990000000000002</cx:pt>
          <cx:pt idx="16120">49.990000000000002</cx:pt>
          <cx:pt idx="16121">49.990000000000002</cx:pt>
          <cx:pt idx="16122">49.990000000000002</cx:pt>
          <cx:pt idx="16123">49.990000000000002</cx:pt>
          <cx:pt idx="16124">49.990000000000002</cx:pt>
          <cx:pt idx="16125">49.990000000000002</cx:pt>
          <cx:pt idx="16126">49.990000000000002</cx:pt>
          <cx:pt idx="16127">49.990000000000002</cx:pt>
          <cx:pt idx="16128">49.990000000000002</cx:pt>
          <cx:pt idx="16129">49.990000000000002</cx:pt>
          <cx:pt idx="16130">49.990000000000002</cx:pt>
          <cx:pt idx="16131">49.990000000000002</cx:pt>
          <cx:pt idx="16132">49.990000000000002</cx:pt>
          <cx:pt idx="16133">49.990000000000002</cx:pt>
          <cx:pt idx="16134">49.990000000000002</cx:pt>
          <cx:pt idx="16135">49.990000000000002</cx:pt>
          <cx:pt idx="16136">49.990000000000002</cx:pt>
          <cx:pt idx="16137">49.990000000000002</cx:pt>
          <cx:pt idx="16138">49.990000000000002</cx:pt>
          <cx:pt idx="16139">49.990000000000002</cx:pt>
          <cx:pt idx="16140">49.990000000000002</cx:pt>
          <cx:pt idx="16141">49.990000000000002</cx:pt>
          <cx:pt idx="16142">49.990000000000002</cx:pt>
          <cx:pt idx="16143">49.990000000000002</cx:pt>
          <cx:pt idx="16144">49.990000000000002</cx:pt>
          <cx:pt idx="16145">49.990000000000002</cx:pt>
          <cx:pt idx="16146">49.990000000000002</cx:pt>
          <cx:pt idx="16147">49.990000000000002</cx:pt>
          <cx:pt idx="16148">49.990000000000002</cx:pt>
          <cx:pt idx="16149">49.990000000000002</cx:pt>
          <cx:pt idx="16150">49.990000000000002</cx:pt>
          <cx:pt idx="16151">49.990000000000002</cx:pt>
          <cx:pt idx="16152">49.990000000000002</cx:pt>
          <cx:pt idx="16153">49.990000000000002</cx:pt>
          <cx:pt idx="16154">49.990000000000002</cx:pt>
          <cx:pt idx="16155">49.990000000000002</cx:pt>
          <cx:pt idx="16156">49.990000000000002</cx:pt>
          <cx:pt idx="16157">49.990000000000002</cx:pt>
          <cx:pt idx="16158">49.990000000000002</cx:pt>
          <cx:pt idx="16159">49.990000000000002</cx:pt>
          <cx:pt idx="16160">49.990000000000002</cx:pt>
          <cx:pt idx="16161">49.990000000000002</cx:pt>
          <cx:pt idx="16162">49.990000000000002</cx:pt>
          <cx:pt idx="16163">49.990000000000002</cx:pt>
          <cx:pt idx="16164">49.990000000000002</cx:pt>
          <cx:pt idx="16165">49.990000000000002</cx:pt>
          <cx:pt idx="16166">49.990000000000002</cx:pt>
          <cx:pt idx="16167">49.990000000000002</cx:pt>
          <cx:pt idx="16168">49.990000000000002</cx:pt>
          <cx:pt idx="16169">49.990000000000002</cx:pt>
          <cx:pt idx="16170">49.990000000000002</cx:pt>
          <cx:pt idx="16171">49.990000000000002</cx:pt>
          <cx:pt idx="16172">49.990000000000002</cx:pt>
          <cx:pt idx="16173">49.990000000000002</cx:pt>
          <cx:pt idx="16174">49.990000000000002</cx:pt>
          <cx:pt idx="16175">49.990000000000002</cx:pt>
          <cx:pt idx="16176">49.990000000000002</cx:pt>
          <cx:pt idx="16177">49.990000000000002</cx:pt>
          <cx:pt idx="16178">49.990000000000002</cx:pt>
          <cx:pt idx="16179">49.990000000000002</cx:pt>
          <cx:pt idx="16180">49.990000000000002</cx:pt>
          <cx:pt idx="16181">49.990000000000002</cx:pt>
          <cx:pt idx="16182">49.990000000000002</cx:pt>
          <cx:pt idx="16183">49.990000000000002</cx:pt>
          <cx:pt idx="16184">49.990000000000002</cx:pt>
          <cx:pt idx="16185">49.990000000000002</cx:pt>
          <cx:pt idx="16186">49.990000000000002</cx:pt>
          <cx:pt idx="16187">49.990000000000002</cx:pt>
          <cx:pt idx="16188">49.990000000000002</cx:pt>
          <cx:pt idx="16189">49.990000000000002</cx:pt>
          <cx:pt idx="16190">49.990000000000002</cx:pt>
          <cx:pt idx="16191">49.990000000000002</cx:pt>
          <cx:pt idx="16192">49.990000000000002</cx:pt>
          <cx:pt idx="16193">49.990000000000002</cx:pt>
          <cx:pt idx="16194">49.990000000000002</cx:pt>
          <cx:pt idx="16195">49.990000000000002</cx:pt>
          <cx:pt idx="16196">49.990000000000002</cx:pt>
          <cx:pt idx="16197">49.990000000000002</cx:pt>
          <cx:pt idx="16198">49.990000000000002</cx:pt>
          <cx:pt idx="16199">49.990000000000002</cx:pt>
          <cx:pt idx="16200">49.990000000000002</cx:pt>
          <cx:pt idx="16201">49.990000000000002</cx:pt>
          <cx:pt idx="16202">49.990000000000002</cx:pt>
          <cx:pt idx="16203">49.990000000000002</cx:pt>
          <cx:pt idx="16204">49.990000000000002</cx:pt>
          <cx:pt idx="16205">49.990000000000002</cx:pt>
          <cx:pt idx="16206">49.990000000000002</cx:pt>
          <cx:pt idx="16207">49.990000000000002</cx:pt>
          <cx:pt idx="16208">49.990000000000002</cx:pt>
          <cx:pt idx="16209">49.990000000000002</cx:pt>
          <cx:pt idx="16210">49.990000000000002</cx:pt>
          <cx:pt idx="16211">49.990000000000002</cx:pt>
          <cx:pt idx="16212">49.990000000000002</cx:pt>
          <cx:pt idx="16213">49.990000000000002</cx:pt>
          <cx:pt idx="16214">49.990000000000002</cx:pt>
          <cx:pt idx="16215">49.990000000000002</cx:pt>
          <cx:pt idx="16216">49.990000000000002</cx:pt>
          <cx:pt idx="16217">49.990000000000002</cx:pt>
          <cx:pt idx="16218">49.990000000000002</cx:pt>
          <cx:pt idx="16219">49.990000000000002</cx:pt>
          <cx:pt idx="16220">49.990000000000002</cx:pt>
          <cx:pt idx="16221">49.990000000000002</cx:pt>
          <cx:pt idx="16222">49.990000000000002</cx:pt>
          <cx:pt idx="16223">49.990000000000002</cx:pt>
          <cx:pt idx="16224">49.990000000000002</cx:pt>
          <cx:pt idx="16225">49.990000000000002</cx:pt>
          <cx:pt idx="16226">49.990000000000002</cx:pt>
          <cx:pt idx="16227">49.990000000000002</cx:pt>
          <cx:pt idx="16228">49.990000000000002</cx:pt>
          <cx:pt idx="16229">49.990000000000002</cx:pt>
          <cx:pt idx="16230">49.990000000000002</cx:pt>
          <cx:pt idx="16231">49.990000000000002</cx:pt>
          <cx:pt idx="16232">49.990000000000002</cx:pt>
          <cx:pt idx="16233">49.990000000000002</cx:pt>
          <cx:pt idx="16234">49.990000000000002</cx:pt>
          <cx:pt idx="16235">49.990000000000002</cx:pt>
          <cx:pt idx="16236">49.990000000000002</cx:pt>
          <cx:pt idx="16237">49.990000000000002</cx:pt>
          <cx:pt idx="16238">49.990000000000002</cx:pt>
          <cx:pt idx="16239">49.990000000000002</cx:pt>
          <cx:pt idx="16240">49.990000000000002</cx:pt>
          <cx:pt idx="16241">49.990000000000002</cx:pt>
          <cx:pt idx="16242">49.990000000000002</cx:pt>
          <cx:pt idx="16243">49.990000000000002</cx:pt>
          <cx:pt idx="16244">49.990000000000002</cx:pt>
          <cx:pt idx="16245">49.990000000000002</cx:pt>
          <cx:pt idx="16246">49.990000000000002</cx:pt>
          <cx:pt idx="16247">49.990000000000002</cx:pt>
          <cx:pt idx="16248">49.990000000000002</cx:pt>
          <cx:pt idx="16249">49.990000000000002</cx:pt>
          <cx:pt idx="16250">49.990000000000002</cx:pt>
          <cx:pt idx="16251">49.990000000000002</cx:pt>
          <cx:pt idx="16252">49.990000000000002</cx:pt>
          <cx:pt idx="16253">49.990000000000002</cx:pt>
          <cx:pt idx="16254">49.990000000000002</cx:pt>
          <cx:pt idx="16255">49.990000000000002</cx:pt>
          <cx:pt idx="16256">49.990000000000002</cx:pt>
          <cx:pt idx="16257">49.990000000000002</cx:pt>
          <cx:pt idx="16258">49.990000000000002</cx:pt>
          <cx:pt idx="16259">49.990000000000002</cx:pt>
          <cx:pt idx="16260">49.990000000000002</cx:pt>
          <cx:pt idx="16261">49.990000000000002</cx:pt>
          <cx:pt idx="16262">49.990000000000002</cx:pt>
          <cx:pt idx="16263">49.990000000000002</cx:pt>
          <cx:pt idx="16264">49.990000000000002</cx:pt>
          <cx:pt idx="16265">49.990000000000002</cx:pt>
          <cx:pt idx="16266">49.990000000000002</cx:pt>
          <cx:pt idx="16267">49.990000000000002</cx:pt>
          <cx:pt idx="16268">49.990000000000002</cx:pt>
          <cx:pt idx="16269">49.990000000000002</cx:pt>
          <cx:pt idx="16270">49.990000000000002</cx:pt>
          <cx:pt idx="16271">49.990000000000002</cx:pt>
          <cx:pt idx="16272">49.990000000000002</cx:pt>
          <cx:pt idx="16273">49.990000000000002</cx:pt>
          <cx:pt idx="16274">49.990000000000002</cx:pt>
          <cx:pt idx="16275">49.990000000000002</cx:pt>
          <cx:pt idx="16276">49.990000000000002</cx:pt>
          <cx:pt idx="16277">49.990000000000002</cx:pt>
          <cx:pt idx="16278">49.990000000000002</cx:pt>
          <cx:pt idx="16279">49.990000000000002</cx:pt>
          <cx:pt idx="16280">49.990000000000002</cx:pt>
          <cx:pt idx="16281">49.990000000000002</cx:pt>
          <cx:pt idx="16282">49.990000000000002</cx:pt>
          <cx:pt idx="16283">49.990000000000002</cx:pt>
          <cx:pt idx="16284">49.990000000000002</cx:pt>
          <cx:pt idx="16285">49.990000000000002</cx:pt>
          <cx:pt idx="16286">49.990000000000002</cx:pt>
          <cx:pt idx="16287">49.990000000000002</cx:pt>
          <cx:pt idx="16288">49.990000000000002</cx:pt>
          <cx:pt idx="16289">49.990000000000002</cx:pt>
          <cx:pt idx="16290">49.990000000000002</cx:pt>
          <cx:pt idx="16291">49.990000000000002</cx:pt>
          <cx:pt idx="16292">49.990000000000002</cx:pt>
          <cx:pt idx="16293">49.990000000000002</cx:pt>
          <cx:pt idx="16294">49.990000000000002</cx:pt>
          <cx:pt idx="16295">49.990000000000002</cx:pt>
          <cx:pt idx="16296">49.990000000000002</cx:pt>
          <cx:pt idx="16297">49.990000000000002</cx:pt>
          <cx:pt idx="16298">49.990000000000002</cx:pt>
          <cx:pt idx="16299">49.990000000000002</cx:pt>
          <cx:pt idx="16300">49.990000000000002</cx:pt>
          <cx:pt idx="16301">49.990000000000002</cx:pt>
          <cx:pt idx="16302">49.990000000000002</cx:pt>
          <cx:pt idx="16303">49.990000000000002</cx:pt>
          <cx:pt idx="16304">49.990000000000002</cx:pt>
          <cx:pt idx="16305">49.990000000000002</cx:pt>
          <cx:pt idx="16306">49.990000000000002</cx:pt>
          <cx:pt idx="16307">49.990000000000002</cx:pt>
          <cx:pt idx="16308">49.990000000000002</cx:pt>
          <cx:pt idx="16309">49.990000000000002</cx:pt>
          <cx:pt idx="16310">49.990000000000002</cx:pt>
          <cx:pt idx="16311">49.990000000000002</cx:pt>
          <cx:pt idx="16312">49.990000000000002</cx:pt>
          <cx:pt idx="16313">49.990000000000002</cx:pt>
          <cx:pt idx="16314">49.990000000000002</cx:pt>
          <cx:pt idx="16315">49.990000000000002</cx:pt>
          <cx:pt idx="16316">49.990000000000002</cx:pt>
          <cx:pt idx="16317">49.990000000000002</cx:pt>
          <cx:pt idx="16318">49.990000000000002</cx:pt>
          <cx:pt idx="16319">49.990000000000002</cx:pt>
          <cx:pt idx="16320">49.990000000000002</cx:pt>
          <cx:pt idx="16321">49.990000000000002</cx:pt>
          <cx:pt idx="16322">49.990000000000002</cx:pt>
          <cx:pt idx="16323">49.990000000000002</cx:pt>
          <cx:pt idx="16324">49.990000000000002</cx:pt>
          <cx:pt idx="16325">49.990000000000002</cx:pt>
          <cx:pt idx="16326">49.990000000000002</cx:pt>
          <cx:pt idx="16327">49.990000000000002</cx:pt>
          <cx:pt idx="16328">49.990000000000002</cx:pt>
          <cx:pt idx="16329">49.990000000000002</cx:pt>
          <cx:pt idx="16330">49.990000000000002</cx:pt>
          <cx:pt idx="16331">49.990000000000002</cx:pt>
          <cx:pt idx="16332">49.990000000000002</cx:pt>
          <cx:pt idx="16333">49.990000000000002</cx:pt>
          <cx:pt idx="16334">49.990000000000002</cx:pt>
          <cx:pt idx="16335">49.990000000000002</cx:pt>
          <cx:pt idx="16336">49.990000000000002</cx:pt>
          <cx:pt idx="16337">49.990000000000002</cx:pt>
          <cx:pt idx="16338">49.990000000000002</cx:pt>
          <cx:pt idx="16339">49.990000000000002</cx:pt>
          <cx:pt idx="16340">49.990000000000002</cx:pt>
          <cx:pt idx="16341">49.990000000000002</cx:pt>
          <cx:pt idx="16342">49.990000000000002</cx:pt>
          <cx:pt idx="16343">49.990000000000002</cx:pt>
          <cx:pt idx="16344">49.990000000000002</cx:pt>
          <cx:pt idx="16345">49.990000000000002</cx:pt>
          <cx:pt idx="16346">49.990000000000002</cx:pt>
          <cx:pt idx="16347">49.990000000000002</cx:pt>
          <cx:pt idx="16348">49.990000000000002</cx:pt>
          <cx:pt idx="16349">49.990000000000002</cx:pt>
          <cx:pt idx="16350">49.990000000000002</cx:pt>
          <cx:pt idx="16351">49.990000000000002</cx:pt>
          <cx:pt idx="16352">49.990000000000002</cx:pt>
          <cx:pt idx="16353">49.990000000000002</cx:pt>
          <cx:pt idx="16354">49.990000000000002</cx:pt>
          <cx:pt idx="16355">49.990000000000002</cx:pt>
          <cx:pt idx="16356">49.990000000000002</cx:pt>
          <cx:pt idx="16357">49.990000000000002</cx:pt>
          <cx:pt idx="16358">49.990000000000002</cx:pt>
          <cx:pt idx="16359">49.990000000000002</cx:pt>
          <cx:pt idx="16360">49.990000000000002</cx:pt>
          <cx:pt idx="16361">49.990000000000002</cx:pt>
          <cx:pt idx="16362">49.990000000000002</cx:pt>
          <cx:pt idx="16363">49.990000000000002</cx:pt>
          <cx:pt idx="16364">49.990000000000002</cx:pt>
          <cx:pt idx="16365">49.990000000000002</cx:pt>
          <cx:pt idx="16366">49.990000000000002</cx:pt>
          <cx:pt idx="16367">49.990000000000002</cx:pt>
          <cx:pt idx="16368">49.990000000000002</cx:pt>
          <cx:pt idx="16369">49.990000000000002</cx:pt>
          <cx:pt idx="16370">49.990000000000002</cx:pt>
          <cx:pt idx="16371">49.990000000000002</cx:pt>
          <cx:pt idx="16372">49.990000000000002</cx:pt>
          <cx:pt idx="16373">49.990000000000002</cx:pt>
          <cx:pt idx="16374">49.990000000000002</cx:pt>
          <cx:pt idx="16375">49.990000000000002</cx:pt>
          <cx:pt idx="16376">49.990000000000002</cx:pt>
          <cx:pt idx="16377">49.990000000000002</cx:pt>
          <cx:pt idx="16378">49.990000000000002</cx:pt>
          <cx:pt idx="16379">49.990000000000002</cx:pt>
          <cx:pt idx="16380">49.990000000000002</cx:pt>
          <cx:pt idx="16381">49.990000000000002</cx:pt>
          <cx:pt idx="16382">49.990000000000002</cx:pt>
          <cx:pt idx="16383">49.990000000000002</cx:pt>
          <cx:pt idx="16384">49.990000000000002</cx:pt>
          <cx:pt idx="16385">49.990000000000002</cx:pt>
          <cx:pt idx="16386">49.990000000000002</cx:pt>
          <cx:pt idx="16387">49.990000000000002</cx:pt>
          <cx:pt idx="16388">49.990000000000002</cx:pt>
          <cx:pt idx="16389">49.990000000000002</cx:pt>
          <cx:pt idx="16390">49.990000000000002</cx:pt>
          <cx:pt idx="16391">49.990000000000002</cx:pt>
          <cx:pt idx="16392">49.990000000000002</cx:pt>
          <cx:pt idx="16393">49.990000000000002</cx:pt>
          <cx:pt idx="16394">49.990000000000002</cx:pt>
          <cx:pt idx="16395">49.990000000000002</cx:pt>
          <cx:pt idx="16396">49.990000000000002</cx:pt>
          <cx:pt idx="16397">49.990000000000002</cx:pt>
          <cx:pt idx="16398">49.990000000000002</cx:pt>
          <cx:pt idx="16399">49.990000000000002</cx:pt>
          <cx:pt idx="16400">49.990000000000002</cx:pt>
          <cx:pt idx="16401">49.990000000000002</cx:pt>
          <cx:pt idx="16402">49.990000000000002</cx:pt>
          <cx:pt idx="16403">49.990000000000002</cx:pt>
          <cx:pt idx="16404">49.990000000000002</cx:pt>
          <cx:pt idx="16405">49.990000000000002</cx:pt>
          <cx:pt idx="16406">49.990000000000002</cx:pt>
          <cx:pt idx="16407">49.990000000000002</cx:pt>
          <cx:pt idx="16408">49.990000000000002</cx:pt>
          <cx:pt idx="16409">49.990000000000002</cx:pt>
          <cx:pt idx="16410">49.990000000000002</cx:pt>
          <cx:pt idx="16411">49.990000000000002</cx:pt>
          <cx:pt idx="16412">49.990000000000002</cx:pt>
          <cx:pt idx="16413">49.990000000000002</cx:pt>
          <cx:pt idx="16414">49.990000000000002</cx:pt>
          <cx:pt idx="16415">49.990000000000002</cx:pt>
          <cx:pt idx="16416">49.990000000000002</cx:pt>
          <cx:pt idx="16417">49.990000000000002</cx:pt>
          <cx:pt idx="16418">49.990000000000002</cx:pt>
          <cx:pt idx="16419">49.990000000000002</cx:pt>
          <cx:pt idx="16420">49.990000000000002</cx:pt>
          <cx:pt idx="16421">49.990000000000002</cx:pt>
          <cx:pt idx="16422">49.990000000000002</cx:pt>
          <cx:pt idx="16423">49.990000000000002</cx:pt>
          <cx:pt idx="16424">49.990000000000002</cx:pt>
          <cx:pt idx="16425">49.990000000000002</cx:pt>
          <cx:pt idx="16426">49.990000000000002</cx:pt>
          <cx:pt idx="16427">49.990000000000002</cx:pt>
          <cx:pt idx="16428">49.990000000000002</cx:pt>
          <cx:pt idx="16429">49.990000000000002</cx:pt>
          <cx:pt idx="16430">49.990000000000002</cx:pt>
          <cx:pt idx="16431">49.990000000000002</cx:pt>
          <cx:pt idx="16432">49.990000000000002</cx:pt>
          <cx:pt idx="16433">49.990000000000002</cx:pt>
          <cx:pt idx="16434">49.990000000000002</cx:pt>
          <cx:pt idx="16435">49.990000000000002</cx:pt>
          <cx:pt idx="16436">49.990000000000002</cx:pt>
          <cx:pt idx="16437">49.990000000000002</cx:pt>
          <cx:pt idx="16438">49.990000000000002</cx:pt>
          <cx:pt idx="16439">49.990000000000002</cx:pt>
          <cx:pt idx="16440">49.990000000000002</cx:pt>
          <cx:pt idx="16441">49.990000000000002</cx:pt>
          <cx:pt idx="16442">49.990000000000002</cx:pt>
          <cx:pt idx="16443">49.990000000000002</cx:pt>
          <cx:pt idx="16444">49.990000000000002</cx:pt>
          <cx:pt idx="16445">49.990000000000002</cx:pt>
          <cx:pt idx="16446">49.990000000000002</cx:pt>
          <cx:pt idx="16447">49.990000000000002</cx:pt>
          <cx:pt idx="16448">49.990000000000002</cx:pt>
          <cx:pt idx="16449">49.990000000000002</cx:pt>
          <cx:pt idx="16450">49.990000000000002</cx:pt>
          <cx:pt idx="16451">49.990000000000002</cx:pt>
          <cx:pt idx="16452">49.990000000000002</cx:pt>
          <cx:pt idx="16453">49.990000000000002</cx:pt>
          <cx:pt idx="16454">49.990000000000002</cx:pt>
          <cx:pt idx="16455">49.990000000000002</cx:pt>
          <cx:pt idx="16456">49.990000000000002</cx:pt>
          <cx:pt idx="16457">49.990000000000002</cx:pt>
          <cx:pt idx="16458">49.990000000000002</cx:pt>
          <cx:pt idx="16459">49.990000000000002</cx:pt>
          <cx:pt idx="16460">49.990000000000002</cx:pt>
          <cx:pt idx="16461">49.990000000000002</cx:pt>
          <cx:pt idx="16462">49.990000000000002</cx:pt>
          <cx:pt idx="16463">49.990000000000002</cx:pt>
          <cx:pt idx="16464">49.990000000000002</cx:pt>
          <cx:pt idx="16465">49.990000000000002</cx:pt>
          <cx:pt idx="16466">49.990000000000002</cx:pt>
          <cx:pt idx="16467">49.990000000000002</cx:pt>
          <cx:pt idx="16468">49.990000000000002</cx:pt>
          <cx:pt idx="16469">49.990000000000002</cx:pt>
          <cx:pt idx="16470">49.990000000000002</cx:pt>
          <cx:pt idx="16471">49.990000000000002</cx:pt>
          <cx:pt idx="16472">49.990000000000002</cx:pt>
          <cx:pt idx="16473">49.990000000000002</cx:pt>
          <cx:pt idx="16474">49.990000000000002</cx:pt>
          <cx:pt idx="16475">49.990000000000002</cx:pt>
          <cx:pt idx="16476">49.990000000000002</cx:pt>
          <cx:pt idx="16477">49.990000000000002</cx:pt>
          <cx:pt idx="16478">49.990000000000002</cx:pt>
          <cx:pt idx="16479">49.990000000000002</cx:pt>
          <cx:pt idx="16480">49.990000000000002</cx:pt>
          <cx:pt idx="16481">49.990000000000002</cx:pt>
          <cx:pt idx="16482">49.990000000000002</cx:pt>
          <cx:pt idx="16483">49.990000000000002</cx:pt>
          <cx:pt idx="16484">49.990000000000002</cx:pt>
          <cx:pt idx="16485">49.990000000000002</cx:pt>
          <cx:pt idx="16486">49.990000000000002</cx:pt>
          <cx:pt idx="16487">49.990000000000002</cx:pt>
          <cx:pt idx="16488">49.990000000000002</cx:pt>
          <cx:pt idx="16489">49.990000000000002</cx:pt>
          <cx:pt idx="16490">49.990000000000002</cx:pt>
          <cx:pt idx="16491">49.990000000000002</cx:pt>
          <cx:pt idx="16492">49.990000000000002</cx:pt>
          <cx:pt idx="16493">49.990000000000002</cx:pt>
          <cx:pt idx="16494">49.990000000000002</cx:pt>
          <cx:pt idx="16495">49.990000000000002</cx:pt>
          <cx:pt idx="16496">49.990000000000002</cx:pt>
          <cx:pt idx="16497">49.990000000000002</cx:pt>
          <cx:pt idx="16498">49.990000000000002</cx:pt>
          <cx:pt idx="16499">49.990000000000002</cx:pt>
          <cx:pt idx="16500">49.990000000000002</cx:pt>
          <cx:pt idx="16501">49.990000000000002</cx:pt>
          <cx:pt idx="16502">49.990000000000002</cx:pt>
          <cx:pt idx="16503">49.990000000000002</cx:pt>
          <cx:pt idx="16504">49.990000000000002</cx:pt>
          <cx:pt idx="16505">49.990000000000002</cx:pt>
          <cx:pt idx="16506">49.990000000000002</cx:pt>
          <cx:pt idx="16507">49.990000000000002</cx:pt>
          <cx:pt idx="16508">49.990000000000002</cx:pt>
          <cx:pt idx="16509">49.990000000000002</cx:pt>
          <cx:pt idx="16510">49.990000000000002</cx:pt>
          <cx:pt idx="16511">49.990000000000002</cx:pt>
          <cx:pt idx="16512">49.990000000000002</cx:pt>
          <cx:pt idx="16513">49.990000000000002</cx:pt>
          <cx:pt idx="16514">49.990000000000002</cx:pt>
          <cx:pt idx="16515">49.990000000000002</cx:pt>
          <cx:pt idx="16516">49.990000000000002</cx:pt>
          <cx:pt idx="16517">49.990000000000002</cx:pt>
          <cx:pt idx="16518">49.990000000000002</cx:pt>
          <cx:pt idx="16519">49.990000000000002</cx:pt>
          <cx:pt idx="16520">49.990000000000002</cx:pt>
          <cx:pt idx="16521">49.990000000000002</cx:pt>
          <cx:pt idx="16522">49.990000000000002</cx:pt>
          <cx:pt idx="16523">49.990000000000002</cx:pt>
          <cx:pt idx="16524">49.990000000000002</cx:pt>
          <cx:pt idx="16525">49.990000000000002</cx:pt>
          <cx:pt idx="16526">49.990000000000002</cx:pt>
          <cx:pt idx="16527">49.990000000000002</cx:pt>
          <cx:pt idx="16528">49.990000000000002</cx:pt>
          <cx:pt idx="16529">49.990000000000002</cx:pt>
          <cx:pt idx="16530">49.990000000000002</cx:pt>
          <cx:pt idx="16531">49.990000000000002</cx:pt>
          <cx:pt idx="16532">49.990000000000002</cx:pt>
          <cx:pt idx="16533">49.990000000000002</cx:pt>
          <cx:pt idx="16534">49.990000000000002</cx:pt>
          <cx:pt idx="16535">49.990000000000002</cx:pt>
          <cx:pt idx="16536">49.990000000000002</cx:pt>
          <cx:pt idx="16537">49.990000000000002</cx:pt>
          <cx:pt idx="16538">49.990000000000002</cx:pt>
          <cx:pt idx="16539">49.990000000000002</cx:pt>
          <cx:pt idx="16540">49.990000000000002</cx:pt>
          <cx:pt idx="16541">49.990000000000002</cx:pt>
          <cx:pt idx="16542">49.990000000000002</cx:pt>
          <cx:pt idx="16543">49.990000000000002</cx:pt>
          <cx:pt idx="16544">49.990000000000002</cx:pt>
          <cx:pt idx="16545">49.990000000000002</cx:pt>
          <cx:pt idx="16546">49.990000000000002</cx:pt>
          <cx:pt idx="16547">49.990000000000002</cx:pt>
          <cx:pt idx="16548">49.990000000000002</cx:pt>
          <cx:pt idx="16549">49.990000000000002</cx:pt>
          <cx:pt idx="16550">49.990000000000002</cx:pt>
          <cx:pt idx="16551">49.990000000000002</cx:pt>
          <cx:pt idx="16552">49.990000000000002</cx:pt>
          <cx:pt idx="16553">49.990000000000002</cx:pt>
          <cx:pt idx="16554">49.990000000000002</cx:pt>
          <cx:pt idx="16555">49.990000000000002</cx:pt>
          <cx:pt idx="16556">49.990000000000002</cx:pt>
          <cx:pt idx="16557">49.990000000000002</cx:pt>
          <cx:pt idx="16558">49.990000000000002</cx:pt>
          <cx:pt idx="16559">49.990000000000002</cx:pt>
          <cx:pt idx="16560">49.990000000000002</cx:pt>
          <cx:pt idx="16561">49.990000000000002</cx:pt>
          <cx:pt idx="16562">49.990000000000002</cx:pt>
          <cx:pt idx="16563">49.990000000000002</cx:pt>
          <cx:pt idx="16564">49.990000000000002</cx:pt>
          <cx:pt idx="16565">49.990000000000002</cx:pt>
          <cx:pt idx="16566">49.990000000000002</cx:pt>
          <cx:pt idx="16567">49.990000000000002</cx:pt>
          <cx:pt idx="16568">49.990000000000002</cx:pt>
          <cx:pt idx="16569">49.990000000000002</cx:pt>
          <cx:pt idx="16570">49.990000000000002</cx:pt>
          <cx:pt idx="16571">49.990000000000002</cx:pt>
          <cx:pt idx="16572">49.990000000000002</cx:pt>
          <cx:pt idx="16573">49.990000000000002</cx:pt>
          <cx:pt idx="16574">49.990000000000002</cx:pt>
          <cx:pt idx="16575">49.990000000000002</cx:pt>
          <cx:pt idx="16576">49.990000000000002</cx:pt>
          <cx:pt idx="16577">49.990000000000002</cx:pt>
          <cx:pt idx="16578">49.990000000000002</cx:pt>
          <cx:pt idx="16579">49.990000000000002</cx:pt>
          <cx:pt idx="16580">49.990000000000002</cx:pt>
          <cx:pt idx="16581">49.990000000000002</cx:pt>
          <cx:pt idx="16582">49.990000000000002</cx:pt>
          <cx:pt idx="16583">49.990000000000002</cx:pt>
          <cx:pt idx="16584">49.990000000000002</cx:pt>
          <cx:pt idx="16585">49.990000000000002</cx:pt>
          <cx:pt idx="16586">49.990000000000002</cx:pt>
          <cx:pt idx="16587">49.990000000000002</cx:pt>
          <cx:pt idx="16588">49.990000000000002</cx:pt>
          <cx:pt idx="16589">49.990000000000002</cx:pt>
          <cx:pt idx="16590">49.990000000000002</cx:pt>
          <cx:pt idx="16591">49.990000000000002</cx:pt>
          <cx:pt idx="16592">49.990000000000002</cx:pt>
          <cx:pt idx="16593">49.990000000000002</cx:pt>
          <cx:pt idx="16594">49.990000000000002</cx:pt>
          <cx:pt idx="16595">49.990000000000002</cx:pt>
          <cx:pt idx="16596">49.990000000000002</cx:pt>
          <cx:pt idx="16597">49.990000000000002</cx:pt>
          <cx:pt idx="16598">49.990000000000002</cx:pt>
          <cx:pt idx="16599">49.990000000000002</cx:pt>
          <cx:pt idx="16600">49.990000000000002</cx:pt>
          <cx:pt idx="16601">49.990000000000002</cx:pt>
          <cx:pt idx="16602">49.990000000000002</cx:pt>
          <cx:pt idx="16603">49.990000000000002</cx:pt>
          <cx:pt idx="16604">49.990000000000002</cx:pt>
          <cx:pt idx="16605">49.990000000000002</cx:pt>
          <cx:pt idx="16606">49.990000000000002</cx:pt>
          <cx:pt idx="16607">49.990000000000002</cx:pt>
          <cx:pt idx="16608">49.990000000000002</cx:pt>
          <cx:pt idx="16609">49.990000000000002</cx:pt>
          <cx:pt idx="16610">49.990000000000002</cx:pt>
          <cx:pt idx="16611">49.990000000000002</cx:pt>
          <cx:pt idx="16612">49.990000000000002</cx:pt>
          <cx:pt idx="16613">49.990000000000002</cx:pt>
          <cx:pt idx="16614">49.990000000000002</cx:pt>
          <cx:pt idx="16615">49.990000000000002</cx:pt>
          <cx:pt idx="16616">49.990000000000002</cx:pt>
          <cx:pt idx="16617">49.990000000000002</cx:pt>
          <cx:pt idx="16618">49.990000000000002</cx:pt>
          <cx:pt idx="16619">49.990000000000002</cx:pt>
          <cx:pt idx="16620">49.990000000000002</cx:pt>
          <cx:pt idx="16621">49.990000000000002</cx:pt>
          <cx:pt idx="16622">49.990000000000002</cx:pt>
          <cx:pt idx="16623">49.990000000000002</cx:pt>
          <cx:pt idx="16624">49.990000000000002</cx:pt>
          <cx:pt idx="16625">49.990000000000002</cx:pt>
          <cx:pt idx="16626">49.990000000000002</cx:pt>
          <cx:pt idx="16627">49.990000000000002</cx:pt>
          <cx:pt idx="16628">49.990000000000002</cx:pt>
          <cx:pt idx="16629">49.990000000000002</cx:pt>
          <cx:pt idx="16630">49.990000000000002</cx:pt>
          <cx:pt idx="16631">49.990000000000002</cx:pt>
          <cx:pt idx="16632">49.990000000000002</cx:pt>
          <cx:pt idx="16633">49.990000000000002</cx:pt>
          <cx:pt idx="16634">49.990000000000002</cx:pt>
          <cx:pt idx="16635">49.990000000000002</cx:pt>
          <cx:pt idx="16636">49.990000000000002</cx:pt>
          <cx:pt idx="16637">49.990000000000002</cx:pt>
          <cx:pt idx="16638">49.990000000000002</cx:pt>
          <cx:pt idx="16639">49.990000000000002</cx:pt>
          <cx:pt idx="16640">49.990000000000002</cx:pt>
          <cx:pt idx="16641">49.990000000000002</cx:pt>
          <cx:pt idx="16642">49.990000000000002</cx:pt>
          <cx:pt idx="16643">49.990000000000002</cx:pt>
          <cx:pt idx="16644">49.990000000000002</cx:pt>
          <cx:pt idx="16645">49.990000000000002</cx:pt>
          <cx:pt idx="16646">49.990000000000002</cx:pt>
          <cx:pt idx="16647">49.990000000000002</cx:pt>
          <cx:pt idx="16648">49.990000000000002</cx:pt>
          <cx:pt idx="16649">49.990000000000002</cx:pt>
          <cx:pt idx="16650">49.990000000000002</cx:pt>
          <cx:pt idx="16651">49.990000000000002</cx:pt>
          <cx:pt idx="16652">49.990000000000002</cx:pt>
          <cx:pt idx="16653">49.990000000000002</cx:pt>
          <cx:pt idx="16654">49.990000000000002</cx:pt>
          <cx:pt idx="16655">49.990000000000002</cx:pt>
          <cx:pt idx="16656">49.990000000000002</cx:pt>
          <cx:pt idx="16657">49.990000000000002</cx:pt>
          <cx:pt idx="16658">49.990000000000002</cx:pt>
          <cx:pt idx="16659">49.990000000000002</cx:pt>
          <cx:pt idx="16660">49.990000000000002</cx:pt>
          <cx:pt idx="16661">49.990000000000002</cx:pt>
          <cx:pt idx="16662">49.990000000000002</cx:pt>
          <cx:pt idx="16663">49.990000000000002</cx:pt>
          <cx:pt idx="16664">49.990000000000002</cx:pt>
          <cx:pt idx="16665">49.990000000000002</cx:pt>
          <cx:pt idx="16666">49.990000000000002</cx:pt>
          <cx:pt idx="16667">49.990000000000002</cx:pt>
          <cx:pt idx="16668">49.990000000000002</cx:pt>
          <cx:pt idx="16669">49.990000000000002</cx:pt>
          <cx:pt idx="16670">49.990000000000002</cx:pt>
          <cx:pt idx="16671">49.990000000000002</cx:pt>
          <cx:pt idx="16672">49.990000000000002</cx:pt>
          <cx:pt idx="16673">49.990000000000002</cx:pt>
          <cx:pt idx="16674">49.990000000000002</cx:pt>
          <cx:pt idx="16675">49.990000000000002</cx:pt>
          <cx:pt idx="16676">49.990000000000002</cx:pt>
          <cx:pt idx="16677">49.990000000000002</cx:pt>
          <cx:pt idx="16678">49.990000000000002</cx:pt>
          <cx:pt idx="16679">49.990000000000002</cx:pt>
          <cx:pt idx="16680">49.990000000000002</cx:pt>
          <cx:pt idx="16681">49.990000000000002</cx:pt>
          <cx:pt idx="16682">49.990000000000002</cx:pt>
          <cx:pt idx="16683">49.990000000000002</cx:pt>
          <cx:pt idx="16684">49.990000000000002</cx:pt>
          <cx:pt idx="16685">49.990000000000002</cx:pt>
          <cx:pt idx="16686">49.990000000000002</cx:pt>
          <cx:pt idx="16687">49.990000000000002</cx:pt>
          <cx:pt idx="16688">49.990000000000002</cx:pt>
          <cx:pt idx="16689">49.990000000000002</cx:pt>
          <cx:pt idx="16690">49.990000000000002</cx:pt>
          <cx:pt idx="16691">49.990000000000002</cx:pt>
          <cx:pt idx="16692">49.990000000000002</cx:pt>
          <cx:pt idx="16693">49.990000000000002</cx:pt>
          <cx:pt idx="16694">49.990000000000002</cx:pt>
          <cx:pt idx="16695">49.990000000000002</cx:pt>
          <cx:pt idx="16696">49.990000000000002</cx:pt>
          <cx:pt idx="16697">49.990000000000002</cx:pt>
          <cx:pt idx="16698">49.990000000000002</cx:pt>
          <cx:pt idx="16699">49.990000000000002</cx:pt>
          <cx:pt idx="16700">49.990000000000002</cx:pt>
          <cx:pt idx="16701">49.990000000000002</cx:pt>
          <cx:pt idx="16702">49.990000000000002</cx:pt>
          <cx:pt idx="16703">49.990000000000002</cx:pt>
          <cx:pt idx="16704">49.990000000000002</cx:pt>
          <cx:pt idx="16705">49.990000000000002</cx:pt>
          <cx:pt idx="16706">49.990000000000002</cx:pt>
          <cx:pt idx="16707">49.990000000000002</cx:pt>
          <cx:pt idx="16708">49.990000000000002</cx:pt>
          <cx:pt idx="16709">49.990000000000002</cx:pt>
          <cx:pt idx="16710">49.990000000000002</cx:pt>
          <cx:pt idx="16711">49.990000000000002</cx:pt>
          <cx:pt idx="16712">49.990000000000002</cx:pt>
          <cx:pt idx="16713">49.990000000000002</cx:pt>
          <cx:pt idx="16714">49.990000000000002</cx:pt>
          <cx:pt idx="16715">49.990000000000002</cx:pt>
          <cx:pt idx="16716">49.990000000000002</cx:pt>
          <cx:pt idx="16717">49.990000000000002</cx:pt>
          <cx:pt idx="16718">49.990000000000002</cx:pt>
          <cx:pt idx="16719">49.990000000000002</cx:pt>
          <cx:pt idx="16720">49.990000000000002</cx:pt>
          <cx:pt idx="16721">49.990000000000002</cx:pt>
          <cx:pt idx="16722">49.990000000000002</cx:pt>
          <cx:pt idx="16723">49.990000000000002</cx:pt>
          <cx:pt idx="16724">49.990000000000002</cx:pt>
          <cx:pt idx="16725">49.990000000000002</cx:pt>
          <cx:pt idx="16726">49.990000000000002</cx:pt>
          <cx:pt idx="16727">49.990000000000002</cx:pt>
          <cx:pt idx="16728">49.990000000000002</cx:pt>
          <cx:pt idx="16729">49.990000000000002</cx:pt>
          <cx:pt idx="16730">49.990000000000002</cx:pt>
          <cx:pt idx="16731">49.990000000000002</cx:pt>
          <cx:pt idx="16732">49.990000000000002</cx:pt>
          <cx:pt idx="16733">49.990000000000002</cx:pt>
          <cx:pt idx="16734">49.990000000000002</cx:pt>
          <cx:pt idx="16735">49.990000000000002</cx:pt>
          <cx:pt idx="16736">49.990000000000002</cx:pt>
          <cx:pt idx="16737">49.990000000000002</cx:pt>
          <cx:pt idx="16738">49.990000000000002</cx:pt>
          <cx:pt idx="16739">49.990000000000002</cx:pt>
          <cx:pt idx="16740">49.990000000000002</cx:pt>
          <cx:pt idx="16741">49.990000000000002</cx:pt>
          <cx:pt idx="16742">49.990000000000002</cx:pt>
          <cx:pt idx="16743">49.990000000000002</cx:pt>
          <cx:pt idx="16744">49.990000000000002</cx:pt>
          <cx:pt idx="16745">49.990000000000002</cx:pt>
          <cx:pt idx="16746">49.990000000000002</cx:pt>
          <cx:pt idx="16747">49.990000000000002</cx:pt>
          <cx:pt idx="16748">49.990000000000002</cx:pt>
          <cx:pt idx="16749">49.990000000000002</cx:pt>
          <cx:pt idx="16750">49.990000000000002</cx:pt>
          <cx:pt idx="16751">49.990000000000002</cx:pt>
          <cx:pt idx="16752">49.990000000000002</cx:pt>
          <cx:pt idx="16753">49.990000000000002</cx:pt>
          <cx:pt idx="16754">49.990000000000002</cx:pt>
          <cx:pt idx="16755">49.990000000000002</cx:pt>
          <cx:pt idx="16756">49.990000000000002</cx:pt>
          <cx:pt idx="16757">49.990000000000002</cx:pt>
          <cx:pt idx="16758">49.990000000000002</cx:pt>
          <cx:pt idx="16759">49.990000000000002</cx:pt>
          <cx:pt idx="16760">49.990000000000002</cx:pt>
          <cx:pt idx="16761">49.990000000000002</cx:pt>
          <cx:pt idx="16762">49.990000000000002</cx:pt>
          <cx:pt idx="16763">49.990000000000002</cx:pt>
          <cx:pt idx="16764">49.990000000000002</cx:pt>
          <cx:pt idx="16765">49.990000000000002</cx:pt>
          <cx:pt idx="16766">49.990000000000002</cx:pt>
          <cx:pt idx="16767">49.990000000000002</cx:pt>
          <cx:pt idx="16768">49.990000000000002</cx:pt>
          <cx:pt idx="16769">49.990000000000002</cx:pt>
          <cx:pt idx="16770">49.990000000000002</cx:pt>
          <cx:pt idx="16771">49.990000000000002</cx:pt>
          <cx:pt idx="16772">49.990000000000002</cx:pt>
          <cx:pt idx="16773">49.990000000000002</cx:pt>
          <cx:pt idx="16774">49.990000000000002</cx:pt>
          <cx:pt idx="16775">49.990000000000002</cx:pt>
          <cx:pt idx="16776">49.990000000000002</cx:pt>
          <cx:pt idx="16777">49.990000000000002</cx:pt>
          <cx:pt idx="16778">49.990000000000002</cx:pt>
          <cx:pt idx="16779">49.990000000000002</cx:pt>
          <cx:pt idx="16780">49.990000000000002</cx:pt>
          <cx:pt idx="16781">49.990000000000002</cx:pt>
          <cx:pt idx="16782">49.990000000000002</cx:pt>
          <cx:pt idx="16783">49.990000000000002</cx:pt>
          <cx:pt idx="16784">49.990000000000002</cx:pt>
          <cx:pt idx="16785">49.990000000000002</cx:pt>
          <cx:pt idx="16786">49.990000000000002</cx:pt>
          <cx:pt idx="16787">49.990000000000002</cx:pt>
          <cx:pt idx="16788">49.990000000000002</cx:pt>
          <cx:pt idx="16789">49.990000000000002</cx:pt>
          <cx:pt idx="16790">49.990000000000002</cx:pt>
          <cx:pt idx="16791">49.990000000000002</cx:pt>
          <cx:pt idx="16792">49.990000000000002</cx:pt>
          <cx:pt idx="16793">49.990000000000002</cx:pt>
          <cx:pt idx="16794">49.990000000000002</cx:pt>
          <cx:pt idx="16795">49.990000000000002</cx:pt>
          <cx:pt idx="16796">49.990000000000002</cx:pt>
          <cx:pt idx="16797">49.990000000000002</cx:pt>
          <cx:pt idx="16798">49.990000000000002</cx:pt>
          <cx:pt idx="16799">49.990000000000002</cx:pt>
          <cx:pt idx="16800">49.990000000000002</cx:pt>
          <cx:pt idx="16801">49.990000000000002</cx:pt>
          <cx:pt idx="16802">49.990000000000002</cx:pt>
          <cx:pt idx="16803">49.990000000000002</cx:pt>
          <cx:pt idx="16804">49.990000000000002</cx:pt>
          <cx:pt idx="16805">49.990000000000002</cx:pt>
          <cx:pt idx="16806">49.990000000000002</cx:pt>
          <cx:pt idx="16807">49.990000000000002</cx:pt>
          <cx:pt idx="16808">49.990000000000002</cx:pt>
          <cx:pt idx="16809">49.990000000000002</cx:pt>
          <cx:pt idx="16810">49.990000000000002</cx:pt>
          <cx:pt idx="16811">49.990000000000002</cx:pt>
          <cx:pt idx="16812">49.990000000000002</cx:pt>
          <cx:pt idx="16813">49.990000000000002</cx:pt>
          <cx:pt idx="16814">49.990000000000002</cx:pt>
          <cx:pt idx="16815">49.990000000000002</cx:pt>
          <cx:pt idx="16816">49.990000000000002</cx:pt>
          <cx:pt idx="16817">49.990000000000002</cx:pt>
          <cx:pt idx="16818">49.990000000000002</cx:pt>
          <cx:pt idx="16819">49.990000000000002</cx:pt>
          <cx:pt idx="16820">49.990000000000002</cx:pt>
          <cx:pt idx="16821">49.990000000000002</cx:pt>
          <cx:pt idx="16822">49.990000000000002</cx:pt>
          <cx:pt idx="16823">49.990000000000002</cx:pt>
          <cx:pt idx="16824">49.990000000000002</cx:pt>
          <cx:pt idx="16825">49.990000000000002</cx:pt>
          <cx:pt idx="16826">49.990000000000002</cx:pt>
          <cx:pt idx="16827">49.990000000000002</cx:pt>
          <cx:pt idx="16828">49.990000000000002</cx:pt>
          <cx:pt idx="16829">49.990000000000002</cx:pt>
          <cx:pt idx="16830">49.990000000000002</cx:pt>
          <cx:pt idx="16831">49.990000000000002</cx:pt>
          <cx:pt idx="16832">49.990000000000002</cx:pt>
          <cx:pt idx="16833">49.990000000000002</cx:pt>
          <cx:pt idx="16834">49.990000000000002</cx:pt>
          <cx:pt idx="16835">49.990000000000002</cx:pt>
          <cx:pt idx="16836">49.990000000000002</cx:pt>
          <cx:pt idx="16837">49.990000000000002</cx:pt>
          <cx:pt idx="16838">49.990000000000002</cx:pt>
          <cx:pt idx="16839">49.990000000000002</cx:pt>
          <cx:pt idx="16840">49.990000000000002</cx:pt>
          <cx:pt idx="16841">49.990000000000002</cx:pt>
          <cx:pt idx="16842">49.990000000000002</cx:pt>
          <cx:pt idx="16843">49.990000000000002</cx:pt>
          <cx:pt idx="16844">49.990000000000002</cx:pt>
          <cx:pt idx="16845">49.990000000000002</cx:pt>
          <cx:pt idx="16846">49.990000000000002</cx:pt>
          <cx:pt idx="16847">49.990000000000002</cx:pt>
          <cx:pt idx="16848">49.990000000000002</cx:pt>
          <cx:pt idx="16849">49.990000000000002</cx:pt>
          <cx:pt idx="16850">49.990000000000002</cx:pt>
          <cx:pt idx="16851">49.990000000000002</cx:pt>
          <cx:pt idx="16852">49.990000000000002</cx:pt>
          <cx:pt idx="16853">49.990000000000002</cx:pt>
          <cx:pt idx="16854">49.990000000000002</cx:pt>
          <cx:pt idx="16855">49.990000000000002</cx:pt>
          <cx:pt idx="16856">49.990000000000002</cx:pt>
          <cx:pt idx="16857">49.990000000000002</cx:pt>
          <cx:pt idx="16858">49.990000000000002</cx:pt>
          <cx:pt idx="16859">49.990000000000002</cx:pt>
          <cx:pt idx="16860">49.990000000000002</cx:pt>
          <cx:pt idx="16861">49.990000000000002</cx:pt>
          <cx:pt idx="16862">49.990000000000002</cx:pt>
          <cx:pt idx="16863">49.990000000000002</cx:pt>
          <cx:pt idx="16864">49.990000000000002</cx:pt>
          <cx:pt idx="16865">49.990000000000002</cx:pt>
          <cx:pt idx="16866">49.990000000000002</cx:pt>
          <cx:pt idx="16867">49.990000000000002</cx:pt>
          <cx:pt idx="16868">49.990000000000002</cx:pt>
          <cx:pt idx="16869">49.990000000000002</cx:pt>
          <cx:pt idx="16870">49.990000000000002</cx:pt>
          <cx:pt idx="16871">49.990000000000002</cx:pt>
          <cx:pt idx="16872">49.990000000000002</cx:pt>
          <cx:pt idx="16873">49.990000000000002</cx:pt>
          <cx:pt idx="16874">49.990000000000002</cx:pt>
          <cx:pt idx="16875">49.990000000000002</cx:pt>
          <cx:pt idx="16876">49.990000000000002</cx:pt>
          <cx:pt idx="16877">49.990000000000002</cx:pt>
          <cx:pt idx="16878">49.990000000000002</cx:pt>
          <cx:pt idx="16879">49.990000000000002</cx:pt>
          <cx:pt idx="16880">49.990000000000002</cx:pt>
          <cx:pt idx="16881">49.990000000000002</cx:pt>
          <cx:pt idx="16882">49.990000000000002</cx:pt>
          <cx:pt idx="16883">49.990000000000002</cx:pt>
          <cx:pt idx="16884">49.990000000000002</cx:pt>
          <cx:pt idx="16885">49.990000000000002</cx:pt>
          <cx:pt idx="16886">49.990000000000002</cx:pt>
          <cx:pt idx="16887">49.990000000000002</cx:pt>
          <cx:pt idx="16888">49.990000000000002</cx:pt>
          <cx:pt idx="16889">49.990000000000002</cx:pt>
          <cx:pt idx="16890">49.990000000000002</cx:pt>
          <cx:pt idx="16891">49.990000000000002</cx:pt>
          <cx:pt idx="16892">49.990000000000002</cx:pt>
          <cx:pt idx="16893">49.990000000000002</cx:pt>
          <cx:pt idx="16894">49.990000000000002</cx:pt>
          <cx:pt idx="16895">49.990000000000002</cx:pt>
          <cx:pt idx="16896">49.990000000000002</cx:pt>
          <cx:pt idx="16897">49.990000000000002</cx:pt>
          <cx:pt idx="16898">49.990000000000002</cx:pt>
          <cx:pt idx="16899">49.990000000000002</cx:pt>
          <cx:pt idx="16900">49.990000000000002</cx:pt>
          <cx:pt idx="16901">49.990000000000002</cx:pt>
          <cx:pt idx="16902">49.990000000000002</cx:pt>
          <cx:pt idx="16903">49.990000000000002</cx:pt>
          <cx:pt idx="16904">49.990000000000002</cx:pt>
          <cx:pt idx="16905">49.990000000000002</cx:pt>
          <cx:pt idx="16906">49.990000000000002</cx:pt>
          <cx:pt idx="16907">49.990000000000002</cx:pt>
          <cx:pt idx="16908">49.990000000000002</cx:pt>
          <cx:pt idx="16909">49.990000000000002</cx:pt>
          <cx:pt idx="16910">49.990000000000002</cx:pt>
          <cx:pt idx="16911">49.990000000000002</cx:pt>
          <cx:pt idx="16912">49.990000000000002</cx:pt>
          <cx:pt idx="16913">49.990000000000002</cx:pt>
          <cx:pt idx="16914">49.990000000000002</cx:pt>
          <cx:pt idx="16915">49.990000000000002</cx:pt>
          <cx:pt idx="16916">49.990000000000002</cx:pt>
          <cx:pt idx="16917">49.990000000000002</cx:pt>
          <cx:pt idx="16918">49.990000000000002</cx:pt>
          <cx:pt idx="16919">49.990000000000002</cx:pt>
          <cx:pt idx="16920">49.990000000000002</cx:pt>
          <cx:pt idx="16921">49.990000000000002</cx:pt>
          <cx:pt idx="16922">49.990000000000002</cx:pt>
          <cx:pt idx="16923">49.990000000000002</cx:pt>
          <cx:pt idx="16924">49.990000000000002</cx:pt>
          <cx:pt idx="16925">49.990000000000002</cx:pt>
          <cx:pt idx="16926">49.990000000000002</cx:pt>
          <cx:pt idx="16927">49.990000000000002</cx:pt>
          <cx:pt idx="16928">49.990000000000002</cx:pt>
          <cx:pt idx="16929">49.990000000000002</cx:pt>
          <cx:pt idx="16930">49.990000000000002</cx:pt>
          <cx:pt idx="16931">49.990000000000002</cx:pt>
          <cx:pt idx="16932">49.990000000000002</cx:pt>
          <cx:pt idx="16933">49.990000000000002</cx:pt>
          <cx:pt idx="16934">49.990000000000002</cx:pt>
          <cx:pt idx="16935">49.990000000000002</cx:pt>
          <cx:pt idx="16936">49.990000000000002</cx:pt>
          <cx:pt idx="16937">49.990000000000002</cx:pt>
          <cx:pt idx="16938">49.990000000000002</cx:pt>
          <cx:pt idx="16939">49.990000000000002</cx:pt>
          <cx:pt idx="16940">49.990000000000002</cx:pt>
          <cx:pt idx="16941">49.990000000000002</cx:pt>
          <cx:pt idx="16942">49.990000000000002</cx:pt>
          <cx:pt idx="16943">49.990000000000002</cx:pt>
          <cx:pt idx="16944">49.990000000000002</cx:pt>
          <cx:pt idx="16945">49.990000000000002</cx:pt>
          <cx:pt idx="16946">49.990000000000002</cx:pt>
          <cx:pt idx="16947">49.990000000000002</cx:pt>
          <cx:pt idx="16948">49.990000000000002</cx:pt>
          <cx:pt idx="16949">49.990000000000002</cx:pt>
          <cx:pt idx="16950">49.990000000000002</cx:pt>
          <cx:pt idx="16951">49.990000000000002</cx:pt>
          <cx:pt idx="16952">49.990000000000002</cx:pt>
          <cx:pt idx="16953">49.990000000000002</cx:pt>
          <cx:pt idx="16954">49.990000000000002</cx:pt>
          <cx:pt idx="16955">49.990000000000002</cx:pt>
          <cx:pt idx="16956">49.990000000000002</cx:pt>
          <cx:pt idx="16957">49.990000000000002</cx:pt>
          <cx:pt idx="16958">49.990000000000002</cx:pt>
          <cx:pt idx="16959">49.990000000000002</cx:pt>
          <cx:pt idx="16960">49.990000000000002</cx:pt>
          <cx:pt idx="16961">49.990000000000002</cx:pt>
          <cx:pt idx="16962">49.990000000000002</cx:pt>
          <cx:pt idx="16963">49.990000000000002</cx:pt>
          <cx:pt idx="16964">49.990000000000002</cx:pt>
          <cx:pt idx="16965">49.990000000000002</cx:pt>
          <cx:pt idx="16966">49.990000000000002</cx:pt>
          <cx:pt idx="16967">49.990000000000002</cx:pt>
          <cx:pt idx="16968">49.990000000000002</cx:pt>
          <cx:pt idx="16969">49.990000000000002</cx:pt>
          <cx:pt idx="16970">49.990000000000002</cx:pt>
          <cx:pt idx="16971">49.990000000000002</cx:pt>
          <cx:pt idx="16972">49.990000000000002</cx:pt>
          <cx:pt idx="16973">49.990000000000002</cx:pt>
          <cx:pt idx="16974">49.990000000000002</cx:pt>
          <cx:pt idx="16975">49.990000000000002</cx:pt>
          <cx:pt idx="16976">49.990000000000002</cx:pt>
          <cx:pt idx="16977">49.990000000000002</cx:pt>
          <cx:pt idx="16978">49.990000000000002</cx:pt>
          <cx:pt idx="16979">49.990000000000002</cx:pt>
          <cx:pt idx="16980">49.990000000000002</cx:pt>
          <cx:pt idx="16981">49.990000000000002</cx:pt>
          <cx:pt idx="16982">49.990000000000002</cx:pt>
          <cx:pt idx="16983">49.990000000000002</cx:pt>
          <cx:pt idx="16984">49.990000000000002</cx:pt>
          <cx:pt idx="16985">49.990000000000002</cx:pt>
          <cx:pt idx="16986">49.990000000000002</cx:pt>
          <cx:pt idx="16987">49.990000000000002</cx:pt>
          <cx:pt idx="16988">49.990000000000002</cx:pt>
          <cx:pt idx="16989">49.990000000000002</cx:pt>
          <cx:pt idx="16990">49.990000000000002</cx:pt>
          <cx:pt idx="16991">49.990000000000002</cx:pt>
          <cx:pt idx="16992">49.990000000000002</cx:pt>
          <cx:pt idx="16993">49.990000000000002</cx:pt>
          <cx:pt idx="16994">49.990000000000002</cx:pt>
          <cx:pt idx="16995">49.990000000000002</cx:pt>
          <cx:pt idx="16996">49.990000000000002</cx:pt>
          <cx:pt idx="16997">49.990000000000002</cx:pt>
          <cx:pt idx="16998">49.990000000000002</cx:pt>
          <cx:pt idx="16999">49.990000000000002</cx:pt>
          <cx:pt idx="17000">49.990000000000002</cx:pt>
          <cx:pt idx="17001">49.990000000000002</cx:pt>
          <cx:pt idx="17002">49.990000000000002</cx:pt>
          <cx:pt idx="17003">49.990000000000002</cx:pt>
          <cx:pt idx="17004">49.990000000000002</cx:pt>
          <cx:pt idx="17005">49.990000000000002</cx:pt>
          <cx:pt idx="17006">49.990000000000002</cx:pt>
          <cx:pt idx="17007">49.990000000000002</cx:pt>
          <cx:pt idx="17008">49.990000000000002</cx:pt>
          <cx:pt idx="17009">49.990000000000002</cx:pt>
          <cx:pt idx="17010">49.990000000000002</cx:pt>
          <cx:pt idx="17011">49.990000000000002</cx:pt>
          <cx:pt idx="17012">49.990000000000002</cx:pt>
          <cx:pt idx="17013">49.990000000000002</cx:pt>
          <cx:pt idx="17014">49.990000000000002</cx:pt>
          <cx:pt idx="17015">49.990000000000002</cx:pt>
          <cx:pt idx="17016">49.990000000000002</cx:pt>
          <cx:pt idx="17017">49.990000000000002</cx:pt>
          <cx:pt idx="17018">49.990000000000002</cx:pt>
          <cx:pt idx="17019">49.990000000000002</cx:pt>
          <cx:pt idx="17020">49.990000000000002</cx:pt>
          <cx:pt idx="17021">49.990000000000002</cx:pt>
          <cx:pt idx="17022">49.990000000000002</cx:pt>
          <cx:pt idx="17023">49.990000000000002</cx:pt>
          <cx:pt idx="17024">49.990000000000002</cx:pt>
          <cx:pt idx="17025">49.990000000000002</cx:pt>
          <cx:pt idx="17026">49.990000000000002</cx:pt>
          <cx:pt idx="17027">49.990000000000002</cx:pt>
          <cx:pt idx="17028">49.990000000000002</cx:pt>
          <cx:pt idx="17029">49.990000000000002</cx:pt>
          <cx:pt idx="17030">49.990000000000002</cx:pt>
          <cx:pt idx="17031">49.990000000000002</cx:pt>
          <cx:pt idx="17032">49.990000000000002</cx:pt>
          <cx:pt idx="17033">49.990000000000002</cx:pt>
          <cx:pt idx="17034">49.990000000000002</cx:pt>
          <cx:pt idx="17035">49.990000000000002</cx:pt>
          <cx:pt idx="17036">49.990000000000002</cx:pt>
          <cx:pt idx="17037">49.990000000000002</cx:pt>
          <cx:pt idx="17038">49.990000000000002</cx:pt>
          <cx:pt idx="17039">49.990000000000002</cx:pt>
          <cx:pt idx="17040">49.990000000000002</cx:pt>
          <cx:pt idx="17041">49.990000000000002</cx:pt>
          <cx:pt idx="17042">49.990000000000002</cx:pt>
          <cx:pt idx="17043">49.990000000000002</cx:pt>
          <cx:pt idx="17044">49.990000000000002</cx:pt>
          <cx:pt idx="17045">49.990000000000002</cx:pt>
          <cx:pt idx="17046">49.990000000000002</cx:pt>
          <cx:pt idx="17047">49.990000000000002</cx:pt>
          <cx:pt idx="17048">49.990000000000002</cx:pt>
          <cx:pt idx="17049">49.990000000000002</cx:pt>
          <cx:pt idx="17050">49.990000000000002</cx:pt>
          <cx:pt idx="17051">49.990000000000002</cx:pt>
          <cx:pt idx="17052">49.990000000000002</cx:pt>
          <cx:pt idx="17053">49.990000000000002</cx:pt>
          <cx:pt idx="17054">49.990000000000002</cx:pt>
          <cx:pt idx="17055">49.990000000000002</cx:pt>
          <cx:pt idx="17056">49.990000000000002</cx:pt>
          <cx:pt idx="17057">49.990000000000002</cx:pt>
          <cx:pt idx="17058">49.990000000000002</cx:pt>
          <cx:pt idx="17059">49.990000000000002</cx:pt>
          <cx:pt idx="17060">49.990000000000002</cx:pt>
          <cx:pt idx="17061">49.990000000000002</cx:pt>
          <cx:pt idx="17062">49.990000000000002</cx:pt>
          <cx:pt idx="17063">49.990000000000002</cx:pt>
          <cx:pt idx="17064">49.990000000000002</cx:pt>
          <cx:pt idx="17065">49.990000000000002</cx:pt>
          <cx:pt idx="17066">49.990000000000002</cx:pt>
          <cx:pt idx="17067">49.990000000000002</cx:pt>
          <cx:pt idx="17068">49.990000000000002</cx:pt>
          <cx:pt idx="17069">49.990000000000002</cx:pt>
          <cx:pt idx="17070">49.990000000000002</cx:pt>
          <cx:pt idx="17071">49.990000000000002</cx:pt>
          <cx:pt idx="17072">49.990000000000002</cx:pt>
          <cx:pt idx="17073">49.990000000000002</cx:pt>
          <cx:pt idx="17074">49.990000000000002</cx:pt>
          <cx:pt idx="17075">49.990000000000002</cx:pt>
          <cx:pt idx="17076">49.990000000000002</cx:pt>
          <cx:pt idx="17077">49.990000000000002</cx:pt>
          <cx:pt idx="17078">49.990000000000002</cx:pt>
          <cx:pt idx="17079">49.990000000000002</cx:pt>
          <cx:pt idx="17080">49.990000000000002</cx:pt>
          <cx:pt idx="17081">49.990000000000002</cx:pt>
          <cx:pt idx="17082">49.990000000000002</cx:pt>
          <cx:pt idx="17083">49.990000000000002</cx:pt>
          <cx:pt idx="17084">49.990000000000002</cx:pt>
          <cx:pt idx="17085">49.990000000000002</cx:pt>
          <cx:pt idx="17086">49.990000000000002</cx:pt>
          <cx:pt idx="17087">49.990000000000002</cx:pt>
          <cx:pt idx="17088">49.990000000000002</cx:pt>
          <cx:pt idx="17089">49.990000000000002</cx:pt>
          <cx:pt idx="17090">49.990000000000002</cx:pt>
          <cx:pt idx="17091">49.990000000000002</cx:pt>
          <cx:pt idx="17092">49.990000000000002</cx:pt>
          <cx:pt idx="17093">49.990000000000002</cx:pt>
          <cx:pt idx="17094">49.990000000000002</cx:pt>
          <cx:pt idx="17095">49.990000000000002</cx:pt>
          <cx:pt idx="17096">49.990000000000002</cx:pt>
          <cx:pt idx="17097">49.990000000000002</cx:pt>
          <cx:pt idx="17098">49.990000000000002</cx:pt>
          <cx:pt idx="17099">49.990000000000002</cx:pt>
          <cx:pt idx="17100">49.990000000000002</cx:pt>
          <cx:pt idx="17101">49.990000000000002</cx:pt>
          <cx:pt idx="17102">49.990000000000002</cx:pt>
          <cx:pt idx="17103">49.990000000000002</cx:pt>
          <cx:pt idx="17104">49.990000000000002</cx:pt>
          <cx:pt idx="17105">49.990000000000002</cx:pt>
          <cx:pt idx="17106">49.990000000000002</cx:pt>
          <cx:pt idx="17107">49.990000000000002</cx:pt>
          <cx:pt idx="17108">49.990000000000002</cx:pt>
          <cx:pt idx="17109">49.990000000000002</cx:pt>
          <cx:pt idx="17110">49.990000000000002</cx:pt>
          <cx:pt idx="17111">49.990000000000002</cx:pt>
          <cx:pt idx="17112">49.990000000000002</cx:pt>
          <cx:pt idx="17113">49.990000000000002</cx:pt>
          <cx:pt idx="17114">49.990000000000002</cx:pt>
          <cx:pt idx="17115">49.990000000000002</cx:pt>
          <cx:pt idx="17116">49.990000000000002</cx:pt>
          <cx:pt idx="17117">49.990000000000002</cx:pt>
          <cx:pt idx="17118">49.990000000000002</cx:pt>
          <cx:pt idx="17119">49.990000000000002</cx:pt>
          <cx:pt idx="17120">49.990000000000002</cx:pt>
          <cx:pt idx="17121">49.990000000000002</cx:pt>
          <cx:pt idx="17122">49.990000000000002</cx:pt>
          <cx:pt idx="17123">49.990000000000002</cx:pt>
          <cx:pt idx="17124">49.990000000000002</cx:pt>
          <cx:pt idx="17125">49.990000000000002</cx:pt>
          <cx:pt idx="17126">49.990000000000002</cx:pt>
          <cx:pt idx="17127">49.990000000000002</cx:pt>
          <cx:pt idx="17128">49.990000000000002</cx:pt>
          <cx:pt idx="17129">49.990000000000002</cx:pt>
          <cx:pt idx="17130">49.990000000000002</cx:pt>
          <cx:pt idx="17131">49.990000000000002</cx:pt>
          <cx:pt idx="17132">49.990000000000002</cx:pt>
          <cx:pt idx="17133">49.990000000000002</cx:pt>
          <cx:pt idx="17134">49.990000000000002</cx:pt>
          <cx:pt idx="17135">49.990000000000002</cx:pt>
          <cx:pt idx="17136">49.990000000000002</cx:pt>
          <cx:pt idx="17137">49.990000000000002</cx:pt>
          <cx:pt idx="17138">49.990000000000002</cx:pt>
          <cx:pt idx="17139">49.990000000000002</cx:pt>
          <cx:pt idx="17140">49.990000000000002</cx:pt>
          <cx:pt idx="17141">49.990000000000002</cx:pt>
          <cx:pt idx="17142">49.990000000000002</cx:pt>
          <cx:pt idx="17143">49.990000000000002</cx:pt>
          <cx:pt idx="17144">49.990000000000002</cx:pt>
          <cx:pt idx="17145">49.990000000000002</cx:pt>
          <cx:pt idx="17146">49.990000000000002</cx:pt>
          <cx:pt idx="17147">49.990000000000002</cx:pt>
          <cx:pt idx="17148">49.990000000000002</cx:pt>
          <cx:pt idx="17149">49.990000000000002</cx:pt>
          <cx:pt idx="17150">49.990000000000002</cx:pt>
          <cx:pt idx="17151">49.990000000000002</cx:pt>
          <cx:pt idx="17152">49.990000000000002</cx:pt>
          <cx:pt idx="17153">49.990000000000002</cx:pt>
          <cx:pt idx="17154">49.990000000000002</cx:pt>
          <cx:pt idx="17155">49.990000000000002</cx:pt>
          <cx:pt idx="17156">49.990000000000002</cx:pt>
          <cx:pt idx="17157">49.990000000000002</cx:pt>
          <cx:pt idx="17158">49.990000000000002</cx:pt>
          <cx:pt idx="17159">49.990000000000002</cx:pt>
          <cx:pt idx="17160">49.990000000000002</cx:pt>
          <cx:pt idx="17161">49.990000000000002</cx:pt>
          <cx:pt idx="17162">49.990000000000002</cx:pt>
          <cx:pt idx="17163">49.990000000000002</cx:pt>
          <cx:pt idx="17164">49.990000000000002</cx:pt>
          <cx:pt idx="17165">49.990000000000002</cx:pt>
          <cx:pt idx="17166">49.990000000000002</cx:pt>
          <cx:pt idx="17167">49.990000000000002</cx:pt>
          <cx:pt idx="17168">49.990000000000002</cx:pt>
          <cx:pt idx="17169">49.990000000000002</cx:pt>
          <cx:pt idx="17170">49.990000000000002</cx:pt>
          <cx:pt idx="17171">49.990000000000002</cx:pt>
          <cx:pt idx="17172">49.990000000000002</cx:pt>
          <cx:pt idx="17173">49.990000000000002</cx:pt>
          <cx:pt idx="17174">49.990000000000002</cx:pt>
          <cx:pt idx="17175">49.990000000000002</cx:pt>
          <cx:pt idx="17176">49.990000000000002</cx:pt>
          <cx:pt idx="17177">49.990000000000002</cx:pt>
          <cx:pt idx="17178">49.990000000000002</cx:pt>
          <cx:pt idx="17179">49.990000000000002</cx:pt>
          <cx:pt idx="17180">49.990000000000002</cx:pt>
          <cx:pt idx="17181">49.990000000000002</cx:pt>
          <cx:pt idx="17182">49.990000000000002</cx:pt>
          <cx:pt idx="17183">49.990000000000002</cx:pt>
          <cx:pt idx="17184">49.990000000000002</cx:pt>
          <cx:pt idx="17185">49.990000000000002</cx:pt>
          <cx:pt idx="17186">49.990000000000002</cx:pt>
          <cx:pt idx="17187">49.990000000000002</cx:pt>
          <cx:pt idx="17188">49.990000000000002</cx:pt>
          <cx:pt idx="17189">49.990000000000002</cx:pt>
          <cx:pt idx="17190">49.990000000000002</cx:pt>
          <cx:pt idx="17191">49.990000000000002</cx:pt>
          <cx:pt idx="17192">49.990000000000002</cx:pt>
          <cx:pt idx="17193">49.990000000000002</cx:pt>
          <cx:pt idx="17194">49.990000000000002</cx:pt>
          <cx:pt idx="17195">49.990000000000002</cx:pt>
          <cx:pt idx="17196">49.990000000000002</cx:pt>
          <cx:pt idx="17197">49.990000000000002</cx:pt>
          <cx:pt idx="17198">49.990000000000002</cx:pt>
          <cx:pt idx="17199">49.990000000000002</cx:pt>
          <cx:pt idx="17200">49.990000000000002</cx:pt>
          <cx:pt idx="17201">49.990000000000002</cx:pt>
          <cx:pt idx="17202">49.990000000000002</cx:pt>
          <cx:pt idx="17203">49.990000000000002</cx:pt>
          <cx:pt idx="17204">49.990000000000002</cx:pt>
          <cx:pt idx="17205">49.990000000000002</cx:pt>
          <cx:pt idx="17206">49.990000000000002</cx:pt>
          <cx:pt idx="17207">49.990000000000002</cx:pt>
          <cx:pt idx="17208">49.990000000000002</cx:pt>
          <cx:pt idx="17209">49.990000000000002</cx:pt>
          <cx:pt idx="17210">49.990000000000002</cx:pt>
          <cx:pt idx="17211">49.990000000000002</cx:pt>
          <cx:pt idx="17212">49.990000000000002</cx:pt>
          <cx:pt idx="17213">49.990000000000002</cx:pt>
          <cx:pt idx="17214">49.990000000000002</cx:pt>
          <cx:pt idx="17215">49.990000000000002</cx:pt>
          <cx:pt idx="17216">49.990000000000002</cx:pt>
          <cx:pt idx="17217">49.990000000000002</cx:pt>
          <cx:pt idx="17218">49.990000000000002</cx:pt>
          <cx:pt idx="17219">49.990000000000002</cx:pt>
          <cx:pt idx="17220">49.990000000000002</cx:pt>
          <cx:pt idx="17221">49.990000000000002</cx:pt>
          <cx:pt idx="17222">49.990000000000002</cx:pt>
          <cx:pt idx="17223">49.990000000000002</cx:pt>
          <cx:pt idx="17224">49.990000000000002</cx:pt>
          <cx:pt idx="17225">49.990000000000002</cx:pt>
          <cx:pt idx="17226">49.990000000000002</cx:pt>
          <cx:pt idx="17227">49.990000000000002</cx:pt>
          <cx:pt idx="17228">49.990000000000002</cx:pt>
          <cx:pt idx="17229">49.990000000000002</cx:pt>
          <cx:pt idx="17230">49.990000000000002</cx:pt>
          <cx:pt idx="17231">49.990000000000002</cx:pt>
          <cx:pt idx="17232">49.990000000000002</cx:pt>
          <cx:pt idx="17233">49.990000000000002</cx:pt>
          <cx:pt idx="17234">49.990000000000002</cx:pt>
          <cx:pt idx="17235">49.990000000000002</cx:pt>
          <cx:pt idx="17236">49.990000000000002</cx:pt>
          <cx:pt idx="17237">49.990000000000002</cx:pt>
          <cx:pt idx="17238">49.990000000000002</cx:pt>
          <cx:pt idx="17239">49.990000000000002</cx:pt>
          <cx:pt idx="17240">49.990000000000002</cx:pt>
          <cx:pt idx="17241">49.990000000000002</cx:pt>
          <cx:pt idx="17242">49.990000000000002</cx:pt>
          <cx:pt idx="17243">49.990000000000002</cx:pt>
          <cx:pt idx="17244">49.990000000000002</cx:pt>
          <cx:pt idx="17245">49.990000000000002</cx:pt>
          <cx:pt idx="17246">49.990000000000002</cx:pt>
          <cx:pt idx="17247">49.990000000000002</cx:pt>
          <cx:pt idx="17248">49.990000000000002</cx:pt>
          <cx:pt idx="17249">49.990000000000002</cx:pt>
          <cx:pt idx="17250">49.990000000000002</cx:pt>
          <cx:pt idx="17251">49.990000000000002</cx:pt>
          <cx:pt idx="17252">49.990000000000002</cx:pt>
          <cx:pt idx="17253">49.990000000000002</cx:pt>
          <cx:pt idx="17254">49.990000000000002</cx:pt>
          <cx:pt idx="17255">49.990000000000002</cx:pt>
          <cx:pt idx="17256">49.990000000000002</cx:pt>
          <cx:pt idx="17257">49.990000000000002</cx:pt>
          <cx:pt idx="17258">49.990000000000002</cx:pt>
          <cx:pt idx="17259">49.990000000000002</cx:pt>
          <cx:pt idx="17260">49.990000000000002</cx:pt>
          <cx:pt idx="17261">49.990000000000002</cx:pt>
          <cx:pt idx="17262">49.990000000000002</cx:pt>
          <cx:pt idx="17263">49.990000000000002</cx:pt>
          <cx:pt idx="17264">49.990000000000002</cx:pt>
          <cx:pt idx="17265">49.990000000000002</cx:pt>
          <cx:pt idx="17266">49.990000000000002</cx:pt>
          <cx:pt idx="17267">49.990000000000002</cx:pt>
          <cx:pt idx="17268">49.990000000000002</cx:pt>
          <cx:pt idx="17269">49.990000000000002</cx:pt>
          <cx:pt idx="17270">49.990000000000002</cx:pt>
          <cx:pt idx="17271">49.990000000000002</cx:pt>
          <cx:pt idx="17272">49.990000000000002</cx:pt>
          <cx:pt idx="17273">49.990000000000002</cx:pt>
          <cx:pt idx="17274">49.990000000000002</cx:pt>
          <cx:pt idx="17275">49.990000000000002</cx:pt>
          <cx:pt idx="17276">49.990000000000002</cx:pt>
          <cx:pt idx="17277">49.990000000000002</cx:pt>
          <cx:pt idx="17278">49.990000000000002</cx:pt>
          <cx:pt idx="17279">49.990000000000002</cx:pt>
          <cx:pt idx="17280">49.990000000000002</cx:pt>
          <cx:pt idx="17281">49.990000000000002</cx:pt>
          <cx:pt idx="17282">49.990000000000002</cx:pt>
          <cx:pt idx="17283">49.990000000000002</cx:pt>
          <cx:pt idx="17284">49.990000000000002</cx:pt>
          <cx:pt idx="17285">49.990000000000002</cx:pt>
          <cx:pt idx="17286">49.990000000000002</cx:pt>
          <cx:pt idx="17287">49.990000000000002</cx:pt>
          <cx:pt idx="17288">49.990000000000002</cx:pt>
          <cx:pt idx="17289">49.990000000000002</cx:pt>
          <cx:pt idx="17290">49.990000000000002</cx:pt>
          <cx:pt idx="17291">49.990000000000002</cx:pt>
          <cx:pt idx="17292">49.990000000000002</cx:pt>
          <cx:pt idx="17293">49.990000000000002</cx:pt>
          <cx:pt idx="17294">49.990000000000002</cx:pt>
          <cx:pt idx="17295">49.990000000000002</cx:pt>
          <cx:pt idx="17296">49.990000000000002</cx:pt>
          <cx:pt idx="17297">49.990000000000002</cx:pt>
          <cx:pt idx="17298">49.990000000000002</cx:pt>
          <cx:pt idx="17299">49.990000000000002</cx:pt>
          <cx:pt idx="17300">49.990000000000002</cx:pt>
          <cx:pt idx="17301">49.990000000000002</cx:pt>
          <cx:pt idx="17302">49.990000000000002</cx:pt>
          <cx:pt idx="17303">49.990000000000002</cx:pt>
          <cx:pt idx="17304">49.990000000000002</cx:pt>
          <cx:pt idx="17305">49.990000000000002</cx:pt>
          <cx:pt idx="17306">49.990000000000002</cx:pt>
          <cx:pt idx="17307">49.990000000000002</cx:pt>
          <cx:pt idx="17308">49.990000000000002</cx:pt>
          <cx:pt idx="17309">49.990000000000002</cx:pt>
          <cx:pt idx="17310">49.990000000000002</cx:pt>
          <cx:pt idx="17311">49.990000000000002</cx:pt>
          <cx:pt idx="17312">49.990000000000002</cx:pt>
          <cx:pt idx="17313">49.990000000000002</cx:pt>
          <cx:pt idx="17314">49.990000000000002</cx:pt>
          <cx:pt idx="17315">49.990000000000002</cx:pt>
          <cx:pt idx="17316">49.990000000000002</cx:pt>
          <cx:pt idx="17317">49.990000000000002</cx:pt>
          <cx:pt idx="17318">49.990000000000002</cx:pt>
          <cx:pt idx="17319">49.990000000000002</cx:pt>
          <cx:pt idx="17320">49.990000000000002</cx:pt>
          <cx:pt idx="17321">49.990000000000002</cx:pt>
          <cx:pt idx="17322">49.990000000000002</cx:pt>
          <cx:pt idx="17323">49.990000000000002</cx:pt>
          <cx:pt idx="17324">49.990000000000002</cx:pt>
          <cx:pt idx="17325">49.990000000000002</cx:pt>
          <cx:pt idx="17326">49.990000000000002</cx:pt>
          <cx:pt idx="17327">49.990000000000002</cx:pt>
          <cx:pt idx="17328">49.990000000000002</cx:pt>
          <cx:pt idx="17329">49.990000000000002</cx:pt>
          <cx:pt idx="17330">49.990000000000002</cx:pt>
          <cx:pt idx="17331">49.990000000000002</cx:pt>
          <cx:pt idx="17332">49.990000000000002</cx:pt>
          <cx:pt idx="17333">49.990000000000002</cx:pt>
          <cx:pt idx="17334">49.990000000000002</cx:pt>
          <cx:pt idx="17335">49.990000000000002</cx:pt>
          <cx:pt idx="17336">49.990000000000002</cx:pt>
          <cx:pt idx="17337">49.990000000000002</cx:pt>
          <cx:pt idx="17338">49.990000000000002</cx:pt>
          <cx:pt idx="17339">49.990000000000002</cx:pt>
          <cx:pt idx="17340">49.990000000000002</cx:pt>
          <cx:pt idx="17341">49.990000000000002</cx:pt>
          <cx:pt idx="17342">49.990000000000002</cx:pt>
          <cx:pt idx="17343">49.990000000000002</cx:pt>
          <cx:pt idx="17344">49.990000000000002</cx:pt>
          <cx:pt idx="17345">49.990000000000002</cx:pt>
          <cx:pt idx="17346">49.990000000000002</cx:pt>
          <cx:pt idx="17347">49.990000000000002</cx:pt>
          <cx:pt idx="17348">49.990000000000002</cx:pt>
          <cx:pt idx="17349">49.990000000000002</cx:pt>
          <cx:pt idx="17350">49.990000000000002</cx:pt>
          <cx:pt idx="17351">49.990000000000002</cx:pt>
          <cx:pt idx="17352">49.990000000000002</cx:pt>
          <cx:pt idx="17353">49.990000000000002</cx:pt>
          <cx:pt idx="17354">49.990000000000002</cx:pt>
          <cx:pt idx="17355">49.990000000000002</cx:pt>
          <cx:pt idx="17356">49.990000000000002</cx:pt>
          <cx:pt idx="17357">49.990000000000002</cx:pt>
          <cx:pt idx="17358">49.990000000000002</cx:pt>
          <cx:pt idx="17359">49.990000000000002</cx:pt>
          <cx:pt idx="17360">49.990000000000002</cx:pt>
          <cx:pt idx="17361">49.990000000000002</cx:pt>
          <cx:pt idx="17362">49.990000000000002</cx:pt>
          <cx:pt idx="17363">49.990000000000002</cx:pt>
          <cx:pt idx="17364">49.990000000000002</cx:pt>
          <cx:pt idx="17365">49.990000000000002</cx:pt>
          <cx:pt idx="17366">49.990000000000002</cx:pt>
          <cx:pt idx="17367">49.990000000000002</cx:pt>
          <cx:pt idx="17368">49.990000000000002</cx:pt>
          <cx:pt idx="17369">49.990000000000002</cx:pt>
          <cx:pt idx="17370">49.990000000000002</cx:pt>
          <cx:pt idx="17371">49.990000000000002</cx:pt>
          <cx:pt idx="17372">49.990000000000002</cx:pt>
          <cx:pt idx="17373">49.990000000000002</cx:pt>
          <cx:pt idx="17374">49.990000000000002</cx:pt>
          <cx:pt idx="17375">49.990000000000002</cx:pt>
          <cx:pt idx="17376">49.990000000000002</cx:pt>
          <cx:pt idx="17377">49.990000000000002</cx:pt>
          <cx:pt idx="17378">49.990000000000002</cx:pt>
          <cx:pt idx="17379">49.990000000000002</cx:pt>
          <cx:pt idx="17380">49.990000000000002</cx:pt>
          <cx:pt idx="17381">49.990000000000002</cx:pt>
          <cx:pt idx="17382">49.990000000000002</cx:pt>
          <cx:pt idx="17383">49.990000000000002</cx:pt>
          <cx:pt idx="17384">49.990000000000002</cx:pt>
          <cx:pt idx="17385">49.990000000000002</cx:pt>
          <cx:pt idx="17386">49.990000000000002</cx:pt>
          <cx:pt idx="17387">49.990000000000002</cx:pt>
          <cx:pt idx="17388">49.990000000000002</cx:pt>
          <cx:pt idx="17389">49.990000000000002</cx:pt>
          <cx:pt idx="17390">49.990000000000002</cx:pt>
          <cx:pt idx="17391">49.990000000000002</cx:pt>
          <cx:pt idx="17392">49.990000000000002</cx:pt>
          <cx:pt idx="17393">49.990000000000002</cx:pt>
          <cx:pt idx="17394">49.990000000000002</cx:pt>
          <cx:pt idx="17395">49.990000000000002</cx:pt>
          <cx:pt idx="17396">49.990000000000002</cx:pt>
          <cx:pt idx="17397">49.990000000000002</cx:pt>
          <cx:pt idx="17398">49.990000000000002</cx:pt>
          <cx:pt idx="17399">49.990000000000002</cx:pt>
          <cx:pt idx="17400">49.990000000000002</cx:pt>
          <cx:pt idx="17401">49.990000000000002</cx:pt>
          <cx:pt idx="17402">49.990000000000002</cx:pt>
          <cx:pt idx="17403">49.990000000000002</cx:pt>
          <cx:pt idx="17404">49.990000000000002</cx:pt>
          <cx:pt idx="17405">49.990000000000002</cx:pt>
          <cx:pt idx="17406">49.990000000000002</cx:pt>
          <cx:pt idx="17407">49.990000000000002</cx:pt>
          <cx:pt idx="17408">49.990000000000002</cx:pt>
          <cx:pt idx="17409">49.990000000000002</cx:pt>
          <cx:pt idx="17410">49.990000000000002</cx:pt>
          <cx:pt idx="17411">49.990000000000002</cx:pt>
          <cx:pt idx="17412">49.990000000000002</cx:pt>
          <cx:pt idx="17413">49.990000000000002</cx:pt>
          <cx:pt idx="17414">49.990000000000002</cx:pt>
          <cx:pt idx="17415">49.990000000000002</cx:pt>
          <cx:pt idx="17416">49.990000000000002</cx:pt>
          <cx:pt idx="17417">49.990000000000002</cx:pt>
          <cx:pt idx="17418">49.990000000000002</cx:pt>
          <cx:pt idx="17419">49.990000000000002</cx:pt>
          <cx:pt idx="17420">49.990000000000002</cx:pt>
          <cx:pt idx="17421">49.990000000000002</cx:pt>
          <cx:pt idx="17422">49.990000000000002</cx:pt>
          <cx:pt idx="17423">49.990000000000002</cx:pt>
          <cx:pt idx="17424">49.990000000000002</cx:pt>
          <cx:pt idx="17425">49.990000000000002</cx:pt>
          <cx:pt idx="17426">49.990000000000002</cx:pt>
          <cx:pt idx="17427">49.990000000000002</cx:pt>
          <cx:pt idx="17428">49.990000000000002</cx:pt>
          <cx:pt idx="17429">49.990000000000002</cx:pt>
          <cx:pt idx="17430">49.990000000000002</cx:pt>
          <cx:pt idx="17431">49.990000000000002</cx:pt>
          <cx:pt idx="17432">49.990000000000002</cx:pt>
          <cx:pt idx="17433">49.990000000000002</cx:pt>
          <cx:pt idx="17434">49.990000000000002</cx:pt>
          <cx:pt idx="17435">49.990000000000002</cx:pt>
          <cx:pt idx="17436">49.990000000000002</cx:pt>
          <cx:pt idx="17437">49.990000000000002</cx:pt>
          <cx:pt idx="17438">49.990000000000002</cx:pt>
          <cx:pt idx="17439">49.990000000000002</cx:pt>
          <cx:pt idx="17440">49.990000000000002</cx:pt>
          <cx:pt idx="17441">49.990000000000002</cx:pt>
          <cx:pt idx="17442">49.990000000000002</cx:pt>
          <cx:pt idx="17443">49.990000000000002</cx:pt>
          <cx:pt idx="17444">49.990000000000002</cx:pt>
          <cx:pt idx="17445">49.990000000000002</cx:pt>
          <cx:pt idx="17446">49.990000000000002</cx:pt>
          <cx:pt idx="17447">49.990000000000002</cx:pt>
          <cx:pt idx="17448">49.990000000000002</cx:pt>
          <cx:pt idx="17449">49.990000000000002</cx:pt>
          <cx:pt idx="17450">49.990000000000002</cx:pt>
          <cx:pt idx="17451">49.990000000000002</cx:pt>
          <cx:pt idx="17452">49.990000000000002</cx:pt>
          <cx:pt idx="17453">49.990000000000002</cx:pt>
          <cx:pt idx="17454">49.990000000000002</cx:pt>
          <cx:pt idx="17455">49.990000000000002</cx:pt>
          <cx:pt idx="17456">49.990000000000002</cx:pt>
          <cx:pt idx="17457">49.990000000000002</cx:pt>
          <cx:pt idx="17458">49.990000000000002</cx:pt>
          <cx:pt idx="17459">49.990000000000002</cx:pt>
          <cx:pt idx="17460">49.990000000000002</cx:pt>
          <cx:pt idx="17461">49.990000000000002</cx:pt>
          <cx:pt idx="17462">49.990000000000002</cx:pt>
          <cx:pt idx="17463">49.990000000000002</cx:pt>
          <cx:pt idx="17464">49.990000000000002</cx:pt>
          <cx:pt idx="17465">49.990000000000002</cx:pt>
          <cx:pt idx="17466">49.990000000000002</cx:pt>
          <cx:pt idx="17467">49.990000000000002</cx:pt>
          <cx:pt idx="17468">49.990000000000002</cx:pt>
          <cx:pt idx="17469">49.990000000000002</cx:pt>
          <cx:pt idx="17470">49.990000000000002</cx:pt>
          <cx:pt idx="17471">49.990000000000002</cx:pt>
          <cx:pt idx="17472">49.990000000000002</cx:pt>
          <cx:pt idx="17473">49.990000000000002</cx:pt>
          <cx:pt idx="17474">49.990000000000002</cx:pt>
          <cx:pt idx="17475">49.990000000000002</cx:pt>
          <cx:pt idx="17476">49.990000000000002</cx:pt>
          <cx:pt idx="17477">49.990000000000002</cx:pt>
          <cx:pt idx="17478">49.990000000000002</cx:pt>
          <cx:pt idx="17479">49.990000000000002</cx:pt>
          <cx:pt idx="17480">49.990000000000002</cx:pt>
          <cx:pt idx="17481">49.990000000000002</cx:pt>
          <cx:pt idx="17482">49.990000000000002</cx:pt>
          <cx:pt idx="17483">49.990000000000002</cx:pt>
          <cx:pt idx="17484">49.990000000000002</cx:pt>
          <cx:pt idx="17485">49.990000000000002</cx:pt>
          <cx:pt idx="17486">49.990000000000002</cx:pt>
          <cx:pt idx="17487">49.990000000000002</cx:pt>
          <cx:pt idx="17488">49.990000000000002</cx:pt>
          <cx:pt idx="17489">49.990000000000002</cx:pt>
          <cx:pt idx="17490">49.990000000000002</cx:pt>
          <cx:pt idx="17491">49.990000000000002</cx:pt>
          <cx:pt idx="17492">49.990000000000002</cx:pt>
          <cx:pt idx="17493">49.990000000000002</cx:pt>
          <cx:pt idx="17494">49.990000000000002</cx:pt>
          <cx:pt idx="17495">49.990000000000002</cx:pt>
          <cx:pt idx="17496">49.990000000000002</cx:pt>
          <cx:pt idx="17497">49.990000000000002</cx:pt>
          <cx:pt idx="17498">49.990000000000002</cx:pt>
          <cx:pt idx="17499">49.990000000000002</cx:pt>
          <cx:pt idx="17500">49.990000000000002</cx:pt>
          <cx:pt idx="17501">49.990000000000002</cx:pt>
          <cx:pt idx="17502">49.990000000000002</cx:pt>
          <cx:pt idx="17503">49.990000000000002</cx:pt>
          <cx:pt idx="17504">49.990000000000002</cx:pt>
          <cx:pt idx="17505">49.990000000000002</cx:pt>
          <cx:pt idx="17506">49.990000000000002</cx:pt>
          <cx:pt idx="17507">49.990000000000002</cx:pt>
          <cx:pt idx="17508">49.990000000000002</cx:pt>
          <cx:pt idx="17509">49.990000000000002</cx:pt>
          <cx:pt idx="17510">49.990000000000002</cx:pt>
          <cx:pt idx="17511">49.990000000000002</cx:pt>
          <cx:pt idx="17512">49.990000000000002</cx:pt>
          <cx:pt idx="17513">49.990000000000002</cx:pt>
          <cx:pt idx="17514">49.990000000000002</cx:pt>
          <cx:pt idx="17515">49.990000000000002</cx:pt>
          <cx:pt idx="17516">49.990000000000002</cx:pt>
          <cx:pt idx="17517">49.990000000000002</cx:pt>
          <cx:pt idx="17518">49.990000000000002</cx:pt>
          <cx:pt idx="17519">49.990000000000002</cx:pt>
          <cx:pt idx="17520">49.990000000000002</cx:pt>
          <cx:pt idx="17521">49.990000000000002</cx:pt>
          <cx:pt idx="17522">49.990000000000002</cx:pt>
          <cx:pt idx="17523">49.990000000000002</cx:pt>
          <cx:pt idx="17524">49.990000000000002</cx:pt>
          <cx:pt idx="17525">49.990000000000002</cx:pt>
          <cx:pt idx="17526">49.990000000000002</cx:pt>
          <cx:pt idx="17527">49.990000000000002</cx:pt>
          <cx:pt idx="17528">49.990000000000002</cx:pt>
          <cx:pt idx="17529">49.990000000000002</cx:pt>
          <cx:pt idx="17530">49.990000000000002</cx:pt>
          <cx:pt idx="17531">49.990000000000002</cx:pt>
          <cx:pt idx="17532">49.990000000000002</cx:pt>
          <cx:pt idx="17533">49.990000000000002</cx:pt>
          <cx:pt idx="17534">49.990000000000002</cx:pt>
          <cx:pt idx="17535">49.990000000000002</cx:pt>
          <cx:pt idx="17536">49.990000000000002</cx:pt>
          <cx:pt idx="17537">49.990000000000002</cx:pt>
          <cx:pt idx="17538">49.990000000000002</cx:pt>
          <cx:pt idx="17539">49.990000000000002</cx:pt>
          <cx:pt idx="17540">49.990000000000002</cx:pt>
          <cx:pt idx="17541">49.990000000000002</cx:pt>
          <cx:pt idx="17542">49.990000000000002</cx:pt>
          <cx:pt idx="17543">49.990000000000002</cx:pt>
          <cx:pt idx="17544">49.990000000000002</cx:pt>
          <cx:pt idx="17545">49.990000000000002</cx:pt>
          <cx:pt idx="17546">49.990000000000002</cx:pt>
          <cx:pt idx="17547">49.990000000000002</cx:pt>
          <cx:pt idx="17548">49.990000000000002</cx:pt>
          <cx:pt idx="17549">49.990000000000002</cx:pt>
          <cx:pt idx="17550">49.990000000000002</cx:pt>
          <cx:pt idx="17551">49.990000000000002</cx:pt>
          <cx:pt idx="17552">49.990000000000002</cx:pt>
          <cx:pt idx="17553">49.990000000000002</cx:pt>
          <cx:pt idx="17554">49.990000000000002</cx:pt>
          <cx:pt idx="17555">49.990000000000002</cx:pt>
          <cx:pt idx="17556">49.990000000000002</cx:pt>
          <cx:pt idx="17557">49.990000000000002</cx:pt>
          <cx:pt idx="17558">49.990000000000002</cx:pt>
          <cx:pt idx="17559">49.990000000000002</cx:pt>
          <cx:pt idx="17560">49.990000000000002</cx:pt>
          <cx:pt idx="17561">49.990000000000002</cx:pt>
          <cx:pt idx="17562">49.990000000000002</cx:pt>
          <cx:pt idx="17563">49.990000000000002</cx:pt>
          <cx:pt idx="17564">49.990000000000002</cx:pt>
          <cx:pt idx="17565">49.990000000000002</cx:pt>
          <cx:pt idx="17566">49.990000000000002</cx:pt>
          <cx:pt idx="17567">49.990000000000002</cx:pt>
          <cx:pt idx="17568">49.990000000000002</cx:pt>
          <cx:pt idx="17569">49.990000000000002</cx:pt>
          <cx:pt idx="17570">49.990000000000002</cx:pt>
          <cx:pt idx="17571">49.990000000000002</cx:pt>
          <cx:pt idx="17572">49.990000000000002</cx:pt>
          <cx:pt idx="17573">49.990000000000002</cx:pt>
          <cx:pt idx="17574">49.990000000000002</cx:pt>
          <cx:pt idx="17575">49.990000000000002</cx:pt>
          <cx:pt idx="17576">49.990000000000002</cx:pt>
          <cx:pt idx="17577">49.990000000000002</cx:pt>
          <cx:pt idx="17578">49.990000000000002</cx:pt>
          <cx:pt idx="17579">49.990000000000002</cx:pt>
          <cx:pt idx="17580">49.990000000000002</cx:pt>
          <cx:pt idx="17581">49.990000000000002</cx:pt>
          <cx:pt idx="17582">49.990000000000002</cx:pt>
          <cx:pt idx="17583">49.990000000000002</cx:pt>
          <cx:pt idx="17584">49.990000000000002</cx:pt>
          <cx:pt idx="17585">49.990000000000002</cx:pt>
          <cx:pt idx="17586">49.990000000000002</cx:pt>
          <cx:pt idx="17587">49.990000000000002</cx:pt>
          <cx:pt idx="17588">49.990000000000002</cx:pt>
          <cx:pt idx="17589">49.990000000000002</cx:pt>
          <cx:pt idx="17590">49.990000000000002</cx:pt>
          <cx:pt idx="17591">49.990000000000002</cx:pt>
          <cx:pt idx="17592">49.990000000000002</cx:pt>
          <cx:pt idx="17593">49.990000000000002</cx:pt>
          <cx:pt idx="17594">49.990000000000002</cx:pt>
          <cx:pt idx="17595">49.990000000000002</cx:pt>
          <cx:pt idx="17596">49.990000000000002</cx:pt>
          <cx:pt idx="17597">49.990000000000002</cx:pt>
          <cx:pt idx="17598">49.990000000000002</cx:pt>
          <cx:pt idx="17599">49.990000000000002</cx:pt>
          <cx:pt idx="17600">49.990000000000002</cx:pt>
          <cx:pt idx="17601">49.990000000000002</cx:pt>
          <cx:pt idx="17602">49.990000000000002</cx:pt>
          <cx:pt idx="17603">49.990000000000002</cx:pt>
          <cx:pt idx="17604">49.990000000000002</cx:pt>
          <cx:pt idx="17605">49.990000000000002</cx:pt>
          <cx:pt idx="17606">49.990000000000002</cx:pt>
          <cx:pt idx="17607">49.990000000000002</cx:pt>
          <cx:pt idx="17608">49.990000000000002</cx:pt>
          <cx:pt idx="17609">49.990000000000002</cx:pt>
          <cx:pt idx="17610">49.990000000000002</cx:pt>
          <cx:pt idx="17611">49.990000000000002</cx:pt>
          <cx:pt idx="17612">49.990000000000002</cx:pt>
          <cx:pt idx="17613">49.990000000000002</cx:pt>
          <cx:pt idx="17614">49.990000000000002</cx:pt>
          <cx:pt idx="17615">49.990000000000002</cx:pt>
          <cx:pt idx="17616">49.990000000000002</cx:pt>
          <cx:pt idx="17617">49.990000000000002</cx:pt>
          <cx:pt idx="17618">49.990000000000002</cx:pt>
          <cx:pt idx="17619">49.990000000000002</cx:pt>
          <cx:pt idx="17620">49.990000000000002</cx:pt>
          <cx:pt idx="17621">49.990000000000002</cx:pt>
          <cx:pt idx="17622">49.990000000000002</cx:pt>
          <cx:pt idx="17623">49.990000000000002</cx:pt>
          <cx:pt idx="17624">49.990000000000002</cx:pt>
          <cx:pt idx="17625">49.990000000000002</cx:pt>
          <cx:pt idx="17626">49.990000000000002</cx:pt>
          <cx:pt idx="17627">49.990000000000002</cx:pt>
          <cx:pt idx="17628">49.990000000000002</cx:pt>
          <cx:pt idx="17629">49.990000000000002</cx:pt>
          <cx:pt idx="17630">49.990000000000002</cx:pt>
          <cx:pt idx="17631">49.990000000000002</cx:pt>
          <cx:pt idx="17632">49.990000000000002</cx:pt>
          <cx:pt idx="17633">49.990000000000002</cx:pt>
          <cx:pt idx="17634">49.990000000000002</cx:pt>
          <cx:pt idx="17635">49.990000000000002</cx:pt>
          <cx:pt idx="17636">49.990000000000002</cx:pt>
          <cx:pt idx="17637">49.990000000000002</cx:pt>
          <cx:pt idx="17638">49.990000000000002</cx:pt>
          <cx:pt idx="17639">49.990000000000002</cx:pt>
          <cx:pt idx="17640">49.990000000000002</cx:pt>
          <cx:pt idx="17641">49.990000000000002</cx:pt>
          <cx:pt idx="17642">49.990000000000002</cx:pt>
          <cx:pt idx="17643">49.990000000000002</cx:pt>
          <cx:pt idx="17644">49.990000000000002</cx:pt>
          <cx:pt idx="17645">49.990000000000002</cx:pt>
          <cx:pt idx="17646">49.990000000000002</cx:pt>
          <cx:pt idx="17647">49.990000000000002</cx:pt>
          <cx:pt idx="17648">49.990000000000002</cx:pt>
          <cx:pt idx="17649">49.990000000000002</cx:pt>
          <cx:pt idx="17650">49.990000000000002</cx:pt>
          <cx:pt idx="17651">49.990000000000002</cx:pt>
          <cx:pt idx="17652">49.990000000000002</cx:pt>
          <cx:pt idx="17653">49.990000000000002</cx:pt>
          <cx:pt idx="17654">49.990000000000002</cx:pt>
          <cx:pt idx="17655">49.990000000000002</cx:pt>
          <cx:pt idx="17656">49.990000000000002</cx:pt>
          <cx:pt idx="17657">49.990000000000002</cx:pt>
          <cx:pt idx="17658">49.990000000000002</cx:pt>
          <cx:pt idx="17659">49.990000000000002</cx:pt>
          <cx:pt idx="17660">49.990000000000002</cx:pt>
          <cx:pt idx="17661">49.990000000000002</cx:pt>
          <cx:pt idx="17662">49.990000000000002</cx:pt>
          <cx:pt idx="17663">49.990000000000002</cx:pt>
          <cx:pt idx="17664">49.990000000000002</cx:pt>
          <cx:pt idx="17665">49.990000000000002</cx:pt>
          <cx:pt idx="17666">49.990000000000002</cx:pt>
          <cx:pt idx="17667">49.990000000000002</cx:pt>
          <cx:pt idx="17668">49.990000000000002</cx:pt>
          <cx:pt idx="17669">49.990000000000002</cx:pt>
          <cx:pt idx="17670">49.990000000000002</cx:pt>
          <cx:pt idx="17671">49.990000000000002</cx:pt>
          <cx:pt idx="17672">49.990000000000002</cx:pt>
          <cx:pt idx="17673">49.990000000000002</cx:pt>
          <cx:pt idx="17674">49.990000000000002</cx:pt>
          <cx:pt idx="17675">49.990000000000002</cx:pt>
          <cx:pt idx="17676">49.990000000000002</cx:pt>
          <cx:pt idx="17677">49.990000000000002</cx:pt>
          <cx:pt idx="17678">49.990000000000002</cx:pt>
          <cx:pt idx="17679">49.990000000000002</cx:pt>
          <cx:pt idx="17680">49.990000000000002</cx:pt>
          <cx:pt idx="17681">49.990000000000002</cx:pt>
          <cx:pt idx="17682">49.990000000000002</cx:pt>
          <cx:pt idx="17683">49.990000000000002</cx:pt>
          <cx:pt idx="17684">49.990000000000002</cx:pt>
          <cx:pt idx="17685">49.990000000000002</cx:pt>
          <cx:pt idx="17686">49.990000000000002</cx:pt>
          <cx:pt idx="17687">49.990000000000002</cx:pt>
          <cx:pt idx="17688">49.990000000000002</cx:pt>
          <cx:pt idx="17689">49.990000000000002</cx:pt>
          <cx:pt idx="17690">49.990000000000002</cx:pt>
          <cx:pt idx="17691">49.990000000000002</cx:pt>
          <cx:pt idx="17692">49.990000000000002</cx:pt>
          <cx:pt idx="17693">49.990000000000002</cx:pt>
          <cx:pt idx="17694">49.990000000000002</cx:pt>
          <cx:pt idx="17695">49.990000000000002</cx:pt>
          <cx:pt idx="17696">49.990000000000002</cx:pt>
          <cx:pt idx="17697">49.990000000000002</cx:pt>
          <cx:pt idx="17698">49.990000000000002</cx:pt>
          <cx:pt idx="17699">49.990000000000002</cx:pt>
          <cx:pt idx="17700">49.990000000000002</cx:pt>
          <cx:pt idx="17701">49.990000000000002</cx:pt>
          <cx:pt idx="17702">49.990000000000002</cx:pt>
          <cx:pt idx="17703">49.990000000000002</cx:pt>
          <cx:pt idx="17704">49.990000000000002</cx:pt>
          <cx:pt idx="17705">49.990000000000002</cx:pt>
          <cx:pt idx="17706">49.990000000000002</cx:pt>
          <cx:pt idx="17707">49.990000000000002</cx:pt>
          <cx:pt idx="17708">49.990000000000002</cx:pt>
          <cx:pt idx="17709">49.990000000000002</cx:pt>
          <cx:pt idx="17710">49.990000000000002</cx:pt>
          <cx:pt idx="17711">49.990000000000002</cx:pt>
          <cx:pt idx="17712">49.990000000000002</cx:pt>
          <cx:pt idx="17713">49.990000000000002</cx:pt>
          <cx:pt idx="17714">49.990000000000002</cx:pt>
          <cx:pt idx="17715">49.990000000000002</cx:pt>
          <cx:pt idx="17716">49.990000000000002</cx:pt>
          <cx:pt idx="17717">49.990000000000002</cx:pt>
          <cx:pt idx="17718">49.990000000000002</cx:pt>
          <cx:pt idx="17719">49.990000000000002</cx:pt>
          <cx:pt idx="17720">49.990000000000002</cx:pt>
          <cx:pt idx="17721">49.990000000000002</cx:pt>
          <cx:pt idx="17722">49.990000000000002</cx:pt>
          <cx:pt idx="17723">49.990000000000002</cx:pt>
          <cx:pt idx="17724">49.990000000000002</cx:pt>
          <cx:pt idx="17725">49.990000000000002</cx:pt>
          <cx:pt idx="17726">49.990000000000002</cx:pt>
          <cx:pt idx="17727">49.990000000000002</cx:pt>
          <cx:pt idx="17728">49.990000000000002</cx:pt>
          <cx:pt idx="17729">49.990000000000002</cx:pt>
          <cx:pt idx="17730">49.990000000000002</cx:pt>
          <cx:pt idx="17731">49.990000000000002</cx:pt>
          <cx:pt idx="17732">49.990000000000002</cx:pt>
          <cx:pt idx="17733">49.990000000000002</cx:pt>
          <cx:pt idx="17734">49.990000000000002</cx:pt>
          <cx:pt idx="17735">49.990000000000002</cx:pt>
          <cx:pt idx="17736">49.990000000000002</cx:pt>
          <cx:pt idx="17737">49.990000000000002</cx:pt>
          <cx:pt idx="17738">49.990000000000002</cx:pt>
          <cx:pt idx="17739">49.990000000000002</cx:pt>
          <cx:pt idx="17740">49.990000000000002</cx:pt>
          <cx:pt idx="17741">49.990000000000002</cx:pt>
          <cx:pt idx="17742">49.990000000000002</cx:pt>
          <cx:pt idx="17743">49.990000000000002</cx:pt>
          <cx:pt idx="17744">49.990000000000002</cx:pt>
          <cx:pt idx="17745">49.990000000000002</cx:pt>
          <cx:pt idx="17746">49.990000000000002</cx:pt>
          <cx:pt idx="17747">49.990000000000002</cx:pt>
          <cx:pt idx="17748">49.990000000000002</cx:pt>
          <cx:pt idx="17749">49.990000000000002</cx:pt>
          <cx:pt idx="17750">49.990000000000002</cx:pt>
          <cx:pt idx="17751">49.990000000000002</cx:pt>
          <cx:pt idx="17752">49.990000000000002</cx:pt>
          <cx:pt idx="17753">49.990000000000002</cx:pt>
          <cx:pt idx="17754">49.990000000000002</cx:pt>
          <cx:pt idx="17755">49.990000000000002</cx:pt>
          <cx:pt idx="17756">49.990000000000002</cx:pt>
          <cx:pt idx="17757">49.990000000000002</cx:pt>
          <cx:pt idx="17758">49.990000000000002</cx:pt>
          <cx:pt idx="17759">49.990000000000002</cx:pt>
          <cx:pt idx="17760">49.990000000000002</cx:pt>
          <cx:pt idx="17761">49.990000000000002</cx:pt>
          <cx:pt idx="17762">49.990000000000002</cx:pt>
          <cx:pt idx="17763">49.990000000000002</cx:pt>
          <cx:pt idx="17764">49.990000000000002</cx:pt>
          <cx:pt idx="17765">49.990000000000002</cx:pt>
          <cx:pt idx="17766">49.990000000000002</cx:pt>
          <cx:pt idx="17767">49.990000000000002</cx:pt>
          <cx:pt idx="17768">49.990000000000002</cx:pt>
          <cx:pt idx="17769">49.990000000000002</cx:pt>
          <cx:pt idx="17770">49.990000000000002</cx:pt>
          <cx:pt idx="17771">49.990000000000002</cx:pt>
          <cx:pt idx="17772">49.990000000000002</cx:pt>
          <cx:pt idx="17773">49.990000000000002</cx:pt>
          <cx:pt idx="17774">49.990000000000002</cx:pt>
          <cx:pt idx="17775">49.990000000000002</cx:pt>
          <cx:pt idx="17776">49.990000000000002</cx:pt>
          <cx:pt idx="17777">49.990000000000002</cx:pt>
          <cx:pt idx="17778">49.990000000000002</cx:pt>
          <cx:pt idx="17779">49.990000000000002</cx:pt>
          <cx:pt idx="17780">49.990000000000002</cx:pt>
          <cx:pt idx="17781">49.990000000000002</cx:pt>
          <cx:pt idx="17782">49.990000000000002</cx:pt>
          <cx:pt idx="17783">49.990000000000002</cx:pt>
          <cx:pt idx="17784">49.990000000000002</cx:pt>
          <cx:pt idx="17785">49.990000000000002</cx:pt>
          <cx:pt idx="17786">49.990000000000002</cx:pt>
          <cx:pt idx="17787">49.990000000000002</cx:pt>
          <cx:pt idx="17788">49.990000000000002</cx:pt>
          <cx:pt idx="17789">49.990000000000002</cx:pt>
          <cx:pt idx="17790">49.990000000000002</cx:pt>
          <cx:pt idx="17791">49.990000000000002</cx:pt>
          <cx:pt idx="17792">49.990000000000002</cx:pt>
          <cx:pt idx="17793">49.990000000000002</cx:pt>
          <cx:pt idx="17794">49.990000000000002</cx:pt>
          <cx:pt idx="17795">49.990000000000002</cx:pt>
          <cx:pt idx="17796">49.990000000000002</cx:pt>
          <cx:pt idx="17797">49.990000000000002</cx:pt>
          <cx:pt idx="17798">49.990000000000002</cx:pt>
          <cx:pt idx="17799">49.990000000000002</cx:pt>
          <cx:pt idx="17800">49.990000000000002</cx:pt>
          <cx:pt idx="17801">49.990000000000002</cx:pt>
          <cx:pt idx="17802">49.990000000000002</cx:pt>
          <cx:pt idx="17803">49.990000000000002</cx:pt>
          <cx:pt idx="17804">49.990000000000002</cx:pt>
          <cx:pt idx="17805">49.990000000000002</cx:pt>
          <cx:pt idx="17806">49.990000000000002</cx:pt>
          <cx:pt idx="17807">49.990000000000002</cx:pt>
          <cx:pt idx="17808">49.990000000000002</cx:pt>
          <cx:pt idx="17809">49.990000000000002</cx:pt>
          <cx:pt idx="17810">49.990000000000002</cx:pt>
          <cx:pt idx="17811">49.990000000000002</cx:pt>
          <cx:pt idx="17812">49.990000000000002</cx:pt>
          <cx:pt idx="17813">49.990000000000002</cx:pt>
          <cx:pt idx="17814">49.990000000000002</cx:pt>
          <cx:pt idx="17815">49.990000000000002</cx:pt>
          <cx:pt idx="17816">49.990000000000002</cx:pt>
          <cx:pt idx="17817">49.990000000000002</cx:pt>
          <cx:pt idx="17818">49.990000000000002</cx:pt>
          <cx:pt idx="17819">49.990000000000002</cx:pt>
          <cx:pt idx="17820">49.990000000000002</cx:pt>
          <cx:pt idx="17821">49.990000000000002</cx:pt>
          <cx:pt idx="17822">49.990000000000002</cx:pt>
          <cx:pt idx="17823">49.990000000000002</cx:pt>
          <cx:pt idx="17824">49.990000000000002</cx:pt>
          <cx:pt idx="17825">49.990000000000002</cx:pt>
          <cx:pt idx="17826">49.990000000000002</cx:pt>
          <cx:pt idx="17827">49.990000000000002</cx:pt>
          <cx:pt idx="17828">49.990000000000002</cx:pt>
          <cx:pt idx="17829">49.990000000000002</cx:pt>
          <cx:pt idx="17830">49.990000000000002</cx:pt>
          <cx:pt idx="17831">49.990000000000002</cx:pt>
          <cx:pt idx="17832">49.990000000000002</cx:pt>
          <cx:pt idx="17833">49.990000000000002</cx:pt>
          <cx:pt idx="17834">49.990000000000002</cx:pt>
          <cx:pt idx="17835">49.990000000000002</cx:pt>
          <cx:pt idx="17836">49.990000000000002</cx:pt>
          <cx:pt idx="17837">49.990000000000002</cx:pt>
          <cx:pt idx="17838">49.990000000000002</cx:pt>
          <cx:pt idx="17839">49.990000000000002</cx:pt>
          <cx:pt idx="17840">49.990000000000002</cx:pt>
          <cx:pt idx="17841">49.990000000000002</cx:pt>
          <cx:pt idx="17842">49.990000000000002</cx:pt>
          <cx:pt idx="17843">49.990000000000002</cx:pt>
          <cx:pt idx="17844">49.990000000000002</cx:pt>
          <cx:pt idx="17845">49.990000000000002</cx:pt>
          <cx:pt idx="17846">49.990000000000002</cx:pt>
          <cx:pt idx="17847">49.990000000000002</cx:pt>
          <cx:pt idx="17848">49.990000000000002</cx:pt>
          <cx:pt idx="17849">49.990000000000002</cx:pt>
          <cx:pt idx="17850">49.990000000000002</cx:pt>
          <cx:pt idx="17851">49.990000000000002</cx:pt>
          <cx:pt idx="17852">49.990000000000002</cx:pt>
          <cx:pt idx="17853">49.990000000000002</cx:pt>
          <cx:pt idx="17854">49.990000000000002</cx:pt>
          <cx:pt idx="17855">49.990000000000002</cx:pt>
          <cx:pt idx="17856">49.990000000000002</cx:pt>
          <cx:pt idx="17857">49.990000000000002</cx:pt>
          <cx:pt idx="17858">49.990000000000002</cx:pt>
          <cx:pt idx="17859">49.990000000000002</cx:pt>
          <cx:pt idx="17860">49.990000000000002</cx:pt>
          <cx:pt idx="17861">49.990000000000002</cx:pt>
          <cx:pt idx="17862">49.990000000000002</cx:pt>
          <cx:pt idx="17863">49.990000000000002</cx:pt>
          <cx:pt idx="17864">49.990000000000002</cx:pt>
          <cx:pt idx="17865">49.990000000000002</cx:pt>
          <cx:pt idx="17866">49.990000000000002</cx:pt>
          <cx:pt idx="17867">49.990000000000002</cx:pt>
          <cx:pt idx="17868">49.990000000000002</cx:pt>
          <cx:pt idx="17869">49.990000000000002</cx:pt>
          <cx:pt idx="17870">49.990000000000002</cx:pt>
          <cx:pt idx="17871">49.990000000000002</cx:pt>
          <cx:pt idx="17872">49.990000000000002</cx:pt>
          <cx:pt idx="17873">49.990000000000002</cx:pt>
          <cx:pt idx="17874">49.990000000000002</cx:pt>
          <cx:pt idx="17875">49.990000000000002</cx:pt>
          <cx:pt idx="17876">49.990000000000002</cx:pt>
          <cx:pt idx="17877">49.990000000000002</cx:pt>
          <cx:pt idx="17878">49.990000000000002</cx:pt>
          <cx:pt idx="17879">49.990000000000002</cx:pt>
          <cx:pt idx="17880">49.990000000000002</cx:pt>
          <cx:pt idx="17881">49.990000000000002</cx:pt>
          <cx:pt idx="17882">49.990000000000002</cx:pt>
          <cx:pt idx="17883">49.990000000000002</cx:pt>
          <cx:pt idx="17884">49.990000000000002</cx:pt>
          <cx:pt idx="17885">49.990000000000002</cx:pt>
          <cx:pt idx="17886">49.990000000000002</cx:pt>
          <cx:pt idx="17887">49.990000000000002</cx:pt>
          <cx:pt idx="17888">49.990000000000002</cx:pt>
          <cx:pt idx="17889">49.990000000000002</cx:pt>
          <cx:pt idx="17890">49.990000000000002</cx:pt>
          <cx:pt idx="17891">49.990000000000002</cx:pt>
          <cx:pt idx="17892">49.990000000000002</cx:pt>
          <cx:pt idx="17893">49.990000000000002</cx:pt>
          <cx:pt idx="17894">49.990000000000002</cx:pt>
          <cx:pt idx="17895">49.990000000000002</cx:pt>
          <cx:pt idx="17896">49.990000000000002</cx:pt>
          <cx:pt idx="17897">49.990000000000002</cx:pt>
          <cx:pt idx="17898">49.990000000000002</cx:pt>
          <cx:pt idx="17899">49.990000000000002</cx:pt>
          <cx:pt idx="17900">49.990000000000002</cx:pt>
          <cx:pt idx="17901">49.990000000000002</cx:pt>
          <cx:pt idx="17902">49.990000000000002</cx:pt>
          <cx:pt idx="17903">49.990000000000002</cx:pt>
          <cx:pt idx="17904">49.990000000000002</cx:pt>
          <cx:pt idx="17905">49.990000000000002</cx:pt>
          <cx:pt idx="17906">49.990000000000002</cx:pt>
          <cx:pt idx="17907">49.990000000000002</cx:pt>
          <cx:pt idx="17908">49.990000000000002</cx:pt>
          <cx:pt idx="17909">49.990000000000002</cx:pt>
          <cx:pt idx="17910">49.990000000000002</cx:pt>
          <cx:pt idx="17911">49.990000000000002</cx:pt>
          <cx:pt idx="17912">49.990000000000002</cx:pt>
          <cx:pt idx="17913">49.990000000000002</cx:pt>
          <cx:pt idx="17914">49.990000000000002</cx:pt>
          <cx:pt idx="17915">49.990000000000002</cx:pt>
          <cx:pt idx="17916">49.990000000000002</cx:pt>
          <cx:pt idx="17917">49.990000000000002</cx:pt>
          <cx:pt idx="17918">49.990000000000002</cx:pt>
          <cx:pt idx="17919">49.990000000000002</cx:pt>
          <cx:pt idx="17920">49.990000000000002</cx:pt>
          <cx:pt idx="17921">49.990000000000002</cx:pt>
          <cx:pt idx="17922">49.990000000000002</cx:pt>
          <cx:pt idx="17923">49.990000000000002</cx:pt>
          <cx:pt idx="17924">49.990000000000002</cx:pt>
          <cx:pt idx="17925">49.990000000000002</cx:pt>
          <cx:pt idx="17926">49.990000000000002</cx:pt>
          <cx:pt idx="17927">49.990000000000002</cx:pt>
          <cx:pt idx="17928">49.990000000000002</cx:pt>
          <cx:pt idx="17929">49.990000000000002</cx:pt>
          <cx:pt idx="17930">49.990000000000002</cx:pt>
          <cx:pt idx="17931">49.990000000000002</cx:pt>
          <cx:pt idx="17932">49.990000000000002</cx:pt>
          <cx:pt idx="17933">49.990000000000002</cx:pt>
          <cx:pt idx="17934">49.990000000000002</cx:pt>
          <cx:pt idx="17935">49.990000000000002</cx:pt>
          <cx:pt idx="17936">49.990000000000002</cx:pt>
          <cx:pt idx="17937">49.990000000000002</cx:pt>
          <cx:pt idx="17938">49.990000000000002</cx:pt>
          <cx:pt idx="17939">49.990000000000002</cx:pt>
          <cx:pt idx="17940">49.990000000000002</cx:pt>
          <cx:pt idx="17941">49.990000000000002</cx:pt>
          <cx:pt idx="17942">49.990000000000002</cx:pt>
          <cx:pt idx="17943">49.990000000000002</cx:pt>
          <cx:pt idx="17944">49.990000000000002</cx:pt>
          <cx:pt idx="17945">49.990000000000002</cx:pt>
          <cx:pt idx="17946">49.990000000000002</cx:pt>
          <cx:pt idx="17947">49.990000000000002</cx:pt>
          <cx:pt idx="17948">49.990000000000002</cx:pt>
          <cx:pt idx="17949">49.990000000000002</cx:pt>
          <cx:pt idx="17950">49.990000000000002</cx:pt>
          <cx:pt idx="17951">49.990000000000002</cx:pt>
          <cx:pt idx="17952">49.990000000000002</cx:pt>
          <cx:pt idx="17953">49.990000000000002</cx:pt>
          <cx:pt idx="17954">49.990000000000002</cx:pt>
          <cx:pt idx="17955">49.990000000000002</cx:pt>
          <cx:pt idx="17956">49.990000000000002</cx:pt>
          <cx:pt idx="17957">49.990000000000002</cx:pt>
          <cx:pt idx="17958">49.990000000000002</cx:pt>
          <cx:pt idx="17959">49.990000000000002</cx:pt>
          <cx:pt idx="17960">49.990000000000002</cx:pt>
          <cx:pt idx="17961">49.990000000000002</cx:pt>
          <cx:pt idx="17962">49.990000000000002</cx:pt>
          <cx:pt idx="17963">49.990000000000002</cx:pt>
          <cx:pt idx="17964">49.990000000000002</cx:pt>
          <cx:pt idx="17965">49.990000000000002</cx:pt>
          <cx:pt idx="17966">49.990000000000002</cx:pt>
          <cx:pt idx="17967">49.990000000000002</cx:pt>
          <cx:pt idx="17968">49.990000000000002</cx:pt>
          <cx:pt idx="17969">49.990000000000002</cx:pt>
          <cx:pt idx="17970">49.990000000000002</cx:pt>
          <cx:pt idx="17971">49.990000000000002</cx:pt>
          <cx:pt idx="17972">49.990000000000002</cx:pt>
          <cx:pt idx="17973">49.990000000000002</cx:pt>
          <cx:pt idx="17974">49.990000000000002</cx:pt>
          <cx:pt idx="17975">49.990000000000002</cx:pt>
          <cx:pt idx="17976">49.990000000000002</cx:pt>
          <cx:pt idx="17977">49.990000000000002</cx:pt>
          <cx:pt idx="17978">49.990000000000002</cx:pt>
          <cx:pt idx="17979">49.990000000000002</cx:pt>
          <cx:pt idx="17980">49.990000000000002</cx:pt>
          <cx:pt idx="17981">49.990000000000002</cx:pt>
          <cx:pt idx="17982">49.990000000000002</cx:pt>
          <cx:pt idx="17983">49.990000000000002</cx:pt>
          <cx:pt idx="17984">49.990000000000002</cx:pt>
          <cx:pt idx="17985">49.990000000000002</cx:pt>
          <cx:pt idx="17986">49.990000000000002</cx:pt>
          <cx:pt idx="17987">49.990000000000002</cx:pt>
          <cx:pt idx="17988">49.990000000000002</cx:pt>
          <cx:pt idx="17989">49.990000000000002</cx:pt>
          <cx:pt idx="17990">49.990000000000002</cx:pt>
          <cx:pt idx="17991">49.990000000000002</cx:pt>
          <cx:pt idx="17992">49.990000000000002</cx:pt>
          <cx:pt idx="17993">49.990000000000002</cx:pt>
          <cx:pt idx="17994">49.990000000000002</cx:pt>
          <cx:pt idx="17995">49.990000000000002</cx:pt>
          <cx:pt idx="17996">49.990000000000002</cx:pt>
          <cx:pt idx="17997">49.990000000000002</cx:pt>
          <cx:pt idx="17998">49.990000000000002</cx:pt>
          <cx:pt idx="17999">49.990000000000002</cx:pt>
          <cx:pt idx="18000">49.990000000000002</cx:pt>
          <cx:pt idx="18001">49.990000000000002</cx:pt>
          <cx:pt idx="18002">49.990000000000002</cx:pt>
          <cx:pt idx="18003">49.990000000000002</cx:pt>
          <cx:pt idx="18004">49.990000000000002</cx:pt>
          <cx:pt idx="18005">49.990000000000002</cx:pt>
          <cx:pt idx="18006">49.990000000000002</cx:pt>
          <cx:pt idx="18007">49.990000000000002</cx:pt>
          <cx:pt idx="18008">49.990000000000002</cx:pt>
          <cx:pt idx="18009">49.990000000000002</cx:pt>
          <cx:pt idx="18010">49.990000000000002</cx:pt>
          <cx:pt idx="18011">49.990000000000002</cx:pt>
          <cx:pt idx="18012">49.990000000000002</cx:pt>
          <cx:pt idx="18013">49.990000000000002</cx:pt>
          <cx:pt idx="18014">49.990000000000002</cx:pt>
          <cx:pt idx="18015">49.990000000000002</cx:pt>
          <cx:pt idx="18016">49.990000000000002</cx:pt>
          <cx:pt idx="18017">49.990000000000002</cx:pt>
          <cx:pt idx="18018">49.990000000000002</cx:pt>
          <cx:pt idx="18019">49.990000000000002</cx:pt>
          <cx:pt idx="18020">49.990000000000002</cx:pt>
          <cx:pt idx="18021">49.990000000000002</cx:pt>
          <cx:pt idx="18022">49.990000000000002</cx:pt>
          <cx:pt idx="18023">49.990000000000002</cx:pt>
          <cx:pt idx="18024">49.990000000000002</cx:pt>
          <cx:pt idx="18025">49.990000000000002</cx:pt>
          <cx:pt idx="18026">49.990000000000002</cx:pt>
          <cx:pt idx="18027">49.990000000000002</cx:pt>
          <cx:pt idx="18028">49.990000000000002</cx:pt>
          <cx:pt idx="18029">49.990000000000002</cx:pt>
          <cx:pt idx="18030">49.990000000000002</cx:pt>
          <cx:pt idx="18031">49.990000000000002</cx:pt>
          <cx:pt idx="18032">49.990000000000002</cx:pt>
          <cx:pt idx="18033">49.990000000000002</cx:pt>
          <cx:pt idx="18034">49.990000000000002</cx:pt>
          <cx:pt idx="18035">49.990000000000002</cx:pt>
          <cx:pt idx="18036">49.990000000000002</cx:pt>
          <cx:pt idx="18037">49.990000000000002</cx:pt>
          <cx:pt idx="18038">49.990000000000002</cx:pt>
          <cx:pt idx="18039">49.990000000000002</cx:pt>
          <cx:pt idx="18040">49.990000000000002</cx:pt>
          <cx:pt idx="18041">49.990000000000002</cx:pt>
          <cx:pt idx="18042">49.990000000000002</cx:pt>
          <cx:pt idx="18043">49.990000000000002</cx:pt>
          <cx:pt idx="18044">49.990000000000002</cx:pt>
          <cx:pt idx="18045">49.990000000000002</cx:pt>
          <cx:pt idx="18046">49.990000000000002</cx:pt>
          <cx:pt idx="18047">49.990000000000002</cx:pt>
          <cx:pt idx="18048">49.990000000000002</cx:pt>
          <cx:pt idx="18049">49.990000000000002</cx:pt>
          <cx:pt idx="18050">49.990000000000002</cx:pt>
          <cx:pt idx="18051">49.990000000000002</cx:pt>
          <cx:pt idx="18052">49.990000000000002</cx:pt>
          <cx:pt idx="18053">49.990000000000002</cx:pt>
          <cx:pt idx="18054">49.990000000000002</cx:pt>
          <cx:pt idx="18055">49.990000000000002</cx:pt>
          <cx:pt idx="18056">49.990000000000002</cx:pt>
          <cx:pt idx="18057">49.990000000000002</cx:pt>
          <cx:pt idx="18058">49.990000000000002</cx:pt>
          <cx:pt idx="18059">49.990000000000002</cx:pt>
          <cx:pt idx="18060">49.990000000000002</cx:pt>
          <cx:pt idx="18061">49.990000000000002</cx:pt>
          <cx:pt idx="18062">49.990000000000002</cx:pt>
          <cx:pt idx="18063">49.990000000000002</cx:pt>
          <cx:pt idx="18064">49.990000000000002</cx:pt>
          <cx:pt idx="18065">49.990000000000002</cx:pt>
          <cx:pt idx="18066">49.990000000000002</cx:pt>
          <cx:pt idx="18067">49.990000000000002</cx:pt>
          <cx:pt idx="18068">49.990000000000002</cx:pt>
          <cx:pt idx="18069">49.990000000000002</cx:pt>
          <cx:pt idx="18070">49.990000000000002</cx:pt>
          <cx:pt idx="18071">49.990000000000002</cx:pt>
          <cx:pt idx="18072">49.990000000000002</cx:pt>
          <cx:pt idx="18073">49.990000000000002</cx:pt>
          <cx:pt idx="18074">49.990000000000002</cx:pt>
          <cx:pt idx="18075">49.990000000000002</cx:pt>
          <cx:pt idx="18076">49.990000000000002</cx:pt>
          <cx:pt idx="18077">49.990000000000002</cx:pt>
          <cx:pt idx="18078">49.990000000000002</cx:pt>
          <cx:pt idx="18079">49.990000000000002</cx:pt>
          <cx:pt idx="18080">49.990000000000002</cx:pt>
          <cx:pt idx="18081">49.990000000000002</cx:pt>
          <cx:pt idx="18082">49.990000000000002</cx:pt>
          <cx:pt idx="18083">49.990000000000002</cx:pt>
          <cx:pt idx="18084">49.990000000000002</cx:pt>
          <cx:pt idx="18085">49.990000000000002</cx:pt>
          <cx:pt idx="18086">49.990000000000002</cx:pt>
          <cx:pt idx="18087">49.990000000000002</cx:pt>
          <cx:pt idx="18088">49.990000000000002</cx:pt>
          <cx:pt idx="18089">49.990000000000002</cx:pt>
          <cx:pt idx="18090">49.990000000000002</cx:pt>
          <cx:pt idx="18091">49.990000000000002</cx:pt>
          <cx:pt idx="18092">49.990000000000002</cx:pt>
          <cx:pt idx="18093">49.990000000000002</cx:pt>
          <cx:pt idx="18094">49.990000000000002</cx:pt>
          <cx:pt idx="18095">49.990000000000002</cx:pt>
          <cx:pt idx="18096">49.990000000000002</cx:pt>
          <cx:pt idx="18097">49.990000000000002</cx:pt>
          <cx:pt idx="18098">49.990000000000002</cx:pt>
          <cx:pt idx="18099">49.990000000000002</cx:pt>
          <cx:pt idx="18100">49.990000000000002</cx:pt>
          <cx:pt idx="18101">49.990000000000002</cx:pt>
          <cx:pt idx="18102">49.990000000000002</cx:pt>
          <cx:pt idx="18103">49.990000000000002</cx:pt>
          <cx:pt idx="18104">49.990000000000002</cx:pt>
          <cx:pt idx="18105">49.990000000000002</cx:pt>
          <cx:pt idx="18106">49.990000000000002</cx:pt>
          <cx:pt idx="18107">49.990000000000002</cx:pt>
          <cx:pt idx="18108">49.990000000000002</cx:pt>
          <cx:pt idx="18109">49.990000000000002</cx:pt>
          <cx:pt idx="18110">49.990000000000002</cx:pt>
          <cx:pt idx="18111">49.990000000000002</cx:pt>
          <cx:pt idx="18112">49.990000000000002</cx:pt>
          <cx:pt idx="18113">49.990000000000002</cx:pt>
          <cx:pt idx="18114">49.990000000000002</cx:pt>
          <cx:pt idx="18115">49.990000000000002</cx:pt>
          <cx:pt idx="18116">49.990000000000002</cx:pt>
          <cx:pt idx="18117">49.990000000000002</cx:pt>
          <cx:pt idx="18118">49.990000000000002</cx:pt>
          <cx:pt idx="18119">49.990000000000002</cx:pt>
          <cx:pt idx="18120">49.990000000000002</cx:pt>
          <cx:pt idx="18121">49.990000000000002</cx:pt>
          <cx:pt idx="18122">49.990000000000002</cx:pt>
          <cx:pt idx="18123">49.990000000000002</cx:pt>
          <cx:pt idx="18124">49.990000000000002</cx:pt>
          <cx:pt idx="18125">49.990000000000002</cx:pt>
          <cx:pt idx="18126">49.990000000000002</cx:pt>
          <cx:pt idx="18127">49.990000000000002</cx:pt>
          <cx:pt idx="18128">49.990000000000002</cx:pt>
          <cx:pt idx="18129">49.990000000000002</cx:pt>
          <cx:pt idx="18130">49.990000000000002</cx:pt>
          <cx:pt idx="18131">49.990000000000002</cx:pt>
          <cx:pt idx="18132">49.990000000000002</cx:pt>
          <cx:pt idx="18133">49.990000000000002</cx:pt>
          <cx:pt idx="18134">49.990000000000002</cx:pt>
          <cx:pt idx="18135">49.990000000000002</cx:pt>
          <cx:pt idx="18136">49.990000000000002</cx:pt>
          <cx:pt idx="18137">49.990000000000002</cx:pt>
          <cx:pt idx="18138">49.990000000000002</cx:pt>
          <cx:pt idx="18139">49.990000000000002</cx:pt>
          <cx:pt idx="18140">49.990000000000002</cx:pt>
          <cx:pt idx="18141">49.990000000000002</cx:pt>
          <cx:pt idx="18142">49.990000000000002</cx:pt>
          <cx:pt idx="18143">49.990000000000002</cx:pt>
          <cx:pt idx="18144">49.990000000000002</cx:pt>
          <cx:pt idx="18145">49.990000000000002</cx:pt>
          <cx:pt idx="18146">49.990000000000002</cx:pt>
          <cx:pt idx="18147">49.990000000000002</cx:pt>
          <cx:pt idx="18148">49.990000000000002</cx:pt>
          <cx:pt idx="18149">49.990000000000002</cx:pt>
          <cx:pt idx="18150">49.990000000000002</cx:pt>
          <cx:pt idx="18151">49.990000000000002</cx:pt>
          <cx:pt idx="18152">49.990000000000002</cx:pt>
          <cx:pt idx="18153">49.990000000000002</cx:pt>
          <cx:pt idx="18154">49.990000000000002</cx:pt>
          <cx:pt idx="18155">49.990000000000002</cx:pt>
          <cx:pt idx="18156">49.990000000000002</cx:pt>
          <cx:pt idx="18157">49.990000000000002</cx:pt>
          <cx:pt idx="18158">49.990000000000002</cx:pt>
          <cx:pt idx="18159">49.990000000000002</cx:pt>
          <cx:pt idx="18160">49.990000000000002</cx:pt>
          <cx:pt idx="18161">49.990000000000002</cx:pt>
          <cx:pt idx="18162">49.990000000000002</cx:pt>
          <cx:pt idx="18163">49.990000000000002</cx:pt>
          <cx:pt idx="18164">49.990000000000002</cx:pt>
          <cx:pt idx="18165">49.990000000000002</cx:pt>
          <cx:pt idx="18166">49.990000000000002</cx:pt>
          <cx:pt idx="18167">49.990000000000002</cx:pt>
          <cx:pt idx="18168">49.990000000000002</cx:pt>
          <cx:pt idx="18169">49.990000000000002</cx:pt>
          <cx:pt idx="18170">49.990000000000002</cx:pt>
          <cx:pt idx="18171">49.990000000000002</cx:pt>
          <cx:pt idx="18172">49.990000000000002</cx:pt>
          <cx:pt idx="18173">49.990000000000002</cx:pt>
          <cx:pt idx="18174">49.990000000000002</cx:pt>
          <cx:pt idx="18175">49.990000000000002</cx:pt>
          <cx:pt idx="18176">49.990000000000002</cx:pt>
          <cx:pt idx="18177">49.990000000000002</cx:pt>
          <cx:pt idx="18178">49.990000000000002</cx:pt>
          <cx:pt idx="18179">49.990000000000002</cx:pt>
          <cx:pt idx="18180">49.990000000000002</cx:pt>
          <cx:pt idx="18181">49.990000000000002</cx:pt>
          <cx:pt idx="18182">49.990000000000002</cx:pt>
          <cx:pt idx="18183">49.990000000000002</cx:pt>
          <cx:pt idx="18184">49.990000000000002</cx:pt>
          <cx:pt idx="18185">49.990000000000002</cx:pt>
          <cx:pt idx="18186">49.990000000000002</cx:pt>
          <cx:pt idx="18187">49.990000000000002</cx:pt>
          <cx:pt idx="18188">49.990000000000002</cx:pt>
          <cx:pt idx="18189">49.990000000000002</cx:pt>
          <cx:pt idx="18190">49.990000000000002</cx:pt>
          <cx:pt idx="18191">49.990000000000002</cx:pt>
          <cx:pt idx="18192">49.990000000000002</cx:pt>
          <cx:pt idx="18193">49.990000000000002</cx:pt>
          <cx:pt idx="18194">49.990000000000002</cx:pt>
          <cx:pt idx="18195">49.990000000000002</cx:pt>
          <cx:pt idx="18196">49.990000000000002</cx:pt>
          <cx:pt idx="18197">49.990000000000002</cx:pt>
          <cx:pt idx="18198">49.990000000000002</cx:pt>
          <cx:pt idx="18199">49.990000000000002</cx:pt>
          <cx:pt idx="18200">49.990000000000002</cx:pt>
          <cx:pt idx="18201">49.990000000000002</cx:pt>
          <cx:pt idx="18202">49.990000000000002</cx:pt>
          <cx:pt idx="18203">49.990000000000002</cx:pt>
          <cx:pt idx="18204">49.990000000000002</cx:pt>
          <cx:pt idx="18205">49.990000000000002</cx:pt>
          <cx:pt idx="18206">49.990000000000002</cx:pt>
          <cx:pt idx="18207">49.990000000000002</cx:pt>
          <cx:pt idx="18208">49.990000000000002</cx:pt>
          <cx:pt idx="18209">49.990000000000002</cx:pt>
          <cx:pt idx="18210">49.990000000000002</cx:pt>
          <cx:pt idx="18211">49.990000000000002</cx:pt>
          <cx:pt idx="18212">49.990000000000002</cx:pt>
          <cx:pt idx="18213">49.990000000000002</cx:pt>
          <cx:pt idx="18214">49.990000000000002</cx:pt>
          <cx:pt idx="18215">49.990000000000002</cx:pt>
          <cx:pt idx="18216">49.990000000000002</cx:pt>
          <cx:pt idx="18217">49.990000000000002</cx:pt>
          <cx:pt idx="18218">49.990000000000002</cx:pt>
          <cx:pt idx="18219">49.990000000000002</cx:pt>
          <cx:pt idx="18220">49.990000000000002</cx:pt>
          <cx:pt idx="18221">49.990000000000002</cx:pt>
          <cx:pt idx="18222">49.990000000000002</cx:pt>
          <cx:pt idx="18223">49.990000000000002</cx:pt>
          <cx:pt idx="18224">49.990000000000002</cx:pt>
          <cx:pt idx="18225">49.990000000000002</cx:pt>
          <cx:pt idx="18226">49.990000000000002</cx:pt>
          <cx:pt idx="18227">49.990000000000002</cx:pt>
          <cx:pt idx="18228">49.990000000000002</cx:pt>
          <cx:pt idx="18229">49.990000000000002</cx:pt>
          <cx:pt idx="18230">49.990000000000002</cx:pt>
          <cx:pt idx="18231">49.990000000000002</cx:pt>
          <cx:pt idx="18232">49.990000000000002</cx:pt>
          <cx:pt idx="18233">49.990000000000002</cx:pt>
          <cx:pt idx="18234">49.990000000000002</cx:pt>
          <cx:pt idx="18235">49.990000000000002</cx:pt>
          <cx:pt idx="18236">49.990000000000002</cx:pt>
          <cx:pt idx="18237">49.990000000000002</cx:pt>
          <cx:pt idx="18238">49.990000000000002</cx:pt>
          <cx:pt idx="18239">49.990000000000002</cx:pt>
          <cx:pt idx="18240">49.990000000000002</cx:pt>
          <cx:pt idx="18241">49.990000000000002</cx:pt>
          <cx:pt idx="18242">49.990000000000002</cx:pt>
          <cx:pt idx="18243">49.990000000000002</cx:pt>
          <cx:pt idx="18244">49.990000000000002</cx:pt>
          <cx:pt idx="18245">49.990000000000002</cx:pt>
          <cx:pt idx="18246">49.990000000000002</cx:pt>
          <cx:pt idx="18247">49.990000000000002</cx:pt>
          <cx:pt idx="18248">49.990000000000002</cx:pt>
          <cx:pt idx="18249">49.990000000000002</cx:pt>
          <cx:pt idx="18250">49.990000000000002</cx:pt>
          <cx:pt idx="18251">49.990000000000002</cx:pt>
          <cx:pt idx="18252">49.990000000000002</cx:pt>
          <cx:pt idx="18253">49.990000000000002</cx:pt>
          <cx:pt idx="18254">49.990000000000002</cx:pt>
          <cx:pt idx="18255">49.990000000000002</cx:pt>
          <cx:pt idx="18256">49.990000000000002</cx:pt>
          <cx:pt idx="18257">49.990000000000002</cx:pt>
          <cx:pt idx="18258">49.990000000000002</cx:pt>
          <cx:pt idx="18259">49.990000000000002</cx:pt>
          <cx:pt idx="18260">49.990000000000002</cx:pt>
          <cx:pt idx="18261">49.990000000000002</cx:pt>
          <cx:pt idx="18262">49.990000000000002</cx:pt>
          <cx:pt idx="18263">49.990000000000002</cx:pt>
          <cx:pt idx="18264">49.990000000000002</cx:pt>
          <cx:pt idx="18265">49.990000000000002</cx:pt>
          <cx:pt idx="18266">49.990000000000002</cx:pt>
          <cx:pt idx="18267">49.990000000000002</cx:pt>
          <cx:pt idx="18268">49.990000000000002</cx:pt>
          <cx:pt idx="18269">49.990000000000002</cx:pt>
          <cx:pt idx="18270">49.990000000000002</cx:pt>
          <cx:pt idx="18271">49.990000000000002</cx:pt>
          <cx:pt idx="18272">49.990000000000002</cx:pt>
          <cx:pt idx="18273">49.990000000000002</cx:pt>
          <cx:pt idx="18274">49.990000000000002</cx:pt>
          <cx:pt idx="18275">49.990000000000002</cx:pt>
          <cx:pt idx="18276">49.990000000000002</cx:pt>
          <cx:pt idx="18277">49.990000000000002</cx:pt>
          <cx:pt idx="18278">49.990000000000002</cx:pt>
          <cx:pt idx="18279">49.990000000000002</cx:pt>
          <cx:pt idx="18280">49.990000000000002</cx:pt>
          <cx:pt idx="18281">49.990000000000002</cx:pt>
          <cx:pt idx="18282">49.990000000000002</cx:pt>
          <cx:pt idx="18283">49.990000000000002</cx:pt>
          <cx:pt idx="18284">49.990000000000002</cx:pt>
          <cx:pt idx="18285">49.990000000000002</cx:pt>
          <cx:pt idx="18286">49.990000000000002</cx:pt>
          <cx:pt idx="18287">49.990000000000002</cx:pt>
          <cx:pt idx="18288">49.990000000000002</cx:pt>
          <cx:pt idx="18289">49.990000000000002</cx:pt>
          <cx:pt idx="18290">49.990000000000002</cx:pt>
          <cx:pt idx="18291">49.990000000000002</cx:pt>
          <cx:pt idx="18292">49.990000000000002</cx:pt>
          <cx:pt idx="18293">49.990000000000002</cx:pt>
          <cx:pt idx="18294">49.990000000000002</cx:pt>
          <cx:pt idx="18295">49.990000000000002</cx:pt>
          <cx:pt idx="18296">49.990000000000002</cx:pt>
          <cx:pt idx="18297">49.990000000000002</cx:pt>
          <cx:pt idx="18298">49.990000000000002</cx:pt>
          <cx:pt idx="18299">49.990000000000002</cx:pt>
          <cx:pt idx="18300">49.990000000000002</cx:pt>
          <cx:pt idx="18301">49.990000000000002</cx:pt>
          <cx:pt idx="18302">49.990000000000002</cx:pt>
          <cx:pt idx="18303">49.990000000000002</cx:pt>
          <cx:pt idx="18304">49.990000000000002</cx:pt>
          <cx:pt idx="18305">49.990000000000002</cx:pt>
          <cx:pt idx="18306">49.990000000000002</cx:pt>
          <cx:pt idx="18307">49.990000000000002</cx:pt>
          <cx:pt idx="18308">49.990000000000002</cx:pt>
          <cx:pt idx="18309">49.990000000000002</cx:pt>
          <cx:pt idx="18310">49.990000000000002</cx:pt>
          <cx:pt idx="18311">49.990000000000002</cx:pt>
          <cx:pt idx="18312">49.990000000000002</cx:pt>
          <cx:pt idx="18313">49.990000000000002</cx:pt>
          <cx:pt idx="18314">49.990000000000002</cx:pt>
          <cx:pt idx="18315">49.990000000000002</cx:pt>
          <cx:pt idx="18316">49.990000000000002</cx:pt>
          <cx:pt idx="18317">49.990000000000002</cx:pt>
          <cx:pt idx="18318">49.990000000000002</cx:pt>
          <cx:pt idx="18319">49.990000000000002</cx:pt>
          <cx:pt idx="18320">49.990000000000002</cx:pt>
          <cx:pt idx="18321">49.990000000000002</cx:pt>
          <cx:pt idx="18322">49.990000000000002</cx:pt>
          <cx:pt idx="18323">49.990000000000002</cx:pt>
          <cx:pt idx="18324">49.990000000000002</cx:pt>
          <cx:pt idx="18325">49.990000000000002</cx:pt>
          <cx:pt idx="18326">49.990000000000002</cx:pt>
          <cx:pt idx="18327">49.990000000000002</cx:pt>
          <cx:pt idx="18328">49.990000000000002</cx:pt>
          <cx:pt idx="18329">49.990000000000002</cx:pt>
          <cx:pt idx="18330">49.990000000000002</cx:pt>
          <cx:pt idx="18331">49.990000000000002</cx:pt>
          <cx:pt idx="18332">49.990000000000002</cx:pt>
          <cx:pt idx="18333">49.990000000000002</cx:pt>
          <cx:pt idx="18334">49.990000000000002</cx:pt>
          <cx:pt idx="18335">49.990000000000002</cx:pt>
          <cx:pt idx="18336">49.990000000000002</cx:pt>
          <cx:pt idx="18337">49.990000000000002</cx:pt>
          <cx:pt idx="18338">49.990000000000002</cx:pt>
          <cx:pt idx="18339">49.990000000000002</cx:pt>
          <cx:pt idx="18340">49.990000000000002</cx:pt>
          <cx:pt idx="18341">49.990000000000002</cx:pt>
          <cx:pt idx="18342">49.990000000000002</cx:pt>
          <cx:pt idx="18343">49.990000000000002</cx:pt>
          <cx:pt idx="18344">49.990000000000002</cx:pt>
          <cx:pt idx="18345">49.990000000000002</cx:pt>
          <cx:pt idx="18346">49.990000000000002</cx:pt>
          <cx:pt idx="18347">49.990000000000002</cx:pt>
          <cx:pt idx="18348">49.990000000000002</cx:pt>
          <cx:pt idx="18349">49.990000000000002</cx:pt>
          <cx:pt idx="18350">49.990000000000002</cx:pt>
          <cx:pt idx="18351">49.990000000000002</cx:pt>
          <cx:pt idx="18352">49.990000000000002</cx:pt>
          <cx:pt idx="18353">49.990000000000002</cx:pt>
          <cx:pt idx="18354">49.990000000000002</cx:pt>
          <cx:pt idx="18355">49.990000000000002</cx:pt>
          <cx:pt idx="18356">49.990000000000002</cx:pt>
          <cx:pt idx="18357">49.990000000000002</cx:pt>
          <cx:pt idx="18358">49.990000000000002</cx:pt>
          <cx:pt idx="18359">49.990000000000002</cx:pt>
          <cx:pt idx="18360">49.990000000000002</cx:pt>
          <cx:pt idx="18361">49.990000000000002</cx:pt>
          <cx:pt idx="18362">49.990000000000002</cx:pt>
          <cx:pt idx="18363">49.990000000000002</cx:pt>
          <cx:pt idx="18364">49.990000000000002</cx:pt>
          <cx:pt idx="18365">49.990000000000002</cx:pt>
          <cx:pt idx="18366">49.990000000000002</cx:pt>
          <cx:pt idx="18367">49.990000000000002</cx:pt>
          <cx:pt idx="18368">49.990000000000002</cx:pt>
          <cx:pt idx="18369">49.990000000000002</cx:pt>
          <cx:pt idx="18370">49.990000000000002</cx:pt>
          <cx:pt idx="18371">49.990000000000002</cx:pt>
          <cx:pt idx="18372">49.990000000000002</cx:pt>
          <cx:pt idx="18373">49.990000000000002</cx:pt>
          <cx:pt idx="18374">49.990000000000002</cx:pt>
          <cx:pt idx="18375">49.990000000000002</cx:pt>
          <cx:pt idx="18376">49.990000000000002</cx:pt>
          <cx:pt idx="18377">49.990000000000002</cx:pt>
          <cx:pt idx="18378">49.990000000000002</cx:pt>
          <cx:pt idx="18379">49.990000000000002</cx:pt>
          <cx:pt idx="18380">49.990000000000002</cx:pt>
          <cx:pt idx="18381">49.990000000000002</cx:pt>
          <cx:pt idx="18382">49.990000000000002</cx:pt>
          <cx:pt idx="18383">49.990000000000002</cx:pt>
          <cx:pt idx="18384">49.990000000000002</cx:pt>
          <cx:pt idx="18385">49.990000000000002</cx:pt>
          <cx:pt idx="18386">49.990000000000002</cx:pt>
          <cx:pt idx="18387">49.990000000000002</cx:pt>
          <cx:pt idx="18388">49.990000000000002</cx:pt>
          <cx:pt idx="18389">49.990000000000002</cx:pt>
          <cx:pt idx="18390">49.990000000000002</cx:pt>
          <cx:pt idx="18391">49.990000000000002</cx:pt>
          <cx:pt idx="18392">49.990000000000002</cx:pt>
          <cx:pt idx="18393">49.990000000000002</cx:pt>
          <cx:pt idx="18394">49.990000000000002</cx:pt>
          <cx:pt idx="18395">49.990000000000002</cx:pt>
          <cx:pt idx="18396">49.990000000000002</cx:pt>
          <cx:pt idx="18397">49.990000000000002</cx:pt>
          <cx:pt idx="18398">49.990000000000002</cx:pt>
          <cx:pt idx="18399">49.990000000000002</cx:pt>
          <cx:pt idx="18400">49.990000000000002</cx:pt>
          <cx:pt idx="18401">49.990000000000002</cx:pt>
          <cx:pt idx="18402">49.990000000000002</cx:pt>
          <cx:pt idx="18403">49.990000000000002</cx:pt>
          <cx:pt idx="18404">49.990000000000002</cx:pt>
          <cx:pt idx="18405">49.990000000000002</cx:pt>
          <cx:pt idx="18406">49.990000000000002</cx:pt>
          <cx:pt idx="18407">49.990000000000002</cx:pt>
          <cx:pt idx="18408">49.990000000000002</cx:pt>
          <cx:pt idx="18409">49.990000000000002</cx:pt>
          <cx:pt idx="18410">49.990000000000002</cx:pt>
          <cx:pt idx="18411">49.990000000000002</cx:pt>
          <cx:pt idx="18412">49.990000000000002</cx:pt>
          <cx:pt idx="18413">49.990000000000002</cx:pt>
          <cx:pt idx="18414">49.990000000000002</cx:pt>
          <cx:pt idx="18415">49.990000000000002</cx:pt>
          <cx:pt idx="18416">49.990000000000002</cx:pt>
          <cx:pt idx="18417">49.990000000000002</cx:pt>
          <cx:pt idx="18418">49.990000000000002</cx:pt>
          <cx:pt idx="18419">49.990000000000002</cx:pt>
          <cx:pt idx="18420">49.990000000000002</cx:pt>
          <cx:pt idx="18421">49.990000000000002</cx:pt>
          <cx:pt idx="18422">49.990000000000002</cx:pt>
          <cx:pt idx="18423">49.990000000000002</cx:pt>
          <cx:pt idx="18424">49.990000000000002</cx:pt>
          <cx:pt idx="18425">49.990000000000002</cx:pt>
          <cx:pt idx="18426">49.990000000000002</cx:pt>
          <cx:pt idx="18427">49.990000000000002</cx:pt>
          <cx:pt idx="18428">49.990000000000002</cx:pt>
          <cx:pt idx="18429">49.990000000000002</cx:pt>
          <cx:pt idx="18430">49.990000000000002</cx:pt>
          <cx:pt idx="18431">49.990000000000002</cx:pt>
          <cx:pt idx="18432">49.990000000000002</cx:pt>
          <cx:pt idx="18433">49.990000000000002</cx:pt>
          <cx:pt idx="18434">49.990000000000002</cx:pt>
          <cx:pt idx="18435">49.990000000000002</cx:pt>
          <cx:pt idx="18436">49.990000000000002</cx:pt>
          <cx:pt idx="18437">49.990000000000002</cx:pt>
          <cx:pt idx="18438">49.990000000000002</cx:pt>
          <cx:pt idx="18439">49.990000000000002</cx:pt>
          <cx:pt idx="18440">49.990000000000002</cx:pt>
          <cx:pt idx="18441">49.990000000000002</cx:pt>
          <cx:pt idx="18442">49.990000000000002</cx:pt>
          <cx:pt idx="18443">49.990000000000002</cx:pt>
          <cx:pt idx="18444">49.990000000000002</cx:pt>
          <cx:pt idx="18445">49.990000000000002</cx:pt>
          <cx:pt idx="18446">49.990000000000002</cx:pt>
          <cx:pt idx="18447">49.990000000000002</cx:pt>
          <cx:pt idx="18448">49.990000000000002</cx:pt>
          <cx:pt idx="18449">49.990000000000002</cx:pt>
          <cx:pt idx="18450">49.990000000000002</cx:pt>
          <cx:pt idx="18451">49.990000000000002</cx:pt>
          <cx:pt idx="18452">49.990000000000002</cx:pt>
          <cx:pt idx="18453">49.990000000000002</cx:pt>
          <cx:pt idx="18454">49.990000000000002</cx:pt>
          <cx:pt idx="18455">49.990000000000002</cx:pt>
          <cx:pt idx="18456">49.990000000000002</cx:pt>
          <cx:pt idx="18457">49.990000000000002</cx:pt>
          <cx:pt idx="18458">49.990000000000002</cx:pt>
          <cx:pt idx="18459">49.990000000000002</cx:pt>
          <cx:pt idx="18460">49.990000000000002</cx:pt>
          <cx:pt idx="18461">49.990000000000002</cx:pt>
          <cx:pt idx="18462">49.990000000000002</cx:pt>
          <cx:pt idx="18463">49.990000000000002</cx:pt>
          <cx:pt idx="18464">49.990000000000002</cx:pt>
          <cx:pt idx="18465">49.990000000000002</cx:pt>
          <cx:pt idx="18466">49.990000000000002</cx:pt>
          <cx:pt idx="18467">49.990000000000002</cx:pt>
          <cx:pt idx="18468">49.990000000000002</cx:pt>
          <cx:pt idx="18469">49.990000000000002</cx:pt>
          <cx:pt idx="18470">49.990000000000002</cx:pt>
          <cx:pt idx="18471">49.990000000000002</cx:pt>
          <cx:pt idx="18472">49.990000000000002</cx:pt>
          <cx:pt idx="18473">49.990000000000002</cx:pt>
          <cx:pt idx="18474">49.990000000000002</cx:pt>
          <cx:pt idx="18475">49.990000000000002</cx:pt>
          <cx:pt idx="18476">49.990000000000002</cx:pt>
          <cx:pt idx="18477">49.990000000000002</cx:pt>
          <cx:pt idx="18478">49.990000000000002</cx:pt>
          <cx:pt idx="18479">49.990000000000002</cx:pt>
          <cx:pt idx="18480">49.990000000000002</cx:pt>
          <cx:pt idx="18481">49.990000000000002</cx:pt>
          <cx:pt idx="18482">49.990000000000002</cx:pt>
          <cx:pt idx="18483">49.990000000000002</cx:pt>
          <cx:pt idx="18484">49.990000000000002</cx:pt>
          <cx:pt idx="18485">49.990000000000002</cx:pt>
          <cx:pt idx="18486">49.990000000000002</cx:pt>
          <cx:pt idx="18487">49.990000000000002</cx:pt>
          <cx:pt idx="18488">49.990000000000002</cx:pt>
          <cx:pt idx="18489">49.990000000000002</cx:pt>
          <cx:pt idx="18490">49.990000000000002</cx:pt>
          <cx:pt idx="18491">49.990000000000002</cx:pt>
          <cx:pt idx="18492">49.990000000000002</cx:pt>
          <cx:pt idx="18493">49.990000000000002</cx:pt>
          <cx:pt idx="18494">49.990000000000002</cx:pt>
          <cx:pt idx="18495">49.990000000000002</cx:pt>
          <cx:pt idx="18496">49.990000000000002</cx:pt>
          <cx:pt idx="18497">49.990000000000002</cx:pt>
          <cx:pt idx="18498">49.990000000000002</cx:pt>
          <cx:pt idx="18499">49.990000000000002</cx:pt>
          <cx:pt idx="18500">49.990000000000002</cx:pt>
          <cx:pt idx="18501">49.990000000000002</cx:pt>
          <cx:pt idx="18502">49.990000000000002</cx:pt>
          <cx:pt idx="18503">49.990000000000002</cx:pt>
          <cx:pt idx="18504">49.990000000000002</cx:pt>
          <cx:pt idx="18505">49.990000000000002</cx:pt>
          <cx:pt idx="18506">49.990000000000002</cx:pt>
          <cx:pt idx="18507">49.990000000000002</cx:pt>
          <cx:pt idx="18508">49.990000000000002</cx:pt>
          <cx:pt idx="18509">49.990000000000002</cx:pt>
          <cx:pt idx="18510">49.990000000000002</cx:pt>
          <cx:pt idx="18511">49.990000000000002</cx:pt>
          <cx:pt idx="18512">49.990000000000002</cx:pt>
          <cx:pt idx="18513">49.990000000000002</cx:pt>
          <cx:pt idx="18514">49.990000000000002</cx:pt>
          <cx:pt idx="18515">49.990000000000002</cx:pt>
          <cx:pt idx="18516">49.990000000000002</cx:pt>
          <cx:pt idx="18517">49.990000000000002</cx:pt>
          <cx:pt idx="18518">49.990000000000002</cx:pt>
          <cx:pt idx="18519">49.990000000000002</cx:pt>
          <cx:pt idx="18520">49.990000000000002</cx:pt>
          <cx:pt idx="18521">49.990000000000002</cx:pt>
          <cx:pt idx="18522">49.990000000000002</cx:pt>
          <cx:pt idx="18523">49.990000000000002</cx:pt>
          <cx:pt idx="18524">49.990000000000002</cx:pt>
          <cx:pt idx="18525">49.990000000000002</cx:pt>
          <cx:pt idx="18526">49.990000000000002</cx:pt>
          <cx:pt idx="18527">49.990000000000002</cx:pt>
          <cx:pt idx="18528">49.990000000000002</cx:pt>
          <cx:pt idx="18529">49.990000000000002</cx:pt>
          <cx:pt idx="18530">49.990000000000002</cx:pt>
          <cx:pt idx="18531">49.990000000000002</cx:pt>
          <cx:pt idx="18532">49.990000000000002</cx:pt>
          <cx:pt idx="18533">49.990000000000002</cx:pt>
          <cx:pt idx="18534">49.990000000000002</cx:pt>
          <cx:pt idx="18535">49.990000000000002</cx:pt>
          <cx:pt idx="18536">49.990000000000002</cx:pt>
          <cx:pt idx="18537">49.990000000000002</cx:pt>
          <cx:pt idx="18538">49.990000000000002</cx:pt>
          <cx:pt idx="18539">49.990000000000002</cx:pt>
          <cx:pt idx="18540">49.990000000000002</cx:pt>
          <cx:pt idx="18541">49.990000000000002</cx:pt>
          <cx:pt idx="18542">49.990000000000002</cx:pt>
          <cx:pt idx="18543">49.990000000000002</cx:pt>
          <cx:pt idx="18544">49.990000000000002</cx:pt>
          <cx:pt idx="18545">49.990000000000002</cx:pt>
          <cx:pt idx="18546">49.990000000000002</cx:pt>
          <cx:pt idx="18547">49.990000000000002</cx:pt>
          <cx:pt idx="18548">49.990000000000002</cx:pt>
          <cx:pt idx="18549">49.990000000000002</cx:pt>
          <cx:pt idx="18550">49.990000000000002</cx:pt>
          <cx:pt idx="18551">49.990000000000002</cx:pt>
          <cx:pt idx="18552">49.990000000000002</cx:pt>
          <cx:pt idx="18553">49.990000000000002</cx:pt>
          <cx:pt idx="18554">49.990000000000002</cx:pt>
          <cx:pt idx="18555">49.990000000000002</cx:pt>
          <cx:pt idx="18556">49.990000000000002</cx:pt>
          <cx:pt idx="18557">49.990000000000002</cx:pt>
          <cx:pt idx="18558">49.990000000000002</cx:pt>
          <cx:pt idx="18559">49.990000000000002</cx:pt>
          <cx:pt idx="18560">49.990000000000002</cx:pt>
          <cx:pt idx="18561">49.990000000000002</cx:pt>
          <cx:pt idx="18562">49.990000000000002</cx:pt>
          <cx:pt idx="18563">49.990000000000002</cx:pt>
          <cx:pt idx="18564">49.990000000000002</cx:pt>
          <cx:pt idx="18565">49.990000000000002</cx:pt>
          <cx:pt idx="18566">49.990000000000002</cx:pt>
          <cx:pt idx="18567">49.990000000000002</cx:pt>
          <cx:pt idx="18568">49.990000000000002</cx:pt>
          <cx:pt idx="18569">49.990000000000002</cx:pt>
          <cx:pt idx="18570">49.990000000000002</cx:pt>
          <cx:pt idx="18571">49.990000000000002</cx:pt>
          <cx:pt idx="18572">49.990000000000002</cx:pt>
          <cx:pt idx="18573">49.990000000000002</cx:pt>
          <cx:pt idx="18574">49.990000000000002</cx:pt>
          <cx:pt idx="18575">49.990000000000002</cx:pt>
          <cx:pt idx="18576">49.990000000000002</cx:pt>
          <cx:pt idx="18577">49.990000000000002</cx:pt>
          <cx:pt idx="18578">49.990000000000002</cx:pt>
          <cx:pt idx="18579">49.990000000000002</cx:pt>
          <cx:pt idx="18580">49.990000000000002</cx:pt>
          <cx:pt idx="18581">49.990000000000002</cx:pt>
          <cx:pt idx="18582">49.990000000000002</cx:pt>
          <cx:pt idx="18583">49.990000000000002</cx:pt>
          <cx:pt idx="18584">49.990000000000002</cx:pt>
          <cx:pt idx="18585">49.990000000000002</cx:pt>
          <cx:pt idx="18586">49.990000000000002</cx:pt>
          <cx:pt idx="18587">49.990000000000002</cx:pt>
          <cx:pt idx="18588">49.990000000000002</cx:pt>
          <cx:pt idx="18589">49.990000000000002</cx:pt>
          <cx:pt idx="18590">49.990000000000002</cx:pt>
          <cx:pt idx="18591">49.990000000000002</cx:pt>
          <cx:pt idx="18592">49.990000000000002</cx:pt>
          <cx:pt idx="18593">49.990000000000002</cx:pt>
          <cx:pt idx="18594">49.990000000000002</cx:pt>
          <cx:pt idx="18595">49.990000000000002</cx:pt>
          <cx:pt idx="18596">49.990000000000002</cx:pt>
          <cx:pt idx="18597">49.990000000000002</cx:pt>
          <cx:pt idx="18598">49.990000000000002</cx:pt>
          <cx:pt idx="18599">49.990000000000002</cx:pt>
          <cx:pt idx="18600">49.990000000000002</cx:pt>
          <cx:pt idx="18601">49.990000000000002</cx:pt>
          <cx:pt idx="18602">49.990000000000002</cx:pt>
          <cx:pt idx="18603">49.990000000000002</cx:pt>
          <cx:pt idx="18604">49.990000000000002</cx:pt>
          <cx:pt idx="18605">49.990000000000002</cx:pt>
          <cx:pt idx="18606">49.990000000000002</cx:pt>
          <cx:pt idx="18607">49.990000000000002</cx:pt>
          <cx:pt idx="18608">49.990000000000002</cx:pt>
          <cx:pt idx="18609">49.990000000000002</cx:pt>
          <cx:pt idx="18610">49.990000000000002</cx:pt>
          <cx:pt idx="18611">49.990000000000002</cx:pt>
          <cx:pt idx="18612">49.990000000000002</cx:pt>
          <cx:pt idx="18613">49.990000000000002</cx:pt>
          <cx:pt idx="18614">49.990000000000002</cx:pt>
          <cx:pt idx="18615">49.990000000000002</cx:pt>
          <cx:pt idx="18616">49.990000000000002</cx:pt>
          <cx:pt idx="18617">49.990000000000002</cx:pt>
          <cx:pt idx="18618">49.990000000000002</cx:pt>
          <cx:pt idx="18619">49.990000000000002</cx:pt>
          <cx:pt idx="18620">49.990000000000002</cx:pt>
          <cx:pt idx="18621">49.990000000000002</cx:pt>
          <cx:pt idx="18622">49.990000000000002</cx:pt>
          <cx:pt idx="18623">49.990000000000002</cx:pt>
          <cx:pt idx="18624">49.990000000000002</cx:pt>
          <cx:pt idx="18625">49.990000000000002</cx:pt>
          <cx:pt idx="18626">49.990000000000002</cx:pt>
          <cx:pt idx="18627">49.990000000000002</cx:pt>
          <cx:pt idx="18628">49.990000000000002</cx:pt>
          <cx:pt idx="18629">49.990000000000002</cx:pt>
          <cx:pt idx="18630">49.990000000000002</cx:pt>
          <cx:pt idx="18631">49.990000000000002</cx:pt>
          <cx:pt idx="18632">49.990000000000002</cx:pt>
          <cx:pt idx="18633">49.990000000000002</cx:pt>
          <cx:pt idx="18634">49.990000000000002</cx:pt>
          <cx:pt idx="18635">49.990000000000002</cx:pt>
          <cx:pt idx="18636">49.990000000000002</cx:pt>
          <cx:pt idx="18637">49.990000000000002</cx:pt>
          <cx:pt idx="18638">49.990000000000002</cx:pt>
          <cx:pt idx="18639">49.990000000000002</cx:pt>
          <cx:pt idx="18640">49.990000000000002</cx:pt>
          <cx:pt idx="18641">49.990000000000002</cx:pt>
          <cx:pt idx="18642">49.990000000000002</cx:pt>
          <cx:pt idx="18643">49.990000000000002</cx:pt>
          <cx:pt idx="18644">49.990000000000002</cx:pt>
          <cx:pt idx="18645">49.990000000000002</cx:pt>
          <cx:pt idx="18646">49.990000000000002</cx:pt>
          <cx:pt idx="18647">49.990000000000002</cx:pt>
          <cx:pt idx="18648">49.990000000000002</cx:pt>
          <cx:pt idx="18649">49.990000000000002</cx:pt>
          <cx:pt idx="18650">49.990000000000002</cx:pt>
          <cx:pt idx="18651">49.990000000000002</cx:pt>
          <cx:pt idx="18652">49.990000000000002</cx:pt>
          <cx:pt idx="18653">49.990000000000002</cx:pt>
          <cx:pt idx="18654">49.990000000000002</cx:pt>
          <cx:pt idx="18655">49.990000000000002</cx:pt>
          <cx:pt idx="18656">49.990000000000002</cx:pt>
          <cx:pt idx="18657">49.990000000000002</cx:pt>
          <cx:pt idx="18658">49.990000000000002</cx:pt>
          <cx:pt idx="18659">49.990000000000002</cx:pt>
          <cx:pt idx="18660">49.990000000000002</cx:pt>
          <cx:pt idx="18661">49.990000000000002</cx:pt>
          <cx:pt idx="18662">49.990000000000002</cx:pt>
          <cx:pt idx="18663">49.990000000000002</cx:pt>
          <cx:pt idx="18664">49.990000000000002</cx:pt>
          <cx:pt idx="18665">49.990000000000002</cx:pt>
          <cx:pt idx="18666">49.990000000000002</cx:pt>
          <cx:pt idx="18667">49.990000000000002</cx:pt>
          <cx:pt idx="18668">49.990000000000002</cx:pt>
          <cx:pt idx="18669">49.990000000000002</cx:pt>
          <cx:pt idx="18670">49.990000000000002</cx:pt>
          <cx:pt idx="18671">49.990000000000002</cx:pt>
          <cx:pt idx="18672">49.990000000000002</cx:pt>
          <cx:pt idx="18673">49.990000000000002</cx:pt>
          <cx:pt idx="18674">49.990000000000002</cx:pt>
          <cx:pt idx="18675">49.990000000000002</cx:pt>
          <cx:pt idx="18676">49.990000000000002</cx:pt>
          <cx:pt idx="18677">49.990000000000002</cx:pt>
          <cx:pt idx="18678">49.990000000000002</cx:pt>
          <cx:pt idx="18679">49.990000000000002</cx:pt>
          <cx:pt idx="18680">49.990000000000002</cx:pt>
          <cx:pt idx="18681">49.990000000000002</cx:pt>
          <cx:pt idx="18682">49.990000000000002</cx:pt>
          <cx:pt idx="18683">49.990000000000002</cx:pt>
          <cx:pt idx="18684">49.990000000000002</cx:pt>
          <cx:pt idx="18685">49.990000000000002</cx:pt>
          <cx:pt idx="18686">49.990000000000002</cx:pt>
          <cx:pt idx="18687">49.990000000000002</cx:pt>
          <cx:pt idx="18688">49.990000000000002</cx:pt>
          <cx:pt idx="18689">49.990000000000002</cx:pt>
          <cx:pt idx="18690">49.990000000000002</cx:pt>
          <cx:pt idx="18691">49.990000000000002</cx:pt>
          <cx:pt idx="18692">49.990000000000002</cx:pt>
          <cx:pt idx="18693">49.990000000000002</cx:pt>
          <cx:pt idx="18694">49.990000000000002</cx:pt>
          <cx:pt idx="18695">49.990000000000002</cx:pt>
          <cx:pt idx="18696">49.990000000000002</cx:pt>
          <cx:pt idx="18697">49.990000000000002</cx:pt>
          <cx:pt idx="18698">49.990000000000002</cx:pt>
          <cx:pt idx="18699">49.990000000000002</cx:pt>
          <cx:pt idx="18700">49.990000000000002</cx:pt>
          <cx:pt idx="18701">49.990000000000002</cx:pt>
          <cx:pt idx="18702">49.990000000000002</cx:pt>
          <cx:pt idx="18703">49.990000000000002</cx:pt>
          <cx:pt idx="18704">49.990000000000002</cx:pt>
          <cx:pt idx="18705">49.990000000000002</cx:pt>
          <cx:pt idx="18706">49.990000000000002</cx:pt>
          <cx:pt idx="18707">49.990000000000002</cx:pt>
          <cx:pt idx="18708">49.990000000000002</cx:pt>
          <cx:pt idx="18709">49.990000000000002</cx:pt>
          <cx:pt idx="18710">49.990000000000002</cx:pt>
          <cx:pt idx="18711">49.990000000000002</cx:pt>
          <cx:pt idx="18712">49.990000000000002</cx:pt>
          <cx:pt idx="18713">49.990000000000002</cx:pt>
          <cx:pt idx="18714">49.990000000000002</cx:pt>
          <cx:pt idx="18715">49.990000000000002</cx:pt>
          <cx:pt idx="18716">49.990000000000002</cx:pt>
          <cx:pt idx="18717">49.990000000000002</cx:pt>
          <cx:pt idx="18718">49.990000000000002</cx:pt>
          <cx:pt idx="18719">49.990000000000002</cx:pt>
          <cx:pt idx="18720">49.990000000000002</cx:pt>
          <cx:pt idx="18721">49.990000000000002</cx:pt>
          <cx:pt idx="18722">49.990000000000002</cx:pt>
          <cx:pt idx="18723">49.990000000000002</cx:pt>
          <cx:pt idx="18724">49.990000000000002</cx:pt>
          <cx:pt idx="18725">49.990000000000002</cx:pt>
          <cx:pt idx="18726">49.990000000000002</cx:pt>
          <cx:pt idx="18727">49.990000000000002</cx:pt>
          <cx:pt idx="18728">49.990000000000002</cx:pt>
          <cx:pt idx="18729">49.990000000000002</cx:pt>
          <cx:pt idx="18730">49.990000000000002</cx:pt>
          <cx:pt idx="18731">49.990000000000002</cx:pt>
          <cx:pt idx="18732">49.990000000000002</cx:pt>
          <cx:pt idx="18733">49.990000000000002</cx:pt>
          <cx:pt idx="18734">49.990000000000002</cx:pt>
          <cx:pt idx="18735">49.990000000000002</cx:pt>
          <cx:pt idx="18736">49.990000000000002</cx:pt>
          <cx:pt idx="18737">49.990000000000002</cx:pt>
          <cx:pt idx="18738">49.990000000000002</cx:pt>
          <cx:pt idx="18739">49.990000000000002</cx:pt>
          <cx:pt idx="18740">49.990000000000002</cx:pt>
          <cx:pt idx="18741">49.990000000000002</cx:pt>
          <cx:pt idx="18742">49.990000000000002</cx:pt>
          <cx:pt idx="18743">49.990000000000002</cx:pt>
          <cx:pt idx="18744">49.990000000000002</cx:pt>
          <cx:pt idx="18745">49.990000000000002</cx:pt>
          <cx:pt idx="18746">49.990000000000002</cx:pt>
          <cx:pt idx="18747">49.990000000000002</cx:pt>
          <cx:pt idx="18748">49.990000000000002</cx:pt>
          <cx:pt idx="18749">49.990000000000002</cx:pt>
          <cx:pt idx="18750">49.990000000000002</cx:pt>
          <cx:pt idx="18751">49.990000000000002</cx:pt>
          <cx:pt idx="18752">49.990000000000002</cx:pt>
          <cx:pt idx="18753">49.990000000000002</cx:pt>
          <cx:pt idx="18754">49.990000000000002</cx:pt>
          <cx:pt idx="18755">49.990000000000002</cx:pt>
          <cx:pt idx="18756">49.990000000000002</cx:pt>
          <cx:pt idx="18757">49.990000000000002</cx:pt>
          <cx:pt idx="18758">49.990000000000002</cx:pt>
          <cx:pt idx="18759">49.990000000000002</cx:pt>
          <cx:pt idx="18760">49.990000000000002</cx:pt>
          <cx:pt idx="18761">49.990000000000002</cx:pt>
          <cx:pt idx="18762">49.990000000000002</cx:pt>
          <cx:pt idx="18763">49.990000000000002</cx:pt>
          <cx:pt idx="18764">49.990000000000002</cx:pt>
          <cx:pt idx="18765">49.990000000000002</cx:pt>
          <cx:pt idx="18766">49.990000000000002</cx:pt>
          <cx:pt idx="18767">49.990000000000002</cx:pt>
          <cx:pt idx="18768">49.990000000000002</cx:pt>
          <cx:pt idx="18769">49.990000000000002</cx:pt>
          <cx:pt idx="18770">49.990000000000002</cx:pt>
          <cx:pt idx="18771">49.990000000000002</cx:pt>
          <cx:pt idx="18772">49.990000000000002</cx:pt>
          <cx:pt idx="18773">49.990000000000002</cx:pt>
          <cx:pt idx="18774">49.990000000000002</cx:pt>
          <cx:pt idx="18775">49.990000000000002</cx:pt>
          <cx:pt idx="18776">49.990000000000002</cx:pt>
          <cx:pt idx="18777">49.990000000000002</cx:pt>
          <cx:pt idx="18778">49.990000000000002</cx:pt>
          <cx:pt idx="18779">49.990000000000002</cx:pt>
          <cx:pt idx="18780">49.990000000000002</cx:pt>
          <cx:pt idx="18781">49.990000000000002</cx:pt>
          <cx:pt idx="18782">49.990000000000002</cx:pt>
          <cx:pt idx="18783">49.990000000000002</cx:pt>
          <cx:pt idx="18784">49.990000000000002</cx:pt>
          <cx:pt idx="18785">49.990000000000002</cx:pt>
          <cx:pt idx="18786">49.990000000000002</cx:pt>
          <cx:pt idx="18787">49.990000000000002</cx:pt>
          <cx:pt idx="18788">49.990000000000002</cx:pt>
          <cx:pt idx="18789">49.990000000000002</cx:pt>
          <cx:pt idx="18790">49.990000000000002</cx:pt>
          <cx:pt idx="18791">49.990000000000002</cx:pt>
          <cx:pt idx="18792">49.990000000000002</cx:pt>
          <cx:pt idx="18793">49.990000000000002</cx:pt>
          <cx:pt idx="18794">49.990000000000002</cx:pt>
          <cx:pt idx="18795">49.990000000000002</cx:pt>
          <cx:pt idx="18796">49.990000000000002</cx:pt>
          <cx:pt idx="18797">49.990000000000002</cx:pt>
          <cx:pt idx="18798">49.990000000000002</cx:pt>
          <cx:pt idx="18799">49.990000000000002</cx:pt>
          <cx:pt idx="18800">49.990000000000002</cx:pt>
          <cx:pt idx="18801">49.990000000000002</cx:pt>
          <cx:pt idx="18802">49.990000000000002</cx:pt>
          <cx:pt idx="18803">49.990000000000002</cx:pt>
          <cx:pt idx="18804">49.990000000000002</cx:pt>
          <cx:pt idx="18805">49.990000000000002</cx:pt>
          <cx:pt idx="18806">49.990000000000002</cx:pt>
          <cx:pt idx="18807">49.990000000000002</cx:pt>
          <cx:pt idx="18808">49.990000000000002</cx:pt>
          <cx:pt idx="18809">49.990000000000002</cx:pt>
          <cx:pt idx="18810">49.990000000000002</cx:pt>
          <cx:pt idx="18811">49.990000000000002</cx:pt>
          <cx:pt idx="18812">49.990000000000002</cx:pt>
          <cx:pt idx="18813">49.990000000000002</cx:pt>
          <cx:pt idx="18814">49.990000000000002</cx:pt>
          <cx:pt idx="18815">49.990000000000002</cx:pt>
          <cx:pt idx="18816">49.990000000000002</cx:pt>
          <cx:pt idx="18817">49.990000000000002</cx:pt>
          <cx:pt idx="18818">49.990000000000002</cx:pt>
          <cx:pt idx="18819">49.990000000000002</cx:pt>
          <cx:pt idx="18820">49.990000000000002</cx:pt>
          <cx:pt idx="18821">49.990000000000002</cx:pt>
          <cx:pt idx="18822">49.990000000000002</cx:pt>
          <cx:pt idx="18823">49.990000000000002</cx:pt>
          <cx:pt idx="18824">49.990000000000002</cx:pt>
          <cx:pt idx="18825">49.990000000000002</cx:pt>
          <cx:pt idx="18826">49.990000000000002</cx:pt>
          <cx:pt idx="18827">49.990000000000002</cx:pt>
          <cx:pt idx="18828">49.990000000000002</cx:pt>
          <cx:pt idx="18829">49.990000000000002</cx:pt>
          <cx:pt idx="18830">49.990000000000002</cx:pt>
          <cx:pt idx="18831">49.990000000000002</cx:pt>
          <cx:pt idx="18832">49.990000000000002</cx:pt>
          <cx:pt idx="18833">49.990000000000002</cx:pt>
          <cx:pt idx="18834">49.990000000000002</cx:pt>
          <cx:pt idx="18835">49.990000000000002</cx:pt>
          <cx:pt idx="18836">49.990000000000002</cx:pt>
          <cx:pt idx="18837">49.990000000000002</cx:pt>
          <cx:pt idx="18838">49.990000000000002</cx:pt>
          <cx:pt idx="18839">49.990000000000002</cx:pt>
          <cx:pt idx="18840">49.990000000000002</cx:pt>
          <cx:pt idx="18841">49.990000000000002</cx:pt>
          <cx:pt idx="18842">49.990000000000002</cx:pt>
          <cx:pt idx="18843">49.990000000000002</cx:pt>
          <cx:pt idx="18844">49.990000000000002</cx:pt>
          <cx:pt idx="18845">49.990000000000002</cx:pt>
          <cx:pt idx="18846">49.990000000000002</cx:pt>
          <cx:pt idx="18847">49.990000000000002</cx:pt>
          <cx:pt idx="18848">49.990000000000002</cx:pt>
          <cx:pt idx="18849">49.990000000000002</cx:pt>
          <cx:pt idx="18850">49.990000000000002</cx:pt>
          <cx:pt idx="18851">49.990000000000002</cx:pt>
          <cx:pt idx="18852">49.990000000000002</cx:pt>
          <cx:pt idx="18853">49.990000000000002</cx:pt>
          <cx:pt idx="18854">49.990000000000002</cx:pt>
          <cx:pt idx="18855">49.990000000000002</cx:pt>
          <cx:pt idx="18856">49.990000000000002</cx:pt>
          <cx:pt idx="18857">49.990000000000002</cx:pt>
          <cx:pt idx="18858">49.990000000000002</cx:pt>
          <cx:pt idx="18859">49.990000000000002</cx:pt>
          <cx:pt idx="18860">49.990000000000002</cx:pt>
          <cx:pt idx="18861">49.990000000000002</cx:pt>
          <cx:pt idx="18862">49.990000000000002</cx:pt>
          <cx:pt idx="18863">49.990000000000002</cx:pt>
          <cx:pt idx="18864">49.990000000000002</cx:pt>
          <cx:pt idx="18865">49.990000000000002</cx:pt>
          <cx:pt idx="18866">49.990000000000002</cx:pt>
          <cx:pt idx="18867">49.990000000000002</cx:pt>
          <cx:pt idx="18868">49.990000000000002</cx:pt>
          <cx:pt idx="18869">49.990000000000002</cx:pt>
          <cx:pt idx="18870">49.990000000000002</cx:pt>
          <cx:pt idx="18871">49.990000000000002</cx:pt>
          <cx:pt idx="18872">49.990000000000002</cx:pt>
          <cx:pt idx="18873">49.990000000000002</cx:pt>
          <cx:pt idx="18874">49.990000000000002</cx:pt>
          <cx:pt idx="18875">49.990000000000002</cx:pt>
          <cx:pt idx="18876">49.990000000000002</cx:pt>
          <cx:pt idx="18877">49.990000000000002</cx:pt>
          <cx:pt idx="18878">49.990000000000002</cx:pt>
          <cx:pt idx="18879">49.990000000000002</cx:pt>
          <cx:pt idx="18880">49.990000000000002</cx:pt>
          <cx:pt idx="18881">49.990000000000002</cx:pt>
          <cx:pt idx="18882">49.990000000000002</cx:pt>
          <cx:pt idx="18883">49.990000000000002</cx:pt>
          <cx:pt idx="18884">49.990000000000002</cx:pt>
          <cx:pt idx="18885">49.990000000000002</cx:pt>
          <cx:pt idx="18886">49.990000000000002</cx:pt>
          <cx:pt idx="18887">49.990000000000002</cx:pt>
          <cx:pt idx="18888">49.990000000000002</cx:pt>
          <cx:pt idx="18889">49.990000000000002</cx:pt>
          <cx:pt idx="18890">49.990000000000002</cx:pt>
          <cx:pt idx="18891">49.990000000000002</cx:pt>
          <cx:pt idx="18892">49.990000000000002</cx:pt>
          <cx:pt idx="18893">49.990000000000002</cx:pt>
          <cx:pt idx="18894">49.990000000000002</cx:pt>
          <cx:pt idx="18895">49.990000000000002</cx:pt>
          <cx:pt idx="18896">49.990000000000002</cx:pt>
          <cx:pt idx="18897">49.990000000000002</cx:pt>
          <cx:pt idx="18898">49.990000000000002</cx:pt>
          <cx:pt idx="18899">49.990000000000002</cx:pt>
          <cx:pt idx="18900">49.990000000000002</cx:pt>
          <cx:pt idx="18901">49.990000000000002</cx:pt>
          <cx:pt idx="18902">49.990000000000002</cx:pt>
          <cx:pt idx="18903">49.990000000000002</cx:pt>
          <cx:pt idx="18904">49.990000000000002</cx:pt>
          <cx:pt idx="18905">49.990000000000002</cx:pt>
          <cx:pt idx="18906">49.990000000000002</cx:pt>
          <cx:pt idx="18907">49.990000000000002</cx:pt>
          <cx:pt idx="18908">49.990000000000002</cx:pt>
          <cx:pt idx="18909">49.990000000000002</cx:pt>
          <cx:pt idx="18910">49.990000000000002</cx:pt>
          <cx:pt idx="18911">49.990000000000002</cx:pt>
          <cx:pt idx="18912">49.990000000000002</cx:pt>
          <cx:pt idx="18913">49.990000000000002</cx:pt>
          <cx:pt idx="18914">49.990000000000002</cx:pt>
          <cx:pt idx="18915">49.990000000000002</cx:pt>
          <cx:pt idx="18916">49.990000000000002</cx:pt>
          <cx:pt idx="18917">49.990000000000002</cx:pt>
          <cx:pt idx="18918">49.990000000000002</cx:pt>
          <cx:pt idx="18919">49.990000000000002</cx:pt>
          <cx:pt idx="18920">49.990000000000002</cx:pt>
          <cx:pt idx="18921">49.990000000000002</cx:pt>
          <cx:pt idx="18922">49.990000000000002</cx:pt>
          <cx:pt idx="18923">49.990000000000002</cx:pt>
          <cx:pt idx="18924">49.990000000000002</cx:pt>
          <cx:pt idx="18925">49.990000000000002</cx:pt>
          <cx:pt idx="18926">49.990000000000002</cx:pt>
          <cx:pt idx="18927">49.990000000000002</cx:pt>
          <cx:pt idx="18928">49.990000000000002</cx:pt>
          <cx:pt idx="18929">49.990000000000002</cx:pt>
          <cx:pt idx="18930">49.990000000000002</cx:pt>
          <cx:pt idx="18931">49.990000000000002</cx:pt>
          <cx:pt idx="18932">49.990000000000002</cx:pt>
          <cx:pt idx="18933">49.990000000000002</cx:pt>
          <cx:pt idx="18934">49.990000000000002</cx:pt>
          <cx:pt idx="18935">49.990000000000002</cx:pt>
          <cx:pt idx="18936">49.990000000000002</cx:pt>
          <cx:pt idx="18937">49.990000000000002</cx:pt>
          <cx:pt idx="18938">49.990000000000002</cx:pt>
          <cx:pt idx="18939">49.990000000000002</cx:pt>
          <cx:pt idx="18940">49.990000000000002</cx:pt>
          <cx:pt idx="18941">49.990000000000002</cx:pt>
          <cx:pt idx="18942">49.990000000000002</cx:pt>
          <cx:pt idx="18943">49.990000000000002</cx:pt>
          <cx:pt idx="18944">49.990000000000002</cx:pt>
          <cx:pt idx="18945">49.990000000000002</cx:pt>
          <cx:pt idx="18946">49.990000000000002</cx:pt>
          <cx:pt idx="18947">49.990000000000002</cx:pt>
          <cx:pt idx="18948">49.990000000000002</cx:pt>
          <cx:pt idx="18949">49.990000000000002</cx:pt>
          <cx:pt idx="18950">49.990000000000002</cx:pt>
          <cx:pt idx="18951">49.990000000000002</cx:pt>
          <cx:pt idx="18952">49.990000000000002</cx:pt>
          <cx:pt idx="18953">49.990000000000002</cx:pt>
          <cx:pt idx="18954">49.990000000000002</cx:pt>
          <cx:pt idx="18955">49.990000000000002</cx:pt>
          <cx:pt idx="18956">49.990000000000002</cx:pt>
          <cx:pt idx="18957">49.990000000000002</cx:pt>
          <cx:pt idx="18958">49.990000000000002</cx:pt>
          <cx:pt idx="18959">49.990000000000002</cx:pt>
          <cx:pt idx="18960">49.990000000000002</cx:pt>
          <cx:pt idx="18961">49.990000000000002</cx:pt>
          <cx:pt idx="18962">49.990000000000002</cx:pt>
          <cx:pt idx="18963">49.990000000000002</cx:pt>
          <cx:pt idx="18964">49.990000000000002</cx:pt>
          <cx:pt idx="18965">49.990000000000002</cx:pt>
          <cx:pt idx="18966">49.990000000000002</cx:pt>
          <cx:pt idx="18967">49.990000000000002</cx:pt>
          <cx:pt idx="18968">49.990000000000002</cx:pt>
          <cx:pt idx="18969">49.990000000000002</cx:pt>
          <cx:pt idx="18970">49.990000000000002</cx:pt>
          <cx:pt idx="18971">49.990000000000002</cx:pt>
          <cx:pt idx="18972">49.990000000000002</cx:pt>
          <cx:pt idx="18973">49.990000000000002</cx:pt>
          <cx:pt idx="18974">49.990000000000002</cx:pt>
          <cx:pt idx="18975">49.990000000000002</cx:pt>
          <cx:pt idx="18976">49.990000000000002</cx:pt>
          <cx:pt idx="18977">49.990000000000002</cx:pt>
          <cx:pt idx="18978">49.990000000000002</cx:pt>
          <cx:pt idx="18979">49.990000000000002</cx:pt>
          <cx:pt idx="18980">49.990000000000002</cx:pt>
          <cx:pt idx="18981">49.990000000000002</cx:pt>
          <cx:pt idx="18982">49.990000000000002</cx:pt>
          <cx:pt idx="18983">49.990000000000002</cx:pt>
          <cx:pt idx="18984">49.990000000000002</cx:pt>
          <cx:pt idx="18985">49.990000000000002</cx:pt>
          <cx:pt idx="18986">49.990000000000002</cx:pt>
          <cx:pt idx="18987">49.990000000000002</cx:pt>
          <cx:pt idx="18988">49.990000000000002</cx:pt>
          <cx:pt idx="18989">49.990000000000002</cx:pt>
          <cx:pt idx="18990">49.990000000000002</cx:pt>
          <cx:pt idx="18991">49.990000000000002</cx:pt>
          <cx:pt idx="18992">49.990000000000002</cx:pt>
          <cx:pt idx="18993">49.990000000000002</cx:pt>
          <cx:pt idx="18994">49.990000000000002</cx:pt>
          <cx:pt idx="18995">49.990000000000002</cx:pt>
          <cx:pt idx="18996">49.990000000000002</cx:pt>
          <cx:pt idx="18997">49.990000000000002</cx:pt>
          <cx:pt idx="18998">49.990000000000002</cx:pt>
          <cx:pt idx="18999">49.990000000000002</cx:pt>
          <cx:pt idx="19000">49.990000000000002</cx:pt>
          <cx:pt idx="19001">49.990000000000002</cx:pt>
          <cx:pt idx="19002">49.990000000000002</cx:pt>
          <cx:pt idx="19003">49.990000000000002</cx:pt>
          <cx:pt idx="19004">49.990000000000002</cx:pt>
          <cx:pt idx="19005">49.990000000000002</cx:pt>
          <cx:pt idx="19006">49.990000000000002</cx:pt>
          <cx:pt idx="19007">49.990000000000002</cx:pt>
          <cx:pt idx="19008">49.990000000000002</cx:pt>
          <cx:pt idx="19009">49.990000000000002</cx:pt>
          <cx:pt idx="19010">49.990000000000002</cx:pt>
          <cx:pt idx="19011">49.990000000000002</cx:pt>
          <cx:pt idx="19012">49.990000000000002</cx:pt>
          <cx:pt idx="19013">49.990000000000002</cx:pt>
          <cx:pt idx="19014">49.990000000000002</cx:pt>
          <cx:pt idx="19015">49.990000000000002</cx:pt>
          <cx:pt idx="19016">49.990000000000002</cx:pt>
          <cx:pt idx="19017">49.990000000000002</cx:pt>
          <cx:pt idx="19018">49.990000000000002</cx:pt>
          <cx:pt idx="19019">49.990000000000002</cx:pt>
          <cx:pt idx="19020">49.990000000000002</cx:pt>
          <cx:pt idx="19021">49.990000000000002</cx:pt>
          <cx:pt idx="19022">49.990000000000002</cx:pt>
          <cx:pt idx="19023">49.990000000000002</cx:pt>
          <cx:pt idx="19024">49.990000000000002</cx:pt>
          <cx:pt idx="19025">49.990000000000002</cx:pt>
          <cx:pt idx="19026">49.990000000000002</cx:pt>
          <cx:pt idx="19027">49.990000000000002</cx:pt>
          <cx:pt idx="19028">49.990000000000002</cx:pt>
          <cx:pt idx="19029">49.990000000000002</cx:pt>
          <cx:pt idx="19030">49.990000000000002</cx:pt>
          <cx:pt idx="19031">49.990000000000002</cx:pt>
          <cx:pt idx="19032">49.990000000000002</cx:pt>
          <cx:pt idx="19033">49.990000000000002</cx:pt>
          <cx:pt idx="19034">49.990000000000002</cx:pt>
          <cx:pt idx="19035">49.990000000000002</cx:pt>
          <cx:pt idx="19036">49.990000000000002</cx:pt>
          <cx:pt idx="19037">49.990000000000002</cx:pt>
          <cx:pt idx="19038">49.990000000000002</cx:pt>
          <cx:pt idx="19039">49.990000000000002</cx:pt>
          <cx:pt idx="19040">49.990000000000002</cx:pt>
          <cx:pt idx="19041">49.990000000000002</cx:pt>
          <cx:pt idx="19042">49.990000000000002</cx:pt>
          <cx:pt idx="19043">49.990000000000002</cx:pt>
          <cx:pt idx="19044">49.990000000000002</cx:pt>
          <cx:pt idx="19045">49.990000000000002</cx:pt>
          <cx:pt idx="19046">49.990000000000002</cx:pt>
          <cx:pt idx="19047">49.990000000000002</cx:pt>
          <cx:pt idx="19048">49.990000000000002</cx:pt>
          <cx:pt idx="19049">49.990000000000002</cx:pt>
          <cx:pt idx="19050">49.990000000000002</cx:pt>
          <cx:pt idx="19051">49.990000000000002</cx:pt>
          <cx:pt idx="19052">49.990000000000002</cx:pt>
          <cx:pt idx="19053">49.990000000000002</cx:pt>
          <cx:pt idx="19054">49.990000000000002</cx:pt>
          <cx:pt idx="19055">49.990000000000002</cx:pt>
          <cx:pt idx="19056">49.990000000000002</cx:pt>
          <cx:pt idx="19057">49.990000000000002</cx:pt>
          <cx:pt idx="19058">49.990000000000002</cx:pt>
          <cx:pt idx="19059">49.990000000000002</cx:pt>
          <cx:pt idx="19060">49.990000000000002</cx:pt>
          <cx:pt idx="19061">49.990000000000002</cx:pt>
          <cx:pt idx="19062">49.990000000000002</cx:pt>
          <cx:pt idx="19063">49.990000000000002</cx:pt>
          <cx:pt idx="19064">49.990000000000002</cx:pt>
          <cx:pt idx="19065">49.990000000000002</cx:pt>
          <cx:pt idx="19066">49.990000000000002</cx:pt>
          <cx:pt idx="19067">49.990000000000002</cx:pt>
          <cx:pt idx="19068">49.990000000000002</cx:pt>
          <cx:pt idx="19069">49.990000000000002</cx:pt>
          <cx:pt idx="19070">49.990000000000002</cx:pt>
          <cx:pt idx="19071">49.990000000000002</cx:pt>
          <cx:pt idx="19072">49.990000000000002</cx:pt>
          <cx:pt idx="19073">49.990000000000002</cx:pt>
          <cx:pt idx="19074">49.990000000000002</cx:pt>
          <cx:pt idx="19075">49.990000000000002</cx:pt>
          <cx:pt idx="19076">49.990000000000002</cx:pt>
          <cx:pt idx="19077">49.990000000000002</cx:pt>
          <cx:pt idx="19078">49.990000000000002</cx:pt>
          <cx:pt idx="19079">49.990000000000002</cx:pt>
          <cx:pt idx="19080">49.990000000000002</cx:pt>
          <cx:pt idx="19081">49.990000000000002</cx:pt>
          <cx:pt idx="19082">49.990000000000002</cx:pt>
          <cx:pt idx="19083">49.990000000000002</cx:pt>
          <cx:pt idx="19084">49.990000000000002</cx:pt>
          <cx:pt idx="19085">49.990000000000002</cx:pt>
          <cx:pt idx="19086">49.990000000000002</cx:pt>
          <cx:pt idx="19087">49.990000000000002</cx:pt>
          <cx:pt idx="19088">49.990000000000002</cx:pt>
          <cx:pt idx="19089">49.990000000000002</cx:pt>
          <cx:pt idx="19090">49.990000000000002</cx:pt>
          <cx:pt idx="19091">49.990000000000002</cx:pt>
          <cx:pt idx="19092">49.990000000000002</cx:pt>
          <cx:pt idx="19093">49.990000000000002</cx:pt>
          <cx:pt idx="19094">49.990000000000002</cx:pt>
          <cx:pt idx="19095">49.990000000000002</cx:pt>
          <cx:pt idx="19096">49.990000000000002</cx:pt>
          <cx:pt idx="19097">49.990000000000002</cx:pt>
          <cx:pt idx="19098">49.990000000000002</cx:pt>
          <cx:pt idx="19099">49.990000000000002</cx:pt>
          <cx:pt idx="19100">49.990000000000002</cx:pt>
          <cx:pt idx="19101">49.990000000000002</cx:pt>
          <cx:pt idx="19102">49.990000000000002</cx:pt>
          <cx:pt idx="19103">49.990000000000002</cx:pt>
          <cx:pt idx="19104">49.990000000000002</cx:pt>
          <cx:pt idx="19105">49.990000000000002</cx:pt>
          <cx:pt idx="19106">49.990000000000002</cx:pt>
          <cx:pt idx="19107">49.990000000000002</cx:pt>
          <cx:pt idx="19108">49.990000000000002</cx:pt>
          <cx:pt idx="19109">49.990000000000002</cx:pt>
          <cx:pt idx="19110">49.990000000000002</cx:pt>
          <cx:pt idx="19111">49.990000000000002</cx:pt>
          <cx:pt idx="19112">49.990000000000002</cx:pt>
          <cx:pt idx="19113">49.990000000000002</cx:pt>
          <cx:pt idx="19114">49.990000000000002</cx:pt>
          <cx:pt idx="19115">49.990000000000002</cx:pt>
          <cx:pt idx="19116">49.990000000000002</cx:pt>
          <cx:pt idx="19117">49.990000000000002</cx:pt>
          <cx:pt idx="19118">49.990000000000002</cx:pt>
          <cx:pt idx="19119">49.990000000000002</cx:pt>
          <cx:pt idx="19120">49.990000000000002</cx:pt>
          <cx:pt idx="19121">49.990000000000002</cx:pt>
          <cx:pt idx="19122">49.990000000000002</cx:pt>
          <cx:pt idx="19123">49.990000000000002</cx:pt>
          <cx:pt idx="19124">49.990000000000002</cx:pt>
          <cx:pt idx="19125">49.990000000000002</cx:pt>
          <cx:pt idx="19126">49.990000000000002</cx:pt>
          <cx:pt idx="19127">49.990000000000002</cx:pt>
          <cx:pt idx="19128">49.990000000000002</cx:pt>
          <cx:pt idx="19129">49.990000000000002</cx:pt>
          <cx:pt idx="19130">49.990000000000002</cx:pt>
          <cx:pt idx="19131">49.990000000000002</cx:pt>
          <cx:pt idx="19132">49.990000000000002</cx:pt>
          <cx:pt idx="19133">49.990000000000002</cx:pt>
          <cx:pt idx="19134">49.990000000000002</cx:pt>
          <cx:pt idx="19135">49.990000000000002</cx:pt>
          <cx:pt idx="19136">49.990000000000002</cx:pt>
          <cx:pt idx="19137">49.990000000000002</cx:pt>
          <cx:pt idx="19138">49.990000000000002</cx:pt>
          <cx:pt idx="19139">49.990000000000002</cx:pt>
          <cx:pt idx="19140">49.990000000000002</cx:pt>
          <cx:pt idx="19141">49.990000000000002</cx:pt>
          <cx:pt idx="19142">49.990000000000002</cx:pt>
          <cx:pt idx="19143">49.990000000000002</cx:pt>
          <cx:pt idx="19144">49.990000000000002</cx:pt>
          <cx:pt idx="19145">49.990000000000002</cx:pt>
          <cx:pt idx="19146">49.990000000000002</cx:pt>
          <cx:pt idx="19147">49.990000000000002</cx:pt>
          <cx:pt idx="19148">49.990000000000002</cx:pt>
          <cx:pt idx="19149">49.990000000000002</cx:pt>
          <cx:pt idx="19150">49.990000000000002</cx:pt>
          <cx:pt idx="19151">49.990000000000002</cx:pt>
          <cx:pt idx="19152">49.990000000000002</cx:pt>
          <cx:pt idx="19153">49.990000000000002</cx:pt>
          <cx:pt idx="19154">49.990000000000002</cx:pt>
          <cx:pt idx="19155">49.990000000000002</cx:pt>
          <cx:pt idx="19156">49.990000000000002</cx:pt>
          <cx:pt idx="19157">49.990000000000002</cx:pt>
          <cx:pt idx="19158">49.990000000000002</cx:pt>
          <cx:pt idx="19159">49.990000000000002</cx:pt>
          <cx:pt idx="19160">49.990000000000002</cx:pt>
          <cx:pt idx="19161">49.990000000000002</cx:pt>
          <cx:pt idx="19162">49.990000000000002</cx:pt>
          <cx:pt idx="19163">49.990000000000002</cx:pt>
          <cx:pt idx="19164">49.990000000000002</cx:pt>
          <cx:pt idx="19165">49.990000000000002</cx:pt>
          <cx:pt idx="19166">49.990000000000002</cx:pt>
          <cx:pt idx="19167">49.990000000000002</cx:pt>
          <cx:pt idx="19168">49.990000000000002</cx:pt>
          <cx:pt idx="19169">49.990000000000002</cx:pt>
          <cx:pt idx="19170">49.990000000000002</cx:pt>
          <cx:pt idx="19171">49.990000000000002</cx:pt>
          <cx:pt idx="19172">49.990000000000002</cx:pt>
          <cx:pt idx="19173">49.990000000000002</cx:pt>
          <cx:pt idx="19174">49.990000000000002</cx:pt>
          <cx:pt idx="19175">49.990000000000002</cx:pt>
          <cx:pt idx="19176">49.990000000000002</cx:pt>
          <cx:pt idx="19177">49.990000000000002</cx:pt>
          <cx:pt idx="19178">49.990000000000002</cx:pt>
          <cx:pt idx="19179">49.990000000000002</cx:pt>
          <cx:pt idx="19180">49.990000000000002</cx:pt>
          <cx:pt idx="19181">49.990000000000002</cx:pt>
          <cx:pt idx="19182">49.990000000000002</cx:pt>
          <cx:pt idx="19183">49.990000000000002</cx:pt>
          <cx:pt idx="19184">49.990000000000002</cx:pt>
          <cx:pt idx="19185">49.990000000000002</cx:pt>
          <cx:pt idx="19186">49.990000000000002</cx:pt>
          <cx:pt idx="19187">49.990000000000002</cx:pt>
          <cx:pt idx="19188">49.990000000000002</cx:pt>
          <cx:pt idx="19189">49.990000000000002</cx:pt>
          <cx:pt idx="19190">49.990000000000002</cx:pt>
          <cx:pt idx="19191">49.990000000000002</cx:pt>
          <cx:pt idx="19192">49.990000000000002</cx:pt>
          <cx:pt idx="19193">49.990000000000002</cx:pt>
          <cx:pt idx="19194">49.990000000000002</cx:pt>
          <cx:pt idx="19195">49.990000000000002</cx:pt>
          <cx:pt idx="19196">49.990000000000002</cx:pt>
          <cx:pt idx="19197">49.990000000000002</cx:pt>
          <cx:pt idx="19198">49.990000000000002</cx:pt>
          <cx:pt idx="19199">49.990000000000002</cx:pt>
          <cx:pt idx="19200">49.990000000000002</cx:pt>
          <cx:pt idx="19201">49.990000000000002</cx:pt>
          <cx:pt idx="19202">49.990000000000002</cx:pt>
          <cx:pt idx="19203">49.990000000000002</cx:pt>
          <cx:pt idx="19204">49.990000000000002</cx:pt>
          <cx:pt idx="19205">49.990000000000002</cx:pt>
          <cx:pt idx="19206">49.990000000000002</cx:pt>
          <cx:pt idx="19207">49.990000000000002</cx:pt>
          <cx:pt idx="19208">49.990000000000002</cx:pt>
          <cx:pt idx="19209">49.990000000000002</cx:pt>
          <cx:pt idx="19210">49.990000000000002</cx:pt>
          <cx:pt idx="19211">49.990000000000002</cx:pt>
          <cx:pt idx="19212">49.990000000000002</cx:pt>
          <cx:pt idx="19213">49.990000000000002</cx:pt>
          <cx:pt idx="19214">49.990000000000002</cx:pt>
          <cx:pt idx="19215">49.990000000000002</cx:pt>
          <cx:pt idx="19216">49.990000000000002</cx:pt>
          <cx:pt idx="19217">49.990000000000002</cx:pt>
          <cx:pt idx="19218">49.990000000000002</cx:pt>
          <cx:pt idx="19219">49.990000000000002</cx:pt>
          <cx:pt idx="19220">49.990000000000002</cx:pt>
          <cx:pt idx="19221">49.990000000000002</cx:pt>
          <cx:pt idx="19222">49.990000000000002</cx:pt>
          <cx:pt idx="19223">49.990000000000002</cx:pt>
          <cx:pt idx="19224">49.990000000000002</cx:pt>
          <cx:pt idx="19225">49.990000000000002</cx:pt>
          <cx:pt idx="19226">49.990000000000002</cx:pt>
          <cx:pt idx="19227">49.990000000000002</cx:pt>
          <cx:pt idx="19228">49.990000000000002</cx:pt>
          <cx:pt idx="19229">49.990000000000002</cx:pt>
          <cx:pt idx="19230">49.990000000000002</cx:pt>
          <cx:pt idx="19231">49.990000000000002</cx:pt>
          <cx:pt idx="19232">49.990000000000002</cx:pt>
          <cx:pt idx="19233">49.990000000000002</cx:pt>
          <cx:pt idx="19234">49.990000000000002</cx:pt>
          <cx:pt idx="19235">49.990000000000002</cx:pt>
          <cx:pt idx="19236">49.990000000000002</cx:pt>
          <cx:pt idx="19237">49.990000000000002</cx:pt>
          <cx:pt idx="19238">49.990000000000002</cx:pt>
          <cx:pt idx="19239">49.990000000000002</cx:pt>
          <cx:pt idx="19240">49.990000000000002</cx:pt>
          <cx:pt idx="19241">49.990000000000002</cx:pt>
          <cx:pt idx="19242">49.990000000000002</cx:pt>
          <cx:pt idx="19243">49.990000000000002</cx:pt>
          <cx:pt idx="19244">49.990000000000002</cx:pt>
          <cx:pt idx="19245">49.990000000000002</cx:pt>
          <cx:pt idx="19246">49.990000000000002</cx:pt>
          <cx:pt idx="19247">49.990000000000002</cx:pt>
          <cx:pt idx="19248">49.990000000000002</cx:pt>
          <cx:pt idx="19249">49.990000000000002</cx:pt>
          <cx:pt idx="19250">49.990000000000002</cx:pt>
          <cx:pt idx="19251">49.990000000000002</cx:pt>
          <cx:pt idx="19252">49.990000000000002</cx:pt>
          <cx:pt idx="19253">49.990000000000002</cx:pt>
          <cx:pt idx="19254">49.990000000000002</cx:pt>
          <cx:pt idx="19255">49.990000000000002</cx:pt>
          <cx:pt idx="19256">49.990000000000002</cx:pt>
          <cx:pt idx="19257">49.990000000000002</cx:pt>
          <cx:pt idx="19258">49.990000000000002</cx:pt>
          <cx:pt idx="19259">49.990000000000002</cx:pt>
          <cx:pt idx="19260">49.990000000000002</cx:pt>
          <cx:pt idx="19261">49.990000000000002</cx:pt>
          <cx:pt idx="19262">49.990000000000002</cx:pt>
          <cx:pt idx="19263">49.990000000000002</cx:pt>
          <cx:pt idx="19264">49.990000000000002</cx:pt>
          <cx:pt idx="19265">49.990000000000002</cx:pt>
          <cx:pt idx="19266">49.990000000000002</cx:pt>
          <cx:pt idx="19267">49.990000000000002</cx:pt>
          <cx:pt idx="19268">49.990000000000002</cx:pt>
          <cx:pt idx="19269">49.990000000000002</cx:pt>
          <cx:pt idx="19270">49.990000000000002</cx:pt>
          <cx:pt idx="19271">49.990000000000002</cx:pt>
          <cx:pt idx="19272">49.990000000000002</cx:pt>
          <cx:pt idx="19273">49.990000000000002</cx:pt>
          <cx:pt idx="19274">49.990000000000002</cx:pt>
          <cx:pt idx="19275">49.990000000000002</cx:pt>
          <cx:pt idx="19276">49.990000000000002</cx:pt>
          <cx:pt idx="19277">49.990000000000002</cx:pt>
          <cx:pt idx="19278">49.990000000000002</cx:pt>
          <cx:pt idx="19279">49.990000000000002</cx:pt>
          <cx:pt idx="19280">49.990000000000002</cx:pt>
          <cx:pt idx="19281">49.990000000000002</cx:pt>
          <cx:pt idx="19282">49.990000000000002</cx:pt>
          <cx:pt idx="19283">49.990000000000002</cx:pt>
          <cx:pt idx="19284">49.990000000000002</cx:pt>
          <cx:pt idx="19285">49.990000000000002</cx:pt>
          <cx:pt idx="19286">49.990000000000002</cx:pt>
          <cx:pt idx="19287">49.990000000000002</cx:pt>
          <cx:pt idx="19288">49.990000000000002</cx:pt>
          <cx:pt idx="19289">49.990000000000002</cx:pt>
          <cx:pt idx="19290">49.990000000000002</cx:pt>
          <cx:pt idx="19291">49.990000000000002</cx:pt>
          <cx:pt idx="19292">49.990000000000002</cx:pt>
          <cx:pt idx="19293">49.990000000000002</cx:pt>
          <cx:pt idx="19294">49.990000000000002</cx:pt>
          <cx:pt idx="19295">49.990000000000002</cx:pt>
          <cx:pt idx="19296">49.990000000000002</cx:pt>
          <cx:pt idx="19297">49.990000000000002</cx:pt>
          <cx:pt idx="19298">49.990000000000002</cx:pt>
          <cx:pt idx="19299">49.990000000000002</cx:pt>
          <cx:pt idx="19300">49.990000000000002</cx:pt>
          <cx:pt idx="19301">49.990000000000002</cx:pt>
          <cx:pt idx="19302">49.990000000000002</cx:pt>
          <cx:pt idx="19303">49.990000000000002</cx:pt>
          <cx:pt idx="19304">49.990000000000002</cx:pt>
          <cx:pt idx="19305">49.990000000000002</cx:pt>
          <cx:pt idx="19306">49.990000000000002</cx:pt>
          <cx:pt idx="19307">49.990000000000002</cx:pt>
          <cx:pt idx="19308">49.990000000000002</cx:pt>
          <cx:pt idx="19309">49.990000000000002</cx:pt>
          <cx:pt idx="19310">49.990000000000002</cx:pt>
          <cx:pt idx="19311">49.990000000000002</cx:pt>
          <cx:pt idx="19312">49.990000000000002</cx:pt>
          <cx:pt idx="19313">49.990000000000002</cx:pt>
          <cx:pt idx="19314">49.990000000000002</cx:pt>
          <cx:pt idx="19315">49.990000000000002</cx:pt>
          <cx:pt idx="19316">49.990000000000002</cx:pt>
          <cx:pt idx="19317">49.990000000000002</cx:pt>
          <cx:pt idx="19318">49.990000000000002</cx:pt>
          <cx:pt idx="19319">49.990000000000002</cx:pt>
          <cx:pt idx="19320">49.990000000000002</cx:pt>
          <cx:pt idx="19321">49.990000000000002</cx:pt>
          <cx:pt idx="19322">49.990000000000002</cx:pt>
          <cx:pt idx="19323">49.990000000000002</cx:pt>
          <cx:pt idx="19324">49.990000000000002</cx:pt>
          <cx:pt idx="19325">49.990000000000002</cx:pt>
          <cx:pt idx="19326">49.990000000000002</cx:pt>
          <cx:pt idx="19327">49.990000000000002</cx:pt>
          <cx:pt idx="19328">49.990000000000002</cx:pt>
          <cx:pt idx="19329">49.990000000000002</cx:pt>
          <cx:pt idx="19330">49.990000000000002</cx:pt>
          <cx:pt idx="19331">49.990000000000002</cx:pt>
          <cx:pt idx="19332">49.990000000000002</cx:pt>
          <cx:pt idx="19333">49.990000000000002</cx:pt>
          <cx:pt idx="19334">49.990000000000002</cx:pt>
          <cx:pt idx="19335">49.990000000000002</cx:pt>
          <cx:pt idx="19336">49.990000000000002</cx:pt>
          <cx:pt idx="19337">49.990000000000002</cx:pt>
          <cx:pt idx="19338">49.990000000000002</cx:pt>
          <cx:pt idx="19339">49.990000000000002</cx:pt>
          <cx:pt idx="19340">49.990000000000002</cx:pt>
          <cx:pt idx="19341">49.990000000000002</cx:pt>
          <cx:pt idx="19342">49.990000000000002</cx:pt>
          <cx:pt idx="19343">49.990000000000002</cx:pt>
          <cx:pt idx="19344">49.990000000000002</cx:pt>
          <cx:pt idx="19345">49.990000000000002</cx:pt>
          <cx:pt idx="19346">49.990000000000002</cx:pt>
          <cx:pt idx="19347">49.990000000000002</cx:pt>
          <cx:pt idx="19348">49.990000000000002</cx:pt>
          <cx:pt idx="19349">49.990000000000002</cx:pt>
          <cx:pt idx="19350">49.990000000000002</cx:pt>
          <cx:pt idx="19351">49.990000000000002</cx:pt>
          <cx:pt idx="19352">49.990000000000002</cx:pt>
          <cx:pt idx="19353">49.990000000000002</cx:pt>
          <cx:pt idx="19354">49.990000000000002</cx:pt>
          <cx:pt idx="19355">49.990000000000002</cx:pt>
          <cx:pt idx="19356">49.990000000000002</cx:pt>
          <cx:pt idx="19357">49.990000000000002</cx:pt>
          <cx:pt idx="19358">49.990000000000002</cx:pt>
          <cx:pt idx="19359">49.990000000000002</cx:pt>
          <cx:pt idx="19360">49.990000000000002</cx:pt>
          <cx:pt idx="19361">49.990000000000002</cx:pt>
          <cx:pt idx="19362">49.990000000000002</cx:pt>
          <cx:pt idx="19363">49.990000000000002</cx:pt>
          <cx:pt idx="19364">49.990000000000002</cx:pt>
          <cx:pt idx="19365">49.990000000000002</cx:pt>
          <cx:pt idx="19366">49.990000000000002</cx:pt>
          <cx:pt idx="19367">49.990000000000002</cx:pt>
          <cx:pt idx="19368">49.990000000000002</cx:pt>
          <cx:pt idx="19369">49.990000000000002</cx:pt>
          <cx:pt idx="19370">49.990000000000002</cx:pt>
          <cx:pt idx="19371">49.990000000000002</cx:pt>
          <cx:pt idx="19372">49.990000000000002</cx:pt>
          <cx:pt idx="19373">49.990000000000002</cx:pt>
          <cx:pt idx="19374">49.990000000000002</cx:pt>
          <cx:pt idx="19375">49.990000000000002</cx:pt>
          <cx:pt idx="19376">49.990000000000002</cx:pt>
          <cx:pt idx="19377">49.990000000000002</cx:pt>
          <cx:pt idx="19378">49.990000000000002</cx:pt>
          <cx:pt idx="19379">49.990000000000002</cx:pt>
          <cx:pt idx="19380">49.990000000000002</cx:pt>
          <cx:pt idx="19381">49.990000000000002</cx:pt>
          <cx:pt idx="19382">49.990000000000002</cx:pt>
          <cx:pt idx="19383">49.990000000000002</cx:pt>
          <cx:pt idx="19384">49.990000000000002</cx:pt>
          <cx:pt idx="19385">49.990000000000002</cx:pt>
          <cx:pt idx="19386">49.990000000000002</cx:pt>
          <cx:pt idx="19387">49.990000000000002</cx:pt>
          <cx:pt idx="19388">49.990000000000002</cx:pt>
          <cx:pt idx="19389">49.990000000000002</cx:pt>
          <cx:pt idx="19390">49.990000000000002</cx:pt>
          <cx:pt idx="19391">49.990000000000002</cx:pt>
          <cx:pt idx="19392">49.990000000000002</cx:pt>
          <cx:pt idx="19393">49.990000000000002</cx:pt>
          <cx:pt idx="19394">49.990000000000002</cx:pt>
          <cx:pt idx="19395">49.990000000000002</cx:pt>
          <cx:pt idx="19396">49.990000000000002</cx:pt>
          <cx:pt idx="19397">49.990000000000002</cx:pt>
          <cx:pt idx="19398">49.990000000000002</cx:pt>
          <cx:pt idx="19399">49.990000000000002</cx:pt>
          <cx:pt idx="19400">49.990000000000002</cx:pt>
          <cx:pt idx="19401">49.990000000000002</cx:pt>
          <cx:pt idx="19402">49.990000000000002</cx:pt>
          <cx:pt idx="19403">49.990000000000002</cx:pt>
          <cx:pt idx="19404">49.990000000000002</cx:pt>
          <cx:pt idx="19405">49.990000000000002</cx:pt>
          <cx:pt idx="19406">49.990000000000002</cx:pt>
          <cx:pt idx="19407">49.990000000000002</cx:pt>
          <cx:pt idx="19408">49.990000000000002</cx:pt>
          <cx:pt idx="19409">49.990000000000002</cx:pt>
          <cx:pt idx="19410">49.990000000000002</cx:pt>
          <cx:pt idx="19411">49.990000000000002</cx:pt>
          <cx:pt idx="19412">49.990000000000002</cx:pt>
          <cx:pt idx="19413">49.990000000000002</cx:pt>
          <cx:pt idx="19414">49.990000000000002</cx:pt>
          <cx:pt idx="19415">49.990000000000002</cx:pt>
          <cx:pt idx="19416">49.990000000000002</cx:pt>
          <cx:pt idx="19417">49.990000000000002</cx:pt>
          <cx:pt idx="19418">49.990000000000002</cx:pt>
          <cx:pt idx="19419">49.990000000000002</cx:pt>
          <cx:pt idx="19420">49.990000000000002</cx:pt>
          <cx:pt idx="19421">49.990000000000002</cx:pt>
          <cx:pt idx="19422">49.990000000000002</cx:pt>
          <cx:pt idx="19423">49.990000000000002</cx:pt>
          <cx:pt idx="19424">49.990000000000002</cx:pt>
          <cx:pt idx="19425">49.990000000000002</cx:pt>
          <cx:pt idx="19426">49.990000000000002</cx:pt>
          <cx:pt idx="19427">49.990000000000002</cx:pt>
          <cx:pt idx="19428">49.990000000000002</cx:pt>
          <cx:pt idx="19429">49.990000000000002</cx:pt>
          <cx:pt idx="19430">49.990000000000002</cx:pt>
          <cx:pt idx="19431">49.990000000000002</cx:pt>
          <cx:pt idx="19432">49.990000000000002</cx:pt>
          <cx:pt idx="19433">49.990000000000002</cx:pt>
          <cx:pt idx="19434">49.990000000000002</cx:pt>
          <cx:pt idx="19435">49.990000000000002</cx:pt>
          <cx:pt idx="19436">49.990000000000002</cx:pt>
          <cx:pt idx="19437">49.990000000000002</cx:pt>
          <cx:pt idx="19438">49.990000000000002</cx:pt>
          <cx:pt idx="19439">49.990000000000002</cx:pt>
          <cx:pt idx="19440">49.990000000000002</cx:pt>
          <cx:pt idx="19441">49.990000000000002</cx:pt>
          <cx:pt idx="19442">49.990000000000002</cx:pt>
          <cx:pt idx="19443">49.990000000000002</cx:pt>
          <cx:pt idx="19444">49.990000000000002</cx:pt>
          <cx:pt idx="19445">49.990000000000002</cx:pt>
          <cx:pt idx="19446">49.990000000000002</cx:pt>
          <cx:pt idx="19447">49.990000000000002</cx:pt>
          <cx:pt idx="19448">49.990000000000002</cx:pt>
          <cx:pt idx="19449">49.990000000000002</cx:pt>
          <cx:pt idx="19450">49.990000000000002</cx:pt>
          <cx:pt idx="19451">49.990000000000002</cx:pt>
          <cx:pt idx="19452">49.990000000000002</cx:pt>
          <cx:pt idx="19453">49.990000000000002</cx:pt>
          <cx:pt idx="19454">49.990000000000002</cx:pt>
          <cx:pt idx="19455">49.990000000000002</cx:pt>
          <cx:pt idx="19456">49.990000000000002</cx:pt>
          <cx:pt idx="19457">49.990000000000002</cx:pt>
          <cx:pt idx="19458">49.990000000000002</cx:pt>
          <cx:pt idx="19459">49.990000000000002</cx:pt>
          <cx:pt idx="19460">49.990000000000002</cx:pt>
          <cx:pt idx="19461">49.990000000000002</cx:pt>
          <cx:pt idx="19462">49.990000000000002</cx:pt>
          <cx:pt idx="19463">49.990000000000002</cx:pt>
          <cx:pt idx="19464">49.990000000000002</cx:pt>
          <cx:pt idx="19465">49.990000000000002</cx:pt>
          <cx:pt idx="19466">49.990000000000002</cx:pt>
          <cx:pt idx="19467">49.990000000000002</cx:pt>
          <cx:pt idx="19468">49.990000000000002</cx:pt>
          <cx:pt idx="19469">49.990000000000002</cx:pt>
          <cx:pt idx="19470">49.990000000000002</cx:pt>
          <cx:pt idx="19471">49.990000000000002</cx:pt>
          <cx:pt idx="19472">49.990000000000002</cx:pt>
          <cx:pt idx="19473">49.990000000000002</cx:pt>
          <cx:pt idx="19474">49.990000000000002</cx:pt>
          <cx:pt idx="19475">49.990000000000002</cx:pt>
          <cx:pt idx="19476">49.990000000000002</cx:pt>
          <cx:pt idx="19477">49.990000000000002</cx:pt>
          <cx:pt idx="19478">49.990000000000002</cx:pt>
          <cx:pt idx="19479">49.990000000000002</cx:pt>
          <cx:pt idx="19480">49.990000000000002</cx:pt>
          <cx:pt idx="19481">49.990000000000002</cx:pt>
          <cx:pt idx="19482">49.990000000000002</cx:pt>
          <cx:pt idx="19483">49.990000000000002</cx:pt>
          <cx:pt idx="19484">49.990000000000002</cx:pt>
          <cx:pt idx="19485">49.990000000000002</cx:pt>
          <cx:pt idx="19486">49.990000000000002</cx:pt>
          <cx:pt idx="19487">49.990000000000002</cx:pt>
          <cx:pt idx="19488">49.990000000000002</cx:pt>
          <cx:pt idx="19489">49.990000000000002</cx:pt>
          <cx:pt idx="19490">49.990000000000002</cx:pt>
          <cx:pt idx="19491">49.990000000000002</cx:pt>
          <cx:pt idx="19492">49.990000000000002</cx:pt>
          <cx:pt idx="19493">49.990000000000002</cx:pt>
          <cx:pt idx="19494">49.990000000000002</cx:pt>
          <cx:pt idx="19495">49.990000000000002</cx:pt>
          <cx:pt idx="19496">49.990000000000002</cx:pt>
          <cx:pt idx="19497">49.990000000000002</cx:pt>
          <cx:pt idx="19498">49.990000000000002</cx:pt>
          <cx:pt idx="19499">49.990000000000002</cx:pt>
          <cx:pt idx="19500">49.990000000000002</cx:pt>
          <cx:pt idx="19501">49.990000000000002</cx:pt>
          <cx:pt idx="19502">49.990000000000002</cx:pt>
          <cx:pt idx="19503">49.990000000000002</cx:pt>
          <cx:pt idx="19504">49.990000000000002</cx:pt>
          <cx:pt idx="19505">49.990000000000002</cx:pt>
          <cx:pt idx="19506">49.990000000000002</cx:pt>
          <cx:pt idx="19507">49.990000000000002</cx:pt>
          <cx:pt idx="19508">49.990000000000002</cx:pt>
          <cx:pt idx="19509">49.990000000000002</cx:pt>
          <cx:pt idx="19510">49.990000000000002</cx:pt>
          <cx:pt idx="19511">49.990000000000002</cx:pt>
          <cx:pt idx="19512">49.990000000000002</cx:pt>
          <cx:pt idx="19513">49.990000000000002</cx:pt>
          <cx:pt idx="19514">49.990000000000002</cx:pt>
          <cx:pt idx="19515">49.990000000000002</cx:pt>
          <cx:pt idx="19516">49.990000000000002</cx:pt>
          <cx:pt idx="19517">49.990000000000002</cx:pt>
          <cx:pt idx="19518">49.990000000000002</cx:pt>
          <cx:pt idx="19519">49.990000000000002</cx:pt>
          <cx:pt idx="19520">49.990000000000002</cx:pt>
          <cx:pt idx="19521">49.990000000000002</cx:pt>
          <cx:pt idx="19522">49.990000000000002</cx:pt>
          <cx:pt idx="19523">49.990000000000002</cx:pt>
          <cx:pt idx="19524">49.990000000000002</cx:pt>
          <cx:pt idx="19525">49.990000000000002</cx:pt>
          <cx:pt idx="19526">49.990000000000002</cx:pt>
          <cx:pt idx="19527">49.990000000000002</cx:pt>
          <cx:pt idx="19528">49.990000000000002</cx:pt>
          <cx:pt idx="19529">49.990000000000002</cx:pt>
          <cx:pt idx="19530">49.990000000000002</cx:pt>
          <cx:pt idx="19531">49.990000000000002</cx:pt>
          <cx:pt idx="19532">49.990000000000002</cx:pt>
          <cx:pt idx="19533">49.990000000000002</cx:pt>
          <cx:pt idx="19534">49.990000000000002</cx:pt>
          <cx:pt idx="19535">49.990000000000002</cx:pt>
          <cx:pt idx="19536">49.990000000000002</cx:pt>
          <cx:pt idx="19537">49.990000000000002</cx:pt>
          <cx:pt idx="19538">49.990000000000002</cx:pt>
          <cx:pt idx="19539">49.990000000000002</cx:pt>
          <cx:pt idx="19540">49.990000000000002</cx:pt>
          <cx:pt idx="19541">49.990000000000002</cx:pt>
          <cx:pt idx="19542">49.990000000000002</cx:pt>
          <cx:pt idx="19543">49.990000000000002</cx:pt>
          <cx:pt idx="19544">49.990000000000002</cx:pt>
          <cx:pt idx="19545">49.990000000000002</cx:pt>
          <cx:pt idx="19546">49.990000000000002</cx:pt>
          <cx:pt idx="19547">49.990000000000002</cx:pt>
          <cx:pt idx="19548">49.990000000000002</cx:pt>
          <cx:pt idx="19549">49.990000000000002</cx:pt>
          <cx:pt idx="19550">49.990000000000002</cx:pt>
          <cx:pt idx="19551">49.990000000000002</cx:pt>
          <cx:pt idx="19552">49.990000000000002</cx:pt>
          <cx:pt idx="19553">49.990000000000002</cx:pt>
          <cx:pt idx="19554">49.990000000000002</cx:pt>
          <cx:pt idx="19555">49.990000000000002</cx:pt>
          <cx:pt idx="19556">49.990000000000002</cx:pt>
          <cx:pt idx="19557">49.990000000000002</cx:pt>
          <cx:pt idx="19558">49.990000000000002</cx:pt>
          <cx:pt idx="19559">49.990000000000002</cx:pt>
          <cx:pt idx="19560">49.990000000000002</cx:pt>
          <cx:pt idx="19561">49.990000000000002</cx:pt>
          <cx:pt idx="19562">49.990000000000002</cx:pt>
          <cx:pt idx="19563">49.990000000000002</cx:pt>
          <cx:pt idx="19564">49.990000000000002</cx:pt>
          <cx:pt idx="19565">49.990000000000002</cx:pt>
          <cx:pt idx="19566">49.990000000000002</cx:pt>
          <cx:pt idx="19567">49.990000000000002</cx:pt>
          <cx:pt idx="19568">49.990000000000002</cx:pt>
          <cx:pt idx="19569">49.990000000000002</cx:pt>
          <cx:pt idx="19570">49.990000000000002</cx:pt>
          <cx:pt idx="19571">49.990000000000002</cx:pt>
          <cx:pt idx="19572">49.990000000000002</cx:pt>
          <cx:pt idx="19573">49.990000000000002</cx:pt>
          <cx:pt idx="19574">49.990000000000002</cx:pt>
          <cx:pt idx="19575">49.990000000000002</cx:pt>
          <cx:pt idx="19576">49.990000000000002</cx:pt>
          <cx:pt idx="19577">49.990000000000002</cx:pt>
          <cx:pt idx="19578">49.990000000000002</cx:pt>
          <cx:pt idx="19579">49.990000000000002</cx:pt>
          <cx:pt idx="19580">49.990000000000002</cx:pt>
          <cx:pt idx="19581">49.990000000000002</cx:pt>
          <cx:pt idx="19582">49.990000000000002</cx:pt>
          <cx:pt idx="19583">49.990000000000002</cx:pt>
          <cx:pt idx="19584">49.990000000000002</cx:pt>
          <cx:pt idx="19585">49.990000000000002</cx:pt>
          <cx:pt idx="19586">49.990000000000002</cx:pt>
          <cx:pt idx="19587">49.990000000000002</cx:pt>
          <cx:pt idx="19588">49.990000000000002</cx:pt>
          <cx:pt idx="19589">49.990000000000002</cx:pt>
          <cx:pt idx="19590">49.990000000000002</cx:pt>
          <cx:pt idx="19591">49.990000000000002</cx:pt>
          <cx:pt idx="19592">49.990000000000002</cx:pt>
          <cx:pt idx="19593">49.990000000000002</cx:pt>
          <cx:pt idx="19594">49.990000000000002</cx:pt>
          <cx:pt idx="19595">49.990000000000002</cx:pt>
          <cx:pt idx="19596">49.990000000000002</cx:pt>
          <cx:pt idx="19597">49.990000000000002</cx:pt>
          <cx:pt idx="19598">49.990000000000002</cx:pt>
          <cx:pt idx="19599">49.990000000000002</cx:pt>
          <cx:pt idx="19600">49.990000000000002</cx:pt>
          <cx:pt idx="19601">49.990000000000002</cx:pt>
          <cx:pt idx="19602">49.990000000000002</cx:pt>
          <cx:pt idx="19603">49.990000000000002</cx:pt>
          <cx:pt idx="19604">49.990000000000002</cx:pt>
          <cx:pt idx="19605">49.990000000000002</cx:pt>
          <cx:pt idx="19606">49.990000000000002</cx:pt>
          <cx:pt idx="19607">49.990000000000002</cx:pt>
          <cx:pt idx="19608">49.990000000000002</cx:pt>
          <cx:pt idx="19609">49.990000000000002</cx:pt>
          <cx:pt idx="19610">49.990000000000002</cx:pt>
          <cx:pt idx="19611">49.990000000000002</cx:pt>
          <cx:pt idx="19612">49.990000000000002</cx:pt>
          <cx:pt idx="19613">49.990000000000002</cx:pt>
          <cx:pt idx="19614">49.990000000000002</cx:pt>
          <cx:pt idx="19615">49.990000000000002</cx:pt>
          <cx:pt idx="19616">49.990000000000002</cx:pt>
          <cx:pt idx="19617">49.990000000000002</cx:pt>
          <cx:pt idx="19618">49.990000000000002</cx:pt>
          <cx:pt idx="19619">49.990000000000002</cx:pt>
          <cx:pt idx="19620">49.990000000000002</cx:pt>
          <cx:pt idx="19621">49.990000000000002</cx:pt>
          <cx:pt idx="19622">49.990000000000002</cx:pt>
          <cx:pt idx="19623">49.990000000000002</cx:pt>
          <cx:pt idx="19624">49.990000000000002</cx:pt>
          <cx:pt idx="19625">49.990000000000002</cx:pt>
          <cx:pt idx="19626">49.990000000000002</cx:pt>
          <cx:pt idx="19627">49.990000000000002</cx:pt>
          <cx:pt idx="19628">49.990000000000002</cx:pt>
          <cx:pt idx="19629">49.990000000000002</cx:pt>
          <cx:pt idx="19630">49.990000000000002</cx:pt>
          <cx:pt idx="19631">49.990000000000002</cx:pt>
          <cx:pt idx="19632">49.990000000000002</cx:pt>
          <cx:pt idx="19633">49.990000000000002</cx:pt>
          <cx:pt idx="19634">49.990000000000002</cx:pt>
          <cx:pt idx="19635">49.990000000000002</cx:pt>
          <cx:pt idx="19636">49.990000000000002</cx:pt>
          <cx:pt idx="19637">49.990000000000002</cx:pt>
          <cx:pt idx="19638">49.990000000000002</cx:pt>
          <cx:pt idx="19639">49.990000000000002</cx:pt>
          <cx:pt idx="19640">49.990000000000002</cx:pt>
          <cx:pt idx="19641">49.990000000000002</cx:pt>
          <cx:pt idx="19642">49.990000000000002</cx:pt>
          <cx:pt idx="19643">49.990000000000002</cx:pt>
          <cx:pt idx="19644">49.990000000000002</cx:pt>
          <cx:pt idx="19645">49.990000000000002</cx:pt>
          <cx:pt idx="19646">49.990000000000002</cx:pt>
          <cx:pt idx="19647">49.990000000000002</cx:pt>
          <cx:pt idx="19648">49.990000000000002</cx:pt>
          <cx:pt idx="19649">49.990000000000002</cx:pt>
          <cx:pt idx="19650">49.990000000000002</cx:pt>
          <cx:pt idx="19651">49.990000000000002</cx:pt>
          <cx:pt idx="19652">49.990000000000002</cx:pt>
          <cx:pt idx="19653">49.990000000000002</cx:pt>
          <cx:pt idx="19654">49.990000000000002</cx:pt>
          <cx:pt idx="19655">49.990000000000002</cx:pt>
          <cx:pt idx="19656">49.990000000000002</cx:pt>
          <cx:pt idx="19657">49.990000000000002</cx:pt>
          <cx:pt idx="19658">49.990000000000002</cx:pt>
          <cx:pt idx="19659">49.990000000000002</cx:pt>
          <cx:pt idx="19660">49.990000000000002</cx:pt>
          <cx:pt idx="19661">49.990000000000002</cx:pt>
          <cx:pt idx="19662">49.990000000000002</cx:pt>
          <cx:pt idx="19663">49.990000000000002</cx:pt>
          <cx:pt idx="19664">49.990000000000002</cx:pt>
          <cx:pt idx="19665">49.990000000000002</cx:pt>
          <cx:pt idx="19666">49.990000000000002</cx:pt>
          <cx:pt idx="19667">49.990000000000002</cx:pt>
          <cx:pt idx="19668">49.990000000000002</cx:pt>
          <cx:pt idx="19669">49.990000000000002</cx:pt>
          <cx:pt idx="19670">49.990000000000002</cx:pt>
          <cx:pt idx="19671">49.990000000000002</cx:pt>
          <cx:pt idx="19672">49.990000000000002</cx:pt>
          <cx:pt idx="19673">49.990000000000002</cx:pt>
          <cx:pt idx="19674">49.990000000000002</cx:pt>
          <cx:pt idx="19675">49.990000000000002</cx:pt>
          <cx:pt idx="19676">49.990000000000002</cx:pt>
          <cx:pt idx="19677">49.990000000000002</cx:pt>
          <cx:pt idx="19678">49.990000000000002</cx:pt>
          <cx:pt idx="19679">49.990000000000002</cx:pt>
          <cx:pt idx="19680">49.990000000000002</cx:pt>
          <cx:pt idx="19681">49.990000000000002</cx:pt>
          <cx:pt idx="19682">49.990000000000002</cx:pt>
          <cx:pt idx="19683">49.990000000000002</cx:pt>
          <cx:pt idx="19684">49.990000000000002</cx:pt>
          <cx:pt idx="19685">49.990000000000002</cx:pt>
          <cx:pt idx="19686">49.990000000000002</cx:pt>
          <cx:pt idx="19687">49.990000000000002</cx:pt>
          <cx:pt idx="19688">49.990000000000002</cx:pt>
          <cx:pt idx="19689">49.990000000000002</cx:pt>
          <cx:pt idx="19690">49.990000000000002</cx:pt>
          <cx:pt idx="19691">49.990000000000002</cx:pt>
          <cx:pt idx="19692">49.990000000000002</cx:pt>
          <cx:pt idx="19693">49.990000000000002</cx:pt>
          <cx:pt idx="19694">49.990000000000002</cx:pt>
          <cx:pt idx="19695">49.990000000000002</cx:pt>
          <cx:pt idx="19696">49.990000000000002</cx:pt>
          <cx:pt idx="19697">49.990000000000002</cx:pt>
          <cx:pt idx="19698">49.990000000000002</cx:pt>
          <cx:pt idx="19699">49.990000000000002</cx:pt>
          <cx:pt idx="19700">49.990000000000002</cx:pt>
          <cx:pt idx="19701">49.990000000000002</cx:pt>
          <cx:pt idx="19702">49.990000000000002</cx:pt>
          <cx:pt idx="19703">49.990000000000002</cx:pt>
          <cx:pt idx="19704">49.990000000000002</cx:pt>
          <cx:pt idx="19705">49.990000000000002</cx:pt>
          <cx:pt idx="19706">49.990000000000002</cx:pt>
          <cx:pt idx="19707">49.990000000000002</cx:pt>
          <cx:pt idx="19708">49.990000000000002</cx:pt>
          <cx:pt idx="19709">49.990000000000002</cx:pt>
          <cx:pt idx="19710">49.990000000000002</cx:pt>
          <cx:pt idx="19711">49.990000000000002</cx:pt>
          <cx:pt idx="19712">49.990000000000002</cx:pt>
          <cx:pt idx="19713">49.990000000000002</cx:pt>
          <cx:pt idx="19714">49.990000000000002</cx:pt>
          <cx:pt idx="19715">49.990000000000002</cx:pt>
          <cx:pt idx="19716">49.990000000000002</cx:pt>
          <cx:pt idx="19717">49.990000000000002</cx:pt>
          <cx:pt idx="19718">49.990000000000002</cx:pt>
          <cx:pt idx="19719">49.990000000000002</cx:pt>
          <cx:pt idx="19720">49.990000000000002</cx:pt>
          <cx:pt idx="19721">49.990000000000002</cx:pt>
          <cx:pt idx="19722">49.990000000000002</cx:pt>
          <cx:pt idx="19723">49.990000000000002</cx:pt>
          <cx:pt idx="19724">49.990000000000002</cx:pt>
          <cx:pt idx="19725">49.990000000000002</cx:pt>
          <cx:pt idx="19726">49.990000000000002</cx:pt>
          <cx:pt idx="19727">49.990000000000002</cx:pt>
          <cx:pt idx="19728">49.990000000000002</cx:pt>
          <cx:pt idx="19729">49.990000000000002</cx:pt>
          <cx:pt idx="19730">49.990000000000002</cx:pt>
          <cx:pt idx="19731">49.990000000000002</cx:pt>
          <cx:pt idx="19732">49.990000000000002</cx:pt>
          <cx:pt idx="19733">49.990000000000002</cx:pt>
          <cx:pt idx="19734">49.990000000000002</cx:pt>
          <cx:pt idx="19735">49.990000000000002</cx:pt>
          <cx:pt idx="19736">49.990000000000002</cx:pt>
          <cx:pt idx="19737">49.990000000000002</cx:pt>
          <cx:pt idx="19738">49.990000000000002</cx:pt>
          <cx:pt idx="19739">49.990000000000002</cx:pt>
          <cx:pt idx="19740">49.990000000000002</cx:pt>
          <cx:pt idx="19741">49.990000000000002</cx:pt>
          <cx:pt idx="19742">49.990000000000002</cx:pt>
          <cx:pt idx="19743">49.990000000000002</cx:pt>
          <cx:pt idx="19744">49.990000000000002</cx:pt>
          <cx:pt idx="19745">49.990000000000002</cx:pt>
          <cx:pt idx="19746">49.990000000000002</cx:pt>
          <cx:pt idx="19747">49.990000000000002</cx:pt>
          <cx:pt idx="19748">49.990000000000002</cx:pt>
          <cx:pt idx="19749">49.990000000000002</cx:pt>
          <cx:pt idx="19750">49.990000000000002</cx:pt>
          <cx:pt idx="19751">49.990000000000002</cx:pt>
          <cx:pt idx="19752">49.990000000000002</cx:pt>
          <cx:pt idx="19753">49.990000000000002</cx:pt>
          <cx:pt idx="19754">49.990000000000002</cx:pt>
          <cx:pt idx="19755">49.990000000000002</cx:pt>
          <cx:pt idx="19756">49.990000000000002</cx:pt>
          <cx:pt idx="19757">49.990000000000002</cx:pt>
          <cx:pt idx="19758">49.990000000000002</cx:pt>
          <cx:pt idx="19759">49.990000000000002</cx:pt>
          <cx:pt idx="19760">49.990000000000002</cx:pt>
          <cx:pt idx="19761">49.990000000000002</cx:pt>
          <cx:pt idx="19762">49.990000000000002</cx:pt>
          <cx:pt idx="19763">49.990000000000002</cx:pt>
          <cx:pt idx="19764">49.990000000000002</cx:pt>
          <cx:pt idx="19765">49.990000000000002</cx:pt>
          <cx:pt idx="19766">49.990000000000002</cx:pt>
          <cx:pt idx="19767">49.990000000000002</cx:pt>
          <cx:pt idx="19768">49.990000000000002</cx:pt>
          <cx:pt idx="19769">49.990000000000002</cx:pt>
          <cx:pt idx="19770">49.990000000000002</cx:pt>
          <cx:pt idx="19771">49.990000000000002</cx:pt>
          <cx:pt idx="19772">49.990000000000002</cx:pt>
          <cx:pt idx="19773">49.990000000000002</cx:pt>
          <cx:pt idx="19774">49.990000000000002</cx:pt>
          <cx:pt idx="19775">49.990000000000002</cx:pt>
          <cx:pt idx="19776">49.990000000000002</cx:pt>
          <cx:pt idx="19777">49.990000000000002</cx:pt>
          <cx:pt idx="19778">49.990000000000002</cx:pt>
          <cx:pt idx="19779">49.990000000000002</cx:pt>
          <cx:pt idx="19780">49.990000000000002</cx:pt>
          <cx:pt idx="19781">49.990000000000002</cx:pt>
          <cx:pt idx="19782">49.990000000000002</cx:pt>
          <cx:pt idx="19783">49.990000000000002</cx:pt>
          <cx:pt idx="19784">49.990000000000002</cx:pt>
          <cx:pt idx="19785">49.990000000000002</cx:pt>
          <cx:pt idx="19786">49.990000000000002</cx:pt>
          <cx:pt idx="19787">49.990000000000002</cx:pt>
          <cx:pt idx="19788">49.990000000000002</cx:pt>
          <cx:pt idx="19789">49.990000000000002</cx:pt>
          <cx:pt idx="19790">49.990000000000002</cx:pt>
          <cx:pt idx="19791">49.990000000000002</cx:pt>
          <cx:pt idx="19792">49.990000000000002</cx:pt>
          <cx:pt idx="19793">49.990000000000002</cx:pt>
          <cx:pt idx="19794">49.990000000000002</cx:pt>
          <cx:pt idx="19795">49.990000000000002</cx:pt>
          <cx:pt idx="19796">49.990000000000002</cx:pt>
          <cx:pt idx="19797">49.990000000000002</cx:pt>
          <cx:pt idx="19798">49.990000000000002</cx:pt>
          <cx:pt idx="19799">49.990000000000002</cx:pt>
          <cx:pt idx="19800">49.990000000000002</cx:pt>
          <cx:pt idx="19801">49.990000000000002</cx:pt>
          <cx:pt idx="19802">49.990000000000002</cx:pt>
          <cx:pt idx="19803">49.990000000000002</cx:pt>
          <cx:pt idx="19804">49.990000000000002</cx:pt>
          <cx:pt idx="19805">49.990000000000002</cx:pt>
          <cx:pt idx="19806">49.990000000000002</cx:pt>
          <cx:pt idx="19807">49.990000000000002</cx:pt>
          <cx:pt idx="19808">49.990000000000002</cx:pt>
          <cx:pt idx="19809">49.990000000000002</cx:pt>
          <cx:pt idx="19810">49.990000000000002</cx:pt>
          <cx:pt idx="19811">49.990000000000002</cx:pt>
          <cx:pt idx="19812">49.990000000000002</cx:pt>
          <cx:pt idx="19813">49.990000000000002</cx:pt>
          <cx:pt idx="19814">49.990000000000002</cx:pt>
          <cx:pt idx="19815">49.990000000000002</cx:pt>
          <cx:pt idx="19816">49.990000000000002</cx:pt>
          <cx:pt idx="19817">49.990000000000002</cx:pt>
          <cx:pt idx="19818">49.990000000000002</cx:pt>
          <cx:pt idx="19819">49.990000000000002</cx:pt>
          <cx:pt idx="19820">49.990000000000002</cx:pt>
          <cx:pt idx="19821">49.990000000000002</cx:pt>
          <cx:pt idx="19822">49.990000000000002</cx:pt>
          <cx:pt idx="19823">49.990000000000002</cx:pt>
          <cx:pt idx="19824">49.990000000000002</cx:pt>
          <cx:pt idx="19825">49.990000000000002</cx:pt>
          <cx:pt idx="19826">49.990000000000002</cx:pt>
          <cx:pt idx="19827">49.990000000000002</cx:pt>
          <cx:pt idx="19828">49.990000000000002</cx:pt>
          <cx:pt idx="19829">49.990000000000002</cx:pt>
          <cx:pt idx="19830">49.990000000000002</cx:pt>
          <cx:pt idx="19831">49.990000000000002</cx:pt>
          <cx:pt idx="19832">49.990000000000002</cx:pt>
          <cx:pt idx="19833">49.990000000000002</cx:pt>
          <cx:pt idx="19834">49.990000000000002</cx:pt>
          <cx:pt idx="19835">49.990000000000002</cx:pt>
          <cx:pt idx="19836">49.990000000000002</cx:pt>
          <cx:pt idx="19837">49.990000000000002</cx:pt>
          <cx:pt idx="19838">49.990000000000002</cx:pt>
          <cx:pt idx="19839">49.990000000000002</cx:pt>
          <cx:pt idx="19840">49.990000000000002</cx:pt>
          <cx:pt idx="19841">49.990000000000002</cx:pt>
          <cx:pt idx="19842">49.990000000000002</cx:pt>
          <cx:pt idx="19843">49.990000000000002</cx:pt>
          <cx:pt idx="19844">49.990000000000002</cx:pt>
          <cx:pt idx="19845">49.990000000000002</cx:pt>
          <cx:pt idx="19846">49.990000000000002</cx:pt>
          <cx:pt idx="19847">49.990000000000002</cx:pt>
          <cx:pt idx="19848">49.990000000000002</cx:pt>
          <cx:pt idx="19849">49.990000000000002</cx:pt>
          <cx:pt idx="19850">49.990000000000002</cx:pt>
          <cx:pt idx="19851">49.990000000000002</cx:pt>
          <cx:pt idx="19852">49.990000000000002</cx:pt>
          <cx:pt idx="19853">49.990000000000002</cx:pt>
          <cx:pt idx="19854">49.990000000000002</cx:pt>
          <cx:pt idx="19855">49.990000000000002</cx:pt>
          <cx:pt idx="19856">49.990000000000002</cx:pt>
          <cx:pt idx="19857">49.990000000000002</cx:pt>
          <cx:pt idx="19858">49.990000000000002</cx:pt>
          <cx:pt idx="19859">49.990000000000002</cx:pt>
          <cx:pt idx="19860">49.990000000000002</cx:pt>
          <cx:pt idx="19861">49.990000000000002</cx:pt>
          <cx:pt idx="19862">49.990000000000002</cx:pt>
          <cx:pt idx="19863">49.990000000000002</cx:pt>
          <cx:pt idx="19864">49.990000000000002</cx:pt>
          <cx:pt idx="19865">49.990000000000002</cx:pt>
          <cx:pt idx="19866">49.990000000000002</cx:pt>
          <cx:pt idx="19867">49.990000000000002</cx:pt>
          <cx:pt idx="19868">49.990000000000002</cx:pt>
          <cx:pt idx="19869">49.990000000000002</cx:pt>
          <cx:pt idx="19870">49.990000000000002</cx:pt>
          <cx:pt idx="19871">49.990000000000002</cx:pt>
          <cx:pt idx="19872">49.990000000000002</cx:pt>
          <cx:pt idx="19873">49.990000000000002</cx:pt>
          <cx:pt idx="19874">49.990000000000002</cx:pt>
          <cx:pt idx="19875">49.990000000000002</cx:pt>
          <cx:pt idx="19876">49.990000000000002</cx:pt>
          <cx:pt idx="19877">49.990000000000002</cx:pt>
          <cx:pt idx="19878">49.990000000000002</cx:pt>
          <cx:pt idx="19879">49.990000000000002</cx:pt>
          <cx:pt idx="19880">49.990000000000002</cx:pt>
          <cx:pt idx="19881">49.990000000000002</cx:pt>
          <cx:pt idx="19882">49.990000000000002</cx:pt>
          <cx:pt idx="19883">49.990000000000002</cx:pt>
          <cx:pt idx="19884">49.990000000000002</cx:pt>
          <cx:pt idx="19885">49.990000000000002</cx:pt>
          <cx:pt idx="19886">49.990000000000002</cx:pt>
          <cx:pt idx="19887">49.990000000000002</cx:pt>
          <cx:pt idx="19888">49.990000000000002</cx:pt>
          <cx:pt idx="19889">49.990000000000002</cx:pt>
          <cx:pt idx="19890">49.990000000000002</cx:pt>
          <cx:pt idx="19891">49.990000000000002</cx:pt>
          <cx:pt idx="19892">49.990000000000002</cx:pt>
          <cx:pt idx="19893">49.990000000000002</cx:pt>
          <cx:pt idx="19894">49.990000000000002</cx:pt>
          <cx:pt idx="19895">49.990000000000002</cx:pt>
          <cx:pt idx="19896">49.990000000000002</cx:pt>
          <cx:pt idx="19897">49.990000000000002</cx:pt>
          <cx:pt idx="19898">49.990000000000002</cx:pt>
          <cx:pt idx="19899">49.990000000000002</cx:pt>
          <cx:pt idx="19900">49.990000000000002</cx:pt>
          <cx:pt idx="19901">49.990000000000002</cx:pt>
          <cx:pt idx="19902">49.990000000000002</cx:pt>
          <cx:pt idx="19903">49.990000000000002</cx:pt>
          <cx:pt idx="19904">49.990000000000002</cx:pt>
          <cx:pt idx="19905">49.990000000000002</cx:pt>
          <cx:pt idx="19906">49.990000000000002</cx:pt>
          <cx:pt idx="19907">49.990000000000002</cx:pt>
          <cx:pt idx="19908">49.990000000000002</cx:pt>
          <cx:pt idx="19909">49.990000000000002</cx:pt>
          <cx:pt idx="19910">49.990000000000002</cx:pt>
          <cx:pt idx="19911">49.990000000000002</cx:pt>
          <cx:pt idx="19912">49.990000000000002</cx:pt>
          <cx:pt idx="19913">49.990000000000002</cx:pt>
          <cx:pt idx="19914">49.990000000000002</cx:pt>
          <cx:pt idx="19915">49.990000000000002</cx:pt>
          <cx:pt idx="19916">49.990000000000002</cx:pt>
          <cx:pt idx="19917">49.990000000000002</cx:pt>
          <cx:pt idx="19918">49.990000000000002</cx:pt>
          <cx:pt idx="19919">49.990000000000002</cx:pt>
          <cx:pt idx="19920">49.990000000000002</cx:pt>
          <cx:pt idx="19921">49.990000000000002</cx:pt>
          <cx:pt idx="19922">49.990000000000002</cx:pt>
          <cx:pt idx="19923">49.990000000000002</cx:pt>
          <cx:pt idx="19924">49.990000000000002</cx:pt>
          <cx:pt idx="19925">49.990000000000002</cx:pt>
          <cx:pt idx="19926">49.990000000000002</cx:pt>
          <cx:pt idx="19927">49.990000000000002</cx:pt>
          <cx:pt idx="19928">49.990000000000002</cx:pt>
          <cx:pt idx="19929">49.990000000000002</cx:pt>
          <cx:pt idx="19930">49.990000000000002</cx:pt>
          <cx:pt idx="19931">49.990000000000002</cx:pt>
          <cx:pt idx="19932">49.990000000000002</cx:pt>
          <cx:pt idx="19933">49.990000000000002</cx:pt>
          <cx:pt idx="19934">49.990000000000002</cx:pt>
          <cx:pt idx="19935">49.990000000000002</cx:pt>
          <cx:pt idx="19936">49.990000000000002</cx:pt>
          <cx:pt idx="19937">49.990000000000002</cx:pt>
          <cx:pt idx="19938">49.990000000000002</cx:pt>
          <cx:pt idx="19939">49.990000000000002</cx:pt>
          <cx:pt idx="19940">49.990000000000002</cx:pt>
          <cx:pt idx="19941">49.990000000000002</cx:pt>
          <cx:pt idx="19942">49.990000000000002</cx:pt>
          <cx:pt idx="19943">49.990000000000002</cx:pt>
          <cx:pt idx="19944">49.990000000000002</cx:pt>
          <cx:pt idx="19945">49.990000000000002</cx:pt>
          <cx:pt idx="19946">49.990000000000002</cx:pt>
          <cx:pt idx="19947">49.990000000000002</cx:pt>
          <cx:pt idx="19948">49.990000000000002</cx:pt>
          <cx:pt idx="19949">49.990000000000002</cx:pt>
          <cx:pt idx="19950">49.990000000000002</cx:pt>
          <cx:pt idx="19951">49.990000000000002</cx:pt>
          <cx:pt idx="19952">49.990000000000002</cx:pt>
          <cx:pt idx="19953">49.990000000000002</cx:pt>
          <cx:pt idx="19954">49.990000000000002</cx:pt>
          <cx:pt idx="19955">49.990000000000002</cx:pt>
          <cx:pt idx="19956">49.990000000000002</cx:pt>
          <cx:pt idx="19957">49.990000000000002</cx:pt>
          <cx:pt idx="19958">49.990000000000002</cx:pt>
          <cx:pt idx="19959">49.990000000000002</cx:pt>
          <cx:pt idx="19960">49.990000000000002</cx:pt>
          <cx:pt idx="19961">49.990000000000002</cx:pt>
          <cx:pt idx="19962">49.990000000000002</cx:pt>
          <cx:pt idx="19963">49.990000000000002</cx:pt>
          <cx:pt idx="19964">49.990000000000002</cx:pt>
          <cx:pt idx="19965">49.990000000000002</cx:pt>
          <cx:pt idx="19966">49.990000000000002</cx:pt>
          <cx:pt idx="19967">49.990000000000002</cx:pt>
          <cx:pt idx="19968">49.990000000000002</cx:pt>
          <cx:pt idx="19969">49.990000000000002</cx:pt>
          <cx:pt idx="19970">49.990000000000002</cx:pt>
          <cx:pt idx="19971">49.990000000000002</cx:pt>
          <cx:pt idx="19972">49.990000000000002</cx:pt>
          <cx:pt idx="19973">49.990000000000002</cx:pt>
          <cx:pt idx="19974">49.990000000000002</cx:pt>
          <cx:pt idx="19975">49.990000000000002</cx:pt>
          <cx:pt idx="19976">49.990000000000002</cx:pt>
          <cx:pt idx="19977">49.990000000000002</cx:pt>
          <cx:pt idx="19978">49.990000000000002</cx:pt>
          <cx:pt idx="19979">49.990000000000002</cx:pt>
          <cx:pt idx="19980">49.990000000000002</cx:pt>
          <cx:pt idx="19981">49.990000000000002</cx:pt>
          <cx:pt idx="19982">49.990000000000002</cx:pt>
          <cx:pt idx="19983">49.990000000000002</cx:pt>
          <cx:pt idx="19984">49.990000000000002</cx:pt>
          <cx:pt idx="19985">49.990000000000002</cx:pt>
          <cx:pt idx="19986">49.990000000000002</cx:pt>
          <cx:pt idx="19987">49.990000000000002</cx:pt>
          <cx:pt idx="19988">49.990000000000002</cx:pt>
          <cx:pt idx="19989">49.990000000000002</cx:pt>
          <cx:pt idx="19990">49.990000000000002</cx:pt>
          <cx:pt idx="19991">49.990000000000002</cx:pt>
          <cx:pt idx="19992">49.990000000000002</cx:pt>
          <cx:pt idx="19993">49.990000000000002</cx:pt>
          <cx:pt idx="19994">49.990000000000002</cx:pt>
          <cx:pt idx="19995">49.990000000000002</cx:pt>
          <cx:pt idx="19996">49.990000000000002</cx:pt>
          <cx:pt idx="19997">49.990000000000002</cx:pt>
          <cx:pt idx="19998">49.990000000000002</cx:pt>
          <cx:pt idx="19999">49.990000000000002</cx:pt>
          <cx:pt idx="20000">49.990000000000002</cx:pt>
          <cx:pt idx="20001">49.990000000000002</cx:pt>
          <cx:pt idx="20002">49.990000000000002</cx:pt>
          <cx:pt idx="20003">49.990000000000002</cx:pt>
          <cx:pt idx="20004">49.990000000000002</cx:pt>
          <cx:pt idx="20005">49.990000000000002</cx:pt>
          <cx:pt idx="20006">49.990000000000002</cx:pt>
          <cx:pt idx="20007">49.990000000000002</cx:pt>
          <cx:pt idx="20008">49.990000000000002</cx:pt>
          <cx:pt idx="20009">49.990000000000002</cx:pt>
          <cx:pt idx="20010">49.990000000000002</cx:pt>
          <cx:pt idx="20011">49.990000000000002</cx:pt>
          <cx:pt idx="20012">49.990000000000002</cx:pt>
          <cx:pt idx="20013">49.990000000000002</cx:pt>
          <cx:pt idx="20014">49.990000000000002</cx:pt>
          <cx:pt idx="20015">49.990000000000002</cx:pt>
          <cx:pt idx="20016">49.990000000000002</cx:pt>
          <cx:pt idx="20017">49.990000000000002</cx:pt>
          <cx:pt idx="20018">49.990000000000002</cx:pt>
          <cx:pt idx="20019">49.990000000000002</cx:pt>
          <cx:pt idx="20020">49.990000000000002</cx:pt>
          <cx:pt idx="20021">49.990000000000002</cx:pt>
          <cx:pt idx="20022">49.990000000000002</cx:pt>
          <cx:pt idx="20023">49.990000000000002</cx:pt>
          <cx:pt idx="20024">49.990000000000002</cx:pt>
          <cx:pt idx="20025">49.990000000000002</cx:pt>
          <cx:pt idx="20026">49.990000000000002</cx:pt>
          <cx:pt idx="20027">49.990000000000002</cx:pt>
          <cx:pt idx="20028">49.990000000000002</cx:pt>
          <cx:pt idx="20029">49.990000000000002</cx:pt>
          <cx:pt idx="20030">49.990000000000002</cx:pt>
          <cx:pt idx="20031">49.990000000000002</cx:pt>
          <cx:pt idx="20032">49.990000000000002</cx:pt>
          <cx:pt idx="20033">49.990000000000002</cx:pt>
          <cx:pt idx="20034">49.990000000000002</cx:pt>
          <cx:pt idx="20035">49.990000000000002</cx:pt>
          <cx:pt idx="20036">49.990000000000002</cx:pt>
          <cx:pt idx="20037">49.990000000000002</cx:pt>
          <cx:pt idx="20038">49.990000000000002</cx:pt>
          <cx:pt idx="20039">49.990000000000002</cx:pt>
          <cx:pt idx="20040">49.990000000000002</cx:pt>
          <cx:pt idx="20041">49.990000000000002</cx:pt>
          <cx:pt idx="20042">49.990000000000002</cx:pt>
          <cx:pt idx="20043">49.990000000000002</cx:pt>
          <cx:pt idx="20044">49.990000000000002</cx:pt>
          <cx:pt idx="20045">49.990000000000002</cx:pt>
          <cx:pt idx="20046">49.990000000000002</cx:pt>
          <cx:pt idx="20047">49.990000000000002</cx:pt>
          <cx:pt idx="20048">49.990000000000002</cx:pt>
          <cx:pt idx="20049">49.990000000000002</cx:pt>
          <cx:pt idx="20050">49.990000000000002</cx:pt>
          <cx:pt idx="20051">49.990000000000002</cx:pt>
          <cx:pt idx="20052">49.990000000000002</cx:pt>
          <cx:pt idx="20053">49.990000000000002</cx:pt>
          <cx:pt idx="20054">49.990000000000002</cx:pt>
          <cx:pt idx="20055">49.990000000000002</cx:pt>
          <cx:pt idx="20056">49.990000000000002</cx:pt>
          <cx:pt idx="20057">49.990000000000002</cx:pt>
          <cx:pt idx="20058">49.990000000000002</cx:pt>
          <cx:pt idx="20059">49.990000000000002</cx:pt>
          <cx:pt idx="20060">49.990000000000002</cx:pt>
          <cx:pt idx="20061">49.990000000000002</cx:pt>
          <cx:pt idx="20062">49.990000000000002</cx:pt>
          <cx:pt idx="20063">49.990000000000002</cx:pt>
          <cx:pt idx="20064">49.990000000000002</cx:pt>
          <cx:pt idx="20065">49.990000000000002</cx:pt>
          <cx:pt idx="20066">49.990000000000002</cx:pt>
          <cx:pt idx="20067">49.990000000000002</cx:pt>
          <cx:pt idx="20068">49.990000000000002</cx:pt>
          <cx:pt idx="20069">49.990000000000002</cx:pt>
          <cx:pt idx="20070">49.990000000000002</cx:pt>
          <cx:pt idx="20071">49.990000000000002</cx:pt>
          <cx:pt idx="20072">49.990000000000002</cx:pt>
          <cx:pt idx="20073">49.990000000000002</cx:pt>
          <cx:pt idx="20074">49.990000000000002</cx:pt>
          <cx:pt idx="20075">49.990000000000002</cx:pt>
          <cx:pt idx="20076">49.990000000000002</cx:pt>
          <cx:pt idx="20077">49.990000000000002</cx:pt>
          <cx:pt idx="20078">49.990000000000002</cx:pt>
          <cx:pt idx="20079">49.990000000000002</cx:pt>
          <cx:pt idx="20080">49.990000000000002</cx:pt>
          <cx:pt idx="20081">49.990000000000002</cx:pt>
          <cx:pt idx="20082">49.990000000000002</cx:pt>
          <cx:pt idx="20083">49.990000000000002</cx:pt>
          <cx:pt idx="20084">49.990000000000002</cx:pt>
          <cx:pt idx="20085">49.990000000000002</cx:pt>
          <cx:pt idx="20086">49.990000000000002</cx:pt>
          <cx:pt idx="20087">49.990000000000002</cx:pt>
          <cx:pt idx="20088">49.990000000000002</cx:pt>
          <cx:pt idx="20089">49.990000000000002</cx:pt>
          <cx:pt idx="20090">49.990000000000002</cx:pt>
          <cx:pt idx="20091">49.990000000000002</cx:pt>
          <cx:pt idx="20092">49.990000000000002</cx:pt>
          <cx:pt idx="20093">49.990000000000002</cx:pt>
          <cx:pt idx="20094">49.990000000000002</cx:pt>
          <cx:pt idx="20095">49.990000000000002</cx:pt>
          <cx:pt idx="20096">49.990000000000002</cx:pt>
          <cx:pt idx="20097">49.990000000000002</cx:pt>
          <cx:pt idx="20098">49.990000000000002</cx:pt>
          <cx:pt idx="20099">49.990000000000002</cx:pt>
          <cx:pt idx="20100">49.990000000000002</cx:pt>
          <cx:pt idx="20101">49.990000000000002</cx:pt>
          <cx:pt idx="20102">49.990000000000002</cx:pt>
          <cx:pt idx="20103">49.990000000000002</cx:pt>
          <cx:pt idx="20104">49.990000000000002</cx:pt>
          <cx:pt idx="20105">49.990000000000002</cx:pt>
          <cx:pt idx="20106">49.990000000000002</cx:pt>
          <cx:pt idx="20107">49.990000000000002</cx:pt>
          <cx:pt idx="20108">49.990000000000002</cx:pt>
          <cx:pt idx="20109">49.990000000000002</cx:pt>
          <cx:pt idx="20110">49.990000000000002</cx:pt>
          <cx:pt idx="20111">49.990000000000002</cx:pt>
          <cx:pt idx="20112">49.990000000000002</cx:pt>
          <cx:pt idx="20113">49.990000000000002</cx:pt>
          <cx:pt idx="20114">49.990000000000002</cx:pt>
          <cx:pt idx="20115">49.990000000000002</cx:pt>
          <cx:pt idx="20116">49.990000000000002</cx:pt>
          <cx:pt idx="20117">49.990000000000002</cx:pt>
          <cx:pt idx="20118">49.990000000000002</cx:pt>
          <cx:pt idx="20119">49.990000000000002</cx:pt>
          <cx:pt idx="20120">49.990000000000002</cx:pt>
          <cx:pt idx="20121">49.990000000000002</cx:pt>
          <cx:pt idx="20122">49.990000000000002</cx:pt>
          <cx:pt idx="20123">49.990000000000002</cx:pt>
          <cx:pt idx="20124">49.990000000000002</cx:pt>
          <cx:pt idx="20125">49.990000000000002</cx:pt>
          <cx:pt idx="20126">49.990000000000002</cx:pt>
          <cx:pt idx="20127">49.990000000000002</cx:pt>
          <cx:pt idx="20128">49.990000000000002</cx:pt>
          <cx:pt idx="20129">49.990000000000002</cx:pt>
          <cx:pt idx="20130">49.990000000000002</cx:pt>
          <cx:pt idx="20131">49.990000000000002</cx:pt>
          <cx:pt idx="20132">49.990000000000002</cx:pt>
          <cx:pt idx="20133">49.990000000000002</cx:pt>
          <cx:pt idx="20134">49.990000000000002</cx:pt>
          <cx:pt idx="20135">49.990000000000002</cx:pt>
          <cx:pt idx="20136">49.990000000000002</cx:pt>
          <cx:pt idx="20137">49.990000000000002</cx:pt>
          <cx:pt idx="20138">49.990000000000002</cx:pt>
          <cx:pt idx="20139">49.990000000000002</cx:pt>
          <cx:pt idx="20140">49.990000000000002</cx:pt>
          <cx:pt idx="20141">49.990000000000002</cx:pt>
          <cx:pt idx="20142">49.990000000000002</cx:pt>
          <cx:pt idx="20143">49.990000000000002</cx:pt>
          <cx:pt idx="20144">49.990000000000002</cx:pt>
          <cx:pt idx="20145">49.990000000000002</cx:pt>
          <cx:pt idx="20146">49.990000000000002</cx:pt>
          <cx:pt idx="20147">49.990000000000002</cx:pt>
          <cx:pt idx="20148">49.990000000000002</cx:pt>
          <cx:pt idx="20149">49.990000000000002</cx:pt>
          <cx:pt idx="20150">49.990000000000002</cx:pt>
          <cx:pt idx="20151">49.990000000000002</cx:pt>
          <cx:pt idx="20152">49.990000000000002</cx:pt>
          <cx:pt idx="20153">49.990000000000002</cx:pt>
          <cx:pt idx="20154">49.990000000000002</cx:pt>
          <cx:pt idx="20155">49.990000000000002</cx:pt>
          <cx:pt idx="20156">49.990000000000002</cx:pt>
          <cx:pt idx="20157">49.990000000000002</cx:pt>
          <cx:pt idx="20158">49.990000000000002</cx:pt>
          <cx:pt idx="20159">49.990000000000002</cx:pt>
          <cx:pt idx="20160">49.990000000000002</cx:pt>
          <cx:pt idx="20161">49.990000000000002</cx:pt>
          <cx:pt idx="20162">49.990000000000002</cx:pt>
          <cx:pt idx="20163">49.990000000000002</cx:pt>
          <cx:pt idx="20164">49.990000000000002</cx:pt>
          <cx:pt idx="20165">49.990000000000002</cx:pt>
          <cx:pt idx="20166">49.990000000000002</cx:pt>
          <cx:pt idx="20167">49.990000000000002</cx:pt>
          <cx:pt idx="20168">49.990000000000002</cx:pt>
          <cx:pt idx="20169">49.990000000000002</cx:pt>
          <cx:pt idx="20170">49.990000000000002</cx:pt>
          <cx:pt idx="20171">49.990000000000002</cx:pt>
          <cx:pt idx="20172">49.990000000000002</cx:pt>
          <cx:pt idx="20173">49.990000000000002</cx:pt>
          <cx:pt idx="20174">49.990000000000002</cx:pt>
          <cx:pt idx="20175">49.990000000000002</cx:pt>
          <cx:pt idx="20176">49.990000000000002</cx:pt>
          <cx:pt idx="20177">49.990000000000002</cx:pt>
          <cx:pt idx="20178">49.990000000000002</cx:pt>
          <cx:pt idx="20179">49.990000000000002</cx:pt>
          <cx:pt idx="20180">49.990000000000002</cx:pt>
          <cx:pt idx="20181">49.990000000000002</cx:pt>
          <cx:pt idx="20182">49.990000000000002</cx:pt>
          <cx:pt idx="20183">49.990000000000002</cx:pt>
          <cx:pt idx="20184">49.990000000000002</cx:pt>
          <cx:pt idx="20185">49.990000000000002</cx:pt>
          <cx:pt idx="20186">49.990000000000002</cx:pt>
          <cx:pt idx="20187">49.990000000000002</cx:pt>
          <cx:pt idx="20188">49.990000000000002</cx:pt>
          <cx:pt idx="20189">49.990000000000002</cx:pt>
          <cx:pt idx="20190">49.990000000000002</cx:pt>
          <cx:pt idx="20191">49.990000000000002</cx:pt>
          <cx:pt idx="20192">49.990000000000002</cx:pt>
          <cx:pt idx="20193">49.990000000000002</cx:pt>
          <cx:pt idx="20194">49.990000000000002</cx:pt>
          <cx:pt idx="20195">49.990000000000002</cx:pt>
          <cx:pt idx="20196">49.990000000000002</cx:pt>
          <cx:pt idx="20197">49.990000000000002</cx:pt>
          <cx:pt idx="20198">49.990000000000002</cx:pt>
          <cx:pt idx="20199">49.990000000000002</cx:pt>
          <cx:pt idx="20200">49.990000000000002</cx:pt>
          <cx:pt idx="20201">49.990000000000002</cx:pt>
          <cx:pt idx="20202">49.990000000000002</cx:pt>
          <cx:pt idx="20203">49.990000000000002</cx:pt>
          <cx:pt idx="20204">49.990000000000002</cx:pt>
          <cx:pt idx="20205">49.990000000000002</cx:pt>
          <cx:pt idx="20206">49.990000000000002</cx:pt>
          <cx:pt idx="20207">49.990000000000002</cx:pt>
          <cx:pt idx="20208">49.990000000000002</cx:pt>
          <cx:pt idx="20209">49.990000000000002</cx:pt>
          <cx:pt idx="20210">49.990000000000002</cx:pt>
          <cx:pt idx="20211">49.990000000000002</cx:pt>
          <cx:pt idx="20212">49.990000000000002</cx:pt>
          <cx:pt idx="20213">49.990000000000002</cx:pt>
          <cx:pt idx="20214">49.990000000000002</cx:pt>
          <cx:pt idx="20215">49.990000000000002</cx:pt>
          <cx:pt idx="20216">49.990000000000002</cx:pt>
          <cx:pt idx="20217">49.990000000000002</cx:pt>
          <cx:pt idx="20218">49.990000000000002</cx:pt>
          <cx:pt idx="20219">49.990000000000002</cx:pt>
          <cx:pt idx="20220">49.990000000000002</cx:pt>
          <cx:pt idx="20221">49.990000000000002</cx:pt>
          <cx:pt idx="20222">49.990000000000002</cx:pt>
          <cx:pt idx="20223">49.990000000000002</cx:pt>
          <cx:pt idx="20224">49.990000000000002</cx:pt>
          <cx:pt idx="20225">49.990000000000002</cx:pt>
          <cx:pt idx="20226">49.990000000000002</cx:pt>
          <cx:pt idx="20227">49.990000000000002</cx:pt>
          <cx:pt idx="20228">49.990000000000002</cx:pt>
          <cx:pt idx="20229">49.990000000000002</cx:pt>
          <cx:pt idx="20230">49.990000000000002</cx:pt>
          <cx:pt idx="20231">49.990000000000002</cx:pt>
          <cx:pt idx="20232">49.990000000000002</cx:pt>
          <cx:pt idx="20233">49.990000000000002</cx:pt>
          <cx:pt idx="20234">49.990000000000002</cx:pt>
          <cx:pt idx="20235">49.990000000000002</cx:pt>
          <cx:pt idx="20236">49.990000000000002</cx:pt>
          <cx:pt idx="20237">49.990000000000002</cx:pt>
          <cx:pt idx="20238">49.990000000000002</cx:pt>
          <cx:pt idx="20239">49.990000000000002</cx:pt>
          <cx:pt idx="20240">49.990000000000002</cx:pt>
          <cx:pt idx="20241">49.990000000000002</cx:pt>
          <cx:pt idx="20242">49.990000000000002</cx:pt>
          <cx:pt idx="20243">49.990000000000002</cx:pt>
          <cx:pt idx="20244">49.990000000000002</cx:pt>
          <cx:pt idx="20245">49.990000000000002</cx:pt>
          <cx:pt idx="20246">49.990000000000002</cx:pt>
          <cx:pt idx="20247">49.990000000000002</cx:pt>
          <cx:pt idx="20248">49.990000000000002</cx:pt>
          <cx:pt idx="20249">49.990000000000002</cx:pt>
          <cx:pt idx="20250">49.990000000000002</cx:pt>
          <cx:pt idx="20251">49.990000000000002</cx:pt>
          <cx:pt idx="20252">49.990000000000002</cx:pt>
          <cx:pt idx="20253">49.990000000000002</cx:pt>
          <cx:pt idx="20254">49.990000000000002</cx:pt>
          <cx:pt idx="20255">49.990000000000002</cx:pt>
          <cx:pt idx="20256">49.990000000000002</cx:pt>
          <cx:pt idx="20257">49.990000000000002</cx:pt>
          <cx:pt idx="20258">49.990000000000002</cx:pt>
          <cx:pt idx="20259">49.990000000000002</cx:pt>
          <cx:pt idx="20260">49.990000000000002</cx:pt>
          <cx:pt idx="20261">49.990000000000002</cx:pt>
          <cx:pt idx="20262">49.990000000000002</cx:pt>
          <cx:pt idx="20263">49.990000000000002</cx:pt>
          <cx:pt idx="20264">49.990000000000002</cx:pt>
          <cx:pt idx="20265">49.990000000000002</cx:pt>
          <cx:pt idx="20266">49.990000000000002</cx:pt>
          <cx:pt idx="20267">49.990000000000002</cx:pt>
          <cx:pt idx="20268">49.990000000000002</cx:pt>
          <cx:pt idx="20269">49.990000000000002</cx:pt>
          <cx:pt idx="20270">49.990000000000002</cx:pt>
          <cx:pt idx="20271">49.990000000000002</cx:pt>
          <cx:pt idx="20272">49.990000000000002</cx:pt>
          <cx:pt idx="20273">49.990000000000002</cx:pt>
          <cx:pt idx="20274">49.990000000000002</cx:pt>
          <cx:pt idx="20275">49.990000000000002</cx:pt>
          <cx:pt idx="20276">49.990000000000002</cx:pt>
          <cx:pt idx="20277">49.990000000000002</cx:pt>
          <cx:pt idx="20278">49.990000000000002</cx:pt>
          <cx:pt idx="20279">49.990000000000002</cx:pt>
          <cx:pt idx="20280">49.990000000000002</cx:pt>
          <cx:pt idx="20281">49.990000000000002</cx:pt>
          <cx:pt idx="20282">49.990000000000002</cx:pt>
          <cx:pt idx="20283">49.990000000000002</cx:pt>
          <cx:pt idx="20284">49.990000000000002</cx:pt>
          <cx:pt idx="20285">49.990000000000002</cx:pt>
          <cx:pt idx="20286">49.990000000000002</cx:pt>
          <cx:pt idx="20287">49.990000000000002</cx:pt>
          <cx:pt idx="20288">49.990000000000002</cx:pt>
          <cx:pt idx="20289">49.990000000000002</cx:pt>
          <cx:pt idx="20290">49.990000000000002</cx:pt>
          <cx:pt idx="20291">49.990000000000002</cx:pt>
          <cx:pt idx="20292">49.990000000000002</cx:pt>
          <cx:pt idx="20293">49.990000000000002</cx:pt>
          <cx:pt idx="20294">49.990000000000002</cx:pt>
          <cx:pt idx="20295">49.990000000000002</cx:pt>
          <cx:pt idx="20296">49.990000000000002</cx:pt>
          <cx:pt idx="20297">49.990000000000002</cx:pt>
          <cx:pt idx="20298">49.990000000000002</cx:pt>
          <cx:pt idx="20299">49.990000000000002</cx:pt>
          <cx:pt idx="20300">49.990000000000002</cx:pt>
          <cx:pt idx="20301">49.990000000000002</cx:pt>
          <cx:pt idx="20302">49.990000000000002</cx:pt>
          <cx:pt idx="20303">49.990000000000002</cx:pt>
          <cx:pt idx="20304">49.990000000000002</cx:pt>
          <cx:pt idx="20305">49.990000000000002</cx:pt>
          <cx:pt idx="20306">49.990000000000002</cx:pt>
          <cx:pt idx="20307">49.990000000000002</cx:pt>
          <cx:pt idx="20308">49.990000000000002</cx:pt>
          <cx:pt idx="20309">49.990000000000002</cx:pt>
          <cx:pt idx="20310">49.990000000000002</cx:pt>
          <cx:pt idx="20311">49.990000000000002</cx:pt>
          <cx:pt idx="20312">49.990000000000002</cx:pt>
          <cx:pt idx="20313">49.990000000000002</cx:pt>
          <cx:pt idx="20314">49.990000000000002</cx:pt>
          <cx:pt idx="20315">49.990000000000002</cx:pt>
          <cx:pt idx="20316">49.990000000000002</cx:pt>
          <cx:pt idx="20317">49.990000000000002</cx:pt>
          <cx:pt idx="20318">49.990000000000002</cx:pt>
          <cx:pt idx="20319">49.990000000000002</cx:pt>
          <cx:pt idx="20320">49.990000000000002</cx:pt>
          <cx:pt idx="20321">49.990000000000002</cx:pt>
          <cx:pt idx="20322">49.990000000000002</cx:pt>
          <cx:pt idx="20323">49.990000000000002</cx:pt>
          <cx:pt idx="20324">49.990000000000002</cx:pt>
          <cx:pt idx="20325">49.990000000000002</cx:pt>
          <cx:pt idx="20326">49.990000000000002</cx:pt>
          <cx:pt idx="20327">49.990000000000002</cx:pt>
          <cx:pt idx="20328">49.990000000000002</cx:pt>
          <cx:pt idx="20329">49.990000000000002</cx:pt>
          <cx:pt idx="20330">49.990000000000002</cx:pt>
          <cx:pt idx="20331">49.990000000000002</cx:pt>
          <cx:pt idx="20332">49.990000000000002</cx:pt>
          <cx:pt idx="20333">49.990000000000002</cx:pt>
          <cx:pt idx="20334">49.990000000000002</cx:pt>
          <cx:pt idx="20335">49.990000000000002</cx:pt>
          <cx:pt idx="20336">49.990000000000002</cx:pt>
          <cx:pt idx="20337">49.990000000000002</cx:pt>
          <cx:pt idx="20338">49.990000000000002</cx:pt>
          <cx:pt idx="20339">49.990000000000002</cx:pt>
          <cx:pt idx="20340">49.990000000000002</cx:pt>
          <cx:pt idx="20341">49.990000000000002</cx:pt>
          <cx:pt idx="20342">49.990000000000002</cx:pt>
          <cx:pt idx="20343">49.990000000000002</cx:pt>
          <cx:pt idx="20344">49.990000000000002</cx:pt>
          <cx:pt idx="20345">49.990000000000002</cx:pt>
          <cx:pt idx="20346">49.990000000000002</cx:pt>
          <cx:pt idx="20347">49.990000000000002</cx:pt>
          <cx:pt idx="20348">49.990000000000002</cx:pt>
          <cx:pt idx="20349">49.990000000000002</cx:pt>
          <cx:pt idx="20350">49.990000000000002</cx:pt>
          <cx:pt idx="20351">49.990000000000002</cx:pt>
          <cx:pt idx="20352">49.990000000000002</cx:pt>
          <cx:pt idx="20353">49.990000000000002</cx:pt>
          <cx:pt idx="20354">49.990000000000002</cx:pt>
          <cx:pt idx="20355">49.990000000000002</cx:pt>
          <cx:pt idx="20356">49.990000000000002</cx:pt>
          <cx:pt idx="20357">49.990000000000002</cx:pt>
          <cx:pt idx="20358">49.990000000000002</cx:pt>
          <cx:pt idx="20359">49.990000000000002</cx:pt>
          <cx:pt idx="20360">49.990000000000002</cx:pt>
          <cx:pt idx="20361">49.990000000000002</cx:pt>
          <cx:pt idx="20362">49.990000000000002</cx:pt>
          <cx:pt idx="20363">49.990000000000002</cx:pt>
          <cx:pt idx="20364">49.990000000000002</cx:pt>
          <cx:pt idx="20365">49.990000000000002</cx:pt>
          <cx:pt idx="20366">49.990000000000002</cx:pt>
          <cx:pt idx="20367">49.990000000000002</cx:pt>
          <cx:pt idx="20368">49.990000000000002</cx:pt>
          <cx:pt idx="20369">49.990000000000002</cx:pt>
          <cx:pt idx="20370">49.990000000000002</cx:pt>
          <cx:pt idx="20371">49.990000000000002</cx:pt>
          <cx:pt idx="20372">49.990000000000002</cx:pt>
          <cx:pt idx="20373">49.990000000000002</cx:pt>
          <cx:pt idx="20374">49.990000000000002</cx:pt>
          <cx:pt idx="20375">49.990000000000002</cx:pt>
          <cx:pt idx="20376">49.990000000000002</cx:pt>
          <cx:pt idx="20377">49.990000000000002</cx:pt>
          <cx:pt idx="20378">49.990000000000002</cx:pt>
          <cx:pt idx="20379">49.990000000000002</cx:pt>
          <cx:pt idx="20380">49.990000000000002</cx:pt>
          <cx:pt idx="20381">49.990000000000002</cx:pt>
          <cx:pt idx="20382">49.990000000000002</cx:pt>
          <cx:pt idx="20383">49.990000000000002</cx:pt>
          <cx:pt idx="20384">49.990000000000002</cx:pt>
          <cx:pt idx="20385">49.990000000000002</cx:pt>
          <cx:pt idx="20386">49.990000000000002</cx:pt>
          <cx:pt idx="20387">49.990000000000002</cx:pt>
          <cx:pt idx="20388">49.990000000000002</cx:pt>
          <cx:pt idx="20389">49.990000000000002</cx:pt>
          <cx:pt idx="20390">49.990000000000002</cx:pt>
          <cx:pt idx="20391">49.990000000000002</cx:pt>
          <cx:pt idx="20392">49.990000000000002</cx:pt>
          <cx:pt idx="20393">49.990000000000002</cx:pt>
          <cx:pt idx="20394">49.990000000000002</cx:pt>
          <cx:pt idx="20395">49.990000000000002</cx:pt>
          <cx:pt idx="20396">49.990000000000002</cx:pt>
          <cx:pt idx="20397">49.990000000000002</cx:pt>
          <cx:pt idx="20398">49.990000000000002</cx:pt>
          <cx:pt idx="20399">49.990000000000002</cx:pt>
          <cx:pt idx="20400">49.990000000000002</cx:pt>
          <cx:pt idx="20401">49.990000000000002</cx:pt>
          <cx:pt idx="20402">49.990000000000002</cx:pt>
          <cx:pt idx="20403">49.990000000000002</cx:pt>
          <cx:pt idx="20404">49.990000000000002</cx:pt>
          <cx:pt idx="20405">49.990000000000002</cx:pt>
          <cx:pt idx="20406">49.990000000000002</cx:pt>
          <cx:pt idx="20407">49.990000000000002</cx:pt>
          <cx:pt idx="20408">49.990000000000002</cx:pt>
          <cx:pt idx="20409">49.990000000000002</cx:pt>
          <cx:pt idx="20410">49.990000000000002</cx:pt>
          <cx:pt idx="20411">49.990000000000002</cx:pt>
          <cx:pt idx="20412">49.990000000000002</cx:pt>
          <cx:pt idx="20413">49.990000000000002</cx:pt>
          <cx:pt idx="20414">49.990000000000002</cx:pt>
          <cx:pt idx="20415">49.990000000000002</cx:pt>
          <cx:pt idx="20416">49.990000000000002</cx:pt>
          <cx:pt idx="20417">49.990000000000002</cx:pt>
          <cx:pt idx="20418">49.990000000000002</cx:pt>
          <cx:pt idx="20419">49.990000000000002</cx:pt>
          <cx:pt idx="20420">49.990000000000002</cx:pt>
          <cx:pt idx="20421">49.990000000000002</cx:pt>
          <cx:pt idx="20422">49.990000000000002</cx:pt>
          <cx:pt idx="20423">49.990000000000002</cx:pt>
          <cx:pt idx="20424">49.990000000000002</cx:pt>
          <cx:pt idx="20425">49.990000000000002</cx:pt>
          <cx:pt idx="20426">49.990000000000002</cx:pt>
          <cx:pt idx="20427">49.990000000000002</cx:pt>
          <cx:pt idx="20428">49.990000000000002</cx:pt>
          <cx:pt idx="20429">49.990000000000002</cx:pt>
          <cx:pt idx="20430">49.990000000000002</cx:pt>
          <cx:pt idx="20431">49.990000000000002</cx:pt>
          <cx:pt idx="20432">49.990000000000002</cx:pt>
          <cx:pt idx="20433">49.990000000000002</cx:pt>
          <cx:pt idx="20434">49.990000000000002</cx:pt>
          <cx:pt idx="20435">49.990000000000002</cx:pt>
          <cx:pt idx="20436">49.990000000000002</cx:pt>
          <cx:pt idx="20437">49.990000000000002</cx:pt>
          <cx:pt idx="20438">49.990000000000002</cx:pt>
          <cx:pt idx="20439">49.990000000000002</cx:pt>
          <cx:pt idx="20440">49.990000000000002</cx:pt>
          <cx:pt idx="20441">49.990000000000002</cx:pt>
          <cx:pt idx="20442">49.990000000000002</cx:pt>
          <cx:pt idx="20443">49.990000000000002</cx:pt>
          <cx:pt idx="20444">49.990000000000002</cx:pt>
          <cx:pt idx="20445">49.990000000000002</cx:pt>
          <cx:pt idx="20446">49.990000000000002</cx:pt>
          <cx:pt idx="20447">49.990000000000002</cx:pt>
          <cx:pt idx="20448">49.990000000000002</cx:pt>
          <cx:pt idx="20449">49.990000000000002</cx:pt>
          <cx:pt idx="20450">49.990000000000002</cx:pt>
          <cx:pt idx="20451">49.990000000000002</cx:pt>
          <cx:pt idx="20452">49.990000000000002</cx:pt>
          <cx:pt idx="20453">49.990000000000002</cx:pt>
          <cx:pt idx="20454">49.990000000000002</cx:pt>
          <cx:pt idx="20455">49.990000000000002</cx:pt>
          <cx:pt idx="20456">49.990000000000002</cx:pt>
          <cx:pt idx="20457">49.990000000000002</cx:pt>
          <cx:pt idx="20458">49.990000000000002</cx:pt>
          <cx:pt idx="20459">49.990000000000002</cx:pt>
          <cx:pt idx="20460">49.990000000000002</cx:pt>
          <cx:pt idx="20461">49.990000000000002</cx:pt>
          <cx:pt idx="20462">49.990000000000002</cx:pt>
          <cx:pt idx="20463">49.990000000000002</cx:pt>
          <cx:pt idx="20464">49.990000000000002</cx:pt>
          <cx:pt idx="20465">49.990000000000002</cx:pt>
          <cx:pt idx="20466">49.990000000000002</cx:pt>
          <cx:pt idx="20467">49.990000000000002</cx:pt>
          <cx:pt idx="20468">49.990000000000002</cx:pt>
          <cx:pt idx="20469">49.990000000000002</cx:pt>
          <cx:pt idx="20470">49.990000000000002</cx:pt>
          <cx:pt idx="20471">49.990000000000002</cx:pt>
          <cx:pt idx="20472">49.990000000000002</cx:pt>
          <cx:pt idx="20473">49.990000000000002</cx:pt>
          <cx:pt idx="20474">49.990000000000002</cx:pt>
          <cx:pt idx="20475">49.990000000000002</cx:pt>
          <cx:pt idx="20476">49.990000000000002</cx:pt>
          <cx:pt idx="20477">49.990000000000002</cx:pt>
          <cx:pt idx="20478">49.990000000000002</cx:pt>
          <cx:pt idx="20479">49.990000000000002</cx:pt>
          <cx:pt idx="20480">49.990000000000002</cx:pt>
          <cx:pt idx="20481">49.990000000000002</cx:pt>
          <cx:pt idx="20482">49.990000000000002</cx:pt>
          <cx:pt idx="20483">49.990000000000002</cx:pt>
          <cx:pt idx="20484">49.990000000000002</cx:pt>
          <cx:pt idx="20485">49.990000000000002</cx:pt>
          <cx:pt idx="20486">49.990000000000002</cx:pt>
          <cx:pt idx="20487">49.990000000000002</cx:pt>
          <cx:pt idx="20488">49.990000000000002</cx:pt>
          <cx:pt idx="20489">49.990000000000002</cx:pt>
          <cx:pt idx="20490">49.990000000000002</cx:pt>
          <cx:pt idx="20491">49.990000000000002</cx:pt>
          <cx:pt idx="20492">49.990000000000002</cx:pt>
          <cx:pt idx="20493">49.990000000000002</cx:pt>
          <cx:pt idx="20494">49.990000000000002</cx:pt>
          <cx:pt idx="20495">49.990000000000002</cx:pt>
          <cx:pt idx="20496">49.990000000000002</cx:pt>
          <cx:pt idx="20497">49.990000000000002</cx:pt>
          <cx:pt idx="20498">49.990000000000002</cx:pt>
          <cx:pt idx="20499">49.990000000000002</cx:pt>
          <cx:pt idx="20500">49.990000000000002</cx:pt>
          <cx:pt idx="20501">49.990000000000002</cx:pt>
          <cx:pt idx="20502">49.990000000000002</cx:pt>
          <cx:pt idx="20503">49.990000000000002</cx:pt>
          <cx:pt idx="20504">49.990000000000002</cx:pt>
          <cx:pt idx="20505">49.990000000000002</cx:pt>
          <cx:pt idx="20506">49.990000000000002</cx:pt>
          <cx:pt idx="20507">49.990000000000002</cx:pt>
          <cx:pt idx="20508">49.990000000000002</cx:pt>
          <cx:pt idx="20509">49.990000000000002</cx:pt>
          <cx:pt idx="20510">49.990000000000002</cx:pt>
          <cx:pt idx="20511">49.990000000000002</cx:pt>
          <cx:pt idx="20512">49.990000000000002</cx:pt>
          <cx:pt idx="20513">49.990000000000002</cx:pt>
          <cx:pt idx="20514">49.990000000000002</cx:pt>
          <cx:pt idx="20515">49.990000000000002</cx:pt>
          <cx:pt idx="20516">49.990000000000002</cx:pt>
          <cx:pt idx="20517">49.990000000000002</cx:pt>
          <cx:pt idx="20518">49.990000000000002</cx:pt>
          <cx:pt idx="20519">49.990000000000002</cx:pt>
          <cx:pt idx="20520">49.990000000000002</cx:pt>
          <cx:pt idx="20521">49.990000000000002</cx:pt>
          <cx:pt idx="20522">49.990000000000002</cx:pt>
          <cx:pt idx="20523">49.990000000000002</cx:pt>
          <cx:pt idx="20524">49.990000000000002</cx:pt>
          <cx:pt idx="20525">49.990000000000002</cx:pt>
          <cx:pt idx="20526">49.990000000000002</cx:pt>
          <cx:pt idx="20527">49.990000000000002</cx:pt>
          <cx:pt idx="20528">49.990000000000002</cx:pt>
          <cx:pt idx="20529">49.990000000000002</cx:pt>
          <cx:pt idx="20530">49.990000000000002</cx:pt>
          <cx:pt idx="20531">49.990000000000002</cx:pt>
          <cx:pt idx="20532">49.990000000000002</cx:pt>
          <cx:pt idx="20533">49.990000000000002</cx:pt>
          <cx:pt idx="20534">49.990000000000002</cx:pt>
          <cx:pt idx="20535">49.990000000000002</cx:pt>
          <cx:pt idx="20536">49.990000000000002</cx:pt>
          <cx:pt idx="20537">49.990000000000002</cx:pt>
          <cx:pt idx="20538">49.990000000000002</cx:pt>
          <cx:pt idx="20539">49.990000000000002</cx:pt>
          <cx:pt idx="20540">49.990000000000002</cx:pt>
          <cx:pt idx="20541">49.990000000000002</cx:pt>
          <cx:pt idx="20542">49.990000000000002</cx:pt>
          <cx:pt idx="20543">49.990000000000002</cx:pt>
          <cx:pt idx="20544">49.990000000000002</cx:pt>
          <cx:pt idx="20545">49.990000000000002</cx:pt>
          <cx:pt idx="20546">49.990000000000002</cx:pt>
          <cx:pt idx="20547">49.990000000000002</cx:pt>
          <cx:pt idx="20548">49.990000000000002</cx:pt>
          <cx:pt idx="20549">49.990000000000002</cx:pt>
          <cx:pt idx="20550">49.990000000000002</cx:pt>
          <cx:pt idx="20551">49.990000000000002</cx:pt>
          <cx:pt idx="20552">49.990000000000002</cx:pt>
          <cx:pt idx="20553">49.990000000000002</cx:pt>
          <cx:pt idx="20554">49.990000000000002</cx:pt>
          <cx:pt idx="20555">49.990000000000002</cx:pt>
          <cx:pt idx="20556">49.990000000000002</cx:pt>
          <cx:pt idx="20557">49.990000000000002</cx:pt>
          <cx:pt idx="20558">49.990000000000002</cx:pt>
          <cx:pt idx="20559">49.990000000000002</cx:pt>
          <cx:pt idx="20560">49.990000000000002</cx:pt>
          <cx:pt idx="20561">49.990000000000002</cx:pt>
          <cx:pt idx="20562">49.990000000000002</cx:pt>
          <cx:pt idx="20563">49.990000000000002</cx:pt>
          <cx:pt idx="20564">49.990000000000002</cx:pt>
          <cx:pt idx="20565">49.990000000000002</cx:pt>
          <cx:pt idx="20566">49.990000000000002</cx:pt>
          <cx:pt idx="20567">49.990000000000002</cx:pt>
          <cx:pt idx="20568">49.990000000000002</cx:pt>
          <cx:pt idx="20569">49.990000000000002</cx:pt>
          <cx:pt idx="20570">49.990000000000002</cx:pt>
          <cx:pt idx="20571">49.990000000000002</cx:pt>
          <cx:pt idx="20572">49.990000000000002</cx:pt>
          <cx:pt idx="20573">49.990000000000002</cx:pt>
          <cx:pt idx="20574">49.990000000000002</cx:pt>
          <cx:pt idx="20575">49.990000000000002</cx:pt>
          <cx:pt idx="20576">49.990000000000002</cx:pt>
          <cx:pt idx="20577">49.990000000000002</cx:pt>
          <cx:pt idx="20578">49.990000000000002</cx:pt>
          <cx:pt idx="20579">49.990000000000002</cx:pt>
          <cx:pt idx="20580">49.990000000000002</cx:pt>
          <cx:pt idx="20581">49.990000000000002</cx:pt>
          <cx:pt idx="20582">49.990000000000002</cx:pt>
          <cx:pt idx="20583">49.990000000000002</cx:pt>
          <cx:pt idx="20584">49.990000000000002</cx:pt>
          <cx:pt idx="20585">49.990000000000002</cx:pt>
          <cx:pt idx="20586">49.990000000000002</cx:pt>
          <cx:pt idx="20587">49.990000000000002</cx:pt>
          <cx:pt idx="20588">49.990000000000002</cx:pt>
          <cx:pt idx="20589">49.990000000000002</cx:pt>
          <cx:pt idx="20590">49.990000000000002</cx:pt>
          <cx:pt idx="20591">49.990000000000002</cx:pt>
          <cx:pt idx="20592">49.990000000000002</cx:pt>
          <cx:pt idx="20593">49.990000000000002</cx:pt>
          <cx:pt idx="20594">49.990000000000002</cx:pt>
          <cx:pt idx="20595">49.990000000000002</cx:pt>
          <cx:pt idx="20596">49.990000000000002</cx:pt>
          <cx:pt idx="20597">49.990000000000002</cx:pt>
          <cx:pt idx="20598">49.990000000000002</cx:pt>
          <cx:pt idx="20599">49.990000000000002</cx:pt>
          <cx:pt idx="20600">49.990000000000002</cx:pt>
          <cx:pt idx="20601">49.990000000000002</cx:pt>
          <cx:pt idx="20602">49.990000000000002</cx:pt>
          <cx:pt idx="20603">49.990000000000002</cx:pt>
          <cx:pt idx="20604">49.990000000000002</cx:pt>
          <cx:pt idx="20605">49.990000000000002</cx:pt>
          <cx:pt idx="20606">49.990000000000002</cx:pt>
          <cx:pt idx="20607">49.990000000000002</cx:pt>
          <cx:pt idx="20608">49.990000000000002</cx:pt>
          <cx:pt idx="20609">49.990000000000002</cx:pt>
          <cx:pt idx="20610">49.990000000000002</cx:pt>
          <cx:pt idx="20611">49.990000000000002</cx:pt>
          <cx:pt idx="20612">49.990000000000002</cx:pt>
          <cx:pt idx="20613">49.990000000000002</cx:pt>
          <cx:pt idx="20614">49.990000000000002</cx:pt>
          <cx:pt idx="20615">49.990000000000002</cx:pt>
          <cx:pt idx="20616">49.990000000000002</cx:pt>
          <cx:pt idx="20617">49.990000000000002</cx:pt>
          <cx:pt idx="20618">49.990000000000002</cx:pt>
          <cx:pt idx="20619">49.990000000000002</cx:pt>
          <cx:pt idx="20620">49.990000000000002</cx:pt>
          <cx:pt idx="20621">49.990000000000002</cx:pt>
          <cx:pt idx="20622">49.990000000000002</cx:pt>
          <cx:pt idx="20623">49.990000000000002</cx:pt>
          <cx:pt idx="20624">49.990000000000002</cx:pt>
          <cx:pt idx="20625">49.990000000000002</cx:pt>
          <cx:pt idx="20626">49.990000000000002</cx:pt>
          <cx:pt idx="20627">49.990000000000002</cx:pt>
          <cx:pt idx="20628">49.990000000000002</cx:pt>
          <cx:pt idx="20629">49.990000000000002</cx:pt>
          <cx:pt idx="20630">49.990000000000002</cx:pt>
          <cx:pt idx="20631">49.990000000000002</cx:pt>
          <cx:pt idx="20632">49.990000000000002</cx:pt>
          <cx:pt idx="20633">49.990000000000002</cx:pt>
          <cx:pt idx="20634">49.990000000000002</cx:pt>
          <cx:pt idx="20635">49.990000000000002</cx:pt>
          <cx:pt idx="20636">49.990000000000002</cx:pt>
          <cx:pt idx="20637">49.990000000000002</cx:pt>
          <cx:pt idx="20638">49.990000000000002</cx:pt>
          <cx:pt idx="20639">49.990000000000002</cx:pt>
          <cx:pt idx="20640">49.990000000000002</cx:pt>
          <cx:pt idx="20641">49.990000000000002</cx:pt>
          <cx:pt idx="20642">49.990000000000002</cx:pt>
          <cx:pt idx="20643">49.990000000000002</cx:pt>
          <cx:pt idx="20644">49.990000000000002</cx:pt>
          <cx:pt idx="20645">49.990000000000002</cx:pt>
          <cx:pt idx="20646">49.990000000000002</cx:pt>
          <cx:pt idx="20647">49.990000000000002</cx:pt>
          <cx:pt idx="20648">49.990000000000002</cx:pt>
          <cx:pt idx="20649">49.990000000000002</cx:pt>
          <cx:pt idx="20650">49.990000000000002</cx:pt>
          <cx:pt idx="20651">49.990000000000002</cx:pt>
          <cx:pt idx="20652">49.990000000000002</cx:pt>
          <cx:pt idx="20653">49.990000000000002</cx:pt>
          <cx:pt idx="20654">49.990000000000002</cx:pt>
          <cx:pt idx="20655">49.990000000000002</cx:pt>
          <cx:pt idx="20656">49.990000000000002</cx:pt>
          <cx:pt idx="20657">49.990000000000002</cx:pt>
          <cx:pt idx="20658">49.990000000000002</cx:pt>
          <cx:pt idx="20659">49.990000000000002</cx:pt>
          <cx:pt idx="20660">49.990000000000002</cx:pt>
          <cx:pt idx="20661">49.990000000000002</cx:pt>
          <cx:pt idx="20662">49.990000000000002</cx:pt>
          <cx:pt idx="20663">49.990000000000002</cx:pt>
          <cx:pt idx="20664">49.990000000000002</cx:pt>
          <cx:pt idx="20665">49.990000000000002</cx:pt>
          <cx:pt idx="20666">49.990000000000002</cx:pt>
          <cx:pt idx="20667">49.990000000000002</cx:pt>
          <cx:pt idx="20668">49.990000000000002</cx:pt>
          <cx:pt idx="20669">49.990000000000002</cx:pt>
          <cx:pt idx="20670">49.990000000000002</cx:pt>
          <cx:pt idx="20671">49.990000000000002</cx:pt>
          <cx:pt idx="20672">49.990000000000002</cx:pt>
          <cx:pt idx="20673">49.990000000000002</cx:pt>
          <cx:pt idx="20674">49.990000000000002</cx:pt>
          <cx:pt idx="20675">49.990000000000002</cx:pt>
          <cx:pt idx="20676">49.990000000000002</cx:pt>
          <cx:pt idx="20677">49.990000000000002</cx:pt>
          <cx:pt idx="20678">49.990000000000002</cx:pt>
          <cx:pt idx="20679">49.990000000000002</cx:pt>
          <cx:pt idx="20680">49.990000000000002</cx:pt>
          <cx:pt idx="20681">49.990000000000002</cx:pt>
          <cx:pt idx="20682">49.990000000000002</cx:pt>
          <cx:pt idx="20683">49.990000000000002</cx:pt>
          <cx:pt idx="20684">49.990000000000002</cx:pt>
          <cx:pt idx="20685">49.990000000000002</cx:pt>
          <cx:pt idx="20686">49.990000000000002</cx:pt>
          <cx:pt idx="20687">49.990000000000002</cx:pt>
          <cx:pt idx="20688">49.990000000000002</cx:pt>
          <cx:pt idx="20689">49.990000000000002</cx:pt>
          <cx:pt idx="20690">49.990000000000002</cx:pt>
          <cx:pt idx="20691">49.990000000000002</cx:pt>
          <cx:pt idx="20692">49.990000000000002</cx:pt>
          <cx:pt idx="20693">49.990000000000002</cx:pt>
          <cx:pt idx="20694">49.990000000000002</cx:pt>
          <cx:pt idx="20695">49.990000000000002</cx:pt>
          <cx:pt idx="20696">49.990000000000002</cx:pt>
          <cx:pt idx="20697">49.990000000000002</cx:pt>
          <cx:pt idx="20698">49.990000000000002</cx:pt>
          <cx:pt idx="20699">49.990000000000002</cx:pt>
          <cx:pt idx="20700">49.990000000000002</cx:pt>
          <cx:pt idx="20701">49.990000000000002</cx:pt>
          <cx:pt idx="20702">49.990000000000002</cx:pt>
          <cx:pt idx="20703">49.990000000000002</cx:pt>
          <cx:pt idx="20704">49.990000000000002</cx:pt>
          <cx:pt idx="20705">49.990000000000002</cx:pt>
          <cx:pt idx="20706">49.990000000000002</cx:pt>
          <cx:pt idx="20707">49.990000000000002</cx:pt>
          <cx:pt idx="20708">49.990000000000002</cx:pt>
          <cx:pt idx="20709">49.990000000000002</cx:pt>
          <cx:pt idx="20710">49.990000000000002</cx:pt>
          <cx:pt idx="20711">49.990000000000002</cx:pt>
          <cx:pt idx="20712">49.990000000000002</cx:pt>
          <cx:pt idx="20713">49.990000000000002</cx:pt>
          <cx:pt idx="20714">49.990000000000002</cx:pt>
          <cx:pt idx="20715">49.990000000000002</cx:pt>
          <cx:pt idx="20716">49.990000000000002</cx:pt>
          <cx:pt idx="20717">49.990000000000002</cx:pt>
          <cx:pt idx="20718">49.990000000000002</cx:pt>
          <cx:pt idx="20719">49.990000000000002</cx:pt>
          <cx:pt idx="20720">49.990000000000002</cx:pt>
          <cx:pt idx="20721">49.990000000000002</cx:pt>
          <cx:pt idx="20722">49.990000000000002</cx:pt>
          <cx:pt idx="20723">49.990000000000002</cx:pt>
          <cx:pt idx="20724">49.990000000000002</cx:pt>
          <cx:pt idx="20725">49.990000000000002</cx:pt>
          <cx:pt idx="20726">49.990000000000002</cx:pt>
          <cx:pt idx="20727">49.990000000000002</cx:pt>
          <cx:pt idx="20728">49.990000000000002</cx:pt>
          <cx:pt idx="20729">49.990000000000002</cx:pt>
          <cx:pt idx="20730">49.990000000000002</cx:pt>
          <cx:pt idx="20731">49.990000000000002</cx:pt>
          <cx:pt idx="20732">49.990000000000002</cx:pt>
          <cx:pt idx="20733">49.990000000000002</cx:pt>
          <cx:pt idx="20734">49.990000000000002</cx:pt>
          <cx:pt idx="20735">49.990000000000002</cx:pt>
          <cx:pt idx="20736">49.990000000000002</cx:pt>
          <cx:pt idx="20737">49.990000000000002</cx:pt>
          <cx:pt idx="20738">49.990000000000002</cx:pt>
          <cx:pt idx="20739">49.990000000000002</cx:pt>
          <cx:pt idx="20740">49.990000000000002</cx:pt>
          <cx:pt idx="20741">49.990000000000002</cx:pt>
          <cx:pt idx="20742">49.990000000000002</cx:pt>
          <cx:pt idx="20743">49.990000000000002</cx:pt>
          <cx:pt idx="20744">49.990000000000002</cx:pt>
          <cx:pt idx="20745">49.990000000000002</cx:pt>
          <cx:pt idx="20746">49.990000000000002</cx:pt>
          <cx:pt idx="20747">49.990000000000002</cx:pt>
          <cx:pt idx="20748">49.990000000000002</cx:pt>
          <cx:pt idx="20749">49.990000000000002</cx:pt>
          <cx:pt idx="20750">49.990000000000002</cx:pt>
          <cx:pt idx="20751">49.990000000000002</cx:pt>
          <cx:pt idx="20752">49.990000000000002</cx:pt>
          <cx:pt idx="20753">49.990000000000002</cx:pt>
          <cx:pt idx="20754">49.990000000000002</cx:pt>
          <cx:pt idx="20755">49.990000000000002</cx:pt>
          <cx:pt idx="20756">49.990000000000002</cx:pt>
          <cx:pt idx="20757">49.990000000000002</cx:pt>
          <cx:pt idx="20758">49.990000000000002</cx:pt>
          <cx:pt idx="20759">49.990000000000002</cx:pt>
          <cx:pt idx="20760">49.990000000000002</cx:pt>
          <cx:pt idx="20761">49.990000000000002</cx:pt>
          <cx:pt idx="20762">49.990000000000002</cx:pt>
          <cx:pt idx="20763">49.990000000000002</cx:pt>
          <cx:pt idx="20764">49.990000000000002</cx:pt>
          <cx:pt idx="20765">49.990000000000002</cx:pt>
          <cx:pt idx="20766">49.990000000000002</cx:pt>
          <cx:pt idx="20767">49.990000000000002</cx:pt>
          <cx:pt idx="20768">49.990000000000002</cx:pt>
          <cx:pt idx="20769">49.990000000000002</cx:pt>
          <cx:pt idx="20770">49.990000000000002</cx:pt>
          <cx:pt idx="20771">49.990000000000002</cx:pt>
          <cx:pt idx="20772">49.990000000000002</cx:pt>
          <cx:pt idx="20773">49.990000000000002</cx:pt>
          <cx:pt idx="20774">49.990000000000002</cx:pt>
          <cx:pt idx="20775">49.990000000000002</cx:pt>
          <cx:pt idx="20776">49.990000000000002</cx:pt>
          <cx:pt idx="20777">49.990000000000002</cx:pt>
          <cx:pt idx="20778">49.990000000000002</cx:pt>
          <cx:pt idx="20779">49.990000000000002</cx:pt>
          <cx:pt idx="20780">49.990000000000002</cx:pt>
          <cx:pt idx="20781">49.990000000000002</cx:pt>
          <cx:pt idx="20782">49.990000000000002</cx:pt>
          <cx:pt idx="20783">49.990000000000002</cx:pt>
          <cx:pt idx="20784">49.990000000000002</cx:pt>
          <cx:pt idx="20785">49.990000000000002</cx:pt>
          <cx:pt idx="20786">49.990000000000002</cx:pt>
          <cx:pt idx="20787">49.990000000000002</cx:pt>
          <cx:pt idx="20788">49.990000000000002</cx:pt>
          <cx:pt idx="20789">49.990000000000002</cx:pt>
          <cx:pt idx="20790">49.990000000000002</cx:pt>
          <cx:pt idx="20791">49.990000000000002</cx:pt>
          <cx:pt idx="20792">49.990000000000002</cx:pt>
          <cx:pt idx="20793">49.990000000000002</cx:pt>
          <cx:pt idx="20794">49.990000000000002</cx:pt>
          <cx:pt idx="20795">49.990000000000002</cx:pt>
          <cx:pt idx="20796">49.990000000000002</cx:pt>
          <cx:pt idx="20797">49.990000000000002</cx:pt>
          <cx:pt idx="20798">49.990000000000002</cx:pt>
          <cx:pt idx="20799">49.990000000000002</cx:pt>
          <cx:pt idx="20800">49.990000000000002</cx:pt>
          <cx:pt idx="20801">49.990000000000002</cx:pt>
          <cx:pt idx="20802">49.990000000000002</cx:pt>
          <cx:pt idx="20803">49.990000000000002</cx:pt>
          <cx:pt idx="20804">49.990000000000002</cx:pt>
          <cx:pt idx="20805">49.990000000000002</cx:pt>
          <cx:pt idx="20806">49.990000000000002</cx:pt>
          <cx:pt idx="20807">49.990000000000002</cx:pt>
          <cx:pt idx="20808">49.990000000000002</cx:pt>
          <cx:pt idx="20809">49.990000000000002</cx:pt>
          <cx:pt idx="20810">49.990000000000002</cx:pt>
          <cx:pt idx="20811">49.990000000000002</cx:pt>
          <cx:pt idx="20812">49.990000000000002</cx:pt>
          <cx:pt idx="20813">49.990000000000002</cx:pt>
          <cx:pt idx="20814">49.990000000000002</cx:pt>
          <cx:pt idx="20815">49.990000000000002</cx:pt>
          <cx:pt idx="20816">49.990000000000002</cx:pt>
          <cx:pt idx="20817">49.990000000000002</cx:pt>
          <cx:pt idx="20818">49.990000000000002</cx:pt>
          <cx:pt idx="20819">49.990000000000002</cx:pt>
          <cx:pt idx="20820">49.990000000000002</cx:pt>
          <cx:pt idx="20821">49.990000000000002</cx:pt>
          <cx:pt idx="20822">49.990000000000002</cx:pt>
          <cx:pt idx="20823">49.990000000000002</cx:pt>
          <cx:pt idx="20824">49.990000000000002</cx:pt>
          <cx:pt idx="20825">49.990000000000002</cx:pt>
          <cx:pt idx="20826">49.990000000000002</cx:pt>
          <cx:pt idx="20827">49.990000000000002</cx:pt>
          <cx:pt idx="20828">49.990000000000002</cx:pt>
          <cx:pt idx="20829">49.990000000000002</cx:pt>
          <cx:pt idx="20830">49.990000000000002</cx:pt>
          <cx:pt idx="20831">49.990000000000002</cx:pt>
          <cx:pt idx="20832">49.990000000000002</cx:pt>
          <cx:pt idx="20833">49.990000000000002</cx:pt>
          <cx:pt idx="20834">49.990000000000002</cx:pt>
          <cx:pt idx="20835">49.990000000000002</cx:pt>
          <cx:pt idx="20836">49.990000000000002</cx:pt>
          <cx:pt idx="20837">49.990000000000002</cx:pt>
          <cx:pt idx="20838">49.990000000000002</cx:pt>
          <cx:pt idx="20839">49.990000000000002</cx:pt>
          <cx:pt idx="20840">49.990000000000002</cx:pt>
          <cx:pt idx="20841">49.990000000000002</cx:pt>
          <cx:pt idx="20842">49.990000000000002</cx:pt>
          <cx:pt idx="20843">49.990000000000002</cx:pt>
          <cx:pt idx="20844">49.990000000000002</cx:pt>
          <cx:pt idx="20845">49.990000000000002</cx:pt>
          <cx:pt idx="20846">49.990000000000002</cx:pt>
          <cx:pt idx="20847">49.990000000000002</cx:pt>
          <cx:pt idx="20848">49.990000000000002</cx:pt>
          <cx:pt idx="20849">49.990000000000002</cx:pt>
          <cx:pt idx="20850">49.990000000000002</cx:pt>
          <cx:pt idx="20851">49.990000000000002</cx:pt>
          <cx:pt idx="20852">49.990000000000002</cx:pt>
          <cx:pt idx="20853">49.990000000000002</cx:pt>
          <cx:pt idx="20854">49.990000000000002</cx:pt>
          <cx:pt idx="20855">49.990000000000002</cx:pt>
          <cx:pt idx="20856">49.990000000000002</cx:pt>
          <cx:pt idx="20857">49.990000000000002</cx:pt>
          <cx:pt idx="20858">49.990000000000002</cx:pt>
          <cx:pt idx="20859">49.990000000000002</cx:pt>
          <cx:pt idx="20860">49.990000000000002</cx:pt>
          <cx:pt idx="20861">49.990000000000002</cx:pt>
          <cx:pt idx="20862">49.990000000000002</cx:pt>
          <cx:pt idx="20863">49.990000000000002</cx:pt>
          <cx:pt idx="20864">49.990000000000002</cx:pt>
          <cx:pt idx="20865">49.990000000000002</cx:pt>
          <cx:pt idx="20866">49.990000000000002</cx:pt>
          <cx:pt idx="20867">49.990000000000002</cx:pt>
          <cx:pt idx="20868">49.990000000000002</cx:pt>
          <cx:pt idx="20869">49.990000000000002</cx:pt>
          <cx:pt idx="20870">49.990000000000002</cx:pt>
          <cx:pt idx="20871">49.990000000000002</cx:pt>
          <cx:pt idx="20872">49.990000000000002</cx:pt>
          <cx:pt idx="20873">49.990000000000002</cx:pt>
          <cx:pt idx="20874">49.990000000000002</cx:pt>
          <cx:pt idx="20875">49.990000000000002</cx:pt>
          <cx:pt idx="20876">49.990000000000002</cx:pt>
          <cx:pt idx="20877">49.990000000000002</cx:pt>
          <cx:pt idx="20878">49.990000000000002</cx:pt>
          <cx:pt idx="20879">49.990000000000002</cx:pt>
          <cx:pt idx="20880">49.990000000000002</cx:pt>
          <cx:pt idx="20881">49.990000000000002</cx:pt>
          <cx:pt idx="20882">49.990000000000002</cx:pt>
          <cx:pt idx="20883">49.990000000000002</cx:pt>
          <cx:pt idx="20884">49.990000000000002</cx:pt>
          <cx:pt idx="20885">49.990000000000002</cx:pt>
          <cx:pt idx="20886">49.990000000000002</cx:pt>
          <cx:pt idx="20887">49.990000000000002</cx:pt>
          <cx:pt idx="20888">49.990000000000002</cx:pt>
          <cx:pt idx="20889">49.990000000000002</cx:pt>
          <cx:pt idx="20890">49.990000000000002</cx:pt>
          <cx:pt idx="20891">49.990000000000002</cx:pt>
          <cx:pt idx="20892">49.990000000000002</cx:pt>
          <cx:pt idx="20893">49.990000000000002</cx:pt>
          <cx:pt idx="20894">49.990000000000002</cx:pt>
          <cx:pt idx="20895">49.990000000000002</cx:pt>
          <cx:pt idx="20896">49.990000000000002</cx:pt>
          <cx:pt idx="20897">49.990000000000002</cx:pt>
          <cx:pt idx="20898">49.990000000000002</cx:pt>
          <cx:pt idx="20899">49.990000000000002</cx:pt>
          <cx:pt idx="20900">49.990000000000002</cx:pt>
          <cx:pt idx="20901">49.990000000000002</cx:pt>
          <cx:pt idx="20902">49.990000000000002</cx:pt>
          <cx:pt idx="20903">49.990000000000002</cx:pt>
          <cx:pt idx="20904">49.990000000000002</cx:pt>
          <cx:pt idx="20905">49.990000000000002</cx:pt>
          <cx:pt idx="20906">49.990000000000002</cx:pt>
          <cx:pt idx="20907">49.990000000000002</cx:pt>
          <cx:pt idx="20908">49.990000000000002</cx:pt>
          <cx:pt idx="20909">49.990000000000002</cx:pt>
          <cx:pt idx="20910">49.990000000000002</cx:pt>
          <cx:pt idx="20911">49.990000000000002</cx:pt>
          <cx:pt idx="20912">49.990000000000002</cx:pt>
          <cx:pt idx="20913">49.990000000000002</cx:pt>
          <cx:pt idx="20914">49.990000000000002</cx:pt>
          <cx:pt idx="20915">49.990000000000002</cx:pt>
          <cx:pt idx="20916">49.990000000000002</cx:pt>
          <cx:pt idx="20917">49.990000000000002</cx:pt>
          <cx:pt idx="20918">49.990000000000002</cx:pt>
          <cx:pt idx="20919">49.990000000000002</cx:pt>
          <cx:pt idx="20920">49.990000000000002</cx:pt>
          <cx:pt idx="20921">49.990000000000002</cx:pt>
          <cx:pt idx="20922">49.990000000000002</cx:pt>
          <cx:pt idx="20923">49.990000000000002</cx:pt>
          <cx:pt idx="20924">49.990000000000002</cx:pt>
          <cx:pt idx="20925">49.990000000000002</cx:pt>
          <cx:pt idx="20926">49.990000000000002</cx:pt>
          <cx:pt idx="20927">49.990000000000002</cx:pt>
          <cx:pt idx="20928">49.990000000000002</cx:pt>
          <cx:pt idx="20929">49.990000000000002</cx:pt>
          <cx:pt idx="20930">49.990000000000002</cx:pt>
          <cx:pt idx="20931">49.990000000000002</cx:pt>
          <cx:pt idx="20932">49.990000000000002</cx:pt>
          <cx:pt idx="20933">49.990000000000002</cx:pt>
          <cx:pt idx="20934">49.990000000000002</cx:pt>
          <cx:pt idx="20935">49.990000000000002</cx:pt>
          <cx:pt idx="20936">49.990000000000002</cx:pt>
          <cx:pt idx="20937">49.990000000000002</cx:pt>
          <cx:pt idx="20938">49.990000000000002</cx:pt>
          <cx:pt idx="20939">49.990000000000002</cx:pt>
          <cx:pt idx="20940">49.990000000000002</cx:pt>
          <cx:pt idx="20941">49.990000000000002</cx:pt>
          <cx:pt idx="20942">49.990000000000002</cx:pt>
          <cx:pt idx="20943">49.990000000000002</cx:pt>
          <cx:pt idx="20944">49.990000000000002</cx:pt>
          <cx:pt idx="20945">49.990000000000002</cx:pt>
          <cx:pt idx="20946">49.990000000000002</cx:pt>
          <cx:pt idx="20947">49.990000000000002</cx:pt>
          <cx:pt idx="20948">49.990000000000002</cx:pt>
          <cx:pt idx="20949">49.990000000000002</cx:pt>
          <cx:pt idx="20950">49.990000000000002</cx:pt>
          <cx:pt idx="20951">49.990000000000002</cx:pt>
          <cx:pt idx="20952">49.990000000000002</cx:pt>
          <cx:pt idx="20953">49.990000000000002</cx:pt>
          <cx:pt idx="20954">49.990000000000002</cx:pt>
          <cx:pt idx="20955">49.990000000000002</cx:pt>
          <cx:pt idx="20956">49.990000000000002</cx:pt>
          <cx:pt idx="20957">49.990000000000002</cx:pt>
          <cx:pt idx="20958">49.990000000000002</cx:pt>
          <cx:pt idx="20959">49.990000000000002</cx:pt>
          <cx:pt idx="20960">49.990000000000002</cx:pt>
          <cx:pt idx="20961">49.990000000000002</cx:pt>
          <cx:pt idx="20962">49.990000000000002</cx:pt>
          <cx:pt idx="20963">49.990000000000002</cx:pt>
          <cx:pt idx="20964">49.990000000000002</cx:pt>
          <cx:pt idx="20965">49.990000000000002</cx:pt>
          <cx:pt idx="20966">49.990000000000002</cx:pt>
          <cx:pt idx="20967">49.990000000000002</cx:pt>
          <cx:pt idx="20968">49.990000000000002</cx:pt>
          <cx:pt idx="20969">49.990000000000002</cx:pt>
          <cx:pt idx="20970">49.990000000000002</cx:pt>
          <cx:pt idx="20971">49.990000000000002</cx:pt>
          <cx:pt idx="20972">49.990000000000002</cx:pt>
          <cx:pt idx="20973">49.990000000000002</cx:pt>
          <cx:pt idx="20974">49.990000000000002</cx:pt>
          <cx:pt idx="20975">49.990000000000002</cx:pt>
          <cx:pt idx="20976">49.990000000000002</cx:pt>
          <cx:pt idx="20977">49.990000000000002</cx:pt>
          <cx:pt idx="20978">49.990000000000002</cx:pt>
          <cx:pt idx="20979">49.990000000000002</cx:pt>
          <cx:pt idx="20980">49.990000000000002</cx:pt>
          <cx:pt idx="20981">49.990000000000002</cx:pt>
          <cx:pt idx="20982">49.990000000000002</cx:pt>
          <cx:pt idx="20983">49.990000000000002</cx:pt>
          <cx:pt idx="20984">49.990000000000002</cx:pt>
          <cx:pt idx="20985">49.990000000000002</cx:pt>
          <cx:pt idx="20986">49.990000000000002</cx:pt>
          <cx:pt idx="20987">49.990000000000002</cx:pt>
          <cx:pt idx="20988">49.990000000000002</cx:pt>
          <cx:pt idx="20989">49.990000000000002</cx:pt>
          <cx:pt idx="20990">49.990000000000002</cx:pt>
          <cx:pt idx="20991">49.990000000000002</cx:pt>
          <cx:pt idx="20992">49.990000000000002</cx:pt>
          <cx:pt idx="20993">49.990000000000002</cx:pt>
          <cx:pt idx="20994">49.990000000000002</cx:pt>
          <cx:pt idx="20995">49.990000000000002</cx:pt>
          <cx:pt idx="20996">49.990000000000002</cx:pt>
          <cx:pt idx="20997">49.990000000000002</cx:pt>
          <cx:pt idx="20998">49.990000000000002</cx:pt>
          <cx:pt idx="20999">49.990000000000002</cx:pt>
          <cx:pt idx="21000">49.990000000000002</cx:pt>
          <cx:pt idx="21001">49.990000000000002</cx:pt>
          <cx:pt idx="21002">49.990000000000002</cx:pt>
          <cx:pt idx="21003">49.990000000000002</cx:pt>
          <cx:pt idx="21004">49.990000000000002</cx:pt>
          <cx:pt idx="21005">49.990000000000002</cx:pt>
          <cx:pt idx="21006">49.990000000000002</cx:pt>
          <cx:pt idx="21007">49.990000000000002</cx:pt>
          <cx:pt idx="21008">49.990000000000002</cx:pt>
          <cx:pt idx="21009">49.990000000000002</cx:pt>
          <cx:pt idx="21010">49.990000000000002</cx:pt>
          <cx:pt idx="21011">49.990000000000002</cx:pt>
          <cx:pt idx="21012">49.990000000000002</cx:pt>
          <cx:pt idx="21013">49.990000000000002</cx:pt>
          <cx:pt idx="21014">49.990000000000002</cx:pt>
          <cx:pt idx="21015">49.990000000000002</cx:pt>
          <cx:pt idx="21016">49.990000000000002</cx:pt>
          <cx:pt idx="21017">49.990000000000002</cx:pt>
          <cx:pt idx="21018">49.990000000000002</cx:pt>
          <cx:pt idx="21019">49.990000000000002</cx:pt>
          <cx:pt idx="21020">49.990000000000002</cx:pt>
          <cx:pt idx="21021">49.990000000000002</cx:pt>
          <cx:pt idx="21022">49.990000000000002</cx:pt>
          <cx:pt idx="21023">49.990000000000002</cx:pt>
          <cx:pt idx="21024">49.990000000000002</cx:pt>
          <cx:pt idx="21025">49.990000000000002</cx:pt>
          <cx:pt idx="21026">49.990000000000002</cx:pt>
          <cx:pt idx="21027">49.990000000000002</cx:pt>
          <cx:pt idx="21028">49.990000000000002</cx:pt>
          <cx:pt idx="21029">49.990000000000002</cx:pt>
          <cx:pt idx="21030">49.990000000000002</cx:pt>
          <cx:pt idx="21031">49.990000000000002</cx:pt>
          <cx:pt idx="21032">49.990000000000002</cx:pt>
          <cx:pt idx="21033">49.990000000000002</cx:pt>
          <cx:pt idx="21034">49.990000000000002</cx:pt>
          <cx:pt idx="21035">49.990000000000002</cx:pt>
          <cx:pt idx="21036">49.990000000000002</cx:pt>
          <cx:pt idx="21037">49.990000000000002</cx:pt>
          <cx:pt idx="21038">49.990000000000002</cx:pt>
          <cx:pt idx="21039">49.990000000000002</cx:pt>
          <cx:pt idx="21040">49.990000000000002</cx:pt>
          <cx:pt idx="21041">49.990000000000002</cx:pt>
          <cx:pt idx="21042">49.990000000000002</cx:pt>
          <cx:pt idx="21043">49.990000000000002</cx:pt>
          <cx:pt idx="21044">49.990000000000002</cx:pt>
          <cx:pt idx="21045">49.990000000000002</cx:pt>
          <cx:pt idx="21046">49.990000000000002</cx:pt>
          <cx:pt idx="21047">49.990000000000002</cx:pt>
          <cx:pt idx="21048">49.990000000000002</cx:pt>
          <cx:pt idx="21049">49.990000000000002</cx:pt>
          <cx:pt idx="21050">49.990000000000002</cx:pt>
          <cx:pt idx="21051">49.990000000000002</cx:pt>
          <cx:pt idx="21052">49.990000000000002</cx:pt>
          <cx:pt idx="21053">49.990000000000002</cx:pt>
          <cx:pt idx="21054">49.990000000000002</cx:pt>
          <cx:pt idx="21055">49.990000000000002</cx:pt>
          <cx:pt idx="21056">49.990000000000002</cx:pt>
          <cx:pt idx="21057">49.990000000000002</cx:pt>
          <cx:pt idx="21058">49.990000000000002</cx:pt>
          <cx:pt idx="21059">49.990000000000002</cx:pt>
          <cx:pt idx="21060">49.990000000000002</cx:pt>
          <cx:pt idx="21061">49.990000000000002</cx:pt>
          <cx:pt idx="21062">49.990000000000002</cx:pt>
          <cx:pt idx="21063">49.990000000000002</cx:pt>
          <cx:pt idx="21064">49.990000000000002</cx:pt>
          <cx:pt idx="21065">49.990000000000002</cx:pt>
          <cx:pt idx="21066">49.990000000000002</cx:pt>
          <cx:pt idx="21067">49.990000000000002</cx:pt>
          <cx:pt idx="21068">49.990000000000002</cx:pt>
          <cx:pt idx="21069">49.990000000000002</cx:pt>
          <cx:pt idx="21070">49.990000000000002</cx:pt>
          <cx:pt idx="21071">49.990000000000002</cx:pt>
          <cx:pt idx="21072">49.990000000000002</cx:pt>
          <cx:pt idx="21073">49.990000000000002</cx:pt>
          <cx:pt idx="21074">49.990000000000002</cx:pt>
          <cx:pt idx="21075">49.990000000000002</cx:pt>
          <cx:pt idx="21076">49.990000000000002</cx:pt>
          <cx:pt idx="21077">49.990000000000002</cx:pt>
          <cx:pt idx="21078">49.990000000000002</cx:pt>
          <cx:pt idx="21079">49.990000000000002</cx:pt>
          <cx:pt idx="21080">49.990000000000002</cx:pt>
          <cx:pt idx="21081">49.990000000000002</cx:pt>
          <cx:pt idx="21082">49.990000000000002</cx:pt>
          <cx:pt idx="21083">49.990000000000002</cx:pt>
          <cx:pt idx="21084">49.990000000000002</cx:pt>
          <cx:pt idx="21085">49.990000000000002</cx:pt>
          <cx:pt idx="21086">49.990000000000002</cx:pt>
          <cx:pt idx="21087">49.990000000000002</cx:pt>
          <cx:pt idx="21088">49.990000000000002</cx:pt>
          <cx:pt idx="21089">49.990000000000002</cx:pt>
          <cx:pt idx="21090">49.990000000000002</cx:pt>
          <cx:pt idx="21091">49.990000000000002</cx:pt>
          <cx:pt idx="21092">49.990000000000002</cx:pt>
          <cx:pt idx="21093">49.990000000000002</cx:pt>
          <cx:pt idx="21094">49.990000000000002</cx:pt>
          <cx:pt idx="21095">49.990000000000002</cx:pt>
          <cx:pt idx="21096">49.990000000000002</cx:pt>
          <cx:pt idx="21097">49.990000000000002</cx:pt>
          <cx:pt idx="21098">49.990000000000002</cx:pt>
          <cx:pt idx="21099">49.990000000000002</cx:pt>
          <cx:pt idx="21100">49.990000000000002</cx:pt>
          <cx:pt idx="21101">49.990000000000002</cx:pt>
          <cx:pt idx="21102">49.990000000000002</cx:pt>
          <cx:pt idx="21103">49.990000000000002</cx:pt>
          <cx:pt idx="21104">49.990000000000002</cx:pt>
          <cx:pt idx="21105">49.990000000000002</cx:pt>
          <cx:pt idx="21106">49.990000000000002</cx:pt>
          <cx:pt idx="21107">49.990000000000002</cx:pt>
          <cx:pt idx="21108">49.990000000000002</cx:pt>
          <cx:pt idx="21109">49.990000000000002</cx:pt>
          <cx:pt idx="21110">49.990000000000002</cx:pt>
          <cx:pt idx="21111">49.990000000000002</cx:pt>
          <cx:pt idx="21112">49.990000000000002</cx:pt>
          <cx:pt idx="21113">49.990000000000002</cx:pt>
          <cx:pt idx="21114">49.990000000000002</cx:pt>
          <cx:pt idx="21115">49.990000000000002</cx:pt>
          <cx:pt idx="21116">49.990000000000002</cx:pt>
          <cx:pt idx="21117">49.990000000000002</cx:pt>
          <cx:pt idx="21118">49.990000000000002</cx:pt>
          <cx:pt idx="21119">49.990000000000002</cx:pt>
          <cx:pt idx="21120">49.990000000000002</cx:pt>
          <cx:pt idx="21121">49.990000000000002</cx:pt>
          <cx:pt idx="21122">49.990000000000002</cx:pt>
          <cx:pt idx="21123">49.990000000000002</cx:pt>
          <cx:pt idx="21124">49.990000000000002</cx:pt>
          <cx:pt idx="21125">49.990000000000002</cx:pt>
          <cx:pt idx="21126">49.990000000000002</cx:pt>
          <cx:pt idx="21127">49.990000000000002</cx:pt>
          <cx:pt idx="21128">49.990000000000002</cx:pt>
          <cx:pt idx="21129">49.990000000000002</cx:pt>
          <cx:pt idx="21130">49.990000000000002</cx:pt>
          <cx:pt idx="21131">49.990000000000002</cx:pt>
          <cx:pt idx="21132">49.990000000000002</cx:pt>
          <cx:pt idx="21133">49.990000000000002</cx:pt>
          <cx:pt idx="21134">49.990000000000002</cx:pt>
          <cx:pt idx="21135">49.990000000000002</cx:pt>
          <cx:pt idx="21136">49.990000000000002</cx:pt>
          <cx:pt idx="21137">49.990000000000002</cx:pt>
          <cx:pt idx="21138">49.990000000000002</cx:pt>
          <cx:pt idx="21139">49.990000000000002</cx:pt>
          <cx:pt idx="21140">49.990000000000002</cx:pt>
          <cx:pt idx="21141">49.990000000000002</cx:pt>
          <cx:pt idx="21142">49.990000000000002</cx:pt>
          <cx:pt idx="21143">49.990000000000002</cx:pt>
          <cx:pt idx="21144">49.990000000000002</cx:pt>
          <cx:pt idx="21145">49.990000000000002</cx:pt>
          <cx:pt idx="21146">49.990000000000002</cx:pt>
          <cx:pt idx="21147">49.990000000000002</cx:pt>
          <cx:pt idx="21148">49.990000000000002</cx:pt>
          <cx:pt idx="21149">49.990000000000002</cx:pt>
          <cx:pt idx="21150">49.990000000000002</cx:pt>
          <cx:pt idx="21151">49.990000000000002</cx:pt>
          <cx:pt idx="21152">49.990000000000002</cx:pt>
          <cx:pt idx="21153">49.990000000000002</cx:pt>
          <cx:pt idx="21154">49.990000000000002</cx:pt>
          <cx:pt idx="21155">49.990000000000002</cx:pt>
          <cx:pt idx="21156">49.990000000000002</cx:pt>
          <cx:pt idx="21157">49.990000000000002</cx:pt>
          <cx:pt idx="21158">49.990000000000002</cx:pt>
          <cx:pt idx="21159">49.990000000000002</cx:pt>
          <cx:pt idx="21160">49.990000000000002</cx:pt>
          <cx:pt idx="21161">49.990000000000002</cx:pt>
          <cx:pt idx="21162">49.990000000000002</cx:pt>
          <cx:pt idx="21163">49.990000000000002</cx:pt>
          <cx:pt idx="21164">49.990000000000002</cx:pt>
          <cx:pt idx="21165">49.990000000000002</cx:pt>
          <cx:pt idx="21166">49.990000000000002</cx:pt>
          <cx:pt idx="21167">49.990000000000002</cx:pt>
          <cx:pt idx="21168">49.990000000000002</cx:pt>
          <cx:pt idx="21169">49.990000000000002</cx:pt>
          <cx:pt idx="21170">49.990000000000002</cx:pt>
          <cx:pt idx="21171">49.990000000000002</cx:pt>
          <cx:pt idx="21172">49.990000000000002</cx:pt>
          <cx:pt idx="21173">49.990000000000002</cx:pt>
          <cx:pt idx="21174">49.990000000000002</cx:pt>
          <cx:pt idx="21175">49.990000000000002</cx:pt>
          <cx:pt idx="21176">49.990000000000002</cx:pt>
          <cx:pt idx="21177">49.990000000000002</cx:pt>
          <cx:pt idx="21178">49.990000000000002</cx:pt>
          <cx:pt idx="21179">49.990000000000002</cx:pt>
          <cx:pt idx="21180">49.990000000000002</cx:pt>
          <cx:pt idx="21181">49.990000000000002</cx:pt>
          <cx:pt idx="21182">49.990000000000002</cx:pt>
          <cx:pt idx="21183">49.990000000000002</cx:pt>
          <cx:pt idx="21184">49.990000000000002</cx:pt>
          <cx:pt idx="21185">49.990000000000002</cx:pt>
          <cx:pt idx="21186">49.990000000000002</cx:pt>
          <cx:pt idx="21187">49.990000000000002</cx:pt>
          <cx:pt idx="21188">49.990000000000002</cx:pt>
          <cx:pt idx="21189">49.990000000000002</cx:pt>
          <cx:pt idx="21190">49.990000000000002</cx:pt>
          <cx:pt idx="21191">49.990000000000002</cx:pt>
          <cx:pt idx="21192">49.990000000000002</cx:pt>
          <cx:pt idx="21193">49.990000000000002</cx:pt>
          <cx:pt idx="21194">49.990000000000002</cx:pt>
          <cx:pt idx="21195">49.990000000000002</cx:pt>
          <cx:pt idx="21196">49.990000000000002</cx:pt>
          <cx:pt idx="21197">49.990000000000002</cx:pt>
          <cx:pt idx="21198">49.990000000000002</cx:pt>
          <cx:pt idx="21199">49.990000000000002</cx:pt>
          <cx:pt idx="21200">49.990000000000002</cx:pt>
          <cx:pt idx="21201">49.990000000000002</cx:pt>
          <cx:pt idx="21202">49.990000000000002</cx:pt>
          <cx:pt idx="21203">49.990000000000002</cx:pt>
          <cx:pt idx="21204">49.990000000000002</cx:pt>
          <cx:pt idx="21205">49.990000000000002</cx:pt>
          <cx:pt idx="21206">49.990000000000002</cx:pt>
          <cx:pt idx="21207">49.990000000000002</cx:pt>
          <cx:pt idx="21208">49.990000000000002</cx:pt>
          <cx:pt idx="21209">49.990000000000002</cx:pt>
          <cx:pt idx="21210">49.990000000000002</cx:pt>
          <cx:pt idx="21211">49.990000000000002</cx:pt>
          <cx:pt idx="21212">49.990000000000002</cx:pt>
          <cx:pt idx="21213">49.990000000000002</cx:pt>
          <cx:pt idx="21214">49.990000000000002</cx:pt>
          <cx:pt idx="21215">49.990000000000002</cx:pt>
          <cx:pt idx="21216">49.990000000000002</cx:pt>
          <cx:pt idx="21217">49.990000000000002</cx:pt>
          <cx:pt idx="21218">49.990000000000002</cx:pt>
          <cx:pt idx="21219">49.990000000000002</cx:pt>
          <cx:pt idx="21220">49.990000000000002</cx:pt>
          <cx:pt idx="21221">49.990000000000002</cx:pt>
          <cx:pt idx="21222">49.990000000000002</cx:pt>
          <cx:pt idx="21223">49.990000000000002</cx:pt>
          <cx:pt idx="21224">49.990000000000002</cx:pt>
          <cx:pt idx="21225">49.990000000000002</cx:pt>
          <cx:pt idx="21226">49.990000000000002</cx:pt>
          <cx:pt idx="21227">49.990000000000002</cx:pt>
          <cx:pt idx="21228">49.990000000000002</cx:pt>
          <cx:pt idx="21229">49.990000000000002</cx:pt>
          <cx:pt idx="21230">49.990000000000002</cx:pt>
          <cx:pt idx="21231">49.990000000000002</cx:pt>
          <cx:pt idx="21232">49.990000000000002</cx:pt>
          <cx:pt idx="21233">49.990000000000002</cx:pt>
          <cx:pt idx="21234">49.990000000000002</cx:pt>
          <cx:pt idx="21235">49.990000000000002</cx:pt>
          <cx:pt idx="21236">49.990000000000002</cx:pt>
          <cx:pt idx="21237">49.990000000000002</cx:pt>
          <cx:pt idx="21238">49.990000000000002</cx:pt>
          <cx:pt idx="21239">49.990000000000002</cx:pt>
          <cx:pt idx="21240">49.990000000000002</cx:pt>
          <cx:pt idx="21241">49.990000000000002</cx:pt>
          <cx:pt idx="21242">49.990000000000002</cx:pt>
          <cx:pt idx="21243">49.990000000000002</cx:pt>
          <cx:pt idx="21244">49.990000000000002</cx:pt>
          <cx:pt idx="21245">49.990000000000002</cx:pt>
          <cx:pt idx="21246">49.990000000000002</cx:pt>
          <cx:pt idx="21247">49.990000000000002</cx:pt>
          <cx:pt idx="21248">49.990000000000002</cx:pt>
          <cx:pt idx="21249">49.990000000000002</cx:pt>
          <cx:pt idx="21250">49.990000000000002</cx:pt>
          <cx:pt idx="21251">49.990000000000002</cx:pt>
          <cx:pt idx="21252">49.990000000000002</cx:pt>
          <cx:pt idx="21253">49.990000000000002</cx:pt>
          <cx:pt idx="21254">49.990000000000002</cx:pt>
          <cx:pt idx="21255">49.990000000000002</cx:pt>
          <cx:pt idx="21256">49.990000000000002</cx:pt>
          <cx:pt idx="21257">49.990000000000002</cx:pt>
          <cx:pt idx="21258">49.990000000000002</cx:pt>
          <cx:pt idx="21259">49.990000000000002</cx:pt>
          <cx:pt idx="21260">49.990000000000002</cx:pt>
          <cx:pt idx="21261">49.990000000000002</cx:pt>
          <cx:pt idx="21262">49.990000000000002</cx:pt>
          <cx:pt idx="21263">49.990000000000002</cx:pt>
          <cx:pt idx="21264">49.990000000000002</cx:pt>
          <cx:pt idx="21265">49.990000000000002</cx:pt>
          <cx:pt idx="21266">49.990000000000002</cx:pt>
          <cx:pt idx="21267">49.990000000000002</cx:pt>
          <cx:pt idx="21268">49.990000000000002</cx:pt>
          <cx:pt idx="21269">49.990000000000002</cx:pt>
          <cx:pt idx="21270">49.990000000000002</cx:pt>
          <cx:pt idx="21271">49.990000000000002</cx:pt>
          <cx:pt idx="21272">49.990000000000002</cx:pt>
          <cx:pt idx="21273">49.990000000000002</cx:pt>
          <cx:pt idx="21274">49.990000000000002</cx:pt>
          <cx:pt idx="21275">49.990000000000002</cx:pt>
          <cx:pt idx="21276">49.990000000000002</cx:pt>
          <cx:pt idx="21277">49.990000000000002</cx:pt>
          <cx:pt idx="21278">49.990000000000002</cx:pt>
          <cx:pt idx="21279">49.990000000000002</cx:pt>
          <cx:pt idx="21280">49.990000000000002</cx:pt>
          <cx:pt idx="21281">49.990000000000002</cx:pt>
          <cx:pt idx="21282">49.990000000000002</cx:pt>
          <cx:pt idx="21283">49.990000000000002</cx:pt>
          <cx:pt idx="21284">49.990000000000002</cx:pt>
          <cx:pt idx="21285">49.990000000000002</cx:pt>
          <cx:pt idx="21286">49.990000000000002</cx:pt>
          <cx:pt idx="21287">49.990000000000002</cx:pt>
          <cx:pt idx="21288">49.990000000000002</cx:pt>
          <cx:pt idx="21289">49.990000000000002</cx:pt>
          <cx:pt idx="21290">49.990000000000002</cx:pt>
          <cx:pt idx="21291">49.990000000000002</cx:pt>
          <cx:pt idx="21292">49.990000000000002</cx:pt>
          <cx:pt idx="21293">49.990000000000002</cx:pt>
          <cx:pt idx="21294">49.990000000000002</cx:pt>
          <cx:pt idx="21295">49.990000000000002</cx:pt>
          <cx:pt idx="21296">49.990000000000002</cx:pt>
          <cx:pt idx="21297">49.990000000000002</cx:pt>
          <cx:pt idx="21298">49.990000000000002</cx:pt>
          <cx:pt idx="21299">49.990000000000002</cx:pt>
          <cx:pt idx="21300">49.990000000000002</cx:pt>
          <cx:pt idx="21301">49.990000000000002</cx:pt>
          <cx:pt idx="21302">49.990000000000002</cx:pt>
          <cx:pt idx="21303">49.990000000000002</cx:pt>
          <cx:pt idx="21304">49.990000000000002</cx:pt>
          <cx:pt idx="21305">49.990000000000002</cx:pt>
          <cx:pt idx="21306">49.990000000000002</cx:pt>
          <cx:pt idx="21307">49.990000000000002</cx:pt>
          <cx:pt idx="21308">49.990000000000002</cx:pt>
          <cx:pt idx="21309">49.990000000000002</cx:pt>
          <cx:pt idx="21310">49.990000000000002</cx:pt>
          <cx:pt idx="21311">49.990000000000002</cx:pt>
          <cx:pt idx="21312">49.990000000000002</cx:pt>
          <cx:pt idx="21313">49.990000000000002</cx:pt>
          <cx:pt idx="21314">49.990000000000002</cx:pt>
          <cx:pt idx="21315">49.990000000000002</cx:pt>
          <cx:pt idx="21316">49.990000000000002</cx:pt>
          <cx:pt idx="21317">49.990000000000002</cx:pt>
          <cx:pt idx="21318">49.990000000000002</cx:pt>
          <cx:pt idx="21319">49.990000000000002</cx:pt>
          <cx:pt idx="21320">49.990000000000002</cx:pt>
          <cx:pt idx="21321">49.990000000000002</cx:pt>
          <cx:pt idx="21322">49.990000000000002</cx:pt>
          <cx:pt idx="21323">49.990000000000002</cx:pt>
          <cx:pt idx="21324">49.990000000000002</cx:pt>
          <cx:pt idx="21325">49.990000000000002</cx:pt>
          <cx:pt idx="21326">49.990000000000002</cx:pt>
          <cx:pt idx="21327">49.990000000000002</cx:pt>
          <cx:pt idx="21328">49.990000000000002</cx:pt>
          <cx:pt idx="21329">49.990000000000002</cx:pt>
          <cx:pt idx="21330">49.990000000000002</cx:pt>
          <cx:pt idx="21331">49.990000000000002</cx:pt>
          <cx:pt idx="21332">49.990000000000002</cx:pt>
          <cx:pt idx="21333">49.990000000000002</cx:pt>
          <cx:pt idx="21334">49.990000000000002</cx:pt>
          <cx:pt idx="21335">49.990000000000002</cx:pt>
          <cx:pt idx="21336">49.990000000000002</cx:pt>
          <cx:pt idx="21337">49.990000000000002</cx:pt>
          <cx:pt idx="21338">49.990000000000002</cx:pt>
          <cx:pt idx="21339">49.990000000000002</cx:pt>
          <cx:pt idx="21340">49.990000000000002</cx:pt>
          <cx:pt idx="21341">49.990000000000002</cx:pt>
          <cx:pt idx="21342">49.990000000000002</cx:pt>
          <cx:pt idx="21343">49.990000000000002</cx:pt>
          <cx:pt idx="21344">49.990000000000002</cx:pt>
          <cx:pt idx="21345">49.990000000000002</cx:pt>
          <cx:pt idx="21346">49.990000000000002</cx:pt>
          <cx:pt idx="21347">49.990000000000002</cx:pt>
          <cx:pt idx="21348">49.990000000000002</cx:pt>
          <cx:pt idx="21349">49.990000000000002</cx:pt>
          <cx:pt idx="21350">49.990000000000002</cx:pt>
          <cx:pt idx="21351">49.990000000000002</cx:pt>
          <cx:pt idx="21352">49.990000000000002</cx:pt>
          <cx:pt idx="21353">49.990000000000002</cx:pt>
          <cx:pt idx="21354">49.990000000000002</cx:pt>
          <cx:pt idx="21355">49.990000000000002</cx:pt>
          <cx:pt idx="21356">49.990000000000002</cx:pt>
          <cx:pt idx="21357">49.990000000000002</cx:pt>
          <cx:pt idx="21358">49.990000000000002</cx:pt>
          <cx:pt idx="21359">49.990000000000002</cx:pt>
          <cx:pt idx="21360">49.990000000000002</cx:pt>
          <cx:pt idx="21361">49.990000000000002</cx:pt>
          <cx:pt idx="21362">49.990000000000002</cx:pt>
          <cx:pt idx="21363">49.990000000000002</cx:pt>
          <cx:pt idx="21364">49.990000000000002</cx:pt>
          <cx:pt idx="21365">49.990000000000002</cx:pt>
          <cx:pt idx="21366">49.990000000000002</cx:pt>
          <cx:pt idx="21367">49.990000000000002</cx:pt>
          <cx:pt idx="21368">49.990000000000002</cx:pt>
          <cx:pt idx="21369">49.990000000000002</cx:pt>
          <cx:pt idx="21370">49.990000000000002</cx:pt>
          <cx:pt idx="21371">49.990000000000002</cx:pt>
          <cx:pt idx="21372">49.990000000000002</cx:pt>
          <cx:pt idx="21373">49.990000000000002</cx:pt>
          <cx:pt idx="21374">49.990000000000002</cx:pt>
          <cx:pt idx="21375">49.990000000000002</cx:pt>
          <cx:pt idx="21376">49.990000000000002</cx:pt>
          <cx:pt idx="21377">49.990000000000002</cx:pt>
          <cx:pt idx="21378">49.990000000000002</cx:pt>
          <cx:pt idx="21379">49.990000000000002</cx:pt>
          <cx:pt idx="21380">49.990000000000002</cx:pt>
          <cx:pt idx="21381">49.990000000000002</cx:pt>
          <cx:pt idx="21382">49.990000000000002</cx:pt>
          <cx:pt idx="21383">49.990000000000002</cx:pt>
          <cx:pt idx="21384">49.990000000000002</cx:pt>
          <cx:pt idx="21385">49.990000000000002</cx:pt>
          <cx:pt idx="21386">49.990000000000002</cx:pt>
          <cx:pt idx="21387">49.990000000000002</cx:pt>
          <cx:pt idx="21388">49.990000000000002</cx:pt>
          <cx:pt idx="21389">49.990000000000002</cx:pt>
          <cx:pt idx="21390">49.990000000000002</cx:pt>
          <cx:pt idx="21391">49.990000000000002</cx:pt>
          <cx:pt idx="21392">49.990000000000002</cx:pt>
          <cx:pt idx="21393">49.990000000000002</cx:pt>
          <cx:pt idx="21394">49.990000000000002</cx:pt>
          <cx:pt idx="21395">49.990000000000002</cx:pt>
          <cx:pt idx="21396">49.990000000000002</cx:pt>
          <cx:pt idx="21397">49.990000000000002</cx:pt>
          <cx:pt idx="21398">49.990000000000002</cx:pt>
          <cx:pt idx="21399">49.990000000000002</cx:pt>
          <cx:pt idx="21400">49.990000000000002</cx:pt>
          <cx:pt idx="21401">49.990000000000002</cx:pt>
          <cx:pt idx="21402">49.990000000000002</cx:pt>
          <cx:pt idx="21403">49.990000000000002</cx:pt>
          <cx:pt idx="21404">49.990000000000002</cx:pt>
          <cx:pt idx="21405">49.990000000000002</cx:pt>
          <cx:pt idx="21406">49.990000000000002</cx:pt>
          <cx:pt idx="21407">49.990000000000002</cx:pt>
          <cx:pt idx="21408">49.990000000000002</cx:pt>
          <cx:pt idx="21409">49.990000000000002</cx:pt>
          <cx:pt idx="21410">49.990000000000002</cx:pt>
          <cx:pt idx="21411">49.990000000000002</cx:pt>
          <cx:pt idx="21412">49.990000000000002</cx:pt>
          <cx:pt idx="21413">49.990000000000002</cx:pt>
          <cx:pt idx="21414">49.990000000000002</cx:pt>
          <cx:pt idx="21415">49.990000000000002</cx:pt>
          <cx:pt idx="21416">49.990000000000002</cx:pt>
          <cx:pt idx="21417">49.990000000000002</cx:pt>
          <cx:pt idx="21418">49.990000000000002</cx:pt>
          <cx:pt idx="21419">49.990000000000002</cx:pt>
          <cx:pt idx="21420">49.990000000000002</cx:pt>
          <cx:pt idx="21421">49.990000000000002</cx:pt>
          <cx:pt idx="21422">49.990000000000002</cx:pt>
          <cx:pt idx="21423">49.990000000000002</cx:pt>
          <cx:pt idx="21424">49.990000000000002</cx:pt>
          <cx:pt idx="21425">49.990000000000002</cx:pt>
          <cx:pt idx="21426">49.990000000000002</cx:pt>
          <cx:pt idx="21427">49.990000000000002</cx:pt>
          <cx:pt idx="21428">49.990000000000002</cx:pt>
          <cx:pt idx="21429">49.990000000000002</cx:pt>
          <cx:pt idx="21430">49.990000000000002</cx:pt>
          <cx:pt idx="21431">49.990000000000002</cx:pt>
          <cx:pt idx="21432">49.990000000000002</cx:pt>
          <cx:pt idx="21433">49.990000000000002</cx:pt>
          <cx:pt idx="21434">49.990000000000002</cx:pt>
          <cx:pt idx="21435">49.990000000000002</cx:pt>
          <cx:pt idx="21436">49.990000000000002</cx:pt>
          <cx:pt idx="21437">49.990000000000002</cx:pt>
          <cx:pt idx="21438">49.990000000000002</cx:pt>
          <cx:pt idx="21439">49.990000000000002</cx:pt>
          <cx:pt idx="21440">49.990000000000002</cx:pt>
          <cx:pt idx="21441">49.990000000000002</cx:pt>
          <cx:pt idx="21442">49.990000000000002</cx:pt>
          <cx:pt idx="21443">49.990000000000002</cx:pt>
          <cx:pt idx="21444">49.990000000000002</cx:pt>
          <cx:pt idx="21445">49.990000000000002</cx:pt>
          <cx:pt idx="21446">49.990000000000002</cx:pt>
          <cx:pt idx="21447">49.990000000000002</cx:pt>
          <cx:pt idx="21448">49.990000000000002</cx:pt>
          <cx:pt idx="21449">49.990000000000002</cx:pt>
          <cx:pt idx="21450">49.990000000000002</cx:pt>
          <cx:pt idx="21451">49.990000000000002</cx:pt>
          <cx:pt idx="21452">49.990000000000002</cx:pt>
          <cx:pt idx="21453">49.990000000000002</cx:pt>
          <cx:pt idx="21454">49.990000000000002</cx:pt>
          <cx:pt idx="21455">49.990000000000002</cx:pt>
          <cx:pt idx="21456">49.990000000000002</cx:pt>
          <cx:pt idx="21457">49.990000000000002</cx:pt>
          <cx:pt idx="21458">49.990000000000002</cx:pt>
          <cx:pt idx="21459">49.990000000000002</cx:pt>
          <cx:pt idx="21460">49.990000000000002</cx:pt>
          <cx:pt idx="21461">49.990000000000002</cx:pt>
          <cx:pt idx="21462">49.990000000000002</cx:pt>
          <cx:pt idx="21463">49.990000000000002</cx:pt>
          <cx:pt idx="21464">49.990000000000002</cx:pt>
          <cx:pt idx="21465">49.990000000000002</cx:pt>
          <cx:pt idx="21466">49.990000000000002</cx:pt>
          <cx:pt idx="21467">49.990000000000002</cx:pt>
          <cx:pt idx="21468">49.990000000000002</cx:pt>
          <cx:pt idx="21469">49.990000000000002</cx:pt>
          <cx:pt idx="21470">49.990000000000002</cx:pt>
          <cx:pt idx="21471">49.990000000000002</cx:pt>
          <cx:pt idx="21472">49.990000000000002</cx:pt>
          <cx:pt idx="21473">49.990000000000002</cx:pt>
          <cx:pt idx="21474">49.990000000000002</cx:pt>
          <cx:pt idx="21475">49.990000000000002</cx:pt>
          <cx:pt idx="21476">49.990000000000002</cx:pt>
          <cx:pt idx="21477">49.990000000000002</cx:pt>
          <cx:pt idx="21478">49.990000000000002</cx:pt>
          <cx:pt idx="21479">49.990000000000002</cx:pt>
          <cx:pt idx="21480">49.990000000000002</cx:pt>
          <cx:pt idx="21481">49.990000000000002</cx:pt>
          <cx:pt idx="21482">49.990000000000002</cx:pt>
          <cx:pt idx="21483">49.990000000000002</cx:pt>
          <cx:pt idx="21484">49.990000000000002</cx:pt>
          <cx:pt idx="21485">49.990000000000002</cx:pt>
          <cx:pt idx="21486">49.990000000000002</cx:pt>
          <cx:pt idx="21487">49.990000000000002</cx:pt>
          <cx:pt idx="21488">49.990000000000002</cx:pt>
          <cx:pt idx="21489">49.990000000000002</cx:pt>
          <cx:pt idx="21490">49.990000000000002</cx:pt>
          <cx:pt idx="21491">49.990000000000002</cx:pt>
          <cx:pt idx="21492">49.990000000000002</cx:pt>
          <cx:pt idx="21493">49.990000000000002</cx:pt>
          <cx:pt idx="21494">49.990000000000002</cx:pt>
          <cx:pt idx="21495">49.990000000000002</cx:pt>
          <cx:pt idx="21496">49.990000000000002</cx:pt>
          <cx:pt idx="21497">49.990000000000002</cx:pt>
          <cx:pt idx="21498">49.990000000000002</cx:pt>
          <cx:pt idx="21499">49.990000000000002</cx:pt>
          <cx:pt idx="21500">49.990000000000002</cx:pt>
          <cx:pt idx="21501">49.990000000000002</cx:pt>
          <cx:pt idx="21502">49.990000000000002</cx:pt>
          <cx:pt idx="21503">49.990000000000002</cx:pt>
          <cx:pt idx="21504">49.990000000000002</cx:pt>
          <cx:pt idx="21505">49.990000000000002</cx:pt>
          <cx:pt idx="21506">49.990000000000002</cx:pt>
          <cx:pt idx="21507">49.990000000000002</cx:pt>
          <cx:pt idx="21508">49.990000000000002</cx:pt>
          <cx:pt idx="21509">49.990000000000002</cx:pt>
          <cx:pt idx="21510">49.990000000000002</cx:pt>
          <cx:pt idx="21511">49.990000000000002</cx:pt>
          <cx:pt idx="21512">49.990000000000002</cx:pt>
          <cx:pt idx="21513">49.990000000000002</cx:pt>
          <cx:pt idx="21514">49.990000000000002</cx:pt>
          <cx:pt idx="21515">49.990000000000002</cx:pt>
          <cx:pt idx="21516">49.990000000000002</cx:pt>
          <cx:pt idx="21517">49.990000000000002</cx:pt>
          <cx:pt idx="21518">49.990000000000002</cx:pt>
          <cx:pt idx="21519">49.990000000000002</cx:pt>
          <cx:pt idx="21520">49.990000000000002</cx:pt>
          <cx:pt idx="21521">49.990000000000002</cx:pt>
          <cx:pt idx="21522">49.990000000000002</cx:pt>
          <cx:pt idx="21523">49.990000000000002</cx:pt>
          <cx:pt idx="21524">49.990000000000002</cx:pt>
          <cx:pt idx="21525">49.990000000000002</cx:pt>
          <cx:pt idx="21526">49.990000000000002</cx:pt>
          <cx:pt idx="21527">49.990000000000002</cx:pt>
          <cx:pt idx="21528">49.990000000000002</cx:pt>
          <cx:pt idx="21529">49.990000000000002</cx:pt>
          <cx:pt idx="21530">49.990000000000002</cx:pt>
          <cx:pt idx="21531">49.990000000000002</cx:pt>
          <cx:pt idx="21532">49.990000000000002</cx:pt>
          <cx:pt idx="21533">49.990000000000002</cx:pt>
          <cx:pt idx="21534">49.990000000000002</cx:pt>
          <cx:pt idx="21535">49.990000000000002</cx:pt>
          <cx:pt idx="21536">49.990000000000002</cx:pt>
          <cx:pt idx="21537">49.990000000000002</cx:pt>
          <cx:pt idx="21538">49.990000000000002</cx:pt>
          <cx:pt idx="21539">49.990000000000002</cx:pt>
          <cx:pt idx="21540">49.990000000000002</cx:pt>
          <cx:pt idx="21541">49.990000000000002</cx:pt>
          <cx:pt idx="21542">49.990000000000002</cx:pt>
          <cx:pt idx="21543">49.990000000000002</cx:pt>
          <cx:pt idx="21544">49.990000000000002</cx:pt>
          <cx:pt idx="21545">49.990000000000002</cx:pt>
          <cx:pt idx="21546">49.990000000000002</cx:pt>
          <cx:pt idx="21547">49.990000000000002</cx:pt>
          <cx:pt idx="21548">49.990000000000002</cx:pt>
          <cx:pt idx="21549">49.990000000000002</cx:pt>
          <cx:pt idx="21550">49.990000000000002</cx:pt>
          <cx:pt idx="21551">49.990000000000002</cx:pt>
          <cx:pt idx="21552">49.990000000000002</cx:pt>
          <cx:pt idx="21553">49.990000000000002</cx:pt>
          <cx:pt idx="21554">49.990000000000002</cx:pt>
          <cx:pt idx="21555">49.990000000000002</cx:pt>
          <cx:pt idx="21556">49.990000000000002</cx:pt>
          <cx:pt idx="21557">49.990000000000002</cx:pt>
          <cx:pt idx="21558">49.990000000000002</cx:pt>
          <cx:pt idx="21559">49.990000000000002</cx:pt>
          <cx:pt idx="21560">49.990000000000002</cx:pt>
          <cx:pt idx="21561">49.990000000000002</cx:pt>
          <cx:pt idx="21562">49.990000000000002</cx:pt>
          <cx:pt idx="21563">49.990000000000002</cx:pt>
          <cx:pt idx="21564">49.990000000000002</cx:pt>
          <cx:pt idx="21565">49.990000000000002</cx:pt>
          <cx:pt idx="21566">49.990000000000002</cx:pt>
          <cx:pt idx="21567">49.990000000000002</cx:pt>
          <cx:pt idx="21568">49.990000000000002</cx:pt>
          <cx:pt idx="21569">49.990000000000002</cx:pt>
          <cx:pt idx="21570">49.990000000000002</cx:pt>
          <cx:pt idx="21571">49.990000000000002</cx:pt>
          <cx:pt idx="21572">49.990000000000002</cx:pt>
          <cx:pt idx="21573">49.990000000000002</cx:pt>
          <cx:pt idx="21574">49.990000000000002</cx:pt>
          <cx:pt idx="21575">49.990000000000002</cx:pt>
          <cx:pt idx="21576">49.990000000000002</cx:pt>
          <cx:pt idx="21577">49.990000000000002</cx:pt>
          <cx:pt idx="21578">49.990000000000002</cx:pt>
          <cx:pt idx="21579">49.990000000000002</cx:pt>
          <cx:pt idx="21580">49.990000000000002</cx:pt>
          <cx:pt idx="21581">49.990000000000002</cx:pt>
          <cx:pt idx="21582">49.990000000000002</cx:pt>
          <cx:pt idx="21583">49.990000000000002</cx:pt>
          <cx:pt idx="21584">49.990000000000002</cx:pt>
          <cx:pt idx="21585">49.990000000000002</cx:pt>
          <cx:pt idx="21586">49.990000000000002</cx:pt>
          <cx:pt idx="21587">49.990000000000002</cx:pt>
          <cx:pt idx="21588">49.990000000000002</cx:pt>
          <cx:pt idx="21589">49.990000000000002</cx:pt>
          <cx:pt idx="21590">49.990000000000002</cx:pt>
          <cx:pt idx="21591">49.990000000000002</cx:pt>
          <cx:pt idx="21592">49.990000000000002</cx:pt>
          <cx:pt idx="21593">49.990000000000002</cx:pt>
          <cx:pt idx="21594">49.990000000000002</cx:pt>
          <cx:pt idx="21595">49.990000000000002</cx:pt>
          <cx:pt idx="21596">49.990000000000002</cx:pt>
          <cx:pt idx="21597">49.990000000000002</cx:pt>
          <cx:pt idx="21598">49.990000000000002</cx:pt>
          <cx:pt idx="21599">49.990000000000002</cx:pt>
          <cx:pt idx="21600">49.990000000000002</cx:pt>
          <cx:pt idx="21601">49.990000000000002</cx:pt>
          <cx:pt idx="21602">49.990000000000002</cx:pt>
          <cx:pt idx="21603">49.990000000000002</cx:pt>
          <cx:pt idx="21604">49.990000000000002</cx:pt>
          <cx:pt idx="21605">49.990000000000002</cx:pt>
          <cx:pt idx="21606">49.990000000000002</cx:pt>
          <cx:pt idx="21607">49.990000000000002</cx:pt>
          <cx:pt idx="21608">49.990000000000002</cx:pt>
          <cx:pt idx="21609">49.990000000000002</cx:pt>
          <cx:pt idx="21610">49.990000000000002</cx:pt>
          <cx:pt idx="21611">49.990000000000002</cx:pt>
          <cx:pt idx="21612">49.990000000000002</cx:pt>
          <cx:pt idx="21613">49.990000000000002</cx:pt>
          <cx:pt idx="21614">49.990000000000002</cx:pt>
          <cx:pt idx="21615">49.990000000000002</cx:pt>
          <cx:pt idx="21616">49.990000000000002</cx:pt>
          <cx:pt idx="21617">49.990000000000002</cx:pt>
          <cx:pt idx="21618">49.990000000000002</cx:pt>
          <cx:pt idx="21619">49.990000000000002</cx:pt>
          <cx:pt idx="21620">49.990000000000002</cx:pt>
          <cx:pt idx="21621">49.990000000000002</cx:pt>
          <cx:pt idx="21622">49.990000000000002</cx:pt>
          <cx:pt idx="21623">49.990000000000002</cx:pt>
          <cx:pt idx="21624">49.990000000000002</cx:pt>
          <cx:pt idx="21625">49.990000000000002</cx:pt>
          <cx:pt idx="21626">49.990000000000002</cx:pt>
          <cx:pt idx="21627">49.990000000000002</cx:pt>
          <cx:pt idx="21628">49.990000000000002</cx:pt>
          <cx:pt idx="21629">49.990000000000002</cx:pt>
          <cx:pt idx="21630">49.990000000000002</cx:pt>
          <cx:pt idx="21631">49.990000000000002</cx:pt>
          <cx:pt idx="21632">49.990000000000002</cx:pt>
          <cx:pt idx="21633">49.990000000000002</cx:pt>
          <cx:pt idx="21634">49.990000000000002</cx:pt>
          <cx:pt idx="21635">49.990000000000002</cx:pt>
          <cx:pt idx="21636">49.990000000000002</cx:pt>
          <cx:pt idx="21637">49.990000000000002</cx:pt>
          <cx:pt idx="21638">49.990000000000002</cx:pt>
          <cx:pt idx="21639">49.990000000000002</cx:pt>
          <cx:pt idx="21640">49.990000000000002</cx:pt>
          <cx:pt idx="21641">49.990000000000002</cx:pt>
          <cx:pt idx="21642">49.990000000000002</cx:pt>
          <cx:pt idx="21643">49.990000000000002</cx:pt>
          <cx:pt idx="21644">49.990000000000002</cx:pt>
          <cx:pt idx="21645">49.990000000000002</cx:pt>
          <cx:pt idx="21646">49.990000000000002</cx:pt>
          <cx:pt idx="21647">49.990000000000002</cx:pt>
          <cx:pt idx="21648">49.990000000000002</cx:pt>
          <cx:pt idx="21649">49.990000000000002</cx:pt>
          <cx:pt idx="21650">49.990000000000002</cx:pt>
          <cx:pt idx="21651">49.990000000000002</cx:pt>
          <cx:pt idx="21652">49.990000000000002</cx:pt>
          <cx:pt idx="21653">49.990000000000002</cx:pt>
          <cx:pt idx="21654">49.990000000000002</cx:pt>
          <cx:pt idx="21655">49.990000000000002</cx:pt>
          <cx:pt idx="21656">49.990000000000002</cx:pt>
          <cx:pt idx="21657">49.990000000000002</cx:pt>
          <cx:pt idx="21658">49.990000000000002</cx:pt>
          <cx:pt idx="21659">49.990000000000002</cx:pt>
          <cx:pt idx="21660">49.990000000000002</cx:pt>
          <cx:pt idx="21661">49.990000000000002</cx:pt>
          <cx:pt idx="21662">49.990000000000002</cx:pt>
          <cx:pt idx="21663">49.990000000000002</cx:pt>
          <cx:pt idx="21664">49.990000000000002</cx:pt>
          <cx:pt idx="21665">49.990000000000002</cx:pt>
          <cx:pt idx="21666">49.990000000000002</cx:pt>
          <cx:pt idx="21667">49.990000000000002</cx:pt>
          <cx:pt idx="21668">49.990000000000002</cx:pt>
          <cx:pt idx="21669">49.990000000000002</cx:pt>
          <cx:pt idx="21670">49.990000000000002</cx:pt>
          <cx:pt idx="21671">49.990000000000002</cx:pt>
          <cx:pt idx="21672">49.990000000000002</cx:pt>
          <cx:pt idx="21673">49.990000000000002</cx:pt>
          <cx:pt idx="21674">49.990000000000002</cx:pt>
          <cx:pt idx="21675">49.990000000000002</cx:pt>
          <cx:pt idx="21676">49.990000000000002</cx:pt>
          <cx:pt idx="21677">49.990000000000002</cx:pt>
          <cx:pt idx="21678">49.990000000000002</cx:pt>
          <cx:pt idx="21679">49.990000000000002</cx:pt>
          <cx:pt idx="21680">49.990000000000002</cx:pt>
          <cx:pt idx="21681">49.990000000000002</cx:pt>
          <cx:pt idx="21682">49.990000000000002</cx:pt>
          <cx:pt idx="21683">49.990000000000002</cx:pt>
          <cx:pt idx="21684">49.990000000000002</cx:pt>
          <cx:pt idx="21685">49.990000000000002</cx:pt>
          <cx:pt idx="21686">49.990000000000002</cx:pt>
          <cx:pt idx="21687">49.990000000000002</cx:pt>
          <cx:pt idx="21688">49.990000000000002</cx:pt>
          <cx:pt idx="21689">49.990000000000002</cx:pt>
          <cx:pt idx="21690">49.990000000000002</cx:pt>
          <cx:pt idx="21691">49.990000000000002</cx:pt>
          <cx:pt idx="21692">49.990000000000002</cx:pt>
          <cx:pt idx="21693">49.990000000000002</cx:pt>
          <cx:pt idx="21694">49.990000000000002</cx:pt>
          <cx:pt idx="21695">49.990000000000002</cx:pt>
          <cx:pt idx="21696">49.990000000000002</cx:pt>
          <cx:pt idx="21697">49.990000000000002</cx:pt>
          <cx:pt idx="21698">49.990000000000002</cx:pt>
          <cx:pt idx="21699">49.990000000000002</cx:pt>
          <cx:pt idx="21700">49.990000000000002</cx:pt>
          <cx:pt idx="21701">49.990000000000002</cx:pt>
          <cx:pt idx="21702">49.990000000000002</cx:pt>
          <cx:pt idx="21703">49.990000000000002</cx:pt>
          <cx:pt idx="21704">49.990000000000002</cx:pt>
          <cx:pt idx="21705">49.990000000000002</cx:pt>
          <cx:pt idx="21706">49.990000000000002</cx:pt>
          <cx:pt idx="21707">49.990000000000002</cx:pt>
          <cx:pt idx="21708">49.990000000000002</cx:pt>
          <cx:pt idx="21709">49.990000000000002</cx:pt>
          <cx:pt idx="21710">49.990000000000002</cx:pt>
          <cx:pt idx="21711">49.990000000000002</cx:pt>
          <cx:pt idx="21712">49.990000000000002</cx:pt>
          <cx:pt idx="21713">49.990000000000002</cx:pt>
          <cx:pt idx="21714">49.990000000000002</cx:pt>
          <cx:pt idx="21715">49.990000000000002</cx:pt>
          <cx:pt idx="21716">49.990000000000002</cx:pt>
          <cx:pt idx="21717">49.990000000000002</cx:pt>
          <cx:pt idx="21718">49.990000000000002</cx:pt>
          <cx:pt idx="21719">49.990000000000002</cx:pt>
          <cx:pt idx="21720">49.990000000000002</cx:pt>
          <cx:pt idx="21721">49.990000000000002</cx:pt>
          <cx:pt idx="21722">49.990000000000002</cx:pt>
          <cx:pt idx="21723">49.990000000000002</cx:pt>
          <cx:pt idx="21724">49.990000000000002</cx:pt>
          <cx:pt idx="21725">49.990000000000002</cx:pt>
          <cx:pt idx="21726">49.990000000000002</cx:pt>
          <cx:pt idx="21727">49.990000000000002</cx:pt>
          <cx:pt idx="21728">49.990000000000002</cx:pt>
          <cx:pt idx="21729">49.990000000000002</cx:pt>
          <cx:pt idx="21730">49.990000000000002</cx:pt>
          <cx:pt idx="21731">49.990000000000002</cx:pt>
          <cx:pt idx="21732">49.990000000000002</cx:pt>
          <cx:pt idx="21733">49.990000000000002</cx:pt>
          <cx:pt idx="21734">49.990000000000002</cx:pt>
          <cx:pt idx="21735">49.990000000000002</cx:pt>
          <cx:pt idx="21736">49.990000000000002</cx:pt>
          <cx:pt idx="21737">49.990000000000002</cx:pt>
          <cx:pt idx="21738">49.990000000000002</cx:pt>
          <cx:pt idx="21739">49.990000000000002</cx:pt>
          <cx:pt idx="21740">49.990000000000002</cx:pt>
          <cx:pt idx="21741">49.990000000000002</cx:pt>
          <cx:pt idx="21742">49.990000000000002</cx:pt>
          <cx:pt idx="21743">49.990000000000002</cx:pt>
          <cx:pt idx="21744">49.990000000000002</cx:pt>
          <cx:pt idx="21745">49.990000000000002</cx:pt>
          <cx:pt idx="21746">49.990000000000002</cx:pt>
          <cx:pt idx="21747">49.990000000000002</cx:pt>
          <cx:pt idx="21748">49.990000000000002</cx:pt>
          <cx:pt idx="21749">49.990000000000002</cx:pt>
          <cx:pt idx="21750">49.990000000000002</cx:pt>
          <cx:pt idx="21751">49.990000000000002</cx:pt>
          <cx:pt idx="21752">49.990000000000002</cx:pt>
          <cx:pt idx="21753">49.990000000000002</cx:pt>
          <cx:pt idx="21754">49.990000000000002</cx:pt>
          <cx:pt idx="21755">49.990000000000002</cx:pt>
          <cx:pt idx="21756">49.990000000000002</cx:pt>
          <cx:pt idx="21757">49.990000000000002</cx:pt>
          <cx:pt idx="21758">49.990000000000002</cx:pt>
          <cx:pt idx="21759">49.990000000000002</cx:pt>
          <cx:pt idx="21760">49.990000000000002</cx:pt>
          <cx:pt idx="21761">49.990000000000002</cx:pt>
          <cx:pt idx="21762">49.990000000000002</cx:pt>
          <cx:pt idx="21763">49.990000000000002</cx:pt>
          <cx:pt idx="21764">49.990000000000002</cx:pt>
          <cx:pt idx="21765">49.990000000000002</cx:pt>
          <cx:pt idx="21766">49.990000000000002</cx:pt>
          <cx:pt idx="21767">49.990000000000002</cx:pt>
          <cx:pt idx="21768">49.990000000000002</cx:pt>
          <cx:pt idx="21769">49.990000000000002</cx:pt>
          <cx:pt idx="21770">49.990000000000002</cx:pt>
          <cx:pt idx="21771">49.990000000000002</cx:pt>
          <cx:pt idx="21772">49.990000000000002</cx:pt>
          <cx:pt idx="21773">49.990000000000002</cx:pt>
          <cx:pt idx="21774">49.990000000000002</cx:pt>
          <cx:pt idx="21775">49.990000000000002</cx:pt>
          <cx:pt idx="21776">49.990000000000002</cx:pt>
          <cx:pt idx="21777">49.990000000000002</cx:pt>
          <cx:pt idx="21778">49.990000000000002</cx:pt>
          <cx:pt idx="21779">49.990000000000002</cx:pt>
          <cx:pt idx="21780">49.990000000000002</cx:pt>
          <cx:pt idx="21781">49.990000000000002</cx:pt>
          <cx:pt idx="21782">49.990000000000002</cx:pt>
          <cx:pt idx="21783">49.990000000000002</cx:pt>
          <cx:pt idx="21784">49.990000000000002</cx:pt>
          <cx:pt idx="21785">49.990000000000002</cx:pt>
          <cx:pt idx="21786">49.990000000000002</cx:pt>
          <cx:pt idx="21787">49.990000000000002</cx:pt>
          <cx:pt idx="21788">49.990000000000002</cx:pt>
          <cx:pt idx="21789">49.990000000000002</cx:pt>
          <cx:pt idx="21790">49.990000000000002</cx:pt>
          <cx:pt idx="21791">49.990000000000002</cx:pt>
          <cx:pt idx="21792">49.990000000000002</cx:pt>
          <cx:pt idx="21793">49.990000000000002</cx:pt>
          <cx:pt idx="21794">49.990000000000002</cx:pt>
          <cx:pt idx="21795">49.990000000000002</cx:pt>
          <cx:pt idx="21796">49.990000000000002</cx:pt>
          <cx:pt idx="21797">49.990000000000002</cx:pt>
          <cx:pt idx="21798">49.990000000000002</cx:pt>
          <cx:pt idx="21799">49.990000000000002</cx:pt>
          <cx:pt idx="21800">49.990000000000002</cx:pt>
          <cx:pt idx="21801">49.990000000000002</cx:pt>
          <cx:pt idx="21802">49.990000000000002</cx:pt>
          <cx:pt idx="21803">49.990000000000002</cx:pt>
          <cx:pt idx="21804">49.990000000000002</cx:pt>
          <cx:pt idx="21805">49.990000000000002</cx:pt>
          <cx:pt idx="21806">49.990000000000002</cx:pt>
          <cx:pt idx="21807">49.990000000000002</cx:pt>
          <cx:pt idx="21808">49.990000000000002</cx:pt>
          <cx:pt idx="21809">49.990000000000002</cx:pt>
          <cx:pt idx="21810">49.990000000000002</cx:pt>
          <cx:pt idx="21811">49.990000000000002</cx:pt>
          <cx:pt idx="21812">49.990000000000002</cx:pt>
          <cx:pt idx="21813">49.990000000000002</cx:pt>
          <cx:pt idx="21814">49.990000000000002</cx:pt>
          <cx:pt idx="21815">49.990000000000002</cx:pt>
          <cx:pt idx="21816">49.990000000000002</cx:pt>
          <cx:pt idx="21817">49.990000000000002</cx:pt>
          <cx:pt idx="21818">49.990000000000002</cx:pt>
          <cx:pt idx="21819">49.990000000000002</cx:pt>
          <cx:pt idx="21820">49.990000000000002</cx:pt>
          <cx:pt idx="21821">49.990000000000002</cx:pt>
          <cx:pt idx="21822">49.990000000000002</cx:pt>
          <cx:pt idx="21823">49.990000000000002</cx:pt>
          <cx:pt idx="21824">49.990000000000002</cx:pt>
          <cx:pt idx="21825">49.990000000000002</cx:pt>
          <cx:pt idx="21826">49.990000000000002</cx:pt>
          <cx:pt idx="21827">49.990000000000002</cx:pt>
          <cx:pt idx="21828">49.990000000000002</cx:pt>
          <cx:pt idx="21829">49.990000000000002</cx:pt>
          <cx:pt idx="21830">49.990000000000002</cx:pt>
          <cx:pt idx="21831">49.990000000000002</cx:pt>
          <cx:pt idx="21832">49.990000000000002</cx:pt>
          <cx:pt idx="21833">49.990000000000002</cx:pt>
          <cx:pt idx="21834">49.990000000000002</cx:pt>
          <cx:pt idx="21835">49.990000000000002</cx:pt>
          <cx:pt idx="21836">49.990000000000002</cx:pt>
          <cx:pt idx="21837">49.990000000000002</cx:pt>
          <cx:pt idx="21838">49.990000000000002</cx:pt>
          <cx:pt idx="21839">49.990000000000002</cx:pt>
          <cx:pt idx="21840">49.990000000000002</cx:pt>
          <cx:pt idx="21841">49.990000000000002</cx:pt>
          <cx:pt idx="21842">49.990000000000002</cx:pt>
          <cx:pt idx="21843">49.990000000000002</cx:pt>
          <cx:pt idx="21844">49.990000000000002</cx:pt>
          <cx:pt idx="21845">49.990000000000002</cx:pt>
          <cx:pt idx="21846">49.990000000000002</cx:pt>
          <cx:pt idx="21847">49.990000000000002</cx:pt>
          <cx:pt idx="21848">49.990000000000002</cx:pt>
          <cx:pt idx="21849">49.990000000000002</cx:pt>
          <cx:pt idx="21850">49.990000000000002</cx:pt>
          <cx:pt idx="21851">49.990000000000002</cx:pt>
          <cx:pt idx="21852">49.990000000000002</cx:pt>
          <cx:pt idx="21853">49.990000000000002</cx:pt>
          <cx:pt idx="21854">49.990000000000002</cx:pt>
          <cx:pt idx="21855">49.990000000000002</cx:pt>
          <cx:pt idx="21856">49.990000000000002</cx:pt>
          <cx:pt idx="21857">49.990000000000002</cx:pt>
          <cx:pt idx="21858">49.990000000000002</cx:pt>
          <cx:pt idx="21859">49.990000000000002</cx:pt>
          <cx:pt idx="21860">49.990000000000002</cx:pt>
          <cx:pt idx="21861">49.990000000000002</cx:pt>
          <cx:pt idx="21862">49.990000000000002</cx:pt>
          <cx:pt idx="21863">49.990000000000002</cx:pt>
          <cx:pt idx="21864">49.990000000000002</cx:pt>
          <cx:pt idx="21865">49.990000000000002</cx:pt>
          <cx:pt idx="21866">49.990000000000002</cx:pt>
          <cx:pt idx="21867">49.990000000000002</cx:pt>
          <cx:pt idx="21868">49.990000000000002</cx:pt>
          <cx:pt idx="21869">49.990000000000002</cx:pt>
          <cx:pt idx="21870">49.990000000000002</cx:pt>
          <cx:pt idx="21871">49.990000000000002</cx:pt>
          <cx:pt idx="21872">49.990000000000002</cx:pt>
          <cx:pt idx="21873">49.990000000000002</cx:pt>
          <cx:pt idx="21874">49.990000000000002</cx:pt>
          <cx:pt idx="21875">49.990000000000002</cx:pt>
          <cx:pt idx="21876">49.990000000000002</cx:pt>
          <cx:pt idx="21877">49.990000000000002</cx:pt>
          <cx:pt idx="21878">49.990000000000002</cx:pt>
          <cx:pt idx="21879">49.990000000000002</cx:pt>
          <cx:pt idx="21880">49.990000000000002</cx:pt>
          <cx:pt idx="21881">49.990000000000002</cx:pt>
          <cx:pt idx="21882">49.990000000000002</cx:pt>
          <cx:pt idx="21883">49.990000000000002</cx:pt>
          <cx:pt idx="21884">49.990000000000002</cx:pt>
          <cx:pt idx="21885">49.990000000000002</cx:pt>
          <cx:pt idx="21886">49.990000000000002</cx:pt>
          <cx:pt idx="21887">49.990000000000002</cx:pt>
          <cx:pt idx="21888">49.990000000000002</cx:pt>
          <cx:pt idx="21889">49.990000000000002</cx:pt>
          <cx:pt idx="21890">49.990000000000002</cx:pt>
          <cx:pt idx="21891">49.990000000000002</cx:pt>
          <cx:pt idx="21892">49.990000000000002</cx:pt>
          <cx:pt idx="21893">49.990000000000002</cx:pt>
          <cx:pt idx="21894">49.990000000000002</cx:pt>
          <cx:pt idx="21895">49.990000000000002</cx:pt>
          <cx:pt idx="21896">49.990000000000002</cx:pt>
          <cx:pt idx="21897">49.990000000000002</cx:pt>
          <cx:pt idx="21898">49.990000000000002</cx:pt>
          <cx:pt idx="21899">49.990000000000002</cx:pt>
          <cx:pt idx="21900">49.990000000000002</cx:pt>
          <cx:pt idx="21901">49.990000000000002</cx:pt>
          <cx:pt idx="21902">49.990000000000002</cx:pt>
          <cx:pt idx="21903">49.990000000000002</cx:pt>
          <cx:pt idx="21904">49.990000000000002</cx:pt>
          <cx:pt idx="21905">49.990000000000002</cx:pt>
          <cx:pt idx="21906">49.990000000000002</cx:pt>
          <cx:pt idx="21907">49.990000000000002</cx:pt>
          <cx:pt idx="21908">49.990000000000002</cx:pt>
          <cx:pt idx="21909">49.990000000000002</cx:pt>
          <cx:pt idx="21910">49.990000000000002</cx:pt>
          <cx:pt idx="21911">49.990000000000002</cx:pt>
          <cx:pt idx="21912">49.990000000000002</cx:pt>
          <cx:pt idx="21913">49.990000000000002</cx:pt>
          <cx:pt idx="21914">49.990000000000002</cx:pt>
          <cx:pt idx="21915">49.990000000000002</cx:pt>
          <cx:pt idx="21916">49.990000000000002</cx:pt>
          <cx:pt idx="21917">49.990000000000002</cx:pt>
          <cx:pt idx="21918">49.990000000000002</cx:pt>
          <cx:pt idx="21919">49.990000000000002</cx:pt>
          <cx:pt idx="21920">49.990000000000002</cx:pt>
          <cx:pt idx="21921">49.990000000000002</cx:pt>
          <cx:pt idx="21922">49.990000000000002</cx:pt>
          <cx:pt idx="21923">49.990000000000002</cx:pt>
          <cx:pt idx="21924">49.990000000000002</cx:pt>
          <cx:pt idx="21925">49.990000000000002</cx:pt>
          <cx:pt idx="21926">49.990000000000002</cx:pt>
          <cx:pt idx="21927">49.990000000000002</cx:pt>
          <cx:pt idx="21928">49.990000000000002</cx:pt>
          <cx:pt idx="21929">49.990000000000002</cx:pt>
          <cx:pt idx="21930">49.990000000000002</cx:pt>
          <cx:pt idx="21931">49.990000000000002</cx:pt>
          <cx:pt idx="21932">49.990000000000002</cx:pt>
          <cx:pt idx="21933">49.990000000000002</cx:pt>
          <cx:pt idx="21934">49.990000000000002</cx:pt>
          <cx:pt idx="21935">49.990000000000002</cx:pt>
          <cx:pt idx="21936">49.990000000000002</cx:pt>
          <cx:pt idx="21937">49.990000000000002</cx:pt>
          <cx:pt idx="21938">49.990000000000002</cx:pt>
          <cx:pt idx="21939">49.990000000000002</cx:pt>
          <cx:pt idx="21940">49.990000000000002</cx:pt>
          <cx:pt idx="21941">49.990000000000002</cx:pt>
          <cx:pt idx="21942">49.990000000000002</cx:pt>
          <cx:pt idx="21943">49.990000000000002</cx:pt>
          <cx:pt idx="21944">49.990000000000002</cx:pt>
          <cx:pt idx="21945">49.990000000000002</cx:pt>
          <cx:pt idx="21946">49.990000000000002</cx:pt>
          <cx:pt idx="21947">49.990000000000002</cx:pt>
          <cx:pt idx="21948">49.990000000000002</cx:pt>
          <cx:pt idx="21949">49.990000000000002</cx:pt>
          <cx:pt idx="21950">49.990000000000002</cx:pt>
          <cx:pt idx="21951">49.990000000000002</cx:pt>
          <cx:pt idx="21952">49.990000000000002</cx:pt>
          <cx:pt idx="21953">49.990000000000002</cx:pt>
          <cx:pt idx="21954">49.990000000000002</cx:pt>
          <cx:pt idx="21955">49.990000000000002</cx:pt>
          <cx:pt idx="21956">49.990000000000002</cx:pt>
          <cx:pt idx="21957">49.990000000000002</cx:pt>
          <cx:pt idx="21958">49.990000000000002</cx:pt>
          <cx:pt idx="21959">49.990000000000002</cx:pt>
          <cx:pt idx="21960">49.990000000000002</cx:pt>
          <cx:pt idx="21961">49.990000000000002</cx:pt>
          <cx:pt idx="21962">49.990000000000002</cx:pt>
          <cx:pt idx="21963">49.990000000000002</cx:pt>
          <cx:pt idx="21964">49.990000000000002</cx:pt>
          <cx:pt idx="21965">49.990000000000002</cx:pt>
          <cx:pt idx="21966">49.990000000000002</cx:pt>
          <cx:pt idx="21967">49.990000000000002</cx:pt>
          <cx:pt idx="21968">49.990000000000002</cx:pt>
          <cx:pt idx="21969">49.990000000000002</cx:pt>
          <cx:pt idx="21970">49.990000000000002</cx:pt>
          <cx:pt idx="21971">49.990000000000002</cx:pt>
          <cx:pt idx="21972">49.990000000000002</cx:pt>
          <cx:pt idx="21973">49.990000000000002</cx:pt>
          <cx:pt idx="21974">49.990000000000002</cx:pt>
          <cx:pt idx="21975">49.990000000000002</cx:pt>
          <cx:pt idx="21976">49.990000000000002</cx:pt>
          <cx:pt idx="21977">49.990000000000002</cx:pt>
          <cx:pt idx="21978">49.990000000000002</cx:pt>
          <cx:pt idx="21979">49.990000000000002</cx:pt>
          <cx:pt idx="21980">49.990000000000002</cx:pt>
          <cx:pt idx="21981">49.990000000000002</cx:pt>
          <cx:pt idx="21982">49.990000000000002</cx:pt>
          <cx:pt idx="21983">49.990000000000002</cx:pt>
          <cx:pt idx="21984">49.990000000000002</cx:pt>
          <cx:pt idx="21985">49.990000000000002</cx:pt>
          <cx:pt idx="21986">49.990000000000002</cx:pt>
          <cx:pt idx="21987">49.990000000000002</cx:pt>
          <cx:pt idx="21988">49.990000000000002</cx:pt>
          <cx:pt idx="21989">49.990000000000002</cx:pt>
          <cx:pt idx="21990">49.990000000000002</cx:pt>
          <cx:pt idx="21991">49.990000000000002</cx:pt>
          <cx:pt idx="21992">49.990000000000002</cx:pt>
          <cx:pt idx="21993">49.990000000000002</cx:pt>
          <cx:pt idx="21994">49.990000000000002</cx:pt>
          <cx:pt idx="21995">49.990000000000002</cx:pt>
          <cx:pt idx="21996">49.990000000000002</cx:pt>
          <cx:pt idx="21997">49.990000000000002</cx:pt>
          <cx:pt idx="21998">49.990000000000002</cx:pt>
          <cx:pt idx="21999">49.990000000000002</cx:pt>
          <cx:pt idx="22000">49.990000000000002</cx:pt>
          <cx:pt idx="22001">49.990000000000002</cx:pt>
          <cx:pt idx="22002">49.990000000000002</cx:pt>
          <cx:pt idx="22003">49.990000000000002</cx:pt>
          <cx:pt idx="22004">49.990000000000002</cx:pt>
          <cx:pt idx="22005">49.990000000000002</cx:pt>
          <cx:pt idx="22006">49.990000000000002</cx:pt>
          <cx:pt idx="22007">49.990000000000002</cx:pt>
          <cx:pt idx="22008">49.990000000000002</cx:pt>
          <cx:pt idx="22009">49.990000000000002</cx:pt>
          <cx:pt idx="22010">49.990000000000002</cx:pt>
          <cx:pt idx="22011">49.990000000000002</cx:pt>
          <cx:pt idx="22012">49.990000000000002</cx:pt>
          <cx:pt idx="22013">49.990000000000002</cx:pt>
          <cx:pt idx="22014">49.990000000000002</cx:pt>
          <cx:pt idx="22015">49.990000000000002</cx:pt>
          <cx:pt idx="22016">49.990000000000002</cx:pt>
          <cx:pt idx="22017">49.990000000000002</cx:pt>
          <cx:pt idx="22018">49.990000000000002</cx:pt>
          <cx:pt idx="22019">49.990000000000002</cx:pt>
          <cx:pt idx="22020">49.990000000000002</cx:pt>
          <cx:pt idx="22021">49.990000000000002</cx:pt>
          <cx:pt idx="22022">49.990000000000002</cx:pt>
          <cx:pt idx="22023">49.990000000000002</cx:pt>
          <cx:pt idx="22024">49.990000000000002</cx:pt>
          <cx:pt idx="22025">49.990000000000002</cx:pt>
          <cx:pt idx="22026">49.990000000000002</cx:pt>
          <cx:pt idx="22027">49.990000000000002</cx:pt>
          <cx:pt idx="22028">49.990000000000002</cx:pt>
          <cx:pt idx="22029">49.990000000000002</cx:pt>
          <cx:pt idx="22030">49.990000000000002</cx:pt>
          <cx:pt idx="22031">49.990000000000002</cx:pt>
          <cx:pt idx="22032">49.990000000000002</cx:pt>
          <cx:pt idx="22033">49.990000000000002</cx:pt>
          <cx:pt idx="22034">49.990000000000002</cx:pt>
          <cx:pt idx="22035">49.990000000000002</cx:pt>
          <cx:pt idx="22036">49.990000000000002</cx:pt>
          <cx:pt idx="22037">49.990000000000002</cx:pt>
          <cx:pt idx="22038">49.990000000000002</cx:pt>
          <cx:pt idx="22039">49.990000000000002</cx:pt>
          <cx:pt idx="22040">49.990000000000002</cx:pt>
          <cx:pt idx="22041">49.990000000000002</cx:pt>
          <cx:pt idx="22042">49.990000000000002</cx:pt>
          <cx:pt idx="22043">49.990000000000002</cx:pt>
          <cx:pt idx="22044">49.990000000000002</cx:pt>
          <cx:pt idx="22045">49.990000000000002</cx:pt>
          <cx:pt idx="22046">49.990000000000002</cx:pt>
          <cx:pt idx="22047">49.990000000000002</cx:pt>
          <cx:pt idx="22048">49.990000000000002</cx:pt>
          <cx:pt idx="22049">49.990000000000002</cx:pt>
          <cx:pt idx="22050">49.990000000000002</cx:pt>
          <cx:pt idx="22051">49.990000000000002</cx:pt>
          <cx:pt idx="22052">49.990000000000002</cx:pt>
          <cx:pt idx="22053">49.990000000000002</cx:pt>
          <cx:pt idx="22054">49.990000000000002</cx:pt>
          <cx:pt idx="22055">49.990000000000002</cx:pt>
          <cx:pt idx="22056">49.990000000000002</cx:pt>
          <cx:pt idx="22057">49.990000000000002</cx:pt>
          <cx:pt idx="22058">49.990000000000002</cx:pt>
          <cx:pt idx="22059">49.990000000000002</cx:pt>
          <cx:pt idx="22060">49.990000000000002</cx:pt>
          <cx:pt idx="22061">49.990000000000002</cx:pt>
          <cx:pt idx="22062">49.990000000000002</cx:pt>
          <cx:pt idx="22063">49.990000000000002</cx:pt>
          <cx:pt idx="22064">49.990000000000002</cx:pt>
          <cx:pt idx="22065">49.990000000000002</cx:pt>
          <cx:pt idx="22066">49.990000000000002</cx:pt>
          <cx:pt idx="22067">49.990000000000002</cx:pt>
          <cx:pt idx="22068">49.990000000000002</cx:pt>
          <cx:pt idx="22069">49.990000000000002</cx:pt>
          <cx:pt idx="22070">49.990000000000002</cx:pt>
          <cx:pt idx="22071">49.990000000000002</cx:pt>
          <cx:pt idx="22072">49.990000000000002</cx:pt>
          <cx:pt idx="22073">49.990000000000002</cx:pt>
          <cx:pt idx="22074">49.990000000000002</cx:pt>
          <cx:pt idx="22075">49.990000000000002</cx:pt>
          <cx:pt idx="22076">49.990000000000002</cx:pt>
          <cx:pt idx="22077">49.990000000000002</cx:pt>
          <cx:pt idx="22078">49.990000000000002</cx:pt>
          <cx:pt idx="22079">49.990000000000002</cx:pt>
          <cx:pt idx="22080">49.990000000000002</cx:pt>
          <cx:pt idx="22081">49.990000000000002</cx:pt>
          <cx:pt idx="22082">49.990000000000002</cx:pt>
          <cx:pt idx="22083">49.990000000000002</cx:pt>
          <cx:pt idx="22084">49.990000000000002</cx:pt>
          <cx:pt idx="22085">49.990000000000002</cx:pt>
          <cx:pt idx="22086">49.990000000000002</cx:pt>
          <cx:pt idx="22087">49.990000000000002</cx:pt>
          <cx:pt idx="22088">49.990000000000002</cx:pt>
          <cx:pt idx="22089">49.990000000000002</cx:pt>
          <cx:pt idx="22090">49.990000000000002</cx:pt>
          <cx:pt idx="22091">49.990000000000002</cx:pt>
          <cx:pt idx="22092">49.990000000000002</cx:pt>
          <cx:pt idx="22093">49.990000000000002</cx:pt>
          <cx:pt idx="22094">49.990000000000002</cx:pt>
          <cx:pt idx="22095">49.990000000000002</cx:pt>
          <cx:pt idx="22096">49.990000000000002</cx:pt>
          <cx:pt idx="22097">49.990000000000002</cx:pt>
          <cx:pt idx="22098">49.990000000000002</cx:pt>
          <cx:pt idx="22099">49.990000000000002</cx:pt>
          <cx:pt idx="22100">49.990000000000002</cx:pt>
          <cx:pt idx="22101">49.990000000000002</cx:pt>
          <cx:pt idx="22102">49.990000000000002</cx:pt>
          <cx:pt idx="22103">49.990000000000002</cx:pt>
          <cx:pt idx="22104">49.990000000000002</cx:pt>
          <cx:pt idx="22105">49.990000000000002</cx:pt>
          <cx:pt idx="22106">49.990000000000002</cx:pt>
          <cx:pt idx="22107">49.990000000000002</cx:pt>
          <cx:pt idx="22108">49.990000000000002</cx:pt>
          <cx:pt idx="22109">49.990000000000002</cx:pt>
          <cx:pt idx="22110">49.990000000000002</cx:pt>
          <cx:pt idx="22111">49.990000000000002</cx:pt>
          <cx:pt idx="22112">49.990000000000002</cx:pt>
          <cx:pt idx="22113">49.990000000000002</cx:pt>
          <cx:pt idx="22114">49.990000000000002</cx:pt>
          <cx:pt idx="22115">49.990000000000002</cx:pt>
          <cx:pt idx="22116">49.990000000000002</cx:pt>
          <cx:pt idx="22117">49.990000000000002</cx:pt>
          <cx:pt idx="22118">49.990000000000002</cx:pt>
          <cx:pt idx="22119">49.990000000000002</cx:pt>
          <cx:pt idx="22120">49.990000000000002</cx:pt>
          <cx:pt idx="22121">49.990000000000002</cx:pt>
          <cx:pt idx="22122">49.990000000000002</cx:pt>
          <cx:pt idx="22123">49.990000000000002</cx:pt>
          <cx:pt idx="22124">49.990000000000002</cx:pt>
          <cx:pt idx="22125">49.990000000000002</cx:pt>
          <cx:pt idx="22126">49.990000000000002</cx:pt>
          <cx:pt idx="22127">49.990000000000002</cx:pt>
          <cx:pt idx="22128">49.990000000000002</cx:pt>
          <cx:pt idx="22129">49.990000000000002</cx:pt>
          <cx:pt idx="22130">49.990000000000002</cx:pt>
          <cx:pt idx="22131">49.990000000000002</cx:pt>
          <cx:pt idx="22132">49.990000000000002</cx:pt>
          <cx:pt idx="22133">49.990000000000002</cx:pt>
          <cx:pt idx="22134">49.990000000000002</cx:pt>
          <cx:pt idx="22135">49.990000000000002</cx:pt>
          <cx:pt idx="22136">49.990000000000002</cx:pt>
          <cx:pt idx="22137">49.990000000000002</cx:pt>
          <cx:pt idx="22138">49.990000000000002</cx:pt>
          <cx:pt idx="22139">49.990000000000002</cx:pt>
          <cx:pt idx="22140">49.990000000000002</cx:pt>
          <cx:pt idx="22141">49.990000000000002</cx:pt>
          <cx:pt idx="22142">49.990000000000002</cx:pt>
          <cx:pt idx="22143">49.990000000000002</cx:pt>
          <cx:pt idx="22144">49.990000000000002</cx:pt>
          <cx:pt idx="22145">49.990000000000002</cx:pt>
          <cx:pt idx="22146">49.990000000000002</cx:pt>
          <cx:pt idx="22147">49.990000000000002</cx:pt>
          <cx:pt idx="22148">49.990000000000002</cx:pt>
          <cx:pt idx="22149">49.990000000000002</cx:pt>
          <cx:pt idx="22150">49.990000000000002</cx:pt>
          <cx:pt idx="22151">49.990000000000002</cx:pt>
          <cx:pt idx="22152">49.990000000000002</cx:pt>
          <cx:pt idx="22153">49.990000000000002</cx:pt>
          <cx:pt idx="22154">49.990000000000002</cx:pt>
          <cx:pt idx="22155">49.990000000000002</cx:pt>
          <cx:pt idx="22156">49.990000000000002</cx:pt>
          <cx:pt idx="22157">49.990000000000002</cx:pt>
          <cx:pt idx="22158">49.990000000000002</cx:pt>
          <cx:pt idx="22159">49.990000000000002</cx:pt>
          <cx:pt idx="22160">49.990000000000002</cx:pt>
          <cx:pt idx="22161">49.990000000000002</cx:pt>
          <cx:pt idx="22162">49.990000000000002</cx:pt>
          <cx:pt idx="22163">49.990000000000002</cx:pt>
          <cx:pt idx="22164">49.990000000000002</cx:pt>
          <cx:pt idx="22165">49.990000000000002</cx:pt>
          <cx:pt idx="22166">49.990000000000002</cx:pt>
          <cx:pt idx="22167">49.990000000000002</cx:pt>
          <cx:pt idx="22168">49.990000000000002</cx:pt>
          <cx:pt idx="22169">49.990000000000002</cx:pt>
          <cx:pt idx="22170">49.990000000000002</cx:pt>
          <cx:pt idx="22171">49.990000000000002</cx:pt>
          <cx:pt idx="22172">49.990000000000002</cx:pt>
          <cx:pt idx="22173">49.990000000000002</cx:pt>
          <cx:pt idx="22174">49.990000000000002</cx:pt>
          <cx:pt idx="22175">49.990000000000002</cx:pt>
          <cx:pt idx="22176">49.990000000000002</cx:pt>
          <cx:pt idx="22177">49.990000000000002</cx:pt>
          <cx:pt idx="22178">49.990000000000002</cx:pt>
          <cx:pt idx="22179">49.990000000000002</cx:pt>
          <cx:pt idx="22180">49.990000000000002</cx:pt>
          <cx:pt idx="22181">49.990000000000002</cx:pt>
          <cx:pt idx="22182">49.990000000000002</cx:pt>
          <cx:pt idx="22183">49.990000000000002</cx:pt>
          <cx:pt idx="22184">49.990000000000002</cx:pt>
          <cx:pt idx="22185">49.990000000000002</cx:pt>
          <cx:pt idx="22186">49.990000000000002</cx:pt>
          <cx:pt idx="22187">49.990000000000002</cx:pt>
          <cx:pt idx="22188">49.990000000000002</cx:pt>
          <cx:pt idx="22189">49.990000000000002</cx:pt>
          <cx:pt idx="22190">49.990000000000002</cx:pt>
          <cx:pt idx="22191">49.990000000000002</cx:pt>
          <cx:pt idx="22192">49.990000000000002</cx:pt>
          <cx:pt idx="22193">49.990000000000002</cx:pt>
          <cx:pt idx="22194">49.990000000000002</cx:pt>
          <cx:pt idx="22195">49.990000000000002</cx:pt>
          <cx:pt idx="22196">49.990000000000002</cx:pt>
          <cx:pt idx="22197">49.990000000000002</cx:pt>
          <cx:pt idx="22198">49.990000000000002</cx:pt>
          <cx:pt idx="22199">49.990000000000002</cx:pt>
          <cx:pt idx="22200">49.990000000000002</cx:pt>
          <cx:pt idx="22201">49.990000000000002</cx:pt>
          <cx:pt idx="22202">49.990000000000002</cx:pt>
          <cx:pt idx="22203">49.990000000000002</cx:pt>
          <cx:pt idx="22204">49.990000000000002</cx:pt>
          <cx:pt idx="22205">49.990000000000002</cx:pt>
          <cx:pt idx="22206">49.990000000000002</cx:pt>
          <cx:pt idx="22207">49.990000000000002</cx:pt>
          <cx:pt idx="22208">49.990000000000002</cx:pt>
          <cx:pt idx="22209">49.990000000000002</cx:pt>
          <cx:pt idx="22210">49.990000000000002</cx:pt>
          <cx:pt idx="22211">49.990000000000002</cx:pt>
          <cx:pt idx="22212">49.990000000000002</cx:pt>
          <cx:pt idx="22213">49.990000000000002</cx:pt>
          <cx:pt idx="22214">49.990000000000002</cx:pt>
          <cx:pt idx="22215">49.990000000000002</cx:pt>
          <cx:pt idx="22216">49.990000000000002</cx:pt>
          <cx:pt idx="22217">49.990000000000002</cx:pt>
          <cx:pt idx="22218">49.990000000000002</cx:pt>
          <cx:pt idx="22219">49.990000000000002</cx:pt>
          <cx:pt idx="22220">49.990000000000002</cx:pt>
          <cx:pt idx="22221">49.990000000000002</cx:pt>
          <cx:pt idx="22222">49.990000000000002</cx:pt>
          <cx:pt idx="22223">49.990000000000002</cx:pt>
          <cx:pt idx="22224">49.990000000000002</cx:pt>
          <cx:pt idx="22225">49.990000000000002</cx:pt>
          <cx:pt idx="22226">49.990000000000002</cx:pt>
          <cx:pt idx="22227">49.990000000000002</cx:pt>
          <cx:pt idx="22228">49.990000000000002</cx:pt>
          <cx:pt idx="22229">49.990000000000002</cx:pt>
          <cx:pt idx="22230">49.990000000000002</cx:pt>
          <cx:pt idx="22231">49.990000000000002</cx:pt>
          <cx:pt idx="22232">49.990000000000002</cx:pt>
          <cx:pt idx="22233">49.990000000000002</cx:pt>
          <cx:pt idx="22234">49.990000000000002</cx:pt>
          <cx:pt idx="22235">49.990000000000002</cx:pt>
          <cx:pt idx="22236">49.990000000000002</cx:pt>
          <cx:pt idx="22237">49.990000000000002</cx:pt>
          <cx:pt idx="22238">49.990000000000002</cx:pt>
          <cx:pt idx="22239">49.990000000000002</cx:pt>
          <cx:pt idx="22240">49.990000000000002</cx:pt>
          <cx:pt idx="22241">49.990000000000002</cx:pt>
          <cx:pt idx="22242">49.990000000000002</cx:pt>
          <cx:pt idx="22243">49.990000000000002</cx:pt>
          <cx:pt idx="22244">49.990000000000002</cx:pt>
          <cx:pt idx="22245">49.990000000000002</cx:pt>
          <cx:pt idx="22246">49.990000000000002</cx:pt>
          <cx:pt idx="22247">49.990000000000002</cx:pt>
          <cx:pt idx="22248">49.990000000000002</cx:pt>
          <cx:pt idx="22249">49.990000000000002</cx:pt>
          <cx:pt idx="22250">49.990000000000002</cx:pt>
          <cx:pt idx="22251">49.990000000000002</cx:pt>
          <cx:pt idx="22252">49.990000000000002</cx:pt>
          <cx:pt idx="22253">49.990000000000002</cx:pt>
          <cx:pt idx="22254">49.990000000000002</cx:pt>
          <cx:pt idx="22255">49.990000000000002</cx:pt>
          <cx:pt idx="22256">49.990000000000002</cx:pt>
          <cx:pt idx="22257">49.990000000000002</cx:pt>
          <cx:pt idx="22258">49.990000000000002</cx:pt>
          <cx:pt idx="22259">49.990000000000002</cx:pt>
          <cx:pt idx="22260">49.990000000000002</cx:pt>
          <cx:pt idx="22261">49.990000000000002</cx:pt>
          <cx:pt idx="22262">49.990000000000002</cx:pt>
          <cx:pt idx="22263">49.990000000000002</cx:pt>
          <cx:pt idx="22264">49.990000000000002</cx:pt>
          <cx:pt idx="22265">49.990000000000002</cx:pt>
          <cx:pt idx="22266">49.990000000000002</cx:pt>
          <cx:pt idx="22267">49.990000000000002</cx:pt>
          <cx:pt idx="22268">49.990000000000002</cx:pt>
          <cx:pt idx="22269">49.990000000000002</cx:pt>
          <cx:pt idx="22270">49.990000000000002</cx:pt>
          <cx:pt idx="22271">49.990000000000002</cx:pt>
          <cx:pt idx="22272">49.990000000000002</cx:pt>
          <cx:pt idx="22273">49.990000000000002</cx:pt>
          <cx:pt idx="22274">49.990000000000002</cx:pt>
          <cx:pt idx="22275">49.990000000000002</cx:pt>
          <cx:pt idx="22276">49.990000000000002</cx:pt>
          <cx:pt idx="22277">49.990000000000002</cx:pt>
          <cx:pt idx="22278">49.990000000000002</cx:pt>
          <cx:pt idx="22279">49.990000000000002</cx:pt>
          <cx:pt idx="22280">49.990000000000002</cx:pt>
          <cx:pt idx="22281">49.990000000000002</cx:pt>
          <cx:pt idx="22282">49.990000000000002</cx:pt>
          <cx:pt idx="22283">49.990000000000002</cx:pt>
          <cx:pt idx="22284">49.990000000000002</cx:pt>
          <cx:pt idx="22285">49.990000000000002</cx:pt>
          <cx:pt idx="22286">49.990000000000002</cx:pt>
          <cx:pt idx="22287">49.990000000000002</cx:pt>
          <cx:pt idx="22288">49.990000000000002</cx:pt>
          <cx:pt idx="22289">49.990000000000002</cx:pt>
          <cx:pt idx="22290">49.990000000000002</cx:pt>
          <cx:pt idx="22291">49.990000000000002</cx:pt>
          <cx:pt idx="22292">49.990000000000002</cx:pt>
          <cx:pt idx="22293">49.990000000000002</cx:pt>
          <cx:pt idx="22294">49.990000000000002</cx:pt>
          <cx:pt idx="22295">49.990000000000002</cx:pt>
          <cx:pt idx="22296">49.990000000000002</cx:pt>
          <cx:pt idx="22297">49.990000000000002</cx:pt>
          <cx:pt idx="22298">49.990000000000002</cx:pt>
          <cx:pt idx="22299">49.990000000000002</cx:pt>
          <cx:pt idx="22300">49.990000000000002</cx:pt>
          <cx:pt idx="22301">49.990000000000002</cx:pt>
          <cx:pt idx="22302">49.990000000000002</cx:pt>
          <cx:pt idx="22303">49.990000000000002</cx:pt>
          <cx:pt idx="22304">49.990000000000002</cx:pt>
          <cx:pt idx="22305">49.990000000000002</cx:pt>
          <cx:pt idx="22306">49.990000000000002</cx:pt>
          <cx:pt idx="22307">49.990000000000002</cx:pt>
          <cx:pt idx="22308">49.990000000000002</cx:pt>
          <cx:pt idx="22309">49.990000000000002</cx:pt>
          <cx:pt idx="22310">49.990000000000002</cx:pt>
          <cx:pt idx="22311">49.990000000000002</cx:pt>
          <cx:pt idx="22312">49.990000000000002</cx:pt>
          <cx:pt idx="22313">49.990000000000002</cx:pt>
          <cx:pt idx="22314">49.990000000000002</cx:pt>
          <cx:pt idx="22315">49.990000000000002</cx:pt>
          <cx:pt idx="22316">49.990000000000002</cx:pt>
          <cx:pt idx="22317">49.990000000000002</cx:pt>
          <cx:pt idx="22318">49.990000000000002</cx:pt>
          <cx:pt idx="22319">49.990000000000002</cx:pt>
          <cx:pt idx="22320">49.990000000000002</cx:pt>
          <cx:pt idx="22321">49.990000000000002</cx:pt>
          <cx:pt idx="22322">49.990000000000002</cx:pt>
          <cx:pt idx="22323">49.990000000000002</cx:pt>
          <cx:pt idx="22324">49.990000000000002</cx:pt>
          <cx:pt idx="22325">49.990000000000002</cx:pt>
          <cx:pt idx="22326">49.990000000000002</cx:pt>
          <cx:pt idx="22327">49.990000000000002</cx:pt>
          <cx:pt idx="22328">49.990000000000002</cx:pt>
          <cx:pt idx="22329">49.990000000000002</cx:pt>
          <cx:pt idx="22330">49.990000000000002</cx:pt>
          <cx:pt idx="22331">49.990000000000002</cx:pt>
          <cx:pt idx="22332">49.990000000000002</cx:pt>
          <cx:pt idx="22333">49.990000000000002</cx:pt>
          <cx:pt idx="22334">49.990000000000002</cx:pt>
          <cx:pt idx="22335">49.990000000000002</cx:pt>
          <cx:pt idx="22336">49.990000000000002</cx:pt>
          <cx:pt idx="22337">49.990000000000002</cx:pt>
          <cx:pt idx="22338">49.990000000000002</cx:pt>
          <cx:pt idx="22339">49.990000000000002</cx:pt>
          <cx:pt idx="22340">49.990000000000002</cx:pt>
          <cx:pt idx="22341">49.990000000000002</cx:pt>
          <cx:pt idx="22342">49.990000000000002</cx:pt>
          <cx:pt idx="22343">49.990000000000002</cx:pt>
          <cx:pt idx="22344">49.990000000000002</cx:pt>
          <cx:pt idx="22345">49.990000000000002</cx:pt>
          <cx:pt idx="22346">49.990000000000002</cx:pt>
          <cx:pt idx="22347">49.990000000000002</cx:pt>
          <cx:pt idx="22348">49.990000000000002</cx:pt>
          <cx:pt idx="22349">49.990000000000002</cx:pt>
          <cx:pt idx="22350">49.990000000000002</cx:pt>
          <cx:pt idx="22351">49.990000000000002</cx:pt>
          <cx:pt idx="22352">49.990000000000002</cx:pt>
          <cx:pt idx="22353">49.990000000000002</cx:pt>
          <cx:pt idx="22354">49.990000000000002</cx:pt>
          <cx:pt idx="22355">49.990000000000002</cx:pt>
          <cx:pt idx="22356">49.990000000000002</cx:pt>
          <cx:pt idx="22357">49.990000000000002</cx:pt>
          <cx:pt idx="22358">49.990000000000002</cx:pt>
          <cx:pt idx="22359">49.990000000000002</cx:pt>
          <cx:pt idx="22360">49.990000000000002</cx:pt>
          <cx:pt idx="22361">49.990000000000002</cx:pt>
          <cx:pt idx="22362">49.990000000000002</cx:pt>
          <cx:pt idx="22363">49.990000000000002</cx:pt>
          <cx:pt idx="22364">49.990000000000002</cx:pt>
          <cx:pt idx="22365">49.990000000000002</cx:pt>
          <cx:pt idx="22366">49.990000000000002</cx:pt>
          <cx:pt idx="22367">49.990000000000002</cx:pt>
          <cx:pt idx="22368">49.990000000000002</cx:pt>
          <cx:pt idx="22369">49.990000000000002</cx:pt>
          <cx:pt idx="22370">49.990000000000002</cx:pt>
          <cx:pt idx="22371">49.990000000000002</cx:pt>
          <cx:pt idx="22372">49.990000000000002</cx:pt>
          <cx:pt idx="22373">49.990000000000002</cx:pt>
          <cx:pt idx="22374">49.990000000000002</cx:pt>
          <cx:pt idx="22375">49.990000000000002</cx:pt>
          <cx:pt idx="22376">49.990000000000002</cx:pt>
          <cx:pt idx="22377">49.990000000000002</cx:pt>
          <cx:pt idx="22378">49.990000000000002</cx:pt>
          <cx:pt idx="22379">49.990000000000002</cx:pt>
          <cx:pt idx="22380">49.990000000000002</cx:pt>
          <cx:pt idx="22381">49.990000000000002</cx:pt>
          <cx:pt idx="22382">49.990000000000002</cx:pt>
          <cx:pt idx="22383">49.990000000000002</cx:pt>
          <cx:pt idx="22384">49.990000000000002</cx:pt>
          <cx:pt idx="22385">49.990000000000002</cx:pt>
          <cx:pt idx="22386">49.990000000000002</cx:pt>
          <cx:pt idx="22387">49.990000000000002</cx:pt>
          <cx:pt idx="22388">49.990000000000002</cx:pt>
          <cx:pt idx="22389">49.990000000000002</cx:pt>
          <cx:pt idx="22390">49.990000000000002</cx:pt>
          <cx:pt idx="22391">49.990000000000002</cx:pt>
          <cx:pt idx="22392">49.990000000000002</cx:pt>
          <cx:pt idx="22393">49.990000000000002</cx:pt>
          <cx:pt idx="22394">49.990000000000002</cx:pt>
          <cx:pt idx="22395">49.990000000000002</cx:pt>
          <cx:pt idx="22396">49.990000000000002</cx:pt>
          <cx:pt idx="22397">49.990000000000002</cx:pt>
          <cx:pt idx="22398">49.990000000000002</cx:pt>
          <cx:pt idx="22399">49.990000000000002</cx:pt>
          <cx:pt idx="22400">49.990000000000002</cx:pt>
          <cx:pt idx="22401">49.990000000000002</cx:pt>
          <cx:pt idx="22402">49.990000000000002</cx:pt>
          <cx:pt idx="22403">49.990000000000002</cx:pt>
          <cx:pt idx="22404">49.990000000000002</cx:pt>
          <cx:pt idx="22405">49.990000000000002</cx:pt>
          <cx:pt idx="22406">49.990000000000002</cx:pt>
          <cx:pt idx="22407">49.990000000000002</cx:pt>
          <cx:pt idx="22408">49.990000000000002</cx:pt>
          <cx:pt idx="22409">49.990000000000002</cx:pt>
          <cx:pt idx="22410">49.990000000000002</cx:pt>
          <cx:pt idx="22411">49.990000000000002</cx:pt>
          <cx:pt idx="22412">49.990000000000002</cx:pt>
          <cx:pt idx="22413">49.990000000000002</cx:pt>
          <cx:pt idx="22414">49.990000000000002</cx:pt>
          <cx:pt idx="22415">49.990000000000002</cx:pt>
          <cx:pt idx="22416">49.990000000000002</cx:pt>
          <cx:pt idx="22417">49.990000000000002</cx:pt>
          <cx:pt idx="22418">49.990000000000002</cx:pt>
          <cx:pt idx="22419">49.990000000000002</cx:pt>
          <cx:pt idx="22420">49.990000000000002</cx:pt>
          <cx:pt idx="22421">49.990000000000002</cx:pt>
          <cx:pt idx="22422">49.990000000000002</cx:pt>
          <cx:pt idx="22423">49.990000000000002</cx:pt>
          <cx:pt idx="22424">49.990000000000002</cx:pt>
          <cx:pt idx="22425">49.990000000000002</cx:pt>
          <cx:pt idx="22426">49.990000000000002</cx:pt>
          <cx:pt idx="22427">49.990000000000002</cx:pt>
          <cx:pt idx="22428">49.990000000000002</cx:pt>
          <cx:pt idx="22429">49.990000000000002</cx:pt>
          <cx:pt idx="22430">49.990000000000002</cx:pt>
          <cx:pt idx="22431">49.990000000000002</cx:pt>
          <cx:pt idx="22432">49.990000000000002</cx:pt>
          <cx:pt idx="22433">49.990000000000002</cx:pt>
          <cx:pt idx="22434">49.990000000000002</cx:pt>
          <cx:pt idx="22435">49.990000000000002</cx:pt>
          <cx:pt idx="22436">49.990000000000002</cx:pt>
          <cx:pt idx="22437">49.990000000000002</cx:pt>
          <cx:pt idx="22438">49.990000000000002</cx:pt>
          <cx:pt idx="22439">49.990000000000002</cx:pt>
          <cx:pt idx="22440">49.990000000000002</cx:pt>
          <cx:pt idx="22441">49.990000000000002</cx:pt>
          <cx:pt idx="22442">49.990000000000002</cx:pt>
          <cx:pt idx="22443">49.990000000000002</cx:pt>
          <cx:pt idx="22444">49.990000000000002</cx:pt>
          <cx:pt idx="22445">49.990000000000002</cx:pt>
          <cx:pt idx="22446">49.990000000000002</cx:pt>
          <cx:pt idx="22447">49.990000000000002</cx:pt>
          <cx:pt idx="22448">49.990000000000002</cx:pt>
          <cx:pt idx="22449">49.990000000000002</cx:pt>
          <cx:pt idx="22450">49.990000000000002</cx:pt>
          <cx:pt idx="22451">49.990000000000002</cx:pt>
          <cx:pt idx="22452">49.990000000000002</cx:pt>
          <cx:pt idx="22453">49.990000000000002</cx:pt>
          <cx:pt idx="22454">49.990000000000002</cx:pt>
          <cx:pt idx="22455">49.990000000000002</cx:pt>
          <cx:pt idx="22456">49.990000000000002</cx:pt>
          <cx:pt idx="22457">49.990000000000002</cx:pt>
          <cx:pt idx="22458">49.990000000000002</cx:pt>
          <cx:pt idx="22459">49.990000000000002</cx:pt>
          <cx:pt idx="22460">49.990000000000002</cx:pt>
          <cx:pt idx="22461">49.990000000000002</cx:pt>
          <cx:pt idx="22462">49.990000000000002</cx:pt>
          <cx:pt idx="22463">49.990000000000002</cx:pt>
          <cx:pt idx="22464">49.990000000000002</cx:pt>
          <cx:pt idx="22465">49.990000000000002</cx:pt>
          <cx:pt idx="22466">49.990000000000002</cx:pt>
          <cx:pt idx="22467">49.990000000000002</cx:pt>
          <cx:pt idx="22468">49.990000000000002</cx:pt>
          <cx:pt idx="22469">49.990000000000002</cx:pt>
          <cx:pt idx="22470">49.990000000000002</cx:pt>
          <cx:pt idx="22471">49.990000000000002</cx:pt>
          <cx:pt idx="22472">49.990000000000002</cx:pt>
          <cx:pt idx="22473">49.990000000000002</cx:pt>
          <cx:pt idx="22474">49.990000000000002</cx:pt>
          <cx:pt idx="22475">49.990000000000002</cx:pt>
          <cx:pt idx="22476">49.990000000000002</cx:pt>
          <cx:pt idx="22477">49.990000000000002</cx:pt>
          <cx:pt idx="22478">49.990000000000002</cx:pt>
          <cx:pt idx="22479">49.990000000000002</cx:pt>
          <cx:pt idx="22480">49.990000000000002</cx:pt>
          <cx:pt idx="22481">49.990000000000002</cx:pt>
          <cx:pt idx="22482">49.990000000000002</cx:pt>
          <cx:pt idx="22483">49.990000000000002</cx:pt>
          <cx:pt idx="22484">49.990000000000002</cx:pt>
          <cx:pt idx="22485">49.990000000000002</cx:pt>
          <cx:pt idx="22486">49.990000000000002</cx:pt>
          <cx:pt idx="22487">49.990000000000002</cx:pt>
          <cx:pt idx="22488">49.990000000000002</cx:pt>
          <cx:pt idx="22489">49.990000000000002</cx:pt>
          <cx:pt idx="22490">49.990000000000002</cx:pt>
          <cx:pt idx="22491">49.990000000000002</cx:pt>
          <cx:pt idx="22492">49.990000000000002</cx:pt>
          <cx:pt idx="22493">49.990000000000002</cx:pt>
          <cx:pt idx="22494">49.990000000000002</cx:pt>
          <cx:pt idx="22495">49.990000000000002</cx:pt>
          <cx:pt idx="22496">49.990000000000002</cx:pt>
          <cx:pt idx="22497">49.990000000000002</cx:pt>
          <cx:pt idx="22498">49.990000000000002</cx:pt>
          <cx:pt idx="22499">49.990000000000002</cx:pt>
          <cx:pt idx="22500">49.990000000000002</cx:pt>
          <cx:pt idx="22501">49.990000000000002</cx:pt>
          <cx:pt idx="22502">49.990000000000002</cx:pt>
          <cx:pt idx="22503">49.990000000000002</cx:pt>
          <cx:pt idx="22504">49.990000000000002</cx:pt>
          <cx:pt idx="22505">49.990000000000002</cx:pt>
          <cx:pt idx="22506">49.990000000000002</cx:pt>
          <cx:pt idx="22507">49.990000000000002</cx:pt>
          <cx:pt idx="22508">49.990000000000002</cx:pt>
          <cx:pt idx="22509">49.990000000000002</cx:pt>
          <cx:pt idx="22510">49.990000000000002</cx:pt>
          <cx:pt idx="22511">49.990000000000002</cx:pt>
          <cx:pt idx="22512">49.990000000000002</cx:pt>
          <cx:pt idx="22513">49.990000000000002</cx:pt>
          <cx:pt idx="22514">49.990000000000002</cx:pt>
          <cx:pt idx="22515">49.990000000000002</cx:pt>
          <cx:pt idx="22516">49.990000000000002</cx:pt>
          <cx:pt idx="22517">49.990000000000002</cx:pt>
          <cx:pt idx="22518">49.990000000000002</cx:pt>
          <cx:pt idx="22519">49.990000000000002</cx:pt>
          <cx:pt idx="22520">49.990000000000002</cx:pt>
          <cx:pt idx="22521">49.990000000000002</cx:pt>
          <cx:pt idx="22522">49.990000000000002</cx:pt>
          <cx:pt idx="22523">49.990000000000002</cx:pt>
          <cx:pt idx="22524">49.990000000000002</cx:pt>
          <cx:pt idx="22525">49.990000000000002</cx:pt>
          <cx:pt idx="22526">49.990000000000002</cx:pt>
          <cx:pt idx="22527">49.990000000000002</cx:pt>
          <cx:pt idx="22528">49.990000000000002</cx:pt>
          <cx:pt idx="22529">49.990000000000002</cx:pt>
          <cx:pt idx="22530">49.990000000000002</cx:pt>
          <cx:pt idx="22531">49.990000000000002</cx:pt>
          <cx:pt idx="22532">49.990000000000002</cx:pt>
          <cx:pt idx="22533">49.990000000000002</cx:pt>
          <cx:pt idx="22534">49.990000000000002</cx:pt>
          <cx:pt idx="22535">49.990000000000002</cx:pt>
          <cx:pt idx="22536">49.990000000000002</cx:pt>
          <cx:pt idx="22537">49.990000000000002</cx:pt>
          <cx:pt idx="22538">49.990000000000002</cx:pt>
          <cx:pt idx="22539">49.990000000000002</cx:pt>
          <cx:pt idx="22540">49.990000000000002</cx:pt>
          <cx:pt idx="22541">49.990000000000002</cx:pt>
          <cx:pt idx="22542">49.990000000000002</cx:pt>
          <cx:pt idx="22543">49.990000000000002</cx:pt>
          <cx:pt idx="22544">49.990000000000002</cx:pt>
          <cx:pt idx="22545">49.990000000000002</cx:pt>
          <cx:pt idx="22546">49.990000000000002</cx:pt>
          <cx:pt idx="22547">49.990000000000002</cx:pt>
          <cx:pt idx="22548">49.990000000000002</cx:pt>
          <cx:pt idx="22549">49.990000000000002</cx:pt>
          <cx:pt idx="22550">49.990000000000002</cx:pt>
          <cx:pt idx="22551">49.990000000000002</cx:pt>
          <cx:pt idx="22552">49.990000000000002</cx:pt>
          <cx:pt idx="22553">49.990000000000002</cx:pt>
          <cx:pt idx="22554">49.990000000000002</cx:pt>
          <cx:pt idx="22555">49.990000000000002</cx:pt>
          <cx:pt idx="22556">49.990000000000002</cx:pt>
          <cx:pt idx="22557">49.990000000000002</cx:pt>
          <cx:pt idx="22558">49.990000000000002</cx:pt>
          <cx:pt idx="22559">49.990000000000002</cx:pt>
          <cx:pt idx="22560">49.990000000000002</cx:pt>
          <cx:pt idx="22561">49.990000000000002</cx:pt>
          <cx:pt idx="22562">49.990000000000002</cx:pt>
          <cx:pt idx="22563">49.990000000000002</cx:pt>
          <cx:pt idx="22564">49.990000000000002</cx:pt>
          <cx:pt idx="22565">49.990000000000002</cx:pt>
          <cx:pt idx="22566">49.990000000000002</cx:pt>
          <cx:pt idx="22567">49.990000000000002</cx:pt>
          <cx:pt idx="22568">49.990000000000002</cx:pt>
          <cx:pt idx="22569">49.990000000000002</cx:pt>
          <cx:pt idx="22570">49.990000000000002</cx:pt>
          <cx:pt idx="22571">49.990000000000002</cx:pt>
          <cx:pt idx="22572">49.990000000000002</cx:pt>
          <cx:pt idx="22573">49.990000000000002</cx:pt>
          <cx:pt idx="22574">49.990000000000002</cx:pt>
          <cx:pt idx="22575">49.990000000000002</cx:pt>
          <cx:pt idx="22576">49.990000000000002</cx:pt>
          <cx:pt idx="22577">49.990000000000002</cx:pt>
          <cx:pt idx="22578">49.990000000000002</cx:pt>
          <cx:pt idx="22579">49.990000000000002</cx:pt>
          <cx:pt idx="22580">49.990000000000002</cx:pt>
          <cx:pt idx="22581">49.990000000000002</cx:pt>
          <cx:pt idx="22582">49.990000000000002</cx:pt>
          <cx:pt idx="22583">49.990000000000002</cx:pt>
          <cx:pt idx="22584">49.990000000000002</cx:pt>
          <cx:pt idx="22585">49.990000000000002</cx:pt>
          <cx:pt idx="22586">49.990000000000002</cx:pt>
          <cx:pt idx="22587">49.990000000000002</cx:pt>
          <cx:pt idx="22588">49.990000000000002</cx:pt>
          <cx:pt idx="22589">49.990000000000002</cx:pt>
          <cx:pt idx="22590">49.990000000000002</cx:pt>
          <cx:pt idx="22591">49.990000000000002</cx:pt>
          <cx:pt idx="22592">49.990000000000002</cx:pt>
          <cx:pt idx="22593">49.990000000000002</cx:pt>
          <cx:pt idx="22594">49.990000000000002</cx:pt>
          <cx:pt idx="22595">49.990000000000002</cx:pt>
          <cx:pt idx="22596">49.990000000000002</cx:pt>
          <cx:pt idx="22597">49.990000000000002</cx:pt>
          <cx:pt idx="22598">49.990000000000002</cx:pt>
          <cx:pt idx="22599">49.990000000000002</cx:pt>
          <cx:pt idx="22600">49.990000000000002</cx:pt>
          <cx:pt idx="22601">49.990000000000002</cx:pt>
          <cx:pt idx="22602">49.990000000000002</cx:pt>
          <cx:pt idx="22603">49.990000000000002</cx:pt>
          <cx:pt idx="22604">49.990000000000002</cx:pt>
          <cx:pt idx="22605">49.990000000000002</cx:pt>
          <cx:pt idx="22606">49.990000000000002</cx:pt>
          <cx:pt idx="22607">49.990000000000002</cx:pt>
          <cx:pt idx="22608">49.990000000000002</cx:pt>
          <cx:pt idx="22609">49.990000000000002</cx:pt>
          <cx:pt idx="22610">49.990000000000002</cx:pt>
          <cx:pt idx="22611">49.990000000000002</cx:pt>
          <cx:pt idx="22612">49.990000000000002</cx:pt>
          <cx:pt idx="22613">49.990000000000002</cx:pt>
          <cx:pt idx="22614">49.990000000000002</cx:pt>
          <cx:pt idx="22615">49.990000000000002</cx:pt>
          <cx:pt idx="22616">49.990000000000002</cx:pt>
          <cx:pt idx="22617">49.990000000000002</cx:pt>
          <cx:pt idx="22618">49.990000000000002</cx:pt>
          <cx:pt idx="22619">49.990000000000002</cx:pt>
          <cx:pt idx="22620">49.990000000000002</cx:pt>
          <cx:pt idx="22621">49.990000000000002</cx:pt>
          <cx:pt idx="22622">49.990000000000002</cx:pt>
          <cx:pt idx="22623">49.990000000000002</cx:pt>
          <cx:pt idx="22624">49.990000000000002</cx:pt>
          <cx:pt idx="22625">49.990000000000002</cx:pt>
          <cx:pt idx="22626">49.990000000000002</cx:pt>
          <cx:pt idx="22627">49.990000000000002</cx:pt>
          <cx:pt idx="22628">49.990000000000002</cx:pt>
          <cx:pt idx="22629">49.990000000000002</cx:pt>
          <cx:pt idx="22630">49.990000000000002</cx:pt>
          <cx:pt idx="22631">49.990000000000002</cx:pt>
          <cx:pt idx="22632">49.990000000000002</cx:pt>
          <cx:pt idx="22633">49.990000000000002</cx:pt>
          <cx:pt idx="22634">49.990000000000002</cx:pt>
          <cx:pt idx="22635">49.990000000000002</cx:pt>
          <cx:pt idx="22636">49.990000000000002</cx:pt>
          <cx:pt idx="22637">49.990000000000002</cx:pt>
          <cx:pt idx="22638">49.990000000000002</cx:pt>
          <cx:pt idx="22639">49.990000000000002</cx:pt>
          <cx:pt idx="22640">49.990000000000002</cx:pt>
          <cx:pt idx="22641">49.990000000000002</cx:pt>
          <cx:pt idx="22642">49.990000000000002</cx:pt>
          <cx:pt idx="22643">49.990000000000002</cx:pt>
          <cx:pt idx="22644">49.990000000000002</cx:pt>
          <cx:pt idx="22645">49.990000000000002</cx:pt>
          <cx:pt idx="22646">49.990000000000002</cx:pt>
          <cx:pt idx="22647">49.990000000000002</cx:pt>
          <cx:pt idx="22648">49.990000000000002</cx:pt>
          <cx:pt idx="22649">49.990000000000002</cx:pt>
          <cx:pt idx="22650">49.990000000000002</cx:pt>
          <cx:pt idx="22651">49.990000000000002</cx:pt>
          <cx:pt idx="22652">49.990000000000002</cx:pt>
          <cx:pt idx="22653">49.990000000000002</cx:pt>
          <cx:pt idx="22654">49.990000000000002</cx:pt>
          <cx:pt idx="22655">49.990000000000002</cx:pt>
          <cx:pt idx="22656">49.990000000000002</cx:pt>
          <cx:pt idx="22657">49.990000000000002</cx:pt>
          <cx:pt idx="22658">49.990000000000002</cx:pt>
          <cx:pt idx="22659">49.990000000000002</cx:pt>
          <cx:pt idx="22660">49.990000000000002</cx:pt>
          <cx:pt idx="22661">49.990000000000002</cx:pt>
          <cx:pt idx="22662">49.990000000000002</cx:pt>
          <cx:pt idx="22663">49.990000000000002</cx:pt>
          <cx:pt idx="22664">49.990000000000002</cx:pt>
          <cx:pt idx="22665">49.990000000000002</cx:pt>
          <cx:pt idx="22666">49.990000000000002</cx:pt>
          <cx:pt idx="22667">49.990000000000002</cx:pt>
          <cx:pt idx="22668">49.990000000000002</cx:pt>
          <cx:pt idx="22669">49.990000000000002</cx:pt>
          <cx:pt idx="22670">49.990000000000002</cx:pt>
          <cx:pt idx="22671">49.990000000000002</cx:pt>
          <cx:pt idx="22672">49.990000000000002</cx:pt>
          <cx:pt idx="22673">49.990000000000002</cx:pt>
          <cx:pt idx="22674">49.990000000000002</cx:pt>
          <cx:pt idx="22675">49.990000000000002</cx:pt>
          <cx:pt idx="22676">49.990000000000002</cx:pt>
          <cx:pt idx="22677">49.990000000000002</cx:pt>
          <cx:pt idx="22678">49.990000000000002</cx:pt>
          <cx:pt idx="22679">49.990000000000002</cx:pt>
          <cx:pt idx="22680">49.990000000000002</cx:pt>
          <cx:pt idx="22681">49.990000000000002</cx:pt>
          <cx:pt idx="22682">49.990000000000002</cx:pt>
          <cx:pt idx="22683">49.990000000000002</cx:pt>
          <cx:pt idx="22684">49.990000000000002</cx:pt>
          <cx:pt idx="22685">49.990000000000002</cx:pt>
          <cx:pt idx="22686">49.990000000000002</cx:pt>
          <cx:pt idx="22687">49.990000000000002</cx:pt>
          <cx:pt idx="22688">49.990000000000002</cx:pt>
          <cx:pt idx="22689">49.990000000000002</cx:pt>
          <cx:pt idx="22690">49.990000000000002</cx:pt>
          <cx:pt idx="22691">49.990000000000002</cx:pt>
          <cx:pt idx="22692">49.990000000000002</cx:pt>
          <cx:pt idx="22693">49.990000000000002</cx:pt>
          <cx:pt idx="22694">49.990000000000002</cx:pt>
          <cx:pt idx="22695">49.990000000000002</cx:pt>
          <cx:pt idx="22696">49.990000000000002</cx:pt>
          <cx:pt idx="22697">49.990000000000002</cx:pt>
          <cx:pt idx="22698">49.990000000000002</cx:pt>
          <cx:pt idx="22699">49.990000000000002</cx:pt>
          <cx:pt idx="22700">49.990000000000002</cx:pt>
          <cx:pt idx="22701">49.990000000000002</cx:pt>
          <cx:pt idx="22702">49.990000000000002</cx:pt>
          <cx:pt idx="22703">49.990000000000002</cx:pt>
          <cx:pt idx="22704">49.990000000000002</cx:pt>
          <cx:pt idx="22705">49.990000000000002</cx:pt>
          <cx:pt idx="22706">49.990000000000002</cx:pt>
          <cx:pt idx="22707">49.990000000000002</cx:pt>
          <cx:pt idx="22708">49.990000000000002</cx:pt>
          <cx:pt idx="22709">49.990000000000002</cx:pt>
          <cx:pt idx="22710">49.990000000000002</cx:pt>
          <cx:pt idx="22711">49.990000000000002</cx:pt>
          <cx:pt idx="22712">49.990000000000002</cx:pt>
          <cx:pt idx="22713">49.990000000000002</cx:pt>
          <cx:pt idx="22714">49.990000000000002</cx:pt>
          <cx:pt idx="22715">49.990000000000002</cx:pt>
          <cx:pt idx="22716">49.990000000000002</cx:pt>
          <cx:pt idx="22717">49.990000000000002</cx:pt>
          <cx:pt idx="22718">49.990000000000002</cx:pt>
          <cx:pt idx="22719">49.990000000000002</cx:pt>
          <cx:pt idx="22720">49.990000000000002</cx:pt>
          <cx:pt idx="22721">49.990000000000002</cx:pt>
          <cx:pt idx="22722">49.990000000000002</cx:pt>
          <cx:pt idx="22723">49.990000000000002</cx:pt>
          <cx:pt idx="22724">49.990000000000002</cx:pt>
          <cx:pt idx="22725">49.990000000000002</cx:pt>
          <cx:pt idx="22726">49.990000000000002</cx:pt>
          <cx:pt idx="22727">49.990000000000002</cx:pt>
          <cx:pt idx="22728">49.990000000000002</cx:pt>
          <cx:pt idx="22729">49.990000000000002</cx:pt>
          <cx:pt idx="22730">49.990000000000002</cx:pt>
          <cx:pt idx="22731">49.990000000000002</cx:pt>
          <cx:pt idx="22732">49.990000000000002</cx:pt>
          <cx:pt idx="22733">49.990000000000002</cx:pt>
          <cx:pt idx="22734">49.990000000000002</cx:pt>
          <cx:pt idx="22735">49.990000000000002</cx:pt>
          <cx:pt idx="22736">49.990000000000002</cx:pt>
          <cx:pt idx="22737">49.990000000000002</cx:pt>
          <cx:pt idx="22738">49.990000000000002</cx:pt>
          <cx:pt idx="22739">49.990000000000002</cx:pt>
          <cx:pt idx="22740">49.990000000000002</cx:pt>
          <cx:pt idx="22741">49.990000000000002</cx:pt>
          <cx:pt idx="22742">49.990000000000002</cx:pt>
          <cx:pt idx="22743">49.990000000000002</cx:pt>
          <cx:pt idx="22744">49.990000000000002</cx:pt>
          <cx:pt idx="22745">49.990000000000002</cx:pt>
          <cx:pt idx="22746">49.990000000000002</cx:pt>
          <cx:pt idx="22747">49.990000000000002</cx:pt>
          <cx:pt idx="22748">49.990000000000002</cx:pt>
          <cx:pt idx="22749">49.990000000000002</cx:pt>
          <cx:pt idx="22750">49.990000000000002</cx:pt>
          <cx:pt idx="22751">49.990000000000002</cx:pt>
          <cx:pt idx="22752">49.990000000000002</cx:pt>
          <cx:pt idx="22753">49.990000000000002</cx:pt>
          <cx:pt idx="22754">49.990000000000002</cx:pt>
          <cx:pt idx="22755">49.990000000000002</cx:pt>
          <cx:pt idx="22756">49.990000000000002</cx:pt>
          <cx:pt idx="22757">49.990000000000002</cx:pt>
          <cx:pt idx="22758">49.990000000000002</cx:pt>
          <cx:pt idx="22759">49.990000000000002</cx:pt>
          <cx:pt idx="22760">49.990000000000002</cx:pt>
          <cx:pt idx="22761">49.990000000000002</cx:pt>
          <cx:pt idx="22762">49.990000000000002</cx:pt>
          <cx:pt idx="22763">49.990000000000002</cx:pt>
          <cx:pt idx="22764">49.990000000000002</cx:pt>
          <cx:pt idx="22765">49.990000000000002</cx:pt>
          <cx:pt idx="22766">49.990000000000002</cx:pt>
          <cx:pt idx="22767">49.990000000000002</cx:pt>
          <cx:pt idx="22768">49.990000000000002</cx:pt>
          <cx:pt idx="22769">49.990000000000002</cx:pt>
          <cx:pt idx="22770">49.990000000000002</cx:pt>
          <cx:pt idx="22771">49.990000000000002</cx:pt>
          <cx:pt idx="22772">49.990000000000002</cx:pt>
          <cx:pt idx="22773">49.990000000000002</cx:pt>
          <cx:pt idx="22774">49.990000000000002</cx:pt>
          <cx:pt idx="22775">49.990000000000002</cx:pt>
          <cx:pt idx="22776">49.990000000000002</cx:pt>
          <cx:pt idx="22777">49.990000000000002</cx:pt>
          <cx:pt idx="22778">49.990000000000002</cx:pt>
          <cx:pt idx="22779">49.990000000000002</cx:pt>
          <cx:pt idx="22780">49.990000000000002</cx:pt>
          <cx:pt idx="22781">49.990000000000002</cx:pt>
          <cx:pt idx="22782">49.990000000000002</cx:pt>
          <cx:pt idx="22783">49.990000000000002</cx:pt>
          <cx:pt idx="22784">49.990000000000002</cx:pt>
          <cx:pt idx="22785">49.990000000000002</cx:pt>
          <cx:pt idx="22786">49.990000000000002</cx:pt>
          <cx:pt idx="22787">49.990000000000002</cx:pt>
          <cx:pt idx="22788">49.990000000000002</cx:pt>
          <cx:pt idx="22789">49.990000000000002</cx:pt>
          <cx:pt idx="22790">49.990000000000002</cx:pt>
          <cx:pt idx="22791">49.990000000000002</cx:pt>
          <cx:pt idx="22792">49.990000000000002</cx:pt>
          <cx:pt idx="22793">49.990000000000002</cx:pt>
          <cx:pt idx="22794">49.990000000000002</cx:pt>
          <cx:pt idx="22795">49.990000000000002</cx:pt>
          <cx:pt idx="22796">49.990000000000002</cx:pt>
          <cx:pt idx="22797">49.990000000000002</cx:pt>
          <cx:pt idx="22798">49.990000000000002</cx:pt>
          <cx:pt idx="22799">49.990000000000002</cx:pt>
          <cx:pt idx="22800">49.990000000000002</cx:pt>
          <cx:pt idx="22801">49.990000000000002</cx:pt>
          <cx:pt idx="22802">49.990000000000002</cx:pt>
          <cx:pt idx="22803">49.990000000000002</cx:pt>
          <cx:pt idx="22804">49.990000000000002</cx:pt>
          <cx:pt idx="22805">49.990000000000002</cx:pt>
          <cx:pt idx="22806">49.990000000000002</cx:pt>
          <cx:pt idx="22807">49.990000000000002</cx:pt>
          <cx:pt idx="22808">49.990000000000002</cx:pt>
          <cx:pt idx="22809">49.990000000000002</cx:pt>
          <cx:pt idx="22810">49.990000000000002</cx:pt>
          <cx:pt idx="22811">49.990000000000002</cx:pt>
          <cx:pt idx="22812">49.990000000000002</cx:pt>
          <cx:pt idx="22813">49.990000000000002</cx:pt>
          <cx:pt idx="22814">49.990000000000002</cx:pt>
          <cx:pt idx="22815">49.990000000000002</cx:pt>
          <cx:pt idx="22816">49.990000000000002</cx:pt>
          <cx:pt idx="22817">49.990000000000002</cx:pt>
          <cx:pt idx="22818">49.990000000000002</cx:pt>
          <cx:pt idx="22819">49.990000000000002</cx:pt>
          <cx:pt idx="22820">49.990000000000002</cx:pt>
          <cx:pt idx="22821">49.990000000000002</cx:pt>
          <cx:pt idx="22822">49.990000000000002</cx:pt>
          <cx:pt idx="22823">49.990000000000002</cx:pt>
          <cx:pt idx="22824">49.990000000000002</cx:pt>
          <cx:pt idx="22825">49.990000000000002</cx:pt>
          <cx:pt idx="22826">49.990000000000002</cx:pt>
          <cx:pt idx="22827">49.990000000000002</cx:pt>
          <cx:pt idx="22828">49.990000000000002</cx:pt>
          <cx:pt idx="22829">49.990000000000002</cx:pt>
          <cx:pt idx="22830">49.990000000000002</cx:pt>
          <cx:pt idx="22831">49.990000000000002</cx:pt>
          <cx:pt idx="22832">49.990000000000002</cx:pt>
          <cx:pt idx="22833">49.990000000000002</cx:pt>
          <cx:pt idx="22834">49.990000000000002</cx:pt>
          <cx:pt idx="22835">49.990000000000002</cx:pt>
          <cx:pt idx="22836">49.990000000000002</cx:pt>
          <cx:pt idx="22837">49.990000000000002</cx:pt>
          <cx:pt idx="22838">49.990000000000002</cx:pt>
          <cx:pt idx="22839">49.990000000000002</cx:pt>
          <cx:pt idx="22840">49.990000000000002</cx:pt>
          <cx:pt idx="22841">49.990000000000002</cx:pt>
          <cx:pt idx="22842">49.990000000000002</cx:pt>
          <cx:pt idx="22843">49.990000000000002</cx:pt>
          <cx:pt idx="22844">49.990000000000002</cx:pt>
          <cx:pt idx="22845">49.990000000000002</cx:pt>
          <cx:pt idx="22846">49.990000000000002</cx:pt>
          <cx:pt idx="22847">49.990000000000002</cx:pt>
          <cx:pt idx="22848">49.990000000000002</cx:pt>
          <cx:pt idx="22849">49.990000000000002</cx:pt>
          <cx:pt idx="22850">49.990000000000002</cx:pt>
          <cx:pt idx="22851">49.990000000000002</cx:pt>
          <cx:pt idx="22852">49.990000000000002</cx:pt>
          <cx:pt idx="22853">49.990000000000002</cx:pt>
          <cx:pt idx="22854">49.990000000000002</cx:pt>
          <cx:pt idx="22855">49.990000000000002</cx:pt>
          <cx:pt idx="22856">49.990000000000002</cx:pt>
          <cx:pt idx="22857">49.990000000000002</cx:pt>
          <cx:pt idx="22858">49.990000000000002</cx:pt>
          <cx:pt idx="22859">49.990000000000002</cx:pt>
          <cx:pt idx="22860">49.990000000000002</cx:pt>
          <cx:pt idx="22861">49.990000000000002</cx:pt>
          <cx:pt idx="22862">49.990000000000002</cx:pt>
          <cx:pt idx="22863">49.990000000000002</cx:pt>
          <cx:pt idx="22864">49.990000000000002</cx:pt>
          <cx:pt idx="22865">49.990000000000002</cx:pt>
          <cx:pt idx="22866">49.990000000000002</cx:pt>
          <cx:pt idx="22867">49.990000000000002</cx:pt>
          <cx:pt idx="22868">49.990000000000002</cx:pt>
          <cx:pt idx="22869">49.990000000000002</cx:pt>
          <cx:pt idx="22870">49.990000000000002</cx:pt>
          <cx:pt idx="22871">49.990000000000002</cx:pt>
          <cx:pt idx="22872">49.990000000000002</cx:pt>
          <cx:pt idx="22873">49.990000000000002</cx:pt>
          <cx:pt idx="22874">49.990000000000002</cx:pt>
          <cx:pt idx="22875">49.990000000000002</cx:pt>
          <cx:pt idx="22876">49.990000000000002</cx:pt>
          <cx:pt idx="22877">49.990000000000002</cx:pt>
          <cx:pt idx="22878">49.990000000000002</cx:pt>
          <cx:pt idx="22879">49.990000000000002</cx:pt>
          <cx:pt idx="22880">49.990000000000002</cx:pt>
          <cx:pt idx="22881">49.990000000000002</cx:pt>
          <cx:pt idx="22882">49.990000000000002</cx:pt>
          <cx:pt idx="22883">49.990000000000002</cx:pt>
          <cx:pt idx="22884">49.990000000000002</cx:pt>
          <cx:pt idx="22885">49.990000000000002</cx:pt>
          <cx:pt idx="22886">49.990000000000002</cx:pt>
          <cx:pt idx="22887">49.990000000000002</cx:pt>
          <cx:pt idx="22888">49.990000000000002</cx:pt>
          <cx:pt idx="22889">49.990000000000002</cx:pt>
          <cx:pt idx="22890">49.990000000000002</cx:pt>
          <cx:pt idx="22891">49.990000000000002</cx:pt>
          <cx:pt idx="22892">49.990000000000002</cx:pt>
          <cx:pt idx="22893">49.990000000000002</cx:pt>
          <cx:pt idx="22894">49.990000000000002</cx:pt>
          <cx:pt idx="22895">49.990000000000002</cx:pt>
          <cx:pt idx="22896">49.990000000000002</cx:pt>
          <cx:pt idx="22897">49.990000000000002</cx:pt>
          <cx:pt idx="22898">49.990000000000002</cx:pt>
          <cx:pt idx="22899">49.990000000000002</cx:pt>
          <cx:pt idx="22900">49.990000000000002</cx:pt>
          <cx:pt idx="22901">49.990000000000002</cx:pt>
          <cx:pt idx="22902">49.990000000000002</cx:pt>
          <cx:pt idx="22903">49.990000000000002</cx:pt>
          <cx:pt idx="22904">49.990000000000002</cx:pt>
          <cx:pt idx="22905">49.990000000000002</cx:pt>
          <cx:pt idx="22906">49.990000000000002</cx:pt>
          <cx:pt idx="22907">49.990000000000002</cx:pt>
          <cx:pt idx="22908">49.990000000000002</cx:pt>
          <cx:pt idx="22909">49.990000000000002</cx:pt>
          <cx:pt idx="22910">49.990000000000002</cx:pt>
          <cx:pt idx="22911">49.990000000000002</cx:pt>
          <cx:pt idx="22912">49.990000000000002</cx:pt>
          <cx:pt idx="22913">49.990000000000002</cx:pt>
          <cx:pt idx="22914">49.990000000000002</cx:pt>
          <cx:pt idx="22915">49.990000000000002</cx:pt>
          <cx:pt idx="22916">49.990000000000002</cx:pt>
          <cx:pt idx="22917">49.990000000000002</cx:pt>
          <cx:pt idx="22918">49.990000000000002</cx:pt>
          <cx:pt idx="22919">49.990000000000002</cx:pt>
          <cx:pt idx="22920">49.990000000000002</cx:pt>
          <cx:pt idx="22921">49.990000000000002</cx:pt>
          <cx:pt idx="22922">49.990000000000002</cx:pt>
          <cx:pt idx="22923">49.990000000000002</cx:pt>
          <cx:pt idx="22924">49.990000000000002</cx:pt>
          <cx:pt idx="22925">49.990000000000002</cx:pt>
          <cx:pt idx="22926">49.990000000000002</cx:pt>
          <cx:pt idx="22927">49.990000000000002</cx:pt>
          <cx:pt idx="22928">49.990000000000002</cx:pt>
          <cx:pt idx="22929">49.990000000000002</cx:pt>
          <cx:pt idx="22930">49.990000000000002</cx:pt>
          <cx:pt idx="22931">49.990000000000002</cx:pt>
          <cx:pt idx="22932">49.990000000000002</cx:pt>
          <cx:pt idx="22933">49.990000000000002</cx:pt>
          <cx:pt idx="22934">49.990000000000002</cx:pt>
          <cx:pt idx="22935">49.990000000000002</cx:pt>
          <cx:pt idx="22936">49.990000000000002</cx:pt>
          <cx:pt idx="22937">49.990000000000002</cx:pt>
          <cx:pt idx="22938">49.990000000000002</cx:pt>
          <cx:pt idx="22939">49.990000000000002</cx:pt>
          <cx:pt idx="22940">49.990000000000002</cx:pt>
          <cx:pt idx="22941">49.990000000000002</cx:pt>
          <cx:pt idx="22942">49.990000000000002</cx:pt>
          <cx:pt idx="22943">49.990000000000002</cx:pt>
          <cx:pt idx="22944">49.990000000000002</cx:pt>
          <cx:pt idx="22945">49.990000000000002</cx:pt>
          <cx:pt idx="22946">49.990000000000002</cx:pt>
          <cx:pt idx="22947">49.990000000000002</cx:pt>
          <cx:pt idx="22948">49.990000000000002</cx:pt>
          <cx:pt idx="22949">49.990000000000002</cx:pt>
          <cx:pt idx="22950">49.990000000000002</cx:pt>
          <cx:pt idx="22951">49.990000000000002</cx:pt>
          <cx:pt idx="22952">49.990000000000002</cx:pt>
          <cx:pt idx="22953">49.990000000000002</cx:pt>
          <cx:pt idx="22954">49.990000000000002</cx:pt>
          <cx:pt idx="22955">49.990000000000002</cx:pt>
          <cx:pt idx="22956">49.990000000000002</cx:pt>
          <cx:pt idx="22957">49.990000000000002</cx:pt>
          <cx:pt idx="22958">49.990000000000002</cx:pt>
          <cx:pt idx="22959">49.990000000000002</cx:pt>
          <cx:pt idx="22960">49.990000000000002</cx:pt>
          <cx:pt idx="22961">49.990000000000002</cx:pt>
          <cx:pt idx="22962">49.990000000000002</cx:pt>
          <cx:pt idx="22963">49.990000000000002</cx:pt>
          <cx:pt idx="22964">49.990000000000002</cx:pt>
          <cx:pt idx="22965">49.990000000000002</cx:pt>
          <cx:pt idx="22966">49.990000000000002</cx:pt>
          <cx:pt idx="22967">49.990000000000002</cx:pt>
          <cx:pt idx="22968">49.990000000000002</cx:pt>
          <cx:pt idx="22969">49.990000000000002</cx:pt>
          <cx:pt idx="22970">49.990000000000002</cx:pt>
          <cx:pt idx="22971">49.990000000000002</cx:pt>
          <cx:pt idx="22972">49.990000000000002</cx:pt>
          <cx:pt idx="22973">49.990000000000002</cx:pt>
          <cx:pt idx="22974">49.990000000000002</cx:pt>
          <cx:pt idx="22975">49.990000000000002</cx:pt>
          <cx:pt idx="22976">49.990000000000002</cx:pt>
          <cx:pt idx="22977">49.990000000000002</cx:pt>
          <cx:pt idx="22978">49.990000000000002</cx:pt>
          <cx:pt idx="22979">49.990000000000002</cx:pt>
          <cx:pt idx="22980">49.990000000000002</cx:pt>
          <cx:pt idx="22981">49.990000000000002</cx:pt>
          <cx:pt idx="22982">49.990000000000002</cx:pt>
          <cx:pt idx="22983">49.990000000000002</cx:pt>
          <cx:pt idx="22984">49.990000000000002</cx:pt>
          <cx:pt idx="22985">49.990000000000002</cx:pt>
          <cx:pt idx="22986">49.990000000000002</cx:pt>
          <cx:pt idx="22987">49.990000000000002</cx:pt>
          <cx:pt idx="22988">49.990000000000002</cx:pt>
          <cx:pt idx="22989">49.990000000000002</cx:pt>
          <cx:pt idx="22990">49.990000000000002</cx:pt>
          <cx:pt idx="22991">49.990000000000002</cx:pt>
          <cx:pt idx="22992">49.990000000000002</cx:pt>
          <cx:pt idx="22993">49.990000000000002</cx:pt>
          <cx:pt idx="22994">49.990000000000002</cx:pt>
          <cx:pt idx="22995">49.990000000000002</cx:pt>
          <cx:pt idx="22996">49.990000000000002</cx:pt>
          <cx:pt idx="22997">49.990000000000002</cx:pt>
          <cx:pt idx="22998">49.990000000000002</cx:pt>
          <cx:pt idx="22999">49.990000000000002</cx:pt>
          <cx:pt idx="23000">49.990000000000002</cx:pt>
          <cx:pt idx="23001">49.990000000000002</cx:pt>
          <cx:pt idx="23002">49.990000000000002</cx:pt>
          <cx:pt idx="23003">49.990000000000002</cx:pt>
          <cx:pt idx="23004">49.990000000000002</cx:pt>
          <cx:pt idx="23005">49.990000000000002</cx:pt>
          <cx:pt idx="23006">49.990000000000002</cx:pt>
          <cx:pt idx="23007">49.990000000000002</cx:pt>
          <cx:pt idx="23008">49.990000000000002</cx:pt>
          <cx:pt idx="23009">49.990000000000002</cx:pt>
          <cx:pt idx="23010">49.990000000000002</cx:pt>
          <cx:pt idx="23011">49.990000000000002</cx:pt>
          <cx:pt idx="23012">49.990000000000002</cx:pt>
          <cx:pt idx="23013">49.990000000000002</cx:pt>
          <cx:pt idx="23014">49.990000000000002</cx:pt>
          <cx:pt idx="23015">49.990000000000002</cx:pt>
          <cx:pt idx="23016">49.990000000000002</cx:pt>
          <cx:pt idx="23017">49.990000000000002</cx:pt>
          <cx:pt idx="23018">49.990000000000002</cx:pt>
          <cx:pt idx="23019">49.990000000000002</cx:pt>
          <cx:pt idx="23020">49.990000000000002</cx:pt>
          <cx:pt idx="23021">49.990000000000002</cx:pt>
          <cx:pt idx="23022">49.990000000000002</cx:pt>
          <cx:pt idx="23023">49.990000000000002</cx:pt>
          <cx:pt idx="23024">49.990000000000002</cx:pt>
          <cx:pt idx="23025">49.990000000000002</cx:pt>
          <cx:pt idx="23026">49.990000000000002</cx:pt>
          <cx:pt idx="23027">49.990000000000002</cx:pt>
          <cx:pt idx="23028">49.990000000000002</cx:pt>
          <cx:pt idx="23029">49.990000000000002</cx:pt>
          <cx:pt idx="23030">49.990000000000002</cx:pt>
          <cx:pt idx="23031">49.990000000000002</cx:pt>
          <cx:pt idx="23032">49.990000000000002</cx:pt>
          <cx:pt idx="23033">49.990000000000002</cx:pt>
          <cx:pt idx="23034">49.990000000000002</cx:pt>
          <cx:pt idx="23035">49.990000000000002</cx:pt>
          <cx:pt idx="23036">49.990000000000002</cx:pt>
          <cx:pt idx="23037">49.990000000000002</cx:pt>
          <cx:pt idx="23038">49.990000000000002</cx:pt>
          <cx:pt idx="23039">49.990000000000002</cx:pt>
          <cx:pt idx="23040">49.990000000000002</cx:pt>
          <cx:pt idx="23041">49.990000000000002</cx:pt>
          <cx:pt idx="23042">49.990000000000002</cx:pt>
          <cx:pt idx="23043">49.990000000000002</cx:pt>
          <cx:pt idx="23044">49.990000000000002</cx:pt>
          <cx:pt idx="23045">49.990000000000002</cx:pt>
          <cx:pt idx="23046">49.990000000000002</cx:pt>
          <cx:pt idx="23047">49.990000000000002</cx:pt>
          <cx:pt idx="23048">49.990000000000002</cx:pt>
          <cx:pt idx="23049">49.990000000000002</cx:pt>
          <cx:pt idx="23050">49.990000000000002</cx:pt>
          <cx:pt idx="23051">49.990000000000002</cx:pt>
          <cx:pt idx="23052">49.990000000000002</cx:pt>
          <cx:pt idx="23053">49.990000000000002</cx:pt>
          <cx:pt idx="23054">49.990000000000002</cx:pt>
          <cx:pt idx="23055">49.990000000000002</cx:pt>
          <cx:pt idx="23056">49.990000000000002</cx:pt>
          <cx:pt idx="23057">49.990000000000002</cx:pt>
          <cx:pt idx="23058">49.990000000000002</cx:pt>
          <cx:pt idx="23059">49.990000000000002</cx:pt>
          <cx:pt idx="23060">49.990000000000002</cx:pt>
          <cx:pt idx="23061">49.990000000000002</cx:pt>
          <cx:pt idx="23062">49.990000000000002</cx:pt>
          <cx:pt idx="23063">49.990000000000002</cx:pt>
          <cx:pt idx="23064">49.990000000000002</cx:pt>
          <cx:pt idx="23065">49.990000000000002</cx:pt>
          <cx:pt idx="23066">49.990000000000002</cx:pt>
          <cx:pt idx="23067">49.990000000000002</cx:pt>
          <cx:pt idx="23068">49.990000000000002</cx:pt>
          <cx:pt idx="23069">49.990000000000002</cx:pt>
          <cx:pt idx="23070">49.990000000000002</cx:pt>
          <cx:pt idx="23071">49.990000000000002</cx:pt>
          <cx:pt idx="23072">49.990000000000002</cx:pt>
          <cx:pt idx="23073">49.990000000000002</cx:pt>
          <cx:pt idx="23074">49.990000000000002</cx:pt>
          <cx:pt idx="23075">49.990000000000002</cx:pt>
          <cx:pt idx="23076">49.990000000000002</cx:pt>
          <cx:pt idx="23077">49.990000000000002</cx:pt>
          <cx:pt idx="23078">49.990000000000002</cx:pt>
          <cx:pt idx="23079">49.990000000000002</cx:pt>
          <cx:pt idx="23080">49.990000000000002</cx:pt>
          <cx:pt idx="23081">49.990000000000002</cx:pt>
          <cx:pt idx="23082">49.990000000000002</cx:pt>
          <cx:pt idx="23083">49.990000000000002</cx:pt>
          <cx:pt idx="23084">49.990000000000002</cx:pt>
          <cx:pt idx="23085">49.990000000000002</cx:pt>
          <cx:pt idx="23086">49.990000000000002</cx:pt>
          <cx:pt idx="23087">49.990000000000002</cx:pt>
          <cx:pt idx="23088">49.990000000000002</cx:pt>
          <cx:pt idx="23089">49.990000000000002</cx:pt>
          <cx:pt idx="23090">49.990000000000002</cx:pt>
          <cx:pt idx="23091">49.990000000000002</cx:pt>
          <cx:pt idx="23092">49.990000000000002</cx:pt>
          <cx:pt idx="23093">49.990000000000002</cx:pt>
          <cx:pt idx="23094">49.990000000000002</cx:pt>
          <cx:pt idx="23095">49.990000000000002</cx:pt>
          <cx:pt idx="23096">49.990000000000002</cx:pt>
          <cx:pt idx="23097">49.990000000000002</cx:pt>
          <cx:pt idx="23098">49.990000000000002</cx:pt>
          <cx:pt idx="23099">49.990000000000002</cx:pt>
          <cx:pt idx="23100">49.990000000000002</cx:pt>
          <cx:pt idx="23101">49.990000000000002</cx:pt>
          <cx:pt idx="23102">49.990000000000002</cx:pt>
          <cx:pt idx="23103">49.990000000000002</cx:pt>
          <cx:pt idx="23104">49.990000000000002</cx:pt>
          <cx:pt idx="23105">49.990000000000002</cx:pt>
          <cx:pt idx="23106">49.990000000000002</cx:pt>
          <cx:pt idx="23107">49.990000000000002</cx:pt>
          <cx:pt idx="23108">49.990000000000002</cx:pt>
          <cx:pt idx="23109">49.990000000000002</cx:pt>
          <cx:pt idx="23110">49.990000000000002</cx:pt>
          <cx:pt idx="23111">49.990000000000002</cx:pt>
          <cx:pt idx="23112">49.990000000000002</cx:pt>
          <cx:pt idx="23113">49.990000000000002</cx:pt>
          <cx:pt idx="23114">49.990000000000002</cx:pt>
          <cx:pt idx="23115">49.990000000000002</cx:pt>
          <cx:pt idx="23116">49.990000000000002</cx:pt>
          <cx:pt idx="23117">49.990000000000002</cx:pt>
          <cx:pt idx="23118">49.990000000000002</cx:pt>
          <cx:pt idx="23119">49.990000000000002</cx:pt>
          <cx:pt idx="23120">49.990000000000002</cx:pt>
          <cx:pt idx="23121">49.990000000000002</cx:pt>
          <cx:pt idx="23122">49.990000000000002</cx:pt>
          <cx:pt idx="23123">49.990000000000002</cx:pt>
          <cx:pt idx="23124">49.990000000000002</cx:pt>
          <cx:pt idx="23125">49.990000000000002</cx:pt>
          <cx:pt idx="23126">49.990000000000002</cx:pt>
          <cx:pt idx="23127">49.990000000000002</cx:pt>
          <cx:pt idx="23128">49.990000000000002</cx:pt>
          <cx:pt idx="23129">49.990000000000002</cx:pt>
          <cx:pt idx="23130">49.990000000000002</cx:pt>
          <cx:pt idx="23131">49.990000000000002</cx:pt>
          <cx:pt idx="23132">49.990000000000002</cx:pt>
          <cx:pt idx="23133">49.990000000000002</cx:pt>
          <cx:pt idx="23134">49.990000000000002</cx:pt>
          <cx:pt idx="23135">49.990000000000002</cx:pt>
          <cx:pt idx="23136">49.990000000000002</cx:pt>
          <cx:pt idx="23137">49.990000000000002</cx:pt>
          <cx:pt idx="23138">49.990000000000002</cx:pt>
          <cx:pt idx="23139">49.990000000000002</cx:pt>
          <cx:pt idx="23140">49.990000000000002</cx:pt>
          <cx:pt idx="23141">49.990000000000002</cx:pt>
          <cx:pt idx="23142">49.990000000000002</cx:pt>
          <cx:pt idx="23143">49.990000000000002</cx:pt>
          <cx:pt idx="23144">49.990000000000002</cx:pt>
          <cx:pt idx="23145">49.990000000000002</cx:pt>
          <cx:pt idx="23146">49.990000000000002</cx:pt>
          <cx:pt idx="23147">49.990000000000002</cx:pt>
          <cx:pt idx="23148">49.990000000000002</cx:pt>
          <cx:pt idx="23149">49.990000000000002</cx:pt>
          <cx:pt idx="23150">49.990000000000002</cx:pt>
          <cx:pt idx="23151">49.990000000000002</cx:pt>
          <cx:pt idx="23152">49.990000000000002</cx:pt>
          <cx:pt idx="23153">49.990000000000002</cx:pt>
          <cx:pt idx="23154">49.990000000000002</cx:pt>
          <cx:pt idx="23155">49.990000000000002</cx:pt>
          <cx:pt idx="23156">49.990000000000002</cx:pt>
          <cx:pt idx="23157">49.990000000000002</cx:pt>
          <cx:pt idx="23158">49.990000000000002</cx:pt>
          <cx:pt idx="23159">49.990000000000002</cx:pt>
          <cx:pt idx="23160">49.990000000000002</cx:pt>
          <cx:pt idx="23161">49.990000000000002</cx:pt>
          <cx:pt idx="23162">49.990000000000002</cx:pt>
          <cx:pt idx="23163">49.990000000000002</cx:pt>
          <cx:pt idx="23164">49.990000000000002</cx:pt>
          <cx:pt idx="23165">49.990000000000002</cx:pt>
          <cx:pt idx="23166">49.990000000000002</cx:pt>
          <cx:pt idx="23167">49.990000000000002</cx:pt>
          <cx:pt idx="23168">49.990000000000002</cx:pt>
          <cx:pt idx="23169">49.990000000000002</cx:pt>
          <cx:pt idx="23170">49.990000000000002</cx:pt>
          <cx:pt idx="23171">49.990000000000002</cx:pt>
          <cx:pt idx="23172">49.990000000000002</cx:pt>
          <cx:pt idx="23173">49.990000000000002</cx:pt>
          <cx:pt idx="23174">49.990000000000002</cx:pt>
          <cx:pt idx="23175">49.990000000000002</cx:pt>
          <cx:pt idx="23176">49.990000000000002</cx:pt>
          <cx:pt idx="23177">49.990000000000002</cx:pt>
          <cx:pt idx="23178">49.990000000000002</cx:pt>
          <cx:pt idx="23179">49.990000000000002</cx:pt>
          <cx:pt idx="23180">49.990000000000002</cx:pt>
          <cx:pt idx="23181">49.990000000000002</cx:pt>
          <cx:pt idx="23182">49.990000000000002</cx:pt>
          <cx:pt idx="23183">49.990000000000002</cx:pt>
          <cx:pt idx="23184">49.990000000000002</cx:pt>
          <cx:pt idx="23185">49.990000000000002</cx:pt>
          <cx:pt idx="23186">49.990000000000002</cx:pt>
          <cx:pt idx="23187">49.990000000000002</cx:pt>
          <cx:pt idx="23188">49.990000000000002</cx:pt>
          <cx:pt idx="23189">49.990000000000002</cx:pt>
          <cx:pt idx="23190">49.990000000000002</cx:pt>
          <cx:pt idx="23191">49.990000000000002</cx:pt>
          <cx:pt idx="23192">49.990000000000002</cx:pt>
          <cx:pt idx="23193">49.990000000000002</cx:pt>
          <cx:pt idx="23194">49.990000000000002</cx:pt>
          <cx:pt idx="23195">49.990000000000002</cx:pt>
          <cx:pt idx="23196">49.990000000000002</cx:pt>
          <cx:pt idx="23197">49.990000000000002</cx:pt>
          <cx:pt idx="23198">49.990000000000002</cx:pt>
          <cx:pt idx="23199">49.990000000000002</cx:pt>
          <cx:pt idx="23200">49.990000000000002</cx:pt>
          <cx:pt idx="23201">49.990000000000002</cx:pt>
          <cx:pt idx="23202">49.990000000000002</cx:pt>
          <cx:pt idx="23203">49.990000000000002</cx:pt>
          <cx:pt idx="23204">49.990000000000002</cx:pt>
          <cx:pt idx="23205">49.990000000000002</cx:pt>
          <cx:pt idx="23206">49.990000000000002</cx:pt>
          <cx:pt idx="23207">49.990000000000002</cx:pt>
          <cx:pt idx="23208">49.990000000000002</cx:pt>
          <cx:pt idx="23209">49.990000000000002</cx:pt>
          <cx:pt idx="23210">49.990000000000002</cx:pt>
          <cx:pt idx="23211">49.990000000000002</cx:pt>
          <cx:pt idx="23212">49.990000000000002</cx:pt>
          <cx:pt idx="23213">49.990000000000002</cx:pt>
          <cx:pt idx="23214">49.990000000000002</cx:pt>
          <cx:pt idx="23215">49.990000000000002</cx:pt>
          <cx:pt idx="23216">49.990000000000002</cx:pt>
          <cx:pt idx="23217">49.990000000000002</cx:pt>
          <cx:pt idx="23218">49.990000000000002</cx:pt>
          <cx:pt idx="23219">49.990000000000002</cx:pt>
          <cx:pt idx="23220">49.990000000000002</cx:pt>
          <cx:pt idx="23221">49.990000000000002</cx:pt>
          <cx:pt idx="23222">49.990000000000002</cx:pt>
          <cx:pt idx="23223">49.990000000000002</cx:pt>
          <cx:pt idx="23224">49.990000000000002</cx:pt>
          <cx:pt idx="23225">49.990000000000002</cx:pt>
          <cx:pt idx="23226">49.990000000000002</cx:pt>
          <cx:pt idx="23227">49.990000000000002</cx:pt>
          <cx:pt idx="23228">49.990000000000002</cx:pt>
          <cx:pt idx="23229">49.990000000000002</cx:pt>
          <cx:pt idx="23230">49.990000000000002</cx:pt>
          <cx:pt idx="23231">49.990000000000002</cx:pt>
          <cx:pt idx="23232">49.990000000000002</cx:pt>
          <cx:pt idx="23233">49.990000000000002</cx:pt>
          <cx:pt idx="23234">49.990000000000002</cx:pt>
          <cx:pt idx="23235">49.990000000000002</cx:pt>
          <cx:pt idx="23236">49.990000000000002</cx:pt>
          <cx:pt idx="23237">49.990000000000002</cx:pt>
          <cx:pt idx="23238">49.990000000000002</cx:pt>
          <cx:pt idx="23239">49.990000000000002</cx:pt>
          <cx:pt idx="23240">49.990000000000002</cx:pt>
          <cx:pt idx="23241">49.990000000000002</cx:pt>
          <cx:pt idx="23242">49.990000000000002</cx:pt>
          <cx:pt idx="23243">49.990000000000002</cx:pt>
          <cx:pt idx="23244">49.990000000000002</cx:pt>
          <cx:pt idx="23245">49.990000000000002</cx:pt>
          <cx:pt idx="23246">49.990000000000002</cx:pt>
          <cx:pt idx="23247">49.990000000000002</cx:pt>
          <cx:pt idx="23248">49.990000000000002</cx:pt>
          <cx:pt idx="23249">49.990000000000002</cx:pt>
          <cx:pt idx="23250">49.990000000000002</cx:pt>
          <cx:pt idx="23251">49.990000000000002</cx:pt>
          <cx:pt idx="23252">49.990000000000002</cx:pt>
          <cx:pt idx="23253">49.990000000000002</cx:pt>
          <cx:pt idx="23254">49.990000000000002</cx:pt>
          <cx:pt idx="23255">49.990000000000002</cx:pt>
          <cx:pt idx="23256">49.990000000000002</cx:pt>
          <cx:pt idx="23257">49.990000000000002</cx:pt>
          <cx:pt idx="23258">49.990000000000002</cx:pt>
          <cx:pt idx="23259">49.990000000000002</cx:pt>
          <cx:pt idx="23260">49.990000000000002</cx:pt>
          <cx:pt idx="23261">49.990000000000002</cx:pt>
          <cx:pt idx="23262">49.990000000000002</cx:pt>
          <cx:pt idx="23263">49.990000000000002</cx:pt>
          <cx:pt idx="23264">49.990000000000002</cx:pt>
          <cx:pt idx="23265">49.990000000000002</cx:pt>
          <cx:pt idx="23266">49.990000000000002</cx:pt>
          <cx:pt idx="23267">49.990000000000002</cx:pt>
          <cx:pt idx="23268">49.990000000000002</cx:pt>
          <cx:pt idx="23269">49.990000000000002</cx:pt>
          <cx:pt idx="23270">49.990000000000002</cx:pt>
          <cx:pt idx="23271">49.990000000000002</cx:pt>
          <cx:pt idx="23272">49.990000000000002</cx:pt>
          <cx:pt idx="23273">49.990000000000002</cx:pt>
          <cx:pt idx="23274">49.990000000000002</cx:pt>
          <cx:pt idx="23275">49.990000000000002</cx:pt>
          <cx:pt idx="23276">49.990000000000002</cx:pt>
          <cx:pt idx="23277">49.990000000000002</cx:pt>
          <cx:pt idx="23278">49.990000000000002</cx:pt>
          <cx:pt idx="23279">49.990000000000002</cx:pt>
          <cx:pt idx="23280">49.990000000000002</cx:pt>
          <cx:pt idx="23281">49.990000000000002</cx:pt>
          <cx:pt idx="23282">49.990000000000002</cx:pt>
          <cx:pt idx="23283">49.990000000000002</cx:pt>
          <cx:pt idx="23284">49.990000000000002</cx:pt>
          <cx:pt idx="23285">49.990000000000002</cx:pt>
          <cx:pt idx="23286">49.990000000000002</cx:pt>
          <cx:pt idx="23287">49.990000000000002</cx:pt>
          <cx:pt idx="23288">49.990000000000002</cx:pt>
          <cx:pt idx="23289">49.990000000000002</cx:pt>
          <cx:pt idx="23290">49.990000000000002</cx:pt>
          <cx:pt idx="23291">49.990000000000002</cx:pt>
          <cx:pt idx="23292">49.990000000000002</cx:pt>
          <cx:pt idx="23293">49.990000000000002</cx:pt>
          <cx:pt idx="23294">49.990000000000002</cx:pt>
          <cx:pt idx="23295">49.990000000000002</cx:pt>
          <cx:pt idx="23296">49.990000000000002</cx:pt>
          <cx:pt idx="23297">49.990000000000002</cx:pt>
          <cx:pt idx="23298">49.990000000000002</cx:pt>
          <cx:pt idx="23299">49.990000000000002</cx:pt>
          <cx:pt idx="23300">49.990000000000002</cx:pt>
          <cx:pt idx="23301">49.990000000000002</cx:pt>
          <cx:pt idx="23302">49.990000000000002</cx:pt>
          <cx:pt idx="23303">49.990000000000002</cx:pt>
          <cx:pt idx="23304">49.990000000000002</cx:pt>
          <cx:pt idx="23305">49.990000000000002</cx:pt>
          <cx:pt idx="23306">49.990000000000002</cx:pt>
          <cx:pt idx="23307">49.990000000000002</cx:pt>
          <cx:pt idx="23308">49.990000000000002</cx:pt>
          <cx:pt idx="23309">49.990000000000002</cx:pt>
          <cx:pt idx="23310">49.990000000000002</cx:pt>
          <cx:pt idx="23311">49.990000000000002</cx:pt>
          <cx:pt idx="23312">49.990000000000002</cx:pt>
          <cx:pt idx="23313">49.990000000000002</cx:pt>
          <cx:pt idx="23314">49.990000000000002</cx:pt>
          <cx:pt idx="23315">49.990000000000002</cx:pt>
          <cx:pt idx="23316">49.990000000000002</cx:pt>
          <cx:pt idx="23317">49.990000000000002</cx:pt>
          <cx:pt idx="23318">49.990000000000002</cx:pt>
          <cx:pt idx="23319">49.990000000000002</cx:pt>
          <cx:pt idx="23320">49.990000000000002</cx:pt>
          <cx:pt idx="23321">49.990000000000002</cx:pt>
          <cx:pt idx="23322">49.990000000000002</cx:pt>
          <cx:pt idx="23323">49.990000000000002</cx:pt>
          <cx:pt idx="23324">49.990000000000002</cx:pt>
          <cx:pt idx="23325">49.990000000000002</cx:pt>
          <cx:pt idx="23326">49.990000000000002</cx:pt>
          <cx:pt idx="23327">49.990000000000002</cx:pt>
          <cx:pt idx="23328">49.990000000000002</cx:pt>
          <cx:pt idx="23329">49.990000000000002</cx:pt>
          <cx:pt idx="23330">49.990000000000002</cx:pt>
          <cx:pt idx="23331">49.990000000000002</cx:pt>
          <cx:pt idx="23332">49.990000000000002</cx:pt>
          <cx:pt idx="23333">49.990000000000002</cx:pt>
          <cx:pt idx="23334">49.990000000000002</cx:pt>
          <cx:pt idx="23335">49.990000000000002</cx:pt>
          <cx:pt idx="23336">49.990000000000002</cx:pt>
          <cx:pt idx="23337">49.990000000000002</cx:pt>
          <cx:pt idx="23338">49.990000000000002</cx:pt>
          <cx:pt idx="23339">49.990000000000002</cx:pt>
          <cx:pt idx="23340">49.990000000000002</cx:pt>
          <cx:pt idx="23341">49.990000000000002</cx:pt>
          <cx:pt idx="23342">49.990000000000002</cx:pt>
          <cx:pt idx="23343">49.990000000000002</cx:pt>
          <cx:pt idx="23344">49.990000000000002</cx:pt>
          <cx:pt idx="23345">49.990000000000002</cx:pt>
          <cx:pt idx="23346">49.990000000000002</cx:pt>
          <cx:pt idx="23347">49.990000000000002</cx:pt>
          <cx:pt idx="23348">49.990000000000002</cx:pt>
          <cx:pt idx="23349">49.990000000000002</cx:pt>
          <cx:pt idx="23350">49.990000000000002</cx:pt>
          <cx:pt idx="23351">49.990000000000002</cx:pt>
          <cx:pt idx="23352">49.990000000000002</cx:pt>
          <cx:pt idx="23353">49.990000000000002</cx:pt>
          <cx:pt idx="23354">49.990000000000002</cx:pt>
          <cx:pt idx="23355">49.990000000000002</cx:pt>
          <cx:pt idx="23356">49.990000000000002</cx:pt>
          <cx:pt idx="23357">49.990000000000002</cx:pt>
          <cx:pt idx="23358">49.990000000000002</cx:pt>
          <cx:pt idx="23359">49.990000000000002</cx:pt>
          <cx:pt idx="23360">49.990000000000002</cx:pt>
          <cx:pt idx="23361">49.990000000000002</cx:pt>
          <cx:pt idx="23362">49.990000000000002</cx:pt>
          <cx:pt idx="23363">49.990000000000002</cx:pt>
          <cx:pt idx="23364">49.990000000000002</cx:pt>
          <cx:pt idx="23365">49.990000000000002</cx:pt>
          <cx:pt idx="23366">49.990000000000002</cx:pt>
          <cx:pt idx="23367">49.990000000000002</cx:pt>
          <cx:pt idx="23368">49.990000000000002</cx:pt>
          <cx:pt idx="23369">49.990000000000002</cx:pt>
          <cx:pt idx="23370">49.990000000000002</cx:pt>
          <cx:pt idx="23371">49.990000000000002</cx:pt>
          <cx:pt idx="23372">49.990000000000002</cx:pt>
          <cx:pt idx="23373">49.990000000000002</cx:pt>
          <cx:pt idx="23374">49.990000000000002</cx:pt>
          <cx:pt idx="23375">49.990000000000002</cx:pt>
          <cx:pt idx="23376">49.990000000000002</cx:pt>
          <cx:pt idx="23377">49.990000000000002</cx:pt>
          <cx:pt idx="23378">49.990000000000002</cx:pt>
          <cx:pt idx="23379">49.990000000000002</cx:pt>
          <cx:pt idx="23380">49.990000000000002</cx:pt>
          <cx:pt idx="23381">49.990000000000002</cx:pt>
          <cx:pt idx="23382">49.990000000000002</cx:pt>
          <cx:pt idx="23383">49.990000000000002</cx:pt>
          <cx:pt idx="23384">49.990000000000002</cx:pt>
          <cx:pt idx="23385">49.990000000000002</cx:pt>
          <cx:pt idx="23386">49.990000000000002</cx:pt>
          <cx:pt idx="23387">49.990000000000002</cx:pt>
          <cx:pt idx="23388">49.990000000000002</cx:pt>
          <cx:pt idx="23389">49.990000000000002</cx:pt>
          <cx:pt idx="23390">49.990000000000002</cx:pt>
          <cx:pt idx="23391">49.990000000000002</cx:pt>
          <cx:pt idx="23392">49.990000000000002</cx:pt>
          <cx:pt idx="23393">49.990000000000002</cx:pt>
          <cx:pt idx="23394">49.990000000000002</cx:pt>
          <cx:pt idx="23395">49.990000000000002</cx:pt>
          <cx:pt idx="23396">49.990000000000002</cx:pt>
          <cx:pt idx="23397">49.990000000000002</cx:pt>
          <cx:pt idx="23398">49.990000000000002</cx:pt>
          <cx:pt idx="23399">49.990000000000002</cx:pt>
          <cx:pt idx="23400">49.990000000000002</cx:pt>
          <cx:pt idx="23401">49.990000000000002</cx:pt>
          <cx:pt idx="23402">49.990000000000002</cx:pt>
          <cx:pt idx="23403">49.990000000000002</cx:pt>
          <cx:pt idx="23404">49.990000000000002</cx:pt>
          <cx:pt idx="23405">49.990000000000002</cx:pt>
          <cx:pt idx="23406">49.990000000000002</cx:pt>
          <cx:pt idx="23407">49.990000000000002</cx:pt>
          <cx:pt idx="23408">49.990000000000002</cx:pt>
          <cx:pt idx="23409">49.990000000000002</cx:pt>
          <cx:pt idx="23410">49.990000000000002</cx:pt>
          <cx:pt idx="23411">49.990000000000002</cx:pt>
          <cx:pt idx="23412">49.990000000000002</cx:pt>
          <cx:pt idx="23413">49.990000000000002</cx:pt>
          <cx:pt idx="23414">49.990000000000002</cx:pt>
          <cx:pt idx="23415">49.990000000000002</cx:pt>
          <cx:pt idx="23416">49.990000000000002</cx:pt>
          <cx:pt idx="23417">49.990000000000002</cx:pt>
          <cx:pt idx="23418">49.990000000000002</cx:pt>
          <cx:pt idx="23419">49.990000000000002</cx:pt>
          <cx:pt idx="23420">49.990000000000002</cx:pt>
          <cx:pt idx="23421">49.990000000000002</cx:pt>
          <cx:pt idx="23422">49.990000000000002</cx:pt>
          <cx:pt idx="23423">49.990000000000002</cx:pt>
          <cx:pt idx="23424">49.990000000000002</cx:pt>
          <cx:pt idx="23425">49.990000000000002</cx:pt>
          <cx:pt idx="23426">49.990000000000002</cx:pt>
          <cx:pt idx="23427">49.990000000000002</cx:pt>
          <cx:pt idx="23428">49.990000000000002</cx:pt>
          <cx:pt idx="23429">49.990000000000002</cx:pt>
          <cx:pt idx="23430">49.990000000000002</cx:pt>
          <cx:pt idx="23431">49.990000000000002</cx:pt>
          <cx:pt idx="23432">49.990000000000002</cx:pt>
          <cx:pt idx="23433">49.990000000000002</cx:pt>
          <cx:pt idx="23434">49.990000000000002</cx:pt>
          <cx:pt idx="23435">49.990000000000002</cx:pt>
          <cx:pt idx="23436">49.990000000000002</cx:pt>
          <cx:pt idx="23437">49.990000000000002</cx:pt>
          <cx:pt idx="23438">49.990000000000002</cx:pt>
          <cx:pt idx="23439">49.990000000000002</cx:pt>
          <cx:pt idx="23440">49.990000000000002</cx:pt>
          <cx:pt idx="23441">49.990000000000002</cx:pt>
          <cx:pt idx="23442">49.990000000000002</cx:pt>
          <cx:pt idx="23443">49.990000000000002</cx:pt>
          <cx:pt idx="23444">49.990000000000002</cx:pt>
          <cx:pt idx="23445">49.990000000000002</cx:pt>
          <cx:pt idx="23446">49.990000000000002</cx:pt>
          <cx:pt idx="23447">49.990000000000002</cx:pt>
          <cx:pt idx="23448">49.990000000000002</cx:pt>
          <cx:pt idx="23449">49.990000000000002</cx:pt>
          <cx:pt idx="23450">49.990000000000002</cx:pt>
          <cx:pt idx="23451">49.990000000000002</cx:pt>
          <cx:pt idx="23452">49.990000000000002</cx:pt>
          <cx:pt idx="23453">49.990000000000002</cx:pt>
          <cx:pt idx="23454">49.990000000000002</cx:pt>
          <cx:pt idx="23455">49.990000000000002</cx:pt>
          <cx:pt idx="23456">49.990000000000002</cx:pt>
          <cx:pt idx="23457">49.990000000000002</cx:pt>
          <cx:pt idx="23458">49.990000000000002</cx:pt>
          <cx:pt idx="23459">49.990000000000002</cx:pt>
          <cx:pt idx="23460">49.990000000000002</cx:pt>
          <cx:pt idx="23461">49.990000000000002</cx:pt>
          <cx:pt idx="23462">49.990000000000002</cx:pt>
          <cx:pt idx="23463">49.990000000000002</cx:pt>
          <cx:pt idx="23464">49.990000000000002</cx:pt>
          <cx:pt idx="23465">49.990000000000002</cx:pt>
          <cx:pt idx="23466">49.990000000000002</cx:pt>
          <cx:pt idx="23467">49.990000000000002</cx:pt>
          <cx:pt idx="23468">49.990000000000002</cx:pt>
          <cx:pt idx="23469">49.990000000000002</cx:pt>
          <cx:pt idx="23470">49.990000000000002</cx:pt>
          <cx:pt idx="23471">49.990000000000002</cx:pt>
          <cx:pt idx="23472">49.990000000000002</cx:pt>
          <cx:pt idx="23473">49.990000000000002</cx:pt>
          <cx:pt idx="23474">49.990000000000002</cx:pt>
          <cx:pt idx="23475">49.990000000000002</cx:pt>
          <cx:pt idx="23476">49.990000000000002</cx:pt>
          <cx:pt idx="23477">49.990000000000002</cx:pt>
          <cx:pt idx="23478">49.990000000000002</cx:pt>
          <cx:pt idx="23479">49.990000000000002</cx:pt>
          <cx:pt idx="23480">49.990000000000002</cx:pt>
          <cx:pt idx="23481">49.990000000000002</cx:pt>
          <cx:pt idx="23482">49.990000000000002</cx:pt>
          <cx:pt idx="23483">49.990000000000002</cx:pt>
          <cx:pt idx="23484">49.990000000000002</cx:pt>
          <cx:pt idx="23485">49.990000000000002</cx:pt>
          <cx:pt idx="23486">49.990000000000002</cx:pt>
          <cx:pt idx="23487">49.990000000000002</cx:pt>
          <cx:pt idx="23488">49.990000000000002</cx:pt>
          <cx:pt idx="23489">49.990000000000002</cx:pt>
          <cx:pt idx="23490">49.990000000000002</cx:pt>
          <cx:pt idx="23491">49.990000000000002</cx:pt>
          <cx:pt idx="23492">49.990000000000002</cx:pt>
          <cx:pt idx="23493">49.990000000000002</cx:pt>
          <cx:pt idx="23494">49.990000000000002</cx:pt>
          <cx:pt idx="23495">49.990000000000002</cx:pt>
          <cx:pt idx="23496">49.990000000000002</cx:pt>
          <cx:pt idx="23497">49.990000000000002</cx:pt>
          <cx:pt idx="23498">49.990000000000002</cx:pt>
          <cx:pt idx="23499">49.990000000000002</cx:pt>
          <cx:pt idx="23500">49.990000000000002</cx:pt>
          <cx:pt idx="23501">49.990000000000002</cx:pt>
          <cx:pt idx="23502">49.990000000000002</cx:pt>
          <cx:pt idx="23503">49.990000000000002</cx:pt>
          <cx:pt idx="23504">49.990000000000002</cx:pt>
          <cx:pt idx="23505">49.990000000000002</cx:pt>
          <cx:pt idx="23506">49.990000000000002</cx:pt>
          <cx:pt idx="23507">49.990000000000002</cx:pt>
          <cx:pt idx="23508">49.990000000000002</cx:pt>
          <cx:pt idx="23509">49.990000000000002</cx:pt>
          <cx:pt idx="23510">49.990000000000002</cx:pt>
          <cx:pt idx="23511">49.990000000000002</cx:pt>
          <cx:pt idx="23512">49.990000000000002</cx:pt>
          <cx:pt idx="23513">49.990000000000002</cx:pt>
          <cx:pt idx="23514">49.990000000000002</cx:pt>
          <cx:pt idx="23515">49.990000000000002</cx:pt>
          <cx:pt idx="23516">49.990000000000002</cx:pt>
          <cx:pt idx="23517">49.990000000000002</cx:pt>
          <cx:pt idx="23518">49.990000000000002</cx:pt>
          <cx:pt idx="23519">49.990000000000002</cx:pt>
          <cx:pt idx="23520">49.990000000000002</cx:pt>
          <cx:pt idx="23521">49.990000000000002</cx:pt>
          <cx:pt idx="23522">49.990000000000002</cx:pt>
          <cx:pt idx="23523">49.990000000000002</cx:pt>
          <cx:pt idx="23524">49.990000000000002</cx:pt>
          <cx:pt idx="23525">49.990000000000002</cx:pt>
          <cx:pt idx="23526">49.990000000000002</cx:pt>
          <cx:pt idx="23527">49.990000000000002</cx:pt>
          <cx:pt idx="23528">49.990000000000002</cx:pt>
          <cx:pt idx="23529">49.990000000000002</cx:pt>
          <cx:pt idx="23530">49.990000000000002</cx:pt>
          <cx:pt idx="23531">49.990000000000002</cx:pt>
          <cx:pt idx="23532">49.990000000000002</cx:pt>
          <cx:pt idx="23533">49.990000000000002</cx:pt>
          <cx:pt idx="23534">49.990000000000002</cx:pt>
          <cx:pt idx="23535">49.990000000000002</cx:pt>
          <cx:pt idx="23536">49.990000000000002</cx:pt>
          <cx:pt idx="23537">49.990000000000002</cx:pt>
          <cx:pt idx="23538">49.990000000000002</cx:pt>
          <cx:pt idx="23539">49.990000000000002</cx:pt>
          <cx:pt idx="23540">49.990000000000002</cx:pt>
          <cx:pt idx="23541">49.990000000000002</cx:pt>
          <cx:pt idx="23542">49.990000000000002</cx:pt>
          <cx:pt idx="23543">49.990000000000002</cx:pt>
          <cx:pt idx="23544">49.990000000000002</cx:pt>
          <cx:pt idx="23545">49.990000000000002</cx:pt>
          <cx:pt idx="23546">49.990000000000002</cx:pt>
          <cx:pt idx="23547">49.990000000000002</cx:pt>
          <cx:pt idx="23548">49.990000000000002</cx:pt>
          <cx:pt idx="23549">49.990000000000002</cx:pt>
          <cx:pt idx="23550">49.990000000000002</cx:pt>
          <cx:pt idx="23551">49.990000000000002</cx:pt>
          <cx:pt idx="23552">49.990000000000002</cx:pt>
          <cx:pt idx="23553">49.990000000000002</cx:pt>
          <cx:pt idx="23554">49.990000000000002</cx:pt>
          <cx:pt idx="23555">49.990000000000002</cx:pt>
          <cx:pt idx="23556">49.990000000000002</cx:pt>
          <cx:pt idx="23557">49.990000000000002</cx:pt>
          <cx:pt idx="23558">49.990000000000002</cx:pt>
          <cx:pt idx="23559">49.990000000000002</cx:pt>
          <cx:pt idx="23560">49.990000000000002</cx:pt>
          <cx:pt idx="23561">49.990000000000002</cx:pt>
          <cx:pt idx="23562">49.990000000000002</cx:pt>
          <cx:pt idx="23563">49.990000000000002</cx:pt>
          <cx:pt idx="23564">49.990000000000002</cx:pt>
          <cx:pt idx="23565">49.990000000000002</cx:pt>
          <cx:pt idx="23566">49.990000000000002</cx:pt>
          <cx:pt idx="23567">49.990000000000002</cx:pt>
          <cx:pt idx="23568">49.990000000000002</cx:pt>
          <cx:pt idx="23569">49.990000000000002</cx:pt>
          <cx:pt idx="23570">49.990000000000002</cx:pt>
          <cx:pt idx="23571">49.990000000000002</cx:pt>
          <cx:pt idx="23572">49.990000000000002</cx:pt>
          <cx:pt idx="23573">49.990000000000002</cx:pt>
          <cx:pt idx="23574">49.990000000000002</cx:pt>
          <cx:pt idx="23575">49.990000000000002</cx:pt>
          <cx:pt idx="23576">49.990000000000002</cx:pt>
          <cx:pt idx="23577">49.990000000000002</cx:pt>
          <cx:pt idx="23578">49.990000000000002</cx:pt>
          <cx:pt idx="23579">49.990000000000002</cx:pt>
          <cx:pt idx="23580">49.990000000000002</cx:pt>
          <cx:pt idx="23581">49.990000000000002</cx:pt>
          <cx:pt idx="23582">49.990000000000002</cx:pt>
          <cx:pt idx="23583">49.990000000000002</cx:pt>
          <cx:pt idx="23584">49.990000000000002</cx:pt>
          <cx:pt idx="23585">49.990000000000002</cx:pt>
          <cx:pt idx="23586">49.990000000000002</cx:pt>
          <cx:pt idx="23587">49.990000000000002</cx:pt>
          <cx:pt idx="23588">49.990000000000002</cx:pt>
          <cx:pt idx="23589">49.990000000000002</cx:pt>
          <cx:pt idx="23590">49.990000000000002</cx:pt>
          <cx:pt idx="23591">49.990000000000002</cx:pt>
          <cx:pt idx="23592">49.990000000000002</cx:pt>
          <cx:pt idx="23593">49.990000000000002</cx:pt>
          <cx:pt idx="23594">49.990000000000002</cx:pt>
          <cx:pt idx="23595">49.990000000000002</cx:pt>
          <cx:pt idx="23596">49.990000000000002</cx:pt>
          <cx:pt idx="23597">49.990000000000002</cx:pt>
          <cx:pt idx="23598">49.990000000000002</cx:pt>
          <cx:pt idx="23599">49.990000000000002</cx:pt>
          <cx:pt idx="23600">49.990000000000002</cx:pt>
          <cx:pt idx="23601">49.990000000000002</cx:pt>
          <cx:pt idx="23602">49.990000000000002</cx:pt>
          <cx:pt idx="23603">49.990000000000002</cx:pt>
          <cx:pt idx="23604">49.990000000000002</cx:pt>
          <cx:pt idx="23605">49.990000000000002</cx:pt>
          <cx:pt idx="23606">49.990000000000002</cx:pt>
          <cx:pt idx="23607">49.990000000000002</cx:pt>
          <cx:pt idx="23608">49.990000000000002</cx:pt>
          <cx:pt idx="23609">49.990000000000002</cx:pt>
          <cx:pt idx="23610">49.990000000000002</cx:pt>
          <cx:pt idx="23611">49.990000000000002</cx:pt>
          <cx:pt idx="23612">49.990000000000002</cx:pt>
          <cx:pt idx="23613">49.990000000000002</cx:pt>
          <cx:pt idx="23614">49.990000000000002</cx:pt>
          <cx:pt idx="23615">49.990000000000002</cx:pt>
          <cx:pt idx="23616">49.990000000000002</cx:pt>
          <cx:pt idx="23617">49.990000000000002</cx:pt>
          <cx:pt idx="23618">49.990000000000002</cx:pt>
          <cx:pt idx="23619">49.990000000000002</cx:pt>
          <cx:pt idx="23620">49.990000000000002</cx:pt>
          <cx:pt idx="23621">49.990000000000002</cx:pt>
          <cx:pt idx="23622">49.990000000000002</cx:pt>
          <cx:pt idx="23623">49.990000000000002</cx:pt>
          <cx:pt idx="23624">49.990000000000002</cx:pt>
          <cx:pt idx="23625">49.990000000000002</cx:pt>
          <cx:pt idx="23626">49.990000000000002</cx:pt>
          <cx:pt idx="23627">49.990000000000002</cx:pt>
          <cx:pt idx="23628">49.990000000000002</cx:pt>
          <cx:pt idx="23629">49.990000000000002</cx:pt>
          <cx:pt idx="23630">49.990000000000002</cx:pt>
          <cx:pt idx="23631">49.990000000000002</cx:pt>
          <cx:pt idx="23632">49.990000000000002</cx:pt>
          <cx:pt idx="23633">49.990000000000002</cx:pt>
          <cx:pt idx="23634">49.990000000000002</cx:pt>
          <cx:pt idx="23635">49.990000000000002</cx:pt>
          <cx:pt idx="23636">49.990000000000002</cx:pt>
          <cx:pt idx="23637">49.990000000000002</cx:pt>
          <cx:pt idx="23638">49.990000000000002</cx:pt>
          <cx:pt idx="23639">49.990000000000002</cx:pt>
          <cx:pt idx="23640">49.990000000000002</cx:pt>
          <cx:pt idx="23641">49.990000000000002</cx:pt>
          <cx:pt idx="23642">49.990000000000002</cx:pt>
          <cx:pt idx="23643">49.990000000000002</cx:pt>
          <cx:pt idx="23644">49.990000000000002</cx:pt>
          <cx:pt idx="23645">49.990000000000002</cx:pt>
          <cx:pt idx="23646">49.990000000000002</cx:pt>
          <cx:pt idx="23647">49.990000000000002</cx:pt>
          <cx:pt idx="23648">49.990000000000002</cx:pt>
          <cx:pt idx="23649">49.990000000000002</cx:pt>
          <cx:pt idx="23650">49.990000000000002</cx:pt>
          <cx:pt idx="23651">49.990000000000002</cx:pt>
          <cx:pt idx="23652">49.990000000000002</cx:pt>
          <cx:pt idx="23653">49.990000000000002</cx:pt>
          <cx:pt idx="23654">49.990000000000002</cx:pt>
          <cx:pt idx="23655">49.990000000000002</cx:pt>
          <cx:pt idx="23656">49.990000000000002</cx:pt>
          <cx:pt idx="23657">49.990000000000002</cx:pt>
          <cx:pt idx="23658">49.990000000000002</cx:pt>
          <cx:pt idx="23659">49.990000000000002</cx:pt>
          <cx:pt idx="23660">49.990000000000002</cx:pt>
          <cx:pt idx="23661">49.990000000000002</cx:pt>
          <cx:pt idx="23662">49.990000000000002</cx:pt>
          <cx:pt idx="23663">49.990000000000002</cx:pt>
          <cx:pt idx="23664">49.990000000000002</cx:pt>
          <cx:pt idx="23665">49.990000000000002</cx:pt>
          <cx:pt idx="23666">49.990000000000002</cx:pt>
          <cx:pt idx="23667">49.990000000000002</cx:pt>
          <cx:pt idx="23668">49.990000000000002</cx:pt>
          <cx:pt idx="23669">49.990000000000002</cx:pt>
          <cx:pt idx="23670">49.990000000000002</cx:pt>
          <cx:pt idx="23671">49.990000000000002</cx:pt>
          <cx:pt idx="23672">49.990000000000002</cx:pt>
          <cx:pt idx="23673">49.990000000000002</cx:pt>
          <cx:pt idx="23674">49.990000000000002</cx:pt>
          <cx:pt idx="23675">49.990000000000002</cx:pt>
          <cx:pt idx="23676">49.990000000000002</cx:pt>
          <cx:pt idx="23677">49.990000000000002</cx:pt>
          <cx:pt idx="23678">49.990000000000002</cx:pt>
          <cx:pt idx="23679">49.990000000000002</cx:pt>
          <cx:pt idx="23680">49.990000000000002</cx:pt>
          <cx:pt idx="23681">49.990000000000002</cx:pt>
          <cx:pt idx="23682">49.990000000000002</cx:pt>
          <cx:pt idx="23683">49.990000000000002</cx:pt>
          <cx:pt idx="23684">49.990000000000002</cx:pt>
          <cx:pt idx="23685">49.990000000000002</cx:pt>
          <cx:pt idx="23686">49.990000000000002</cx:pt>
          <cx:pt idx="23687">49.990000000000002</cx:pt>
          <cx:pt idx="23688">49.990000000000002</cx:pt>
          <cx:pt idx="23689">49.990000000000002</cx:pt>
          <cx:pt idx="23690">49.990000000000002</cx:pt>
          <cx:pt idx="23691">49.990000000000002</cx:pt>
          <cx:pt idx="23692">49.990000000000002</cx:pt>
          <cx:pt idx="23693">49.990000000000002</cx:pt>
          <cx:pt idx="23694">49.990000000000002</cx:pt>
          <cx:pt idx="23695">49.990000000000002</cx:pt>
          <cx:pt idx="23696">49.990000000000002</cx:pt>
          <cx:pt idx="23697">49.990000000000002</cx:pt>
          <cx:pt idx="23698">49.990000000000002</cx:pt>
          <cx:pt idx="23699">49.990000000000002</cx:pt>
          <cx:pt idx="23700">49.990000000000002</cx:pt>
          <cx:pt idx="23701">49.990000000000002</cx:pt>
          <cx:pt idx="23702">49.990000000000002</cx:pt>
          <cx:pt idx="23703">49.990000000000002</cx:pt>
          <cx:pt idx="23704">49.990000000000002</cx:pt>
          <cx:pt idx="23705">49.990000000000002</cx:pt>
          <cx:pt idx="23706">49.990000000000002</cx:pt>
          <cx:pt idx="23707">49.990000000000002</cx:pt>
          <cx:pt idx="23708">49.990000000000002</cx:pt>
          <cx:pt idx="23709">49.990000000000002</cx:pt>
          <cx:pt idx="23710">49.990000000000002</cx:pt>
          <cx:pt idx="23711">49.990000000000002</cx:pt>
          <cx:pt idx="23712">49.990000000000002</cx:pt>
          <cx:pt idx="23713">49.990000000000002</cx:pt>
          <cx:pt idx="23714">49.990000000000002</cx:pt>
          <cx:pt idx="23715">49.990000000000002</cx:pt>
          <cx:pt idx="23716">49.990000000000002</cx:pt>
          <cx:pt idx="23717">49.990000000000002</cx:pt>
          <cx:pt idx="23718">49.990000000000002</cx:pt>
          <cx:pt idx="23719">49.990000000000002</cx:pt>
          <cx:pt idx="23720">49.990000000000002</cx:pt>
          <cx:pt idx="23721">49.990000000000002</cx:pt>
          <cx:pt idx="23722">49.990000000000002</cx:pt>
          <cx:pt idx="23723">49.990000000000002</cx:pt>
          <cx:pt idx="23724">49.990000000000002</cx:pt>
          <cx:pt idx="23725">49.990000000000002</cx:pt>
          <cx:pt idx="23726">49.990000000000002</cx:pt>
          <cx:pt idx="23727">49.990000000000002</cx:pt>
          <cx:pt idx="23728">49.990000000000002</cx:pt>
          <cx:pt idx="23729">49.990000000000002</cx:pt>
          <cx:pt idx="23730">49.990000000000002</cx:pt>
          <cx:pt idx="23731">49.990000000000002</cx:pt>
          <cx:pt idx="23732">49.990000000000002</cx:pt>
          <cx:pt idx="23733">49.990000000000002</cx:pt>
          <cx:pt idx="23734">49.990000000000002</cx:pt>
          <cx:pt idx="23735">49.990000000000002</cx:pt>
          <cx:pt idx="23736">49.990000000000002</cx:pt>
          <cx:pt idx="23737">49.990000000000002</cx:pt>
          <cx:pt idx="23738">49.990000000000002</cx:pt>
          <cx:pt idx="23739">49.990000000000002</cx:pt>
          <cx:pt idx="23740">49.990000000000002</cx:pt>
          <cx:pt idx="23741">49.990000000000002</cx:pt>
          <cx:pt idx="23742">49.990000000000002</cx:pt>
          <cx:pt idx="23743">49.990000000000002</cx:pt>
          <cx:pt idx="23744">49.990000000000002</cx:pt>
          <cx:pt idx="23745">49.990000000000002</cx:pt>
          <cx:pt idx="23746">49.990000000000002</cx:pt>
          <cx:pt idx="23747">49.990000000000002</cx:pt>
          <cx:pt idx="23748">49.990000000000002</cx:pt>
          <cx:pt idx="23749">49.990000000000002</cx:pt>
          <cx:pt idx="23750">49.990000000000002</cx:pt>
          <cx:pt idx="23751">49.990000000000002</cx:pt>
          <cx:pt idx="23752">49.990000000000002</cx:pt>
          <cx:pt idx="23753">49.990000000000002</cx:pt>
          <cx:pt idx="23754">49.990000000000002</cx:pt>
          <cx:pt idx="23755">49.990000000000002</cx:pt>
          <cx:pt idx="23756">49.990000000000002</cx:pt>
          <cx:pt idx="23757">49.990000000000002</cx:pt>
          <cx:pt idx="23758">49.990000000000002</cx:pt>
          <cx:pt idx="23759">49.990000000000002</cx:pt>
          <cx:pt idx="23760">49.990000000000002</cx:pt>
          <cx:pt idx="23761">49.990000000000002</cx:pt>
          <cx:pt idx="23762">49.990000000000002</cx:pt>
          <cx:pt idx="23763">49.990000000000002</cx:pt>
          <cx:pt idx="23764">49.990000000000002</cx:pt>
          <cx:pt idx="23765">49.990000000000002</cx:pt>
          <cx:pt idx="23766">49.990000000000002</cx:pt>
          <cx:pt idx="23767">49.990000000000002</cx:pt>
          <cx:pt idx="23768">49.990000000000002</cx:pt>
          <cx:pt idx="23769">49.990000000000002</cx:pt>
          <cx:pt idx="23770">49.990000000000002</cx:pt>
          <cx:pt idx="23771">49.990000000000002</cx:pt>
          <cx:pt idx="23772">49.990000000000002</cx:pt>
          <cx:pt idx="23773">49.990000000000002</cx:pt>
          <cx:pt idx="23774">49.990000000000002</cx:pt>
          <cx:pt idx="23775">49.990000000000002</cx:pt>
          <cx:pt idx="23776">49.990000000000002</cx:pt>
          <cx:pt idx="23777">49.990000000000002</cx:pt>
          <cx:pt idx="23778">49.990000000000002</cx:pt>
          <cx:pt idx="23779">49.990000000000002</cx:pt>
          <cx:pt idx="23780">49.990000000000002</cx:pt>
          <cx:pt idx="23781">49.990000000000002</cx:pt>
          <cx:pt idx="23782">49.990000000000002</cx:pt>
          <cx:pt idx="23783">49.990000000000002</cx:pt>
          <cx:pt idx="23784">49.990000000000002</cx:pt>
          <cx:pt idx="23785">49.990000000000002</cx:pt>
          <cx:pt idx="23786">49.990000000000002</cx:pt>
          <cx:pt idx="23787">49.990000000000002</cx:pt>
          <cx:pt idx="23788">49.990000000000002</cx:pt>
          <cx:pt idx="23789">49.990000000000002</cx:pt>
          <cx:pt idx="23790">49.990000000000002</cx:pt>
          <cx:pt idx="23791">49.990000000000002</cx:pt>
          <cx:pt idx="23792">49.990000000000002</cx:pt>
          <cx:pt idx="23793">49.990000000000002</cx:pt>
          <cx:pt idx="23794">49.990000000000002</cx:pt>
          <cx:pt idx="23795">49.990000000000002</cx:pt>
          <cx:pt idx="23796">49.990000000000002</cx:pt>
          <cx:pt idx="23797">49.990000000000002</cx:pt>
          <cx:pt idx="23798">49.990000000000002</cx:pt>
          <cx:pt idx="23799">49.990000000000002</cx:pt>
          <cx:pt idx="23800">49.990000000000002</cx:pt>
          <cx:pt idx="23801">49.990000000000002</cx:pt>
          <cx:pt idx="23802">49.990000000000002</cx:pt>
          <cx:pt idx="23803">49.990000000000002</cx:pt>
          <cx:pt idx="23804">49.990000000000002</cx:pt>
          <cx:pt idx="23805">49.990000000000002</cx:pt>
          <cx:pt idx="23806">49.990000000000002</cx:pt>
          <cx:pt idx="23807">49.990000000000002</cx:pt>
          <cx:pt idx="23808">49.990000000000002</cx:pt>
          <cx:pt idx="23809">49.990000000000002</cx:pt>
          <cx:pt idx="23810">49.990000000000002</cx:pt>
          <cx:pt idx="23811">49.990000000000002</cx:pt>
          <cx:pt idx="23812">49.990000000000002</cx:pt>
          <cx:pt idx="23813">49.990000000000002</cx:pt>
          <cx:pt idx="23814">49.990000000000002</cx:pt>
          <cx:pt idx="23815">49.990000000000002</cx:pt>
          <cx:pt idx="23816">49.990000000000002</cx:pt>
          <cx:pt idx="23817">49.990000000000002</cx:pt>
          <cx:pt idx="23818">49.990000000000002</cx:pt>
          <cx:pt idx="23819">49.990000000000002</cx:pt>
          <cx:pt idx="23820">49.990000000000002</cx:pt>
          <cx:pt idx="23821">49.990000000000002</cx:pt>
          <cx:pt idx="23822">49.990000000000002</cx:pt>
          <cx:pt idx="23823">49.990000000000002</cx:pt>
          <cx:pt idx="23824">49.990000000000002</cx:pt>
          <cx:pt idx="23825">49.990000000000002</cx:pt>
          <cx:pt idx="23826">49.990000000000002</cx:pt>
          <cx:pt idx="23827">49.990000000000002</cx:pt>
          <cx:pt idx="23828">49.990000000000002</cx:pt>
          <cx:pt idx="23829">49.990000000000002</cx:pt>
          <cx:pt idx="23830">49.990000000000002</cx:pt>
          <cx:pt idx="23831">49.990000000000002</cx:pt>
          <cx:pt idx="23832">49.990000000000002</cx:pt>
          <cx:pt idx="23833">49.990000000000002</cx:pt>
          <cx:pt idx="23834">49.990000000000002</cx:pt>
          <cx:pt idx="23835">49.990000000000002</cx:pt>
          <cx:pt idx="23836">49.990000000000002</cx:pt>
          <cx:pt idx="23837">49.990000000000002</cx:pt>
          <cx:pt idx="23838">49.990000000000002</cx:pt>
          <cx:pt idx="23839">49.990000000000002</cx:pt>
          <cx:pt idx="23840">49.990000000000002</cx:pt>
          <cx:pt idx="23841">49.990000000000002</cx:pt>
          <cx:pt idx="23842">49.990000000000002</cx:pt>
          <cx:pt idx="23843">49.990000000000002</cx:pt>
          <cx:pt idx="23844">49.990000000000002</cx:pt>
          <cx:pt idx="23845">49.990000000000002</cx:pt>
          <cx:pt idx="23846">49.990000000000002</cx:pt>
          <cx:pt idx="23847">49.990000000000002</cx:pt>
          <cx:pt idx="23848">49.990000000000002</cx:pt>
          <cx:pt idx="23849">49.990000000000002</cx:pt>
          <cx:pt idx="23850">49.990000000000002</cx:pt>
          <cx:pt idx="23851">49.990000000000002</cx:pt>
          <cx:pt idx="23852">49.990000000000002</cx:pt>
          <cx:pt idx="23853">49.990000000000002</cx:pt>
          <cx:pt idx="23854">49.990000000000002</cx:pt>
          <cx:pt idx="23855">49.990000000000002</cx:pt>
          <cx:pt idx="23856">49.990000000000002</cx:pt>
          <cx:pt idx="23857">49.990000000000002</cx:pt>
          <cx:pt idx="23858">49.990000000000002</cx:pt>
          <cx:pt idx="23859">49.990000000000002</cx:pt>
          <cx:pt idx="23860">49.990000000000002</cx:pt>
          <cx:pt idx="23861">49.990000000000002</cx:pt>
          <cx:pt idx="23862">49.990000000000002</cx:pt>
          <cx:pt idx="23863">49.990000000000002</cx:pt>
          <cx:pt idx="23864">49.990000000000002</cx:pt>
          <cx:pt idx="23865">49.990000000000002</cx:pt>
          <cx:pt idx="23866">49.990000000000002</cx:pt>
          <cx:pt idx="23867">49.990000000000002</cx:pt>
          <cx:pt idx="23868">49.990000000000002</cx:pt>
          <cx:pt idx="23869">49.990000000000002</cx:pt>
          <cx:pt idx="23870">49.990000000000002</cx:pt>
          <cx:pt idx="23871">49.990000000000002</cx:pt>
          <cx:pt idx="23872">49.990000000000002</cx:pt>
          <cx:pt idx="23873">49.990000000000002</cx:pt>
          <cx:pt idx="23874">49.990000000000002</cx:pt>
          <cx:pt idx="23875">49.990000000000002</cx:pt>
          <cx:pt idx="23876">49.990000000000002</cx:pt>
          <cx:pt idx="23877">49.990000000000002</cx:pt>
          <cx:pt idx="23878">49.990000000000002</cx:pt>
          <cx:pt idx="23879">49.990000000000002</cx:pt>
          <cx:pt idx="23880">49.990000000000002</cx:pt>
          <cx:pt idx="23881">49.990000000000002</cx:pt>
          <cx:pt idx="23882">49.990000000000002</cx:pt>
          <cx:pt idx="23883">49.990000000000002</cx:pt>
          <cx:pt idx="23884">49.990000000000002</cx:pt>
          <cx:pt idx="23885">49.990000000000002</cx:pt>
          <cx:pt idx="23886">49.990000000000002</cx:pt>
          <cx:pt idx="23887">49.990000000000002</cx:pt>
          <cx:pt idx="23888">49.990000000000002</cx:pt>
          <cx:pt idx="23889">49.990000000000002</cx:pt>
          <cx:pt idx="23890">49.990000000000002</cx:pt>
          <cx:pt idx="23891">49.990000000000002</cx:pt>
          <cx:pt idx="23892">49.990000000000002</cx:pt>
          <cx:pt idx="23893">49.990000000000002</cx:pt>
          <cx:pt idx="23894">49.990000000000002</cx:pt>
          <cx:pt idx="23895">49.990000000000002</cx:pt>
          <cx:pt idx="23896">49.990000000000002</cx:pt>
          <cx:pt idx="23897">49.990000000000002</cx:pt>
          <cx:pt idx="23898">49.990000000000002</cx:pt>
          <cx:pt idx="23899">49.990000000000002</cx:pt>
          <cx:pt idx="23900">49.990000000000002</cx:pt>
          <cx:pt idx="23901">49.990000000000002</cx:pt>
          <cx:pt idx="23902">49.990000000000002</cx:pt>
          <cx:pt idx="23903">49.990000000000002</cx:pt>
          <cx:pt idx="23904">49.990000000000002</cx:pt>
          <cx:pt idx="23905">49.990000000000002</cx:pt>
          <cx:pt idx="23906">49.990000000000002</cx:pt>
          <cx:pt idx="23907">49.990000000000002</cx:pt>
          <cx:pt idx="23908">49.990000000000002</cx:pt>
          <cx:pt idx="23909">49.990000000000002</cx:pt>
          <cx:pt idx="23910">49.990000000000002</cx:pt>
          <cx:pt idx="23911">49.990000000000002</cx:pt>
          <cx:pt idx="23912">49.990000000000002</cx:pt>
          <cx:pt idx="23913">49.990000000000002</cx:pt>
          <cx:pt idx="23914">49.990000000000002</cx:pt>
          <cx:pt idx="23915">49.990000000000002</cx:pt>
          <cx:pt idx="23916">49.990000000000002</cx:pt>
          <cx:pt idx="23917">49.990000000000002</cx:pt>
          <cx:pt idx="23918">49.990000000000002</cx:pt>
          <cx:pt idx="23919">49.990000000000002</cx:pt>
          <cx:pt idx="23920">49.990000000000002</cx:pt>
          <cx:pt idx="23921">49.990000000000002</cx:pt>
          <cx:pt idx="23922">49.990000000000002</cx:pt>
          <cx:pt idx="23923">49.990000000000002</cx:pt>
          <cx:pt idx="23924">49.990000000000002</cx:pt>
          <cx:pt idx="23925">49.990000000000002</cx:pt>
          <cx:pt idx="23926">49.990000000000002</cx:pt>
          <cx:pt idx="23927">49.990000000000002</cx:pt>
          <cx:pt idx="23928">49.990000000000002</cx:pt>
          <cx:pt idx="23929">49.990000000000002</cx:pt>
          <cx:pt idx="23930">49.990000000000002</cx:pt>
          <cx:pt idx="23931">49.990000000000002</cx:pt>
          <cx:pt idx="23932">49.990000000000002</cx:pt>
          <cx:pt idx="23933">49.990000000000002</cx:pt>
          <cx:pt idx="23934">49.990000000000002</cx:pt>
          <cx:pt idx="23935">49.990000000000002</cx:pt>
          <cx:pt idx="23936">49.990000000000002</cx:pt>
          <cx:pt idx="23937">49.990000000000002</cx:pt>
          <cx:pt idx="23938">49.990000000000002</cx:pt>
          <cx:pt idx="23939">49.990000000000002</cx:pt>
          <cx:pt idx="23940">49.990000000000002</cx:pt>
          <cx:pt idx="23941">49.990000000000002</cx:pt>
          <cx:pt idx="23942">49.990000000000002</cx:pt>
          <cx:pt idx="23943">49.990000000000002</cx:pt>
          <cx:pt idx="23944">49.990000000000002</cx:pt>
          <cx:pt idx="23945">49.990000000000002</cx:pt>
          <cx:pt idx="23946">49.990000000000002</cx:pt>
          <cx:pt idx="23947">49.990000000000002</cx:pt>
          <cx:pt idx="23948">49.990000000000002</cx:pt>
          <cx:pt idx="23949">49.990000000000002</cx:pt>
          <cx:pt idx="23950">49.990000000000002</cx:pt>
          <cx:pt idx="23951">49.990000000000002</cx:pt>
          <cx:pt idx="23952">49.990000000000002</cx:pt>
          <cx:pt idx="23953">49.990000000000002</cx:pt>
          <cx:pt idx="23954">49.990000000000002</cx:pt>
          <cx:pt idx="23955">49.990000000000002</cx:pt>
          <cx:pt idx="23956">49.990000000000002</cx:pt>
          <cx:pt idx="23957">49.990000000000002</cx:pt>
          <cx:pt idx="23958">49.990000000000002</cx:pt>
          <cx:pt idx="23959">49.990000000000002</cx:pt>
          <cx:pt idx="23960">49.990000000000002</cx:pt>
          <cx:pt idx="23961">49.990000000000002</cx:pt>
          <cx:pt idx="23962">49.990000000000002</cx:pt>
          <cx:pt idx="23963">49.990000000000002</cx:pt>
          <cx:pt idx="23964">49.990000000000002</cx:pt>
          <cx:pt idx="23965">49.990000000000002</cx:pt>
          <cx:pt idx="23966">49.990000000000002</cx:pt>
          <cx:pt idx="23967">49.990000000000002</cx:pt>
          <cx:pt idx="23968">49.990000000000002</cx:pt>
          <cx:pt idx="23969">49.990000000000002</cx:pt>
          <cx:pt idx="23970">49.990000000000002</cx:pt>
          <cx:pt idx="23971">49.990000000000002</cx:pt>
          <cx:pt idx="23972">49.990000000000002</cx:pt>
          <cx:pt idx="23973">49.990000000000002</cx:pt>
          <cx:pt idx="23974">49.990000000000002</cx:pt>
          <cx:pt idx="23975">49.990000000000002</cx:pt>
          <cx:pt idx="23976">49.990000000000002</cx:pt>
          <cx:pt idx="23977">49.990000000000002</cx:pt>
          <cx:pt idx="23978">49.990000000000002</cx:pt>
          <cx:pt idx="23979">49.990000000000002</cx:pt>
          <cx:pt idx="23980">49.990000000000002</cx:pt>
          <cx:pt idx="23981">49.990000000000002</cx:pt>
          <cx:pt idx="23982">49.990000000000002</cx:pt>
          <cx:pt idx="23983">49.990000000000002</cx:pt>
          <cx:pt idx="23984">49.990000000000002</cx:pt>
          <cx:pt idx="23985">49.990000000000002</cx:pt>
          <cx:pt idx="23986">49.990000000000002</cx:pt>
          <cx:pt idx="23987">49.990000000000002</cx:pt>
          <cx:pt idx="23988">49.990000000000002</cx:pt>
          <cx:pt idx="23989">49.990000000000002</cx:pt>
          <cx:pt idx="23990">49.990000000000002</cx:pt>
          <cx:pt idx="23991">49.990000000000002</cx:pt>
          <cx:pt idx="23992">49.990000000000002</cx:pt>
          <cx:pt idx="23993">49.990000000000002</cx:pt>
          <cx:pt idx="23994">49.990000000000002</cx:pt>
          <cx:pt idx="23995">49.990000000000002</cx:pt>
          <cx:pt idx="23996">49.990000000000002</cx:pt>
          <cx:pt idx="23997">49.990000000000002</cx:pt>
          <cx:pt idx="23998">49.990000000000002</cx:pt>
          <cx:pt idx="23999">49.990000000000002</cx:pt>
          <cx:pt idx="24000">49.990000000000002</cx:pt>
          <cx:pt idx="24001">49.990000000000002</cx:pt>
          <cx:pt idx="24002">49.990000000000002</cx:pt>
          <cx:pt idx="24003">49.990000000000002</cx:pt>
          <cx:pt idx="24004">49.990000000000002</cx:pt>
          <cx:pt idx="24005">49.990000000000002</cx:pt>
          <cx:pt idx="24006">49.990000000000002</cx:pt>
          <cx:pt idx="24007">49.990000000000002</cx:pt>
          <cx:pt idx="24008">49.990000000000002</cx:pt>
          <cx:pt idx="24009">49.990000000000002</cx:pt>
          <cx:pt idx="24010">49.990000000000002</cx:pt>
          <cx:pt idx="24011">49.990000000000002</cx:pt>
          <cx:pt idx="24012">49.990000000000002</cx:pt>
          <cx:pt idx="24013">49.990000000000002</cx:pt>
          <cx:pt idx="24014">49.990000000000002</cx:pt>
          <cx:pt idx="24015">49.990000000000002</cx:pt>
          <cx:pt idx="24016">49.990000000000002</cx:pt>
          <cx:pt idx="24017">49.990000000000002</cx:pt>
          <cx:pt idx="24018">49.990000000000002</cx:pt>
          <cx:pt idx="24019">49.990000000000002</cx:pt>
          <cx:pt idx="24020">49.990000000000002</cx:pt>
          <cx:pt idx="24021">49.990000000000002</cx:pt>
          <cx:pt idx="24022">49.990000000000002</cx:pt>
          <cx:pt idx="24023">49.990000000000002</cx:pt>
          <cx:pt idx="24024">49.990000000000002</cx:pt>
          <cx:pt idx="24025">49.990000000000002</cx:pt>
          <cx:pt idx="24026">49.990000000000002</cx:pt>
          <cx:pt idx="24027">49.990000000000002</cx:pt>
          <cx:pt idx="24028">49.990000000000002</cx:pt>
          <cx:pt idx="24029">49.990000000000002</cx:pt>
          <cx:pt idx="24030">49.990000000000002</cx:pt>
          <cx:pt idx="24031">49.990000000000002</cx:pt>
          <cx:pt idx="24032">49.990000000000002</cx:pt>
          <cx:pt idx="24033">49.990000000000002</cx:pt>
          <cx:pt idx="24034">49.990000000000002</cx:pt>
          <cx:pt idx="24035">49.990000000000002</cx:pt>
          <cx:pt idx="24036">49.990000000000002</cx:pt>
          <cx:pt idx="24037">49.990000000000002</cx:pt>
          <cx:pt idx="24038">49.990000000000002</cx:pt>
          <cx:pt idx="24039">49.990000000000002</cx:pt>
          <cx:pt idx="24040">49.990000000000002</cx:pt>
          <cx:pt idx="24041">49.990000000000002</cx:pt>
          <cx:pt idx="24042">49.990000000000002</cx:pt>
          <cx:pt idx="24043">49.990000000000002</cx:pt>
          <cx:pt idx="24044">49.990000000000002</cx:pt>
          <cx:pt idx="24045">49.990000000000002</cx:pt>
          <cx:pt idx="24046">49.990000000000002</cx:pt>
          <cx:pt idx="24047">49.990000000000002</cx:pt>
          <cx:pt idx="24048">49.990000000000002</cx:pt>
          <cx:pt idx="24049">49.990000000000002</cx:pt>
          <cx:pt idx="24050">49.990000000000002</cx:pt>
          <cx:pt idx="24051">49.990000000000002</cx:pt>
          <cx:pt idx="24052">49.990000000000002</cx:pt>
          <cx:pt idx="24053">49.990000000000002</cx:pt>
          <cx:pt idx="24054">49.990000000000002</cx:pt>
          <cx:pt idx="24055">49.990000000000002</cx:pt>
          <cx:pt idx="24056">49.990000000000002</cx:pt>
          <cx:pt idx="24057">49.990000000000002</cx:pt>
          <cx:pt idx="24058">49.990000000000002</cx:pt>
          <cx:pt idx="24059">49.990000000000002</cx:pt>
          <cx:pt idx="24060">49.990000000000002</cx:pt>
          <cx:pt idx="24061">49.990000000000002</cx:pt>
          <cx:pt idx="24062">49.990000000000002</cx:pt>
          <cx:pt idx="24063">49.990000000000002</cx:pt>
          <cx:pt idx="24064">49.990000000000002</cx:pt>
          <cx:pt idx="24065">49.990000000000002</cx:pt>
          <cx:pt idx="24066">49.990000000000002</cx:pt>
          <cx:pt idx="24067">49.990000000000002</cx:pt>
          <cx:pt idx="24068">49.990000000000002</cx:pt>
          <cx:pt idx="24069">49.990000000000002</cx:pt>
          <cx:pt idx="24070">49.990000000000002</cx:pt>
          <cx:pt idx="24071">49.990000000000002</cx:pt>
          <cx:pt idx="24072">49.990000000000002</cx:pt>
          <cx:pt idx="24073">49.990000000000002</cx:pt>
          <cx:pt idx="24074">49.990000000000002</cx:pt>
          <cx:pt idx="24075">49.990000000000002</cx:pt>
          <cx:pt idx="24076">49.990000000000002</cx:pt>
          <cx:pt idx="24077">49.990000000000002</cx:pt>
          <cx:pt idx="24078">49.990000000000002</cx:pt>
          <cx:pt idx="24079">49.990000000000002</cx:pt>
          <cx:pt idx="24080">49.990000000000002</cx:pt>
          <cx:pt idx="24081">49.990000000000002</cx:pt>
          <cx:pt idx="24082">49.990000000000002</cx:pt>
          <cx:pt idx="24083">49.990000000000002</cx:pt>
          <cx:pt idx="24084">49.990000000000002</cx:pt>
          <cx:pt idx="24085">49.990000000000002</cx:pt>
          <cx:pt idx="24086">49.990000000000002</cx:pt>
          <cx:pt idx="24087">49.990000000000002</cx:pt>
          <cx:pt idx="24088">49.990000000000002</cx:pt>
          <cx:pt idx="24089">49.990000000000002</cx:pt>
          <cx:pt idx="24090">49.990000000000002</cx:pt>
          <cx:pt idx="24091">49.990000000000002</cx:pt>
          <cx:pt idx="24092">49.990000000000002</cx:pt>
          <cx:pt idx="24093">49.990000000000002</cx:pt>
          <cx:pt idx="24094">49.990000000000002</cx:pt>
          <cx:pt idx="24095">49.990000000000002</cx:pt>
          <cx:pt idx="24096">49.990000000000002</cx:pt>
          <cx:pt idx="24097">49.990000000000002</cx:pt>
          <cx:pt idx="24098">49.990000000000002</cx:pt>
          <cx:pt idx="24099">49.990000000000002</cx:pt>
          <cx:pt idx="24100">49.990000000000002</cx:pt>
          <cx:pt idx="24101">49.990000000000002</cx:pt>
          <cx:pt idx="24102">49.990000000000002</cx:pt>
          <cx:pt idx="24103">49.990000000000002</cx:pt>
          <cx:pt idx="24104">49.990000000000002</cx:pt>
          <cx:pt idx="24105">49.990000000000002</cx:pt>
          <cx:pt idx="24106">49.990000000000002</cx:pt>
          <cx:pt idx="24107">49.990000000000002</cx:pt>
          <cx:pt idx="24108">49.990000000000002</cx:pt>
          <cx:pt idx="24109">49.990000000000002</cx:pt>
          <cx:pt idx="24110">49.990000000000002</cx:pt>
          <cx:pt idx="24111">49.990000000000002</cx:pt>
          <cx:pt idx="24112">49.990000000000002</cx:pt>
          <cx:pt idx="24113">49.990000000000002</cx:pt>
          <cx:pt idx="24114">49.990000000000002</cx:pt>
          <cx:pt idx="24115">49.990000000000002</cx:pt>
          <cx:pt idx="24116">49.990000000000002</cx:pt>
          <cx:pt idx="24117">49.990000000000002</cx:pt>
          <cx:pt idx="24118">49.990000000000002</cx:pt>
          <cx:pt idx="24119">49.990000000000002</cx:pt>
          <cx:pt idx="24120">49.990000000000002</cx:pt>
          <cx:pt idx="24121">49.990000000000002</cx:pt>
          <cx:pt idx="24122">49.990000000000002</cx:pt>
          <cx:pt idx="24123">49.990000000000002</cx:pt>
          <cx:pt idx="24124">49.990000000000002</cx:pt>
          <cx:pt idx="24125">49.990000000000002</cx:pt>
          <cx:pt idx="24126">49.990000000000002</cx:pt>
          <cx:pt idx="24127">49.990000000000002</cx:pt>
          <cx:pt idx="24128">49.990000000000002</cx:pt>
          <cx:pt idx="24129">49.990000000000002</cx:pt>
          <cx:pt idx="24130">49.990000000000002</cx:pt>
          <cx:pt idx="24131">49.990000000000002</cx:pt>
          <cx:pt idx="24132">49.990000000000002</cx:pt>
          <cx:pt idx="24133">49.990000000000002</cx:pt>
          <cx:pt idx="24134">49.990000000000002</cx:pt>
          <cx:pt idx="24135">49.990000000000002</cx:pt>
          <cx:pt idx="24136">49.990000000000002</cx:pt>
          <cx:pt idx="24137">49.990000000000002</cx:pt>
          <cx:pt idx="24138">49.990000000000002</cx:pt>
          <cx:pt idx="24139">49.990000000000002</cx:pt>
          <cx:pt idx="24140">49.990000000000002</cx:pt>
          <cx:pt idx="24141">49.990000000000002</cx:pt>
          <cx:pt idx="24142">49.990000000000002</cx:pt>
          <cx:pt idx="24143">49.990000000000002</cx:pt>
          <cx:pt idx="24144">49.990000000000002</cx:pt>
          <cx:pt idx="24145">49.990000000000002</cx:pt>
          <cx:pt idx="24146">49.990000000000002</cx:pt>
          <cx:pt idx="24147">49.990000000000002</cx:pt>
          <cx:pt idx="24148">49.990000000000002</cx:pt>
          <cx:pt idx="24149">49.990000000000002</cx:pt>
          <cx:pt idx="24150">49.990000000000002</cx:pt>
          <cx:pt idx="24151">49.990000000000002</cx:pt>
          <cx:pt idx="24152">49.990000000000002</cx:pt>
          <cx:pt idx="24153">49.990000000000002</cx:pt>
          <cx:pt idx="24154">49.990000000000002</cx:pt>
          <cx:pt idx="24155">49.990000000000002</cx:pt>
          <cx:pt idx="24156">49.990000000000002</cx:pt>
          <cx:pt idx="24157">49.990000000000002</cx:pt>
          <cx:pt idx="24158">49.990000000000002</cx:pt>
          <cx:pt idx="24159">49.990000000000002</cx:pt>
          <cx:pt idx="24160">49.990000000000002</cx:pt>
          <cx:pt idx="24161">49.990000000000002</cx:pt>
          <cx:pt idx="24162">49.990000000000002</cx:pt>
          <cx:pt idx="24163">49.990000000000002</cx:pt>
          <cx:pt idx="24164">49.990000000000002</cx:pt>
          <cx:pt idx="24165">49.990000000000002</cx:pt>
          <cx:pt idx="24166">49.990000000000002</cx:pt>
          <cx:pt idx="24167">49.990000000000002</cx:pt>
          <cx:pt idx="24168">49.990000000000002</cx:pt>
          <cx:pt idx="24169">49.990000000000002</cx:pt>
          <cx:pt idx="24170">49.990000000000002</cx:pt>
          <cx:pt idx="24171">49.990000000000002</cx:pt>
          <cx:pt idx="24172">49.990000000000002</cx:pt>
          <cx:pt idx="24173">49.990000000000002</cx:pt>
          <cx:pt idx="24174">49.990000000000002</cx:pt>
          <cx:pt idx="24175">49.990000000000002</cx:pt>
          <cx:pt idx="24176">49.990000000000002</cx:pt>
          <cx:pt idx="24177">49.990000000000002</cx:pt>
          <cx:pt idx="24178">49.990000000000002</cx:pt>
          <cx:pt idx="24179">49.990000000000002</cx:pt>
          <cx:pt idx="24180">49.990000000000002</cx:pt>
          <cx:pt idx="24181">49.990000000000002</cx:pt>
          <cx:pt idx="24182">49.990000000000002</cx:pt>
          <cx:pt idx="24183">49.990000000000002</cx:pt>
          <cx:pt idx="24184">49.990000000000002</cx:pt>
          <cx:pt idx="24185">49.990000000000002</cx:pt>
          <cx:pt idx="24186">49.990000000000002</cx:pt>
          <cx:pt idx="24187">49.990000000000002</cx:pt>
          <cx:pt idx="24188">49.990000000000002</cx:pt>
          <cx:pt idx="24189">49.990000000000002</cx:pt>
          <cx:pt idx="24190">49.990000000000002</cx:pt>
          <cx:pt idx="24191">49.990000000000002</cx:pt>
          <cx:pt idx="24192">49.990000000000002</cx:pt>
          <cx:pt idx="24193">49.990000000000002</cx:pt>
          <cx:pt idx="24194">49.990000000000002</cx:pt>
          <cx:pt idx="24195">49.990000000000002</cx:pt>
          <cx:pt idx="24196">49.990000000000002</cx:pt>
          <cx:pt idx="24197">49.990000000000002</cx:pt>
          <cx:pt idx="24198">49.990000000000002</cx:pt>
          <cx:pt idx="24199">49.990000000000002</cx:pt>
          <cx:pt idx="24200">49.990000000000002</cx:pt>
          <cx:pt idx="24201">49.990000000000002</cx:pt>
          <cx:pt idx="24202">49.990000000000002</cx:pt>
          <cx:pt idx="24203">49.990000000000002</cx:pt>
          <cx:pt idx="24204">49.990000000000002</cx:pt>
          <cx:pt idx="24205">49.990000000000002</cx:pt>
          <cx:pt idx="24206">49.990000000000002</cx:pt>
          <cx:pt idx="24207">49.990000000000002</cx:pt>
          <cx:pt idx="24208">49.990000000000002</cx:pt>
          <cx:pt idx="24209">49.990000000000002</cx:pt>
          <cx:pt idx="24210">49.990000000000002</cx:pt>
          <cx:pt idx="24211">49.990000000000002</cx:pt>
          <cx:pt idx="24212">49.990000000000002</cx:pt>
          <cx:pt idx="24213">49.990000000000002</cx:pt>
          <cx:pt idx="24214">49.990000000000002</cx:pt>
          <cx:pt idx="24215">49.990000000000002</cx:pt>
          <cx:pt idx="24216">49.990000000000002</cx:pt>
          <cx:pt idx="24217">49.990000000000002</cx:pt>
          <cx:pt idx="24218">49.990000000000002</cx:pt>
          <cx:pt idx="24219">49.990000000000002</cx:pt>
          <cx:pt idx="24220">49.990000000000002</cx:pt>
          <cx:pt idx="24221">49.990000000000002</cx:pt>
          <cx:pt idx="24222">49.990000000000002</cx:pt>
          <cx:pt idx="24223">49.990000000000002</cx:pt>
          <cx:pt idx="24224">49.990000000000002</cx:pt>
          <cx:pt idx="24225">49.990000000000002</cx:pt>
          <cx:pt idx="24226">59.990000000000002</cx:pt>
          <cx:pt idx="24227">59.990000000000002</cx:pt>
          <cx:pt idx="24228">59.990000000000002</cx:pt>
          <cx:pt idx="24229">59.990000000000002</cx:pt>
          <cx:pt idx="24230">59.990000000000002</cx:pt>
          <cx:pt idx="24231">59.990000000000002</cx:pt>
          <cx:pt idx="24232">59.990000000000002</cx:pt>
          <cx:pt idx="24233">59.990000000000002</cx:pt>
          <cx:pt idx="24234">59.990000000000002</cx:pt>
          <cx:pt idx="24235">59.990000000000002</cx:pt>
          <cx:pt idx="24236">59.990000000000002</cx:pt>
          <cx:pt idx="24237">59.990000000000002</cx:pt>
          <cx:pt idx="24238">59.990000000000002</cx:pt>
          <cx:pt idx="24239">59.990000000000002</cx:pt>
          <cx:pt idx="24240">59.990000000000002</cx:pt>
          <cx:pt idx="24241">59.990000000000002</cx:pt>
          <cx:pt idx="24242">59.990000000000002</cx:pt>
          <cx:pt idx="24243">59.990000000000002</cx:pt>
          <cx:pt idx="24244">59.990000000000002</cx:pt>
          <cx:pt idx="24245">59.990000000000002</cx:pt>
          <cx:pt idx="24246">59.990000000000002</cx:pt>
          <cx:pt idx="24247">59.990000000000002</cx:pt>
          <cx:pt idx="24248">59.990000000000002</cx:pt>
          <cx:pt idx="24249">59.990000000000002</cx:pt>
          <cx:pt idx="24250">59.990000000000002</cx:pt>
          <cx:pt idx="24251">59.990000000000002</cx:pt>
          <cx:pt idx="24252">59.990000000000002</cx:pt>
          <cx:pt idx="24253">59.990000000000002</cx:pt>
          <cx:pt idx="24254">59.990000000000002</cx:pt>
          <cx:pt idx="24255">59.990000000000002</cx:pt>
          <cx:pt idx="24256">59.990000000000002</cx:pt>
          <cx:pt idx="24257">59.990000000000002</cx:pt>
          <cx:pt idx="24258">59.990000000000002</cx:pt>
          <cx:pt idx="24259">59.990000000000002</cx:pt>
          <cx:pt idx="24260">59.990000000000002</cx:pt>
          <cx:pt idx="24261">59.990000000000002</cx:pt>
          <cx:pt idx="24262">59.990000000000002</cx:pt>
          <cx:pt idx="24263">59.990000000000002</cx:pt>
          <cx:pt idx="24264">59.990000000000002</cx:pt>
          <cx:pt idx="24265">59.990000000000002</cx:pt>
          <cx:pt idx="24266">59.990000000000002</cx:pt>
          <cx:pt idx="24267">59.990000000000002</cx:pt>
          <cx:pt idx="24268">59.990000000000002</cx:pt>
          <cx:pt idx="24269">59.990000000000002</cx:pt>
          <cx:pt idx="24270">59.990000000000002</cx:pt>
          <cx:pt idx="24271">59.990000000000002</cx:pt>
          <cx:pt idx="24272">59.990000000000002</cx:pt>
          <cx:pt idx="24273">59.990000000000002</cx:pt>
          <cx:pt idx="24274">59.990000000000002</cx:pt>
          <cx:pt idx="24275">59.990000000000002</cx:pt>
          <cx:pt idx="24276">59.990000000000002</cx:pt>
          <cx:pt idx="24277">59.990000000000002</cx:pt>
          <cx:pt idx="24278">59.990000000000002</cx:pt>
          <cx:pt idx="24279">59.990000000000002</cx:pt>
          <cx:pt idx="24280">59.990000000000002</cx:pt>
          <cx:pt idx="24281">59.990000000000002</cx:pt>
          <cx:pt idx="24282">59.990000000000002</cx:pt>
          <cx:pt idx="24283">59.990000000000002</cx:pt>
          <cx:pt idx="24284">59.990000000000002</cx:pt>
          <cx:pt idx="24285">59.990000000000002</cx:pt>
          <cx:pt idx="24286">59.990000000000002</cx:pt>
          <cx:pt idx="24287">59.990000000000002</cx:pt>
          <cx:pt idx="24288">59.990000000000002</cx:pt>
          <cx:pt idx="24289">59.990000000000002</cx:pt>
          <cx:pt idx="24290">59.990000000000002</cx:pt>
          <cx:pt idx="24291">59.990000000000002</cx:pt>
          <cx:pt idx="24292">59.990000000000002</cx:pt>
          <cx:pt idx="24293">59.990000000000002</cx:pt>
          <cx:pt idx="24294">59.990000000000002</cx:pt>
          <cx:pt idx="24295">59.990000000000002</cx:pt>
          <cx:pt idx="24296">59.990000000000002</cx:pt>
          <cx:pt idx="24297">59.990000000000002</cx:pt>
          <cx:pt idx="24298">59.990000000000002</cx:pt>
          <cx:pt idx="24299">59.990000000000002</cx:pt>
          <cx:pt idx="24300">59.990000000000002</cx:pt>
          <cx:pt idx="24301">59.990000000000002</cx:pt>
          <cx:pt idx="24302">59.990000000000002</cx:pt>
          <cx:pt idx="24303">59.990000000000002</cx:pt>
          <cx:pt idx="24304">59.990000000000002</cx:pt>
          <cx:pt idx="24305">59.990000000000002</cx:pt>
          <cx:pt idx="24306">59.990000000000002</cx:pt>
          <cx:pt idx="24307">59.990000000000002</cx:pt>
          <cx:pt idx="24308">59.990000000000002</cx:pt>
          <cx:pt idx="24309">59.990000000000002</cx:pt>
          <cx:pt idx="24310">59.990000000000002</cx:pt>
          <cx:pt idx="24311">59.990000000000002</cx:pt>
          <cx:pt idx="24312">59.990000000000002</cx:pt>
          <cx:pt idx="24313">59.990000000000002</cx:pt>
          <cx:pt idx="24314">59.990000000000002</cx:pt>
          <cx:pt idx="24315">59.990000000000002</cx:pt>
          <cx:pt idx="24316">59.990000000000002</cx:pt>
          <cx:pt idx="24317">59.990000000000002</cx:pt>
          <cx:pt idx="24318">59.990000000000002</cx:pt>
          <cx:pt idx="24319">59.990000000000002</cx:pt>
          <cx:pt idx="24320">59.990000000000002</cx:pt>
          <cx:pt idx="24321">59.990000000000002</cx:pt>
          <cx:pt idx="24322">59.990000000000002</cx:pt>
          <cx:pt idx="24323">59.990000000000002</cx:pt>
          <cx:pt idx="24324">59.990000000000002</cx:pt>
          <cx:pt idx="24325">59.990000000000002</cx:pt>
          <cx:pt idx="24326">59.990000000000002</cx:pt>
          <cx:pt idx="24327">59.990000000000002</cx:pt>
          <cx:pt idx="24328">59.990000000000002</cx:pt>
          <cx:pt idx="24329">59.990000000000002</cx:pt>
          <cx:pt idx="24330">59.990000000000002</cx:pt>
          <cx:pt idx="24331">59.990000000000002</cx:pt>
          <cx:pt idx="24332">59.990000000000002</cx:pt>
          <cx:pt idx="24333">59.990000000000002</cx:pt>
          <cx:pt idx="24334">59.990000000000002</cx:pt>
          <cx:pt idx="24335">59.990000000000002</cx:pt>
          <cx:pt idx="24336">59.990000000000002</cx:pt>
          <cx:pt idx="24337">59.990000000000002</cx:pt>
          <cx:pt idx="24338">59.990000000000002</cx:pt>
          <cx:pt idx="24339">59.990000000000002</cx:pt>
          <cx:pt idx="24340">59.990000000000002</cx:pt>
          <cx:pt idx="24341">59.990000000000002</cx:pt>
          <cx:pt idx="24342">59.990000000000002</cx:pt>
          <cx:pt idx="24343">59.990000000000002</cx:pt>
          <cx:pt idx="24344">59.990000000000002</cx:pt>
          <cx:pt idx="24345">59.990000000000002</cx:pt>
          <cx:pt idx="24346">59.990000000000002</cx:pt>
          <cx:pt idx="24347">59.990000000000002</cx:pt>
          <cx:pt idx="24348">59.990000000000002</cx:pt>
          <cx:pt idx="24349">59.990000000000002</cx:pt>
          <cx:pt idx="24350">59.990000000000002</cx:pt>
          <cx:pt idx="24351">59.990000000000002</cx:pt>
          <cx:pt idx="24352">59.990000000000002</cx:pt>
          <cx:pt idx="24353">59.990000000000002</cx:pt>
          <cx:pt idx="24354">59.990000000000002</cx:pt>
          <cx:pt idx="24355">59.990000000000002</cx:pt>
          <cx:pt idx="24356">59.990000000000002</cx:pt>
          <cx:pt idx="24357">59.990000000000002</cx:pt>
          <cx:pt idx="24358">59.990000000000002</cx:pt>
          <cx:pt idx="24359">59.990000000000002</cx:pt>
          <cx:pt idx="24360">59.990000000000002</cx:pt>
          <cx:pt idx="24361">59.990000000000002</cx:pt>
          <cx:pt idx="24362">59.990000000000002</cx:pt>
          <cx:pt idx="24363">59.990000000000002</cx:pt>
          <cx:pt idx="24364">59.990000000000002</cx:pt>
          <cx:pt idx="24365">59.990000000000002</cx:pt>
          <cx:pt idx="24366">59.990000000000002</cx:pt>
          <cx:pt idx="24367">59.990000000000002</cx:pt>
          <cx:pt idx="24368">59.990000000000002</cx:pt>
          <cx:pt idx="24369">59.990000000000002</cx:pt>
          <cx:pt idx="24370">59.990000000000002</cx:pt>
          <cx:pt idx="24371">59.990000000000002</cx:pt>
          <cx:pt idx="24372">59.990000000000002</cx:pt>
          <cx:pt idx="24373">59.990000000000002</cx:pt>
          <cx:pt idx="24374">59.990000000000002</cx:pt>
          <cx:pt idx="24375">59.990000000000002</cx:pt>
          <cx:pt idx="24376">59.990000000000002</cx:pt>
          <cx:pt idx="24377">59.990000000000002</cx:pt>
          <cx:pt idx="24378">59.990000000000002</cx:pt>
          <cx:pt idx="24379">59.990000000000002</cx:pt>
          <cx:pt idx="24380">59.990000000000002</cx:pt>
          <cx:pt idx="24381">59.990000000000002</cx:pt>
          <cx:pt idx="24382">59.990000000000002</cx:pt>
          <cx:pt idx="24383">59.990000000000002</cx:pt>
          <cx:pt idx="24384">59.990000000000002</cx:pt>
          <cx:pt idx="24385">59.990000000000002</cx:pt>
          <cx:pt idx="24386">59.990000000000002</cx:pt>
          <cx:pt idx="24387">59.990000000000002</cx:pt>
          <cx:pt idx="24388">59.990000000000002</cx:pt>
          <cx:pt idx="24389">59.990000000000002</cx:pt>
          <cx:pt idx="24390">59.990000000000002</cx:pt>
          <cx:pt idx="24391">59.990000000000002</cx:pt>
          <cx:pt idx="24392">59.990000000000002</cx:pt>
          <cx:pt idx="24393">59.990000000000002</cx:pt>
          <cx:pt idx="24394">59.990000000000002</cx:pt>
          <cx:pt idx="24395">59.990000000000002</cx:pt>
          <cx:pt idx="24396">59.990000000000002</cx:pt>
          <cx:pt idx="24397">59.990000000000002</cx:pt>
          <cx:pt idx="24398">59.990000000000002</cx:pt>
          <cx:pt idx="24399">59.990000000000002</cx:pt>
          <cx:pt idx="24400">59.990000000000002</cx:pt>
          <cx:pt idx="24401">59.990000000000002</cx:pt>
          <cx:pt idx="24402">59.990000000000002</cx:pt>
          <cx:pt idx="24403">59.990000000000002</cx:pt>
          <cx:pt idx="24404">59.990000000000002</cx:pt>
          <cx:pt idx="24405">59.990000000000002</cx:pt>
          <cx:pt idx="24406">59.990000000000002</cx:pt>
          <cx:pt idx="24407">59.990000000000002</cx:pt>
          <cx:pt idx="24408">59.990000000000002</cx:pt>
          <cx:pt idx="24409">59.990000000000002</cx:pt>
          <cx:pt idx="24410">59.990000000000002</cx:pt>
          <cx:pt idx="24411">59.990000000000002</cx:pt>
          <cx:pt idx="24412">59.990000000000002</cx:pt>
          <cx:pt idx="24413">59.990000000000002</cx:pt>
          <cx:pt idx="24414">59.990000000000002</cx:pt>
          <cx:pt idx="24415">59.990000000000002</cx:pt>
          <cx:pt idx="24416">59.990000000000002</cx:pt>
          <cx:pt idx="24417">59.990000000000002</cx:pt>
          <cx:pt idx="24418">59.990000000000002</cx:pt>
          <cx:pt idx="24419">59.990000000000002</cx:pt>
          <cx:pt idx="24420">59.990000000000002</cx:pt>
          <cx:pt idx="24421">59.990000000000002</cx:pt>
          <cx:pt idx="24422">59.990000000000002</cx:pt>
          <cx:pt idx="24423">59.990000000000002</cx:pt>
          <cx:pt idx="24424">59.990000000000002</cx:pt>
          <cx:pt idx="24425">59.990000000000002</cx:pt>
          <cx:pt idx="24426">59.990000000000002</cx:pt>
          <cx:pt idx="24427">59.990000000000002</cx:pt>
          <cx:pt idx="24428">59.990000000000002</cx:pt>
          <cx:pt idx="24429">59.990000000000002</cx:pt>
          <cx:pt idx="24430">59.990000000000002</cx:pt>
          <cx:pt idx="24431">59.990000000000002</cx:pt>
          <cx:pt idx="24432">59.990000000000002</cx:pt>
          <cx:pt idx="24433">59.990000000000002</cx:pt>
          <cx:pt idx="24434">59.990000000000002</cx:pt>
          <cx:pt idx="24435">59.990000000000002</cx:pt>
          <cx:pt idx="24436">59.990000000000002</cx:pt>
          <cx:pt idx="24437">59.990000000000002</cx:pt>
          <cx:pt idx="24438">59.990000000000002</cx:pt>
          <cx:pt idx="24439">59.990000000000002</cx:pt>
          <cx:pt idx="24440">59.990000000000002</cx:pt>
          <cx:pt idx="24441">59.990000000000002</cx:pt>
          <cx:pt idx="24442">59.990000000000002</cx:pt>
          <cx:pt idx="24443">59.990000000000002</cx:pt>
          <cx:pt idx="24444">59.990000000000002</cx:pt>
          <cx:pt idx="24445">59.990000000000002</cx:pt>
          <cx:pt idx="24446">59.990000000000002</cx:pt>
          <cx:pt idx="24447">59.990000000000002</cx:pt>
          <cx:pt idx="24448">59.990000000000002</cx:pt>
          <cx:pt idx="24449">59.990000000000002</cx:pt>
          <cx:pt idx="24450">59.990000000000002</cx:pt>
          <cx:pt idx="24451">59.990000000000002</cx:pt>
          <cx:pt idx="24452">59.990000000000002</cx:pt>
          <cx:pt idx="24453">59.990000000000002</cx:pt>
          <cx:pt idx="24454">59.990000000000002</cx:pt>
          <cx:pt idx="24455">59.990000000000002</cx:pt>
          <cx:pt idx="24456">59.990000000000002</cx:pt>
          <cx:pt idx="24457">59.990000000000002</cx:pt>
          <cx:pt idx="24458">59.990000000000002</cx:pt>
          <cx:pt idx="24459">59.990000000000002</cx:pt>
          <cx:pt idx="24460">59.990000000000002</cx:pt>
          <cx:pt idx="24461">59.990000000000002</cx:pt>
          <cx:pt idx="24462">59.990000000000002</cx:pt>
          <cx:pt idx="24463">59.990000000000002</cx:pt>
          <cx:pt idx="24464">59.990000000000002</cx:pt>
          <cx:pt idx="24465">59.990000000000002</cx:pt>
          <cx:pt idx="24466">59.990000000000002</cx:pt>
          <cx:pt idx="24467">59.990000000000002</cx:pt>
          <cx:pt idx="24468">59.990000000000002</cx:pt>
          <cx:pt idx="24469">59.990000000000002</cx:pt>
          <cx:pt idx="24470">59.990000000000002</cx:pt>
          <cx:pt idx="24471">59.990000000000002</cx:pt>
          <cx:pt idx="24472">59.990000000000002</cx:pt>
          <cx:pt idx="24473">59.990000000000002</cx:pt>
          <cx:pt idx="24474">59.990000000000002</cx:pt>
          <cx:pt idx="24475">59.990000000000002</cx:pt>
          <cx:pt idx="24476">59.990000000000002</cx:pt>
          <cx:pt idx="24477">59.990000000000002</cx:pt>
          <cx:pt idx="24478">59.990000000000002</cx:pt>
          <cx:pt idx="24479">59.990000000000002</cx:pt>
          <cx:pt idx="24480">59.990000000000002</cx:pt>
          <cx:pt idx="24481">59.990000000000002</cx:pt>
          <cx:pt idx="24482">59.990000000000002</cx:pt>
          <cx:pt idx="24483">59.990000000000002</cx:pt>
          <cx:pt idx="24484">59.990000000000002</cx:pt>
          <cx:pt idx="24485">59.990000000000002</cx:pt>
          <cx:pt idx="24486">59.990000000000002</cx:pt>
          <cx:pt idx="24487">59.990000000000002</cx:pt>
          <cx:pt idx="24488">59.990000000000002</cx:pt>
          <cx:pt idx="24489">59.990000000000002</cx:pt>
          <cx:pt idx="24490">59.990000000000002</cx:pt>
          <cx:pt idx="24491">59.990000000000002</cx:pt>
          <cx:pt idx="24492">59.990000000000002</cx:pt>
          <cx:pt idx="24493">59.990000000000002</cx:pt>
          <cx:pt idx="24494">59.990000000000002</cx:pt>
          <cx:pt idx="24495">59.990000000000002</cx:pt>
          <cx:pt idx="24496">59.990000000000002</cx:pt>
          <cx:pt idx="24497">59.990000000000002</cx:pt>
          <cx:pt idx="24498">59.990000000000002</cx:pt>
          <cx:pt idx="24499">59.990000000000002</cx:pt>
          <cx:pt idx="24500">59.990000000000002</cx:pt>
          <cx:pt idx="24501">59.990000000000002</cx:pt>
          <cx:pt idx="24502">59.990000000000002</cx:pt>
          <cx:pt idx="24503">59.990000000000002</cx:pt>
          <cx:pt idx="24504">59.990000000000002</cx:pt>
          <cx:pt idx="24505">59.990000000000002</cx:pt>
          <cx:pt idx="24506">59.990000000000002</cx:pt>
          <cx:pt idx="24507">59.990000000000002</cx:pt>
          <cx:pt idx="24508">59.990000000000002</cx:pt>
          <cx:pt idx="24509">59.990000000000002</cx:pt>
          <cx:pt idx="24510">59.990000000000002</cx:pt>
          <cx:pt idx="24511">59.990000000000002</cx:pt>
          <cx:pt idx="24512">59.990000000000002</cx:pt>
          <cx:pt idx="24513">59.990000000000002</cx:pt>
          <cx:pt idx="24514">59.990000000000002</cx:pt>
          <cx:pt idx="24515">59.990000000000002</cx:pt>
          <cx:pt idx="24516">59.990000000000002</cx:pt>
          <cx:pt idx="24517">59.990000000000002</cx:pt>
          <cx:pt idx="24518">59.990000000000002</cx:pt>
          <cx:pt idx="24519">59.990000000000002</cx:pt>
          <cx:pt idx="24520">59.990000000000002</cx:pt>
          <cx:pt idx="24521">59.990000000000002</cx:pt>
          <cx:pt idx="24522">59.990000000000002</cx:pt>
          <cx:pt idx="24523">59.990000000000002</cx:pt>
          <cx:pt idx="24524">59.990000000000002</cx:pt>
          <cx:pt idx="24525">59.990000000000002</cx:pt>
          <cx:pt idx="24526">59.990000000000002</cx:pt>
          <cx:pt idx="24527">59.990000000000002</cx:pt>
          <cx:pt idx="24528">59.990000000000002</cx:pt>
          <cx:pt idx="24529">59.990000000000002</cx:pt>
          <cx:pt idx="24530">59.990000000000002</cx:pt>
          <cx:pt idx="24531">59.990000000000002</cx:pt>
          <cx:pt idx="24532">59.990000000000002</cx:pt>
          <cx:pt idx="24533">59.990000000000002</cx:pt>
          <cx:pt idx="24534">59.990000000000002</cx:pt>
          <cx:pt idx="24535">59.990000000000002</cx:pt>
          <cx:pt idx="24536">59.990000000000002</cx:pt>
          <cx:pt idx="24537">59.990000000000002</cx:pt>
          <cx:pt idx="24538">59.990000000000002</cx:pt>
          <cx:pt idx="24539">59.990000000000002</cx:pt>
          <cx:pt idx="24540">59.990000000000002</cx:pt>
          <cx:pt idx="24541">59.990000000000002</cx:pt>
          <cx:pt idx="24542">59.990000000000002</cx:pt>
          <cx:pt idx="24543">59.990000000000002</cx:pt>
          <cx:pt idx="24544">59.990000000000002</cx:pt>
          <cx:pt idx="24545">59.990000000000002</cx:pt>
          <cx:pt idx="24546">59.990000000000002</cx:pt>
          <cx:pt idx="24547">59.990000000000002</cx:pt>
          <cx:pt idx="24548">59.990000000000002</cx:pt>
          <cx:pt idx="24549">59.990000000000002</cx:pt>
          <cx:pt idx="24550">59.990000000000002</cx:pt>
          <cx:pt idx="24551">59.990000000000002</cx:pt>
          <cx:pt idx="24552">59.990000000000002</cx:pt>
          <cx:pt idx="24553">59.990000000000002</cx:pt>
          <cx:pt idx="24554">59.990000000000002</cx:pt>
          <cx:pt idx="24555">59.990000000000002</cx:pt>
          <cx:pt idx="24556">59.990000000000002</cx:pt>
          <cx:pt idx="24557">59.990000000000002</cx:pt>
          <cx:pt idx="24558">59.990000000000002</cx:pt>
          <cx:pt idx="24559">59.990000000000002</cx:pt>
          <cx:pt idx="24560">59.990000000000002</cx:pt>
          <cx:pt idx="24561">59.990000000000002</cx:pt>
          <cx:pt idx="24562">59.990000000000002</cx:pt>
          <cx:pt idx="24563">59.990000000000002</cx:pt>
          <cx:pt idx="24564">59.990000000000002</cx:pt>
          <cx:pt idx="24565">59.990000000000002</cx:pt>
          <cx:pt idx="24566">59.990000000000002</cx:pt>
          <cx:pt idx="24567">59.990000000000002</cx:pt>
          <cx:pt idx="24568">59.990000000000002</cx:pt>
          <cx:pt idx="24569">59.990000000000002</cx:pt>
          <cx:pt idx="24570">59.990000000000002</cx:pt>
          <cx:pt idx="24571">59.990000000000002</cx:pt>
          <cx:pt idx="24572">59.990000000000002</cx:pt>
          <cx:pt idx="24573">59.990000000000002</cx:pt>
          <cx:pt idx="24574">59.990000000000002</cx:pt>
          <cx:pt idx="24575">59.990000000000002</cx:pt>
          <cx:pt idx="24576">59.990000000000002</cx:pt>
          <cx:pt idx="24577">59.990000000000002</cx:pt>
          <cx:pt idx="24578">59.990000000000002</cx:pt>
          <cx:pt idx="24579">59.990000000000002</cx:pt>
          <cx:pt idx="24580">59.990000000000002</cx:pt>
          <cx:pt idx="24581">59.990000000000002</cx:pt>
          <cx:pt idx="24582">59.990000000000002</cx:pt>
          <cx:pt idx="24583">59.990000000000002</cx:pt>
          <cx:pt idx="24584">59.990000000000002</cx:pt>
          <cx:pt idx="24585">59.990000000000002</cx:pt>
          <cx:pt idx="24586">59.990000000000002</cx:pt>
          <cx:pt idx="24587">59.990000000000002</cx:pt>
          <cx:pt idx="24588">59.990000000000002</cx:pt>
          <cx:pt idx="24589">59.990000000000002</cx:pt>
          <cx:pt idx="24590">59.990000000000002</cx:pt>
          <cx:pt idx="24591">59.990000000000002</cx:pt>
          <cx:pt idx="24592">59.990000000000002</cx:pt>
          <cx:pt idx="24593">59.990000000000002</cx:pt>
          <cx:pt idx="24594">59.990000000000002</cx:pt>
          <cx:pt idx="24595">59.990000000000002</cx:pt>
          <cx:pt idx="24596">59.990000000000002</cx:pt>
          <cx:pt idx="24597">59.990000000000002</cx:pt>
          <cx:pt idx="24598">59.990000000000002</cx:pt>
          <cx:pt idx="24599">59.990000000000002</cx:pt>
          <cx:pt idx="24600">59.990000000000002</cx:pt>
          <cx:pt idx="24601">59.990000000000002</cx:pt>
          <cx:pt idx="24602">59.990000000000002</cx:pt>
          <cx:pt idx="24603">59.990000000000002</cx:pt>
          <cx:pt idx="24604">59.990000000000002</cx:pt>
          <cx:pt idx="24605">59.990000000000002</cx:pt>
          <cx:pt idx="24606">59.990000000000002</cx:pt>
          <cx:pt idx="24607">59.990000000000002</cx:pt>
          <cx:pt idx="24608">59.990000000000002</cx:pt>
          <cx:pt idx="24609">59.990000000000002</cx:pt>
          <cx:pt idx="24610">59.990000000000002</cx:pt>
          <cx:pt idx="24611">59.990000000000002</cx:pt>
          <cx:pt idx="24612">59.990000000000002</cx:pt>
          <cx:pt idx="24613">59.990000000000002</cx:pt>
          <cx:pt idx="24614">59.990000000000002</cx:pt>
          <cx:pt idx="24615">59.990000000000002</cx:pt>
          <cx:pt idx="24616">59.990000000000002</cx:pt>
          <cx:pt idx="24617">59.990000000000002</cx:pt>
          <cx:pt idx="24618">59.990000000000002</cx:pt>
          <cx:pt idx="24619">59.990000000000002</cx:pt>
          <cx:pt idx="24620">59.990000000000002</cx:pt>
          <cx:pt idx="24621">59.990000000000002</cx:pt>
          <cx:pt idx="24622">59.990000000000002</cx:pt>
          <cx:pt idx="24623">59.990000000000002</cx:pt>
          <cx:pt idx="24624">59.990000000000002</cx:pt>
          <cx:pt idx="24625">59.990000000000002</cx:pt>
          <cx:pt idx="24626">59.990000000000002</cx:pt>
          <cx:pt idx="24627">59.990000000000002</cx:pt>
          <cx:pt idx="24628">59.990000000000002</cx:pt>
          <cx:pt idx="24629">59.990000000000002</cx:pt>
          <cx:pt idx="24630">59.990000000000002</cx:pt>
          <cx:pt idx="24631">59.990000000000002</cx:pt>
          <cx:pt idx="24632">59.990000000000002</cx:pt>
          <cx:pt idx="24633">59.990000000000002</cx:pt>
          <cx:pt idx="24634">59.990000000000002</cx:pt>
          <cx:pt idx="24635">59.990000000000002</cx:pt>
          <cx:pt idx="24636">59.990000000000002</cx:pt>
          <cx:pt idx="24637">59.990000000000002</cx:pt>
          <cx:pt idx="24638">59.990000000000002</cx:pt>
          <cx:pt idx="24639">59.990000000000002</cx:pt>
          <cx:pt idx="24640">59.990000000000002</cx:pt>
          <cx:pt idx="24641">59.990000000000002</cx:pt>
          <cx:pt idx="24642">59.990000000000002</cx:pt>
          <cx:pt idx="24643">59.990000000000002</cx:pt>
          <cx:pt idx="24644">59.990000000000002</cx:pt>
          <cx:pt idx="24645">59.990000000000002</cx:pt>
          <cx:pt idx="24646">59.990000000000002</cx:pt>
          <cx:pt idx="24647">59.990000000000002</cx:pt>
          <cx:pt idx="24648">59.990000000000002</cx:pt>
          <cx:pt idx="24649">59.990000000000002</cx:pt>
          <cx:pt idx="24650">59.990000000000002</cx:pt>
          <cx:pt idx="24651">59.990000000000002</cx:pt>
          <cx:pt idx="24652">59.990000000000002</cx:pt>
          <cx:pt idx="24653">59.990000000000002</cx:pt>
          <cx:pt idx="24654">59.990000000000002</cx:pt>
          <cx:pt idx="24655">59.990000000000002</cx:pt>
          <cx:pt idx="24656">59.990000000000002</cx:pt>
          <cx:pt idx="24657">59.990000000000002</cx:pt>
          <cx:pt idx="24658">59.990000000000002</cx:pt>
          <cx:pt idx="24659">59.990000000000002</cx:pt>
          <cx:pt idx="24660">59.990000000000002</cx:pt>
          <cx:pt idx="24661">59.990000000000002</cx:pt>
          <cx:pt idx="24662">59.990000000000002</cx:pt>
          <cx:pt idx="24663">59.990000000000002</cx:pt>
          <cx:pt idx="24664">59.990000000000002</cx:pt>
          <cx:pt idx="24665">59.990000000000002</cx:pt>
          <cx:pt idx="24666">59.990000000000002</cx:pt>
          <cx:pt idx="24667">59.990000000000002</cx:pt>
          <cx:pt idx="24668">59.990000000000002</cx:pt>
          <cx:pt idx="24669">59.990000000000002</cx:pt>
          <cx:pt idx="24670">59.990000000000002</cx:pt>
          <cx:pt idx="24671">59.990000000000002</cx:pt>
          <cx:pt idx="24672">59.990000000000002</cx:pt>
          <cx:pt idx="24673">59.990000000000002</cx:pt>
          <cx:pt idx="24674">59.990000000000002</cx:pt>
          <cx:pt idx="24675">59.990000000000002</cx:pt>
          <cx:pt idx="24676">59.990000000000002</cx:pt>
          <cx:pt idx="24677">59.990000000000002</cx:pt>
          <cx:pt idx="24678">59.990000000000002</cx:pt>
          <cx:pt idx="24679">59.990000000000002</cx:pt>
          <cx:pt idx="24680">59.990000000000002</cx:pt>
          <cx:pt idx="24681">59.990000000000002</cx:pt>
          <cx:pt idx="24682">59.990000000000002</cx:pt>
          <cx:pt idx="24683">59.990000000000002</cx:pt>
          <cx:pt idx="24684">59.990000000000002</cx:pt>
          <cx:pt idx="24685">59.990000000000002</cx:pt>
          <cx:pt idx="24686">59.990000000000002</cx:pt>
          <cx:pt idx="24687">59.990000000000002</cx:pt>
          <cx:pt idx="24688">59.990000000000002</cx:pt>
          <cx:pt idx="24689">59.990000000000002</cx:pt>
          <cx:pt idx="24690">59.990000000000002</cx:pt>
          <cx:pt idx="24691">59.990000000000002</cx:pt>
          <cx:pt idx="24692">59.990000000000002</cx:pt>
          <cx:pt idx="24693">59.990000000000002</cx:pt>
          <cx:pt idx="24694">59.990000000000002</cx:pt>
          <cx:pt idx="24695">59.990000000000002</cx:pt>
          <cx:pt idx="24696">59.990000000000002</cx:pt>
          <cx:pt idx="24697">59.990000000000002</cx:pt>
          <cx:pt idx="24698">59.990000000000002</cx:pt>
          <cx:pt idx="24699">59.990000000000002</cx:pt>
          <cx:pt idx="24700">59.990000000000002</cx:pt>
          <cx:pt idx="24701">59.990000000000002</cx:pt>
          <cx:pt idx="24702">59.990000000000002</cx:pt>
          <cx:pt idx="24703">59.990000000000002</cx:pt>
          <cx:pt idx="24704">59.990000000000002</cx:pt>
          <cx:pt idx="24705">59.990000000000002</cx:pt>
          <cx:pt idx="24706">59.990000000000002</cx:pt>
          <cx:pt idx="24707">59.990000000000002</cx:pt>
          <cx:pt idx="24708">59.990000000000002</cx:pt>
          <cx:pt idx="24709">59.990000000000002</cx:pt>
          <cx:pt idx="24710">59.990000000000002</cx:pt>
          <cx:pt idx="24711">59.990000000000002</cx:pt>
          <cx:pt idx="24712">59.990000000000002</cx:pt>
          <cx:pt idx="24713">59.990000000000002</cx:pt>
          <cx:pt idx="24714">59.990000000000002</cx:pt>
          <cx:pt idx="24715">59.990000000000002</cx:pt>
          <cx:pt idx="24716">59.990000000000002</cx:pt>
          <cx:pt idx="24717">59.990000000000002</cx:pt>
          <cx:pt idx="24718">59.990000000000002</cx:pt>
          <cx:pt idx="24719">59.990000000000002</cx:pt>
          <cx:pt idx="24720">59.990000000000002</cx:pt>
          <cx:pt idx="24721">59.990000000000002</cx:pt>
          <cx:pt idx="24722">59.990000000000002</cx:pt>
          <cx:pt idx="24723">59.990000000000002</cx:pt>
          <cx:pt idx="24724">59.990000000000002</cx:pt>
          <cx:pt idx="24725">59.990000000000002</cx:pt>
          <cx:pt idx="24726">59.990000000000002</cx:pt>
          <cx:pt idx="24727">59.990000000000002</cx:pt>
          <cx:pt idx="24728">59.990000000000002</cx:pt>
          <cx:pt idx="24729">59.990000000000002</cx:pt>
          <cx:pt idx="24730">59.990000000000002</cx:pt>
          <cx:pt idx="24731">59.990000000000002</cx:pt>
          <cx:pt idx="24732">59.990000000000002</cx:pt>
          <cx:pt idx="24733">59.990000000000002</cx:pt>
          <cx:pt idx="24734">59.990000000000002</cx:pt>
          <cx:pt idx="24735">59.990000000000002</cx:pt>
          <cx:pt idx="24736">59.990000000000002</cx:pt>
          <cx:pt idx="24737">59.990000000000002</cx:pt>
          <cx:pt idx="24738">59.990000000000002</cx:pt>
          <cx:pt idx="24739">59.990000000000002</cx:pt>
          <cx:pt idx="24740">59.990000000000002</cx:pt>
          <cx:pt idx="24741">59.990000000000002</cx:pt>
          <cx:pt idx="24742">59.990000000000002</cx:pt>
          <cx:pt idx="24743">59.990000000000002</cx:pt>
          <cx:pt idx="24744">59.990000000000002</cx:pt>
          <cx:pt idx="24745">59.990000000000002</cx:pt>
          <cx:pt idx="24746">59.990000000000002</cx:pt>
          <cx:pt idx="24747">59.990000000000002</cx:pt>
          <cx:pt idx="24748">59.990000000000002</cx:pt>
          <cx:pt idx="24749">59.990000000000002</cx:pt>
          <cx:pt idx="24750">59.990000000000002</cx:pt>
          <cx:pt idx="24751">59.990000000000002</cx:pt>
          <cx:pt idx="24752">59.990000000000002</cx:pt>
          <cx:pt idx="24753">59.990000000000002</cx:pt>
          <cx:pt idx="24754">59.990000000000002</cx:pt>
          <cx:pt idx="24755">59.990000000000002</cx:pt>
          <cx:pt idx="24756">59.990000000000002</cx:pt>
          <cx:pt idx="24757">59.990000000000002</cx:pt>
          <cx:pt idx="24758">59.990000000000002</cx:pt>
          <cx:pt idx="24759">59.990000000000002</cx:pt>
          <cx:pt idx="24760">59.990000000000002</cx:pt>
          <cx:pt idx="24761">59.990000000000002</cx:pt>
          <cx:pt idx="24762">59.990000000000002</cx:pt>
          <cx:pt idx="24763">59.990000000000002</cx:pt>
          <cx:pt idx="24764">59.990000000000002</cx:pt>
          <cx:pt idx="24765">59.990000000000002</cx:pt>
          <cx:pt idx="24766">59.990000000000002</cx:pt>
          <cx:pt idx="24767">59.990000000000002</cx:pt>
          <cx:pt idx="24768">59.990000000000002</cx:pt>
          <cx:pt idx="24769">59.990000000000002</cx:pt>
          <cx:pt idx="24770">59.990000000000002</cx:pt>
          <cx:pt idx="24771">59.990000000000002</cx:pt>
          <cx:pt idx="24772">59.990000000000002</cx:pt>
          <cx:pt idx="24773">59.990000000000002</cx:pt>
          <cx:pt idx="24774">59.990000000000002</cx:pt>
          <cx:pt idx="24775">59.990000000000002</cx:pt>
          <cx:pt idx="24776">59.990000000000002</cx:pt>
          <cx:pt idx="24777">59.990000000000002</cx:pt>
          <cx:pt idx="24778">59.990000000000002</cx:pt>
          <cx:pt idx="24779">59.990000000000002</cx:pt>
          <cx:pt idx="24780">59.990000000000002</cx:pt>
          <cx:pt idx="24781">59.990000000000002</cx:pt>
          <cx:pt idx="24782">59.990000000000002</cx:pt>
          <cx:pt idx="24783">59.990000000000002</cx:pt>
          <cx:pt idx="24784">59.990000000000002</cx:pt>
          <cx:pt idx="24785">59.990000000000002</cx:pt>
          <cx:pt idx="24786">59.990000000000002</cx:pt>
          <cx:pt idx="24787">59.990000000000002</cx:pt>
          <cx:pt idx="24788">59.990000000000002</cx:pt>
          <cx:pt idx="24789">59.990000000000002</cx:pt>
          <cx:pt idx="24790">59.990000000000002</cx:pt>
          <cx:pt idx="24791">59.990000000000002</cx:pt>
          <cx:pt idx="24792">59.990000000000002</cx:pt>
          <cx:pt idx="24793">59.990000000000002</cx:pt>
          <cx:pt idx="24794">59.990000000000002</cx:pt>
          <cx:pt idx="24795">59.990000000000002</cx:pt>
          <cx:pt idx="24796">59.990000000000002</cx:pt>
          <cx:pt idx="24797">59.990000000000002</cx:pt>
          <cx:pt idx="24798">59.990000000000002</cx:pt>
          <cx:pt idx="24799">59.990000000000002</cx:pt>
          <cx:pt idx="24800">59.990000000000002</cx:pt>
          <cx:pt idx="24801">59.990000000000002</cx:pt>
          <cx:pt idx="24802">59.990000000000002</cx:pt>
          <cx:pt idx="24803">59.990000000000002</cx:pt>
          <cx:pt idx="24804">59.990000000000002</cx:pt>
          <cx:pt idx="24805">59.990000000000002</cx:pt>
          <cx:pt idx="24806">59.990000000000002</cx:pt>
          <cx:pt idx="24807">59.990000000000002</cx:pt>
          <cx:pt idx="24808">59.990000000000002</cx:pt>
          <cx:pt idx="24809">59.990000000000002</cx:pt>
          <cx:pt idx="24810">59.990000000000002</cx:pt>
          <cx:pt idx="24811">59.990000000000002</cx:pt>
          <cx:pt idx="24812">59.990000000000002</cx:pt>
          <cx:pt idx="24813">59.990000000000002</cx:pt>
          <cx:pt idx="24814">59.990000000000002</cx:pt>
          <cx:pt idx="24815">59.990000000000002</cx:pt>
          <cx:pt idx="24816">59.990000000000002</cx:pt>
          <cx:pt idx="24817">59.990000000000002</cx:pt>
          <cx:pt idx="24818">59.990000000000002</cx:pt>
          <cx:pt idx="24819">59.990000000000002</cx:pt>
          <cx:pt idx="24820">59.990000000000002</cx:pt>
          <cx:pt idx="24821">59.990000000000002</cx:pt>
          <cx:pt idx="24822">59.990000000000002</cx:pt>
          <cx:pt idx="24823">59.990000000000002</cx:pt>
          <cx:pt idx="24824">59.990000000000002</cx:pt>
          <cx:pt idx="24825">59.990000000000002</cx:pt>
          <cx:pt idx="24826">59.990000000000002</cx:pt>
          <cx:pt idx="24827">59.990000000000002</cx:pt>
          <cx:pt idx="24828">59.990000000000002</cx:pt>
          <cx:pt idx="24829">59.990000000000002</cx:pt>
          <cx:pt idx="24830">59.990000000000002</cx:pt>
          <cx:pt idx="24831">59.990000000000002</cx:pt>
          <cx:pt idx="24832">59.990000000000002</cx:pt>
          <cx:pt idx="24833">59.990000000000002</cx:pt>
          <cx:pt idx="24834">59.990000000000002</cx:pt>
          <cx:pt idx="24835">59.990000000000002</cx:pt>
          <cx:pt idx="24836">59.990000000000002</cx:pt>
          <cx:pt idx="24837">59.990000000000002</cx:pt>
          <cx:pt idx="24838">59.990000000000002</cx:pt>
          <cx:pt idx="24839">59.990000000000002</cx:pt>
          <cx:pt idx="24840">59.990000000000002</cx:pt>
          <cx:pt idx="24841">59.990000000000002</cx:pt>
          <cx:pt idx="24842">59.990000000000002</cx:pt>
          <cx:pt idx="24843">59.990000000000002</cx:pt>
          <cx:pt idx="24844">59.990000000000002</cx:pt>
          <cx:pt idx="24845">59.990000000000002</cx:pt>
          <cx:pt idx="24846">59.990000000000002</cx:pt>
          <cx:pt idx="24847">59.990000000000002</cx:pt>
          <cx:pt idx="24848">59.990000000000002</cx:pt>
          <cx:pt idx="24849">59.990000000000002</cx:pt>
          <cx:pt idx="24850">59.990000000000002</cx:pt>
          <cx:pt idx="24851">59.990000000000002</cx:pt>
          <cx:pt idx="24852">59.990000000000002</cx:pt>
          <cx:pt idx="24853">59.990000000000002</cx:pt>
          <cx:pt idx="24854">59.990000000000002</cx:pt>
          <cx:pt idx="24855">59.990000000000002</cx:pt>
          <cx:pt idx="24856">59.990000000000002</cx:pt>
          <cx:pt idx="24857">59.990000000000002</cx:pt>
          <cx:pt idx="24858">59.990000000000002</cx:pt>
          <cx:pt idx="24859">59.990000000000002</cx:pt>
          <cx:pt idx="24860">59.990000000000002</cx:pt>
          <cx:pt idx="24861">59.990000000000002</cx:pt>
          <cx:pt idx="24862">59.990000000000002</cx:pt>
          <cx:pt idx="24863">59.990000000000002</cx:pt>
          <cx:pt idx="24864">59.990000000000002</cx:pt>
          <cx:pt idx="24865">59.990000000000002</cx:pt>
          <cx:pt idx="24866">59.990000000000002</cx:pt>
          <cx:pt idx="24867">59.990000000000002</cx:pt>
          <cx:pt idx="24868">59.990000000000002</cx:pt>
          <cx:pt idx="24869">59.990000000000002</cx:pt>
          <cx:pt idx="24870">59.990000000000002</cx:pt>
          <cx:pt idx="24871">59.990000000000002</cx:pt>
          <cx:pt idx="24872">59.990000000000002</cx:pt>
          <cx:pt idx="24873">59.990000000000002</cx:pt>
          <cx:pt idx="24874">59.990000000000002</cx:pt>
          <cx:pt idx="24875">59.990000000000002</cx:pt>
          <cx:pt idx="24876">59.990000000000002</cx:pt>
          <cx:pt idx="24877">59.990000000000002</cx:pt>
          <cx:pt idx="24878">59.990000000000002</cx:pt>
          <cx:pt idx="24879">59.990000000000002</cx:pt>
          <cx:pt idx="24880">59.990000000000002</cx:pt>
          <cx:pt idx="24881">59.990000000000002</cx:pt>
          <cx:pt idx="24882">59.990000000000002</cx:pt>
          <cx:pt idx="24883">59.990000000000002</cx:pt>
          <cx:pt idx="24884">59.990000000000002</cx:pt>
          <cx:pt idx="24885">59.990000000000002</cx:pt>
          <cx:pt idx="24886">59.990000000000002</cx:pt>
          <cx:pt idx="24887">59.990000000000002</cx:pt>
          <cx:pt idx="24888">59.990000000000002</cx:pt>
          <cx:pt idx="24889">59.990000000000002</cx:pt>
          <cx:pt idx="24890">59.990000000000002</cx:pt>
          <cx:pt idx="24891">59.990000000000002</cx:pt>
          <cx:pt idx="24892">59.990000000000002</cx:pt>
          <cx:pt idx="24893">59.990000000000002</cx:pt>
          <cx:pt idx="24894">59.990000000000002</cx:pt>
          <cx:pt idx="24895">59.990000000000002</cx:pt>
          <cx:pt idx="24896">59.990000000000002</cx:pt>
          <cx:pt idx="24897">59.990000000000002</cx:pt>
          <cx:pt idx="24898">59.990000000000002</cx:pt>
          <cx:pt idx="24899">59.990000000000002</cx:pt>
          <cx:pt idx="24900">59.990000000000002</cx:pt>
          <cx:pt idx="24901">59.990000000000002</cx:pt>
          <cx:pt idx="24902">59.990000000000002</cx:pt>
          <cx:pt idx="24903">59.990000000000002</cx:pt>
          <cx:pt idx="24904">59.990000000000002</cx:pt>
          <cx:pt idx="24905">59.990000000000002</cx:pt>
          <cx:pt idx="24906">59.990000000000002</cx:pt>
          <cx:pt idx="24907">59.990000000000002</cx:pt>
          <cx:pt idx="24908">59.990000000000002</cx:pt>
          <cx:pt idx="24909">59.990000000000002</cx:pt>
          <cx:pt idx="24910">59.990000000000002</cx:pt>
          <cx:pt idx="24911">59.990000000000002</cx:pt>
          <cx:pt idx="24912">59.990000000000002</cx:pt>
          <cx:pt idx="24913">59.990000000000002</cx:pt>
          <cx:pt idx="24914">59.990000000000002</cx:pt>
          <cx:pt idx="24915">59.990000000000002</cx:pt>
          <cx:pt idx="24916">59.990000000000002</cx:pt>
          <cx:pt idx="24917">59.990000000000002</cx:pt>
          <cx:pt idx="24918">59.990000000000002</cx:pt>
          <cx:pt idx="24919">59.990000000000002</cx:pt>
          <cx:pt idx="24920">59.990000000000002</cx:pt>
          <cx:pt idx="24921">59.990000000000002</cx:pt>
          <cx:pt idx="24922">59.990000000000002</cx:pt>
          <cx:pt idx="24923">59.990000000000002</cx:pt>
          <cx:pt idx="24924">59.990000000000002</cx:pt>
          <cx:pt idx="24925">59.990000000000002</cx:pt>
          <cx:pt idx="24926">59.990000000000002</cx:pt>
          <cx:pt idx="24927">59.990000000000002</cx:pt>
          <cx:pt idx="24928">59.990000000000002</cx:pt>
          <cx:pt idx="24929">59.990000000000002</cx:pt>
          <cx:pt idx="24930">59.990000000000002</cx:pt>
          <cx:pt idx="24931">59.990000000000002</cx:pt>
          <cx:pt idx="24932">59.990000000000002</cx:pt>
          <cx:pt idx="24933">59.990000000000002</cx:pt>
          <cx:pt idx="24934">59.990000000000002</cx:pt>
          <cx:pt idx="24935">59.990000000000002</cx:pt>
          <cx:pt idx="24936">59.990000000000002</cx:pt>
          <cx:pt idx="24937">59.990000000000002</cx:pt>
          <cx:pt idx="24938">59.990000000000002</cx:pt>
          <cx:pt idx="24939">59.990000000000002</cx:pt>
          <cx:pt idx="24940">59.990000000000002</cx:pt>
          <cx:pt idx="24941">59.990000000000002</cx:pt>
          <cx:pt idx="24942">59.990000000000002</cx:pt>
          <cx:pt idx="24943">59.990000000000002</cx:pt>
          <cx:pt idx="24944">59.990000000000002</cx:pt>
          <cx:pt idx="24945">59.990000000000002</cx:pt>
          <cx:pt idx="24946">59.990000000000002</cx:pt>
          <cx:pt idx="24947">59.990000000000002</cx:pt>
          <cx:pt idx="24948">59.990000000000002</cx:pt>
          <cx:pt idx="24949">59.990000000000002</cx:pt>
          <cx:pt idx="24950">59.990000000000002</cx:pt>
          <cx:pt idx="24951">59.990000000000002</cx:pt>
          <cx:pt idx="24952">59.990000000000002</cx:pt>
          <cx:pt idx="24953">59.990000000000002</cx:pt>
          <cx:pt idx="24954">59.990000000000002</cx:pt>
          <cx:pt idx="24955">59.990000000000002</cx:pt>
          <cx:pt idx="24956">59.990000000000002</cx:pt>
          <cx:pt idx="24957">59.990000000000002</cx:pt>
          <cx:pt idx="24958">59.990000000000002</cx:pt>
          <cx:pt idx="24959">59.990000000000002</cx:pt>
          <cx:pt idx="24960">59.990000000000002</cx:pt>
          <cx:pt idx="24961">59.990000000000002</cx:pt>
          <cx:pt idx="24962">59.990000000000002</cx:pt>
          <cx:pt idx="24963">59.990000000000002</cx:pt>
          <cx:pt idx="24964">59.990000000000002</cx:pt>
          <cx:pt idx="24965">59.990000000000002</cx:pt>
          <cx:pt idx="24966">59.990000000000002</cx:pt>
          <cx:pt idx="24967">59.990000000000002</cx:pt>
          <cx:pt idx="24968">59.990000000000002</cx:pt>
          <cx:pt idx="24969">59.990000000000002</cx:pt>
          <cx:pt idx="24970">59.990000000000002</cx:pt>
          <cx:pt idx="24971">59.990000000000002</cx:pt>
          <cx:pt idx="24972">59.990000000000002</cx:pt>
          <cx:pt idx="24973">59.990000000000002</cx:pt>
          <cx:pt idx="24974">59.990000000000002</cx:pt>
          <cx:pt idx="24975">59.990000000000002</cx:pt>
          <cx:pt idx="24976">59.990000000000002</cx:pt>
          <cx:pt idx="24977">59.990000000000002</cx:pt>
          <cx:pt idx="24978">59.990000000000002</cx:pt>
          <cx:pt idx="24979">59.990000000000002</cx:pt>
          <cx:pt idx="24980">59.990000000000002</cx:pt>
          <cx:pt idx="24981">59.990000000000002</cx:pt>
          <cx:pt idx="24982">59.990000000000002</cx:pt>
          <cx:pt idx="24983">59.990000000000002</cx:pt>
          <cx:pt idx="24984">59.990000000000002</cx:pt>
          <cx:pt idx="24985">59.990000000000002</cx:pt>
          <cx:pt idx="24986">59.990000000000002</cx:pt>
          <cx:pt idx="24987">59.990000000000002</cx:pt>
          <cx:pt idx="24988">59.990000000000002</cx:pt>
          <cx:pt idx="24989">59.990000000000002</cx:pt>
          <cx:pt idx="24990">59.990000000000002</cx:pt>
          <cx:pt idx="24991">59.990000000000002</cx:pt>
          <cx:pt idx="24992">59.990000000000002</cx:pt>
          <cx:pt idx="24993">59.990000000000002</cx:pt>
          <cx:pt idx="24994">59.990000000000002</cx:pt>
          <cx:pt idx="24995">59.990000000000002</cx:pt>
          <cx:pt idx="24996">59.990000000000002</cx:pt>
          <cx:pt idx="24997">59.990000000000002</cx:pt>
          <cx:pt idx="24998">59.990000000000002</cx:pt>
          <cx:pt idx="24999">59.990000000000002</cx:pt>
          <cx:pt idx="25000">59.990000000000002</cx:pt>
          <cx:pt idx="25001">59.990000000000002</cx:pt>
          <cx:pt idx="25002">59.990000000000002</cx:pt>
          <cx:pt idx="25003">59.990000000000002</cx:pt>
          <cx:pt idx="25004">59.990000000000002</cx:pt>
          <cx:pt idx="25005">59.990000000000002</cx:pt>
          <cx:pt idx="25006">59.990000000000002</cx:pt>
          <cx:pt idx="25007">59.990000000000002</cx:pt>
          <cx:pt idx="25008">59.990000000000002</cx:pt>
          <cx:pt idx="25009">59.990000000000002</cx:pt>
          <cx:pt idx="25010">59.990000000000002</cx:pt>
          <cx:pt idx="25011">59.990000000000002</cx:pt>
          <cx:pt idx="25012">59.990000000000002</cx:pt>
          <cx:pt idx="25013">59.990000000000002</cx:pt>
          <cx:pt idx="25014">59.990000000000002</cx:pt>
          <cx:pt idx="25015">59.990000000000002</cx:pt>
          <cx:pt idx="25016">59.990000000000002</cx:pt>
          <cx:pt idx="25017">59.990000000000002</cx:pt>
          <cx:pt idx="25018">59.990000000000002</cx:pt>
          <cx:pt idx="25019">59.990000000000002</cx:pt>
          <cx:pt idx="25020">59.990000000000002</cx:pt>
          <cx:pt idx="25021">59.990000000000002</cx:pt>
          <cx:pt idx="25022">59.990000000000002</cx:pt>
          <cx:pt idx="25023">59.990000000000002</cx:pt>
          <cx:pt idx="25024">59.990000000000002</cx:pt>
          <cx:pt idx="25025">59.990000000000002</cx:pt>
          <cx:pt idx="25026">59.990000000000002</cx:pt>
          <cx:pt idx="25027">59.990000000000002</cx:pt>
          <cx:pt idx="25028">59.990000000000002</cx:pt>
          <cx:pt idx="25029">59.990000000000002</cx:pt>
          <cx:pt idx="25030">59.990000000000002</cx:pt>
          <cx:pt idx="25031">59.990000000000002</cx:pt>
          <cx:pt idx="25032">59.990000000000002</cx:pt>
          <cx:pt idx="25033">59.990000000000002</cx:pt>
          <cx:pt idx="25034">59.990000000000002</cx:pt>
          <cx:pt idx="25035">59.990000000000002</cx:pt>
          <cx:pt idx="25036">59.990000000000002</cx:pt>
          <cx:pt idx="25037">59.990000000000002</cx:pt>
          <cx:pt idx="25038">59.990000000000002</cx:pt>
          <cx:pt idx="25039">59.990000000000002</cx:pt>
          <cx:pt idx="25040">59.990000000000002</cx:pt>
          <cx:pt idx="25041">59.990000000000002</cx:pt>
          <cx:pt idx="25042">59.990000000000002</cx:pt>
          <cx:pt idx="25043">59.990000000000002</cx:pt>
          <cx:pt idx="25044">59.990000000000002</cx:pt>
          <cx:pt idx="25045">59.990000000000002</cx:pt>
          <cx:pt idx="25046">59.990000000000002</cx:pt>
          <cx:pt idx="25047">59.990000000000002</cx:pt>
          <cx:pt idx="25048">59.990000000000002</cx:pt>
          <cx:pt idx="25049">59.990000000000002</cx:pt>
          <cx:pt idx="25050">59.990000000000002</cx:pt>
          <cx:pt idx="25051">59.990000000000002</cx:pt>
          <cx:pt idx="25052">59.990000000000002</cx:pt>
          <cx:pt idx="25053">59.990000000000002</cx:pt>
          <cx:pt idx="25054">59.990000000000002</cx:pt>
          <cx:pt idx="25055">59.990000000000002</cx:pt>
          <cx:pt idx="25056">59.990000000000002</cx:pt>
          <cx:pt idx="25057">59.990000000000002</cx:pt>
          <cx:pt idx="25058">59.990000000000002</cx:pt>
          <cx:pt idx="25059">59.990000000000002</cx:pt>
          <cx:pt idx="25060">59.990000000000002</cx:pt>
          <cx:pt idx="25061">59.990000000000002</cx:pt>
          <cx:pt idx="25062">59.990000000000002</cx:pt>
          <cx:pt idx="25063">59.990000000000002</cx:pt>
          <cx:pt idx="25064">59.990000000000002</cx:pt>
          <cx:pt idx="25065">59.990000000000002</cx:pt>
          <cx:pt idx="25066">59.990000000000002</cx:pt>
          <cx:pt idx="25067">59.990000000000002</cx:pt>
          <cx:pt idx="25068">59.990000000000002</cx:pt>
          <cx:pt idx="25069">59.990000000000002</cx:pt>
          <cx:pt idx="25070">59.990000000000002</cx:pt>
          <cx:pt idx="25071">59.990000000000002</cx:pt>
          <cx:pt idx="25072">59.990000000000002</cx:pt>
          <cx:pt idx="25073">59.990000000000002</cx:pt>
          <cx:pt idx="25074">59.990000000000002</cx:pt>
          <cx:pt idx="25075">59.990000000000002</cx:pt>
          <cx:pt idx="25076">59.990000000000002</cx:pt>
          <cx:pt idx="25077">59.990000000000002</cx:pt>
          <cx:pt idx="25078">59.990000000000002</cx:pt>
          <cx:pt idx="25079">59.990000000000002</cx:pt>
          <cx:pt idx="25080">59.990000000000002</cx:pt>
          <cx:pt idx="25081">59.990000000000002</cx:pt>
          <cx:pt idx="25082">59.990000000000002</cx:pt>
          <cx:pt idx="25083">59.990000000000002</cx:pt>
          <cx:pt idx="25084">59.990000000000002</cx:pt>
          <cx:pt idx="25085">59.990000000000002</cx:pt>
          <cx:pt idx="25086">59.990000000000002</cx:pt>
          <cx:pt idx="25087">59.990000000000002</cx:pt>
          <cx:pt idx="25088">59.990000000000002</cx:pt>
          <cx:pt idx="25089">59.990000000000002</cx:pt>
          <cx:pt idx="25090">59.990000000000002</cx:pt>
          <cx:pt idx="25091">59.990000000000002</cx:pt>
          <cx:pt idx="25092">59.990000000000002</cx:pt>
          <cx:pt idx="25093">59.990000000000002</cx:pt>
          <cx:pt idx="25094">59.990000000000002</cx:pt>
          <cx:pt idx="25095">59.990000000000002</cx:pt>
          <cx:pt idx="25096">59.990000000000002</cx:pt>
          <cx:pt idx="25097">59.990000000000002</cx:pt>
          <cx:pt idx="25098">59.990000000000002</cx:pt>
          <cx:pt idx="25099">59.990000000000002</cx:pt>
          <cx:pt idx="25100">59.990000000000002</cx:pt>
          <cx:pt idx="25101">59.990000000000002</cx:pt>
          <cx:pt idx="25102">59.990000000000002</cx:pt>
          <cx:pt idx="25103">59.990000000000002</cx:pt>
          <cx:pt idx="25104">59.990000000000002</cx:pt>
          <cx:pt idx="25105">59.990000000000002</cx:pt>
          <cx:pt idx="25106">59.990000000000002</cx:pt>
          <cx:pt idx="25107">59.990000000000002</cx:pt>
          <cx:pt idx="25108">59.990000000000002</cx:pt>
          <cx:pt idx="25109">59.990000000000002</cx:pt>
          <cx:pt idx="25110">59.990000000000002</cx:pt>
          <cx:pt idx="25111">59.990000000000002</cx:pt>
          <cx:pt idx="25112">59.990000000000002</cx:pt>
          <cx:pt idx="25113">59.990000000000002</cx:pt>
          <cx:pt idx="25114">59.990000000000002</cx:pt>
          <cx:pt idx="25115">59.990000000000002</cx:pt>
          <cx:pt idx="25116">59.990000000000002</cx:pt>
          <cx:pt idx="25117">59.990000000000002</cx:pt>
          <cx:pt idx="25118">59.990000000000002</cx:pt>
          <cx:pt idx="25119">59.990000000000002</cx:pt>
          <cx:pt idx="25120">59.990000000000002</cx:pt>
          <cx:pt idx="25121">59.990000000000002</cx:pt>
          <cx:pt idx="25122">59.990000000000002</cx:pt>
          <cx:pt idx="25123">59.990000000000002</cx:pt>
          <cx:pt idx="25124">59.990000000000002</cx:pt>
          <cx:pt idx="25125">59.990000000000002</cx:pt>
          <cx:pt idx="25126">59.990000000000002</cx:pt>
          <cx:pt idx="25127">59.990000000000002</cx:pt>
          <cx:pt idx="25128">59.990000000000002</cx:pt>
          <cx:pt idx="25129">59.990000000000002</cx:pt>
          <cx:pt idx="25130">59.990000000000002</cx:pt>
          <cx:pt idx="25131">59.990000000000002</cx:pt>
          <cx:pt idx="25132">59.990000000000002</cx:pt>
          <cx:pt idx="25133">59.990000000000002</cx:pt>
          <cx:pt idx="25134">59.990000000000002</cx:pt>
          <cx:pt idx="25135">59.990000000000002</cx:pt>
          <cx:pt idx="25136">59.990000000000002</cx:pt>
          <cx:pt idx="25137">59.990000000000002</cx:pt>
          <cx:pt idx="25138">59.990000000000002</cx:pt>
          <cx:pt idx="25139">59.990000000000002</cx:pt>
          <cx:pt idx="25140">59.990000000000002</cx:pt>
          <cx:pt idx="25141">59.990000000000002</cx:pt>
          <cx:pt idx="25142">59.990000000000002</cx:pt>
          <cx:pt idx="25143">59.990000000000002</cx:pt>
          <cx:pt idx="25144">59.990000000000002</cx:pt>
          <cx:pt idx="25145">59.990000000000002</cx:pt>
          <cx:pt idx="25146">59.990000000000002</cx:pt>
          <cx:pt idx="25147">59.990000000000002</cx:pt>
          <cx:pt idx="25148">59.990000000000002</cx:pt>
          <cx:pt idx="25149">59.990000000000002</cx:pt>
          <cx:pt idx="25150">59.990000000000002</cx:pt>
          <cx:pt idx="25151">59.990000000000002</cx:pt>
          <cx:pt idx="25152">59.990000000000002</cx:pt>
          <cx:pt idx="25153">59.990000000000002</cx:pt>
          <cx:pt idx="25154">59.990000000000002</cx:pt>
          <cx:pt idx="25155">59.990000000000002</cx:pt>
          <cx:pt idx="25156">59.990000000000002</cx:pt>
          <cx:pt idx="25157">59.990000000000002</cx:pt>
          <cx:pt idx="25158">59.990000000000002</cx:pt>
          <cx:pt idx="25159">59.990000000000002</cx:pt>
          <cx:pt idx="25160">59.990000000000002</cx:pt>
          <cx:pt idx="25161">59.990000000000002</cx:pt>
          <cx:pt idx="25162">59.990000000000002</cx:pt>
          <cx:pt idx="25163">59.990000000000002</cx:pt>
          <cx:pt idx="25164">59.990000000000002</cx:pt>
          <cx:pt idx="25165">59.990000000000002</cx:pt>
          <cx:pt idx="25166">59.990000000000002</cx:pt>
          <cx:pt idx="25167">59.990000000000002</cx:pt>
          <cx:pt idx="25168">59.990000000000002</cx:pt>
          <cx:pt idx="25169">59.990000000000002</cx:pt>
          <cx:pt idx="25170">59.990000000000002</cx:pt>
          <cx:pt idx="25171">59.990000000000002</cx:pt>
          <cx:pt idx="25172">59.990000000000002</cx:pt>
          <cx:pt idx="25173">59.990000000000002</cx:pt>
          <cx:pt idx="25174">59.990000000000002</cx:pt>
          <cx:pt idx="25175">59.990000000000002</cx:pt>
          <cx:pt idx="25176">59.990000000000002</cx:pt>
          <cx:pt idx="25177">59.990000000000002</cx:pt>
          <cx:pt idx="25178">59.990000000000002</cx:pt>
          <cx:pt idx="25179">59.990000000000002</cx:pt>
          <cx:pt idx="25180">59.990000000000002</cx:pt>
          <cx:pt idx="25181">59.990000000000002</cx:pt>
          <cx:pt idx="25182">59.990000000000002</cx:pt>
          <cx:pt idx="25183">59.990000000000002</cx:pt>
          <cx:pt idx="25184">59.990000000000002</cx:pt>
          <cx:pt idx="25185">59.990000000000002</cx:pt>
          <cx:pt idx="25186">59.990000000000002</cx:pt>
          <cx:pt idx="25187">59.990000000000002</cx:pt>
          <cx:pt idx="25188">59.990000000000002</cx:pt>
          <cx:pt idx="25189">59.990000000000002</cx:pt>
          <cx:pt idx="25190">59.990000000000002</cx:pt>
          <cx:pt idx="25191">59.990000000000002</cx:pt>
          <cx:pt idx="25192">59.990000000000002</cx:pt>
          <cx:pt idx="25193">59.990000000000002</cx:pt>
          <cx:pt idx="25194">59.990000000000002</cx:pt>
          <cx:pt idx="25195">59.990000000000002</cx:pt>
          <cx:pt idx="25196">59.990000000000002</cx:pt>
          <cx:pt idx="25197">59.990000000000002</cx:pt>
          <cx:pt idx="25198">59.990000000000002</cx:pt>
          <cx:pt idx="25199">59.990000000000002</cx:pt>
          <cx:pt idx="25200">59.990000000000002</cx:pt>
          <cx:pt idx="25201">59.990000000000002</cx:pt>
          <cx:pt idx="25202">59.990000000000002</cx:pt>
          <cx:pt idx="25203">59.990000000000002</cx:pt>
          <cx:pt idx="25204">59.990000000000002</cx:pt>
          <cx:pt idx="25205">59.990000000000002</cx:pt>
          <cx:pt idx="25206">59.990000000000002</cx:pt>
          <cx:pt idx="25207">59.990000000000002</cx:pt>
          <cx:pt idx="25208">59.990000000000002</cx:pt>
          <cx:pt idx="25209">59.990000000000002</cx:pt>
          <cx:pt idx="25210">59.990000000000002</cx:pt>
          <cx:pt idx="25211">59.990000000000002</cx:pt>
          <cx:pt idx="25212">59.990000000000002</cx:pt>
          <cx:pt idx="25213">59.990000000000002</cx:pt>
          <cx:pt idx="25214">59.990000000000002</cx:pt>
          <cx:pt idx="25215">59.990000000000002</cx:pt>
          <cx:pt idx="25216">59.990000000000002</cx:pt>
          <cx:pt idx="25217">59.990000000000002</cx:pt>
          <cx:pt idx="25218">59.990000000000002</cx:pt>
          <cx:pt idx="25219">59.990000000000002</cx:pt>
          <cx:pt idx="25220">59.990000000000002</cx:pt>
          <cx:pt idx="25221">59.990000000000002</cx:pt>
          <cx:pt idx="25222">59.990000000000002</cx:pt>
          <cx:pt idx="25223">59.990000000000002</cx:pt>
          <cx:pt idx="25224">59.990000000000002</cx:pt>
          <cx:pt idx="25225">59.990000000000002</cx:pt>
          <cx:pt idx="25226">59.990000000000002</cx:pt>
          <cx:pt idx="25227">59.990000000000002</cx:pt>
          <cx:pt idx="25228">59.990000000000002</cx:pt>
          <cx:pt idx="25229">59.990000000000002</cx:pt>
          <cx:pt idx="25230">59.990000000000002</cx:pt>
          <cx:pt idx="25231">59.990000000000002</cx:pt>
          <cx:pt idx="25232">59.990000000000002</cx:pt>
          <cx:pt idx="25233">59.990000000000002</cx:pt>
          <cx:pt idx="25234">59.990000000000002</cx:pt>
          <cx:pt idx="25235">59.990000000000002</cx:pt>
          <cx:pt idx="25236">59.990000000000002</cx:pt>
          <cx:pt idx="25237">59.990000000000002</cx:pt>
          <cx:pt idx="25238">59.990000000000002</cx:pt>
          <cx:pt idx="25239">59.990000000000002</cx:pt>
          <cx:pt idx="25240">59.990000000000002</cx:pt>
          <cx:pt idx="25241">59.990000000000002</cx:pt>
          <cx:pt idx="25242">59.990000000000002</cx:pt>
          <cx:pt idx="25243">59.990000000000002</cx:pt>
          <cx:pt idx="25244">59.990000000000002</cx:pt>
          <cx:pt idx="25245">59.990000000000002</cx:pt>
          <cx:pt idx="25246">59.990000000000002</cx:pt>
          <cx:pt idx="25247">59.990000000000002</cx:pt>
          <cx:pt idx="25248">59.990000000000002</cx:pt>
          <cx:pt idx="25249">59.990000000000002</cx:pt>
          <cx:pt idx="25250">59.990000000000002</cx:pt>
          <cx:pt idx="25251">59.990000000000002</cx:pt>
          <cx:pt idx="25252">59.990000000000002</cx:pt>
          <cx:pt idx="25253">59.990000000000002</cx:pt>
          <cx:pt idx="25254">59.990000000000002</cx:pt>
          <cx:pt idx="25255">59.990000000000002</cx:pt>
          <cx:pt idx="25256">59.990000000000002</cx:pt>
          <cx:pt idx="25257">59.990000000000002</cx:pt>
          <cx:pt idx="25258">59.990000000000002</cx:pt>
          <cx:pt idx="25259">59.990000000000002</cx:pt>
          <cx:pt idx="25260">59.990000000000002</cx:pt>
          <cx:pt idx="25261">59.990000000000002</cx:pt>
          <cx:pt idx="25262">59.990000000000002</cx:pt>
          <cx:pt idx="25263">59.990000000000002</cx:pt>
          <cx:pt idx="25264">59.990000000000002</cx:pt>
          <cx:pt idx="25265">59.990000000000002</cx:pt>
          <cx:pt idx="25266">59.990000000000002</cx:pt>
          <cx:pt idx="25267">59.990000000000002</cx:pt>
          <cx:pt idx="25268">59.990000000000002</cx:pt>
          <cx:pt idx="25269">59.990000000000002</cx:pt>
          <cx:pt idx="25270">59.990000000000002</cx:pt>
          <cx:pt idx="25271">59.990000000000002</cx:pt>
          <cx:pt idx="25272">59.990000000000002</cx:pt>
          <cx:pt idx="25273">59.990000000000002</cx:pt>
          <cx:pt idx="25274">59.990000000000002</cx:pt>
          <cx:pt idx="25275">59.990000000000002</cx:pt>
          <cx:pt idx="25276">59.990000000000002</cx:pt>
          <cx:pt idx="25277">59.990000000000002</cx:pt>
          <cx:pt idx="25278">59.990000000000002</cx:pt>
          <cx:pt idx="25279">59.990000000000002</cx:pt>
          <cx:pt idx="25280">59.990000000000002</cx:pt>
          <cx:pt idx="25281">59.990000000000002</cx:pt>
          <cx:pt idx="25282">59.990000000000002</cx:pt>
          <cx:pt idx="25283">59.990000000000002</cx:pt>
          <cx:pt idx="25284">59.990000000000002</cx:pt>
          <cx:pt idx="25285">59.990000000000002</cx:pt>
          <cx:pt idx="25286">59.990000000000002</cx:pt>
          <cx:pt idx="25287">59.990000000000002</cx:pt>
          <cx:pt idx="25288">59.990000000000002</cx:pt>
          <cx:pt idx="25289">59.990000000000002</cx:pt>
          <cx:pt idx="25290">59.990000000000002</cx:pt>
          <cx:pt idx="25291">59.990000000000002</cx:pt>
          <cx:pt idx="25292">59.990000000000002</cx:pt>
          <cx:pt idx="25293">59.990000000000002</cx:pt>
          <cx:pt idx="25294">59.990000000000002</cx:pt>
          <cx:pt idx="25295">59.990000000000002</cx:pt>
          <cx:pt idx="25296">59.990000000000002</cx:pt>
          <cx:pt idx="25297">59.990000000000002</cx:pt>
          <cx:pt idx="25298">59.990000000000002</cx:pt>
          <cx:pt idx="25299">59.990000000000002</cx:pt>
          <cx:pt idx="25300">59.990000000000002</cx:pt>
          <cx:pt idx="25301">59.990000000000002</cx:pt>
          <cx:pt idx="25302">59.990000000000002</cx:pt>
          <cx:pt idx="25303">59.990000000000002</cx:pt>
          <cx:pt idx="25304">59.990000000000002</cx:pt>
          <cx:pt idx="25305">59.990000000000002</cx:pt>
          <cx:pt idx="25306">59.990000000000002</cx:pt>
          <cx:pt idx="25307">59.990000000000002</cx:pt>
          <cx:pt idx="25308">59.990000000000002</cx:pt>
          <cx:pt idx="25309">59.990000000000002</cx:pt>
          <cx:pt idx="25310">59.990000000000002</cx:pt>
          <cx:pt idx="25311">59.990000000000002</cx:pt>
          <cx:pt idx="25312">59.990000000000002</cx:pt>
          <cx:pt idx="25313">59.990000000000002</cx:pt>
          <cx:pt idx="25314">59.990000000000002</cx:pt>
          <cx:pt idx="25315">59.990000000000002</cx:pt>
          <cx:pt idx="25316">59.990000000000002</cx:pt>
          <cx:pt idx="25317">59.990000000000002</cx:pt>
          <cx:pt idx="25318">59.990000000000002</cx:pt>
          <cx:pt idx="25319">59.990000000000002</cx:pt>
          <cx:pt idx="25320">59.990000000000002</cx:pt>
          <cx:pt idx="25321">59.990000000000002</cx:pt>
          <cx:pt idx="25322">59.990000000000002</cx:pt>
          <cx:pt idx="25323">59.990000000000002</cx:pt>
          <cx:pt idx="25324">59.990000000000002</cx:pt>
          <cx:pt idx="25325">59.990000000000002</cx:pt>
          <cx:pt idx="25326">59.990000000000002</cx:pt>
          <cx:pt idx="25327">59.990000000000002</cx:pt>
          <cx:pt idx="25328">59.990000000000002</cx:pt>
          <cx:pt idx="25329">59.990000000000002</cx:pt>
          <cx:pt idx="25330">59.990000000000002</cx:pt>
          <cx:pt idx="25331">59.990000000000002</cx:pt>
          <cx:pt idx="25332">59.990000000000002</cx:pt>
          <cx:pt idx="25333">59.990000000000002</cx:pt>
          <cx:pt idx="25334">59.990000000000002</cx:pt>
          <cx:pt idx="25335">59.990000000000002</cx:pt>
          <cx:pt idx="25336">59.990000000000002</cx:pt>
          <cx:pt idx="25337">59.990000000000002</cx:pt>
          <cx:pt idx="25338">59.990000000000002</cx:pt>
          <cx:pt idx="25339">59.990000000000002</cx:pt>
          <cx:pt idx="25340">59.990000000000002</cx:pt>
          <cx:pt idx="25341">59.990000000000002</cx:pt>
          <cx:pt idx="25342">59.990000000000002</cx:pt>
          <cx:pt idx="25343">59.990000000000002</cx:pt>
          <cx:pt idx="25344">59.990000000000002</cx:pt>
          <cx:pt idx="25345">59.990000000000002</cx:pt>
          <cx:pt idx="25346">59.990000000000002</cx:pt>
          <cx:pt idx="25347">59.990000000000002</cx:pt>
          <cx:pt idx="25348">59.990000000000002</cx:pt>
          <cx:pt idx="25349">59.990000000000002</cx:pt>
          <cx:pt idx="25350">59.990000000000002</cx:pt>
          <cx:pt idx="25351">59.990000000000002</cx:pt>
          <cx:pt idx="25352">59.990000000000002</cx:pt>
          <cx:pt idx="25353">59.990000000000002</cx:pt>
          <cx:pt idx="25354">59.990000000000002</cx:pt>
          <cx:pt idx="25355">59.990000000000002</cx:pt>
          <cx:pt idx="25356">59.990000000000002</cx:pt>
          <cx:pt idx="25357">59.990000000000002</cx:pt>
          <cx:pt idx="25358">59.990000000000002</cx:pt>
          <cx:pt idx="25359">59.990000000000002</cx:pt>
          <cx:pt idx="25360">59.990000000000002</cx:pt>
          <cx:pt idx="25361">59.990000000000002</cx:pt>
          <cx:pt idx="25362">59.990000000000002</cx:pt>
          <cx:pt idx="25363">59.990000000000002</cx:pt>
          <cx:pt idx="25364">59.990000000000002</cx:pt>
          <cx:pt idx="25365">59.990000000000002</cx:pt>
          <cx:pt idx="25366">59.990000000000002</cx:pt>
          <cx:pt idx="25367">59.990000000000002</cx:pt>
          <cx:pt idx="25368">59.990000000000002</cx:pt>
          <cx:pt idx="25369">59.990000000000002</cx:pt>
          <cx:pt idx="25370">59.990000000000002</cx:pt>
          <cx:pt idx="25371">59.990000000000002</cx:pt>
          <cx:pt idx="25372">59.990000000000002</cx:pt>
          <cx:pt idx="25373">59.990000000000002</cx:pt>
          <cx:pt idx="25374">59.990000000000002</cx:pt>
          <cx:pt idx="25375">59.990000000000002</cx:pt>
          <cx:pt idx="25376">59.990000000000002</cx:pt>
          <cx:pt idx="25377">59.990000000000002</cx:pt>
          <cx:pt idx="25378">59.990000000000002</cx:pt>
          <cx:pt idx="25379">59.990000000000002</cx:pt>
          <cx:pt idx="25380">59.990000000000002</cx:pt>
          <cx:pt idx="25381">59.990000000000002</cx:pt>
          <cx:pt idx="25382">59.990000000000002</cx:pt>
          <cx:pt idx="25383">59.990000000000002</cx:pt>
          <cx:pt idx="25384">59.990000000000002</cx:pt>
          <cx:pt idx="25385">59.990000000000002</cx:pt>
          <cx:pt idx="25386">59.990000000000002</cx:pt>
          <cx:pt idx="25387">59.990000000000002</cx:pt>
          <cx:pt idx="25388">59.990000000000002</cx:pt>
          <cx:pt idx="25389">59.990000000000002</cx:pt>
          <cx:pt idx="25390">59.990000000000002</cx:pt>
          <cx:pt idx="25391">59.990000000000002</cx:pt>
          <cx:pt idx="25392">59.990000000000002</cx:pt>
          <cx:pt idx="25393">59.990000000000002</cx:pt>
          <cx:pt idx="25394">59.990000000000002</cx:pt>
          <cx:pt idx="25395">59.990000000000002</cx:pt>
          <cx:pt idx="25396">59.990000000000002</cx:pt>
          <cx:pt idx="25397">59.990000000000002</cx:pt>
          <cx:pt idx="25398">59.990000000000002</cx:pt>
          <cx:pt idx="25399">59.990000000000002</cx:pt>
          <cx:pt idx="25400">59.990000000000002</cx:pt>
          <cx:pt idx="25401">59.990000000000002</cx:pt>
          <cx:pt idx="25402">59.990000000000002</cx:pt>
          <cx:pt idx="25403">59.990000000000002</cx:pt>
          <cx:pt idx="25404">59.990000000000002</cx:pt>
          <cx:pt idx="25405">59.990000000000002</cx:pt>
          <cx:pt idx="25406">59.990000000000002</cx:pt>
          <cx:pt idx="25407">59.990000000000002</cx:pt>
          <cx:pt idx="25408">59.990000000000002</cx:pt>
          <cx:pt idx="25409">59.990000000000002</cx:pt>
          <cx:pt idx="25410">59.990000000000002</cx:pt>
          <cx:pt idx="25411">59.990000000000002</cx:pt>
          <cx:pt idx="25412">59.990000000000002</cx:pt>
          <cx:pt idx="25413">59.990000000000002</cx:pt>
          <cx:pt idx="25414">59.990000000000002</cx:pt>
          <cx:pt idx="25415">59.990000000000002</cx:pt>
          <cx:pt idx="25416">59.990000000000002</cx:pt>
          <cx:pt idx="25417">59.990000000000002</cx:pt>
          <cx:pt idx="25418">59.990000000000002</cx:pt>
          <cx:pt idx="25419">59.990000000000002</cx:pt>
          <cx:pt idx="25420">59.990000000000002</cx:pt>
          <cx:pt idx="25421">59.990000000000002</cx:pt>
          <cx:pt idx="25422">59.990000000000002</cx:pt>
          <cx:pt idx="25423">59.990000000000002</cx:pt>
          <cx:pt idx="25424">59.990000000000002</cx:pt>
          <cx:pt idx="25425">59.990000000000002</cx:pt>
          <cx:pt idx="25426">59.990000000000002</cx:pt>
          <cx:pt idx="25427">59.990000000000002</cx:pt>
          <cx:pt idx="25428">59.990000000000002</cx:pt>
          <cx:pt idx="25429">59.990000000000002</cx:pt>
          <cx:pt idx="25430">59.990000000000002</cx:pt>
          <cx:pt idx="25431">59.990000000000002</cx:pt>
          <cx:pt idx="25432">59.990000000000002</cx:pt>
          <cx:pt idx="25433">59.990000000000002</cx:pt>
          <cx:pt idx="25434">59.990000000000002</cx:pt>
          <cx:pt idx="25435">59.990000000000002</cx:pt>
          <cx:pt idx="25436">59.990000000000002</cx:pt>
          <cx:pt idx="25437">59.990000000000002</cx:pt>
          <cx:pt idx="25438">59.990000000000002</cx:pt>
          <cx:pt idx="25439">59.990000000000002</cx:pt>
          <cx:pt idx="25440">59.990000000000002</cx:pt>
          <cx:pt idx="25441">59.990000000000002</cx:pt>
          <cx:pt idx="25442">59.990000000000002</cx:pt>
          <cx:pt idx="25443">59.990000000000002</cx:pt>
          <cx:pt idx="25444">59.990000000000002</cx:pt>
          <cx:pt idx="25445">59.990000000000002</cx:pt>
          <cx:pt idx="25446">59.990000000000002</cx:pt>
          <cx:pt idx="25447">59.990000000000002</cx:pt>
          <cx:pt idx="25448">59.990000000000002</cx:pt>
          <cx:pt idx="25449">59.990000000000002</cx:pt>
          <cx:pt idx="25450">59.990000000000002</cx:pt>
          <cx:pt idx="25451">59.990000000000002</cx:pt>
          <cx:pt idx="25452">59.990000000000002</cx:pt>
          <cx:pt idx="25453">59.990000000000002</cx:pt>
          <cx:pt idx="25454">59.990000000000002</cx:pt>
          <cx:pt idx="25455">59.990000000000002</cx:pt>
          <cx:pt idx="25456">59.990000000000002</cx:pt>
          <cx:pt idx="25457">59.990000000000002</cx:pt>
          <cx:pt idx="25458">59.990000000000002</cx:pt>
          <cx:pt idx="25459">59.990000000000002</cx:pt>
          <cx:pt idx="25460">59.990000000000002</cx:pt>
          <cx:pt idx="25461">59.990000000000002</cx:pt>
          <cx:pt idx="25462">59.990000000000002</cx:pt>
          <cx:pt idx="25463">59.990000000000002</cx:pt>
          <cx:pt idx="25464">59.990000000000002</cx:pt>
          <cx:pt idx="25465">59.990000000000002</cx:pt>
          <cx:pt idx="25466">59.990000000000002</cx:pt>
          <cx:pt idx="25467">59.990000000000002</cx:pt>
          <cx:pt idx="25468">59.990000000000002</cx:pt>
          <cx:pt idx="25469">59.990000000000002</cx:pt>
          <cx:pt idx="25470">59.990000000000002</cx:pt>
          <cx:pt idx="25471">59.990000000000002</cx:pt>
          <cx:pt idx="25472">59.990000000000002</cx:pt>
          <cx:pt idx="25473">59.990000000000002</cx:pt>
          <cx:pt idx="25474">59.990000000000002</cx:pt>
          <cx:pt idx="25475">59.990000000000002</cx:pt>
          <cx:pt idx="25476">59.990000000000002</cx:pt>
          <cx:pt idx="25477">59.990000000000002</cx:pt>
          <cx:pt idx="25478">59.990000000000002</cx:pt>
          <cx:pt idx="25479">59.990000000000002</cx:pt>
          <cx:pt idx="25480">59.990000000000002</cx:pt>
          <cx:pt idx="25481">59.990000000000002</cx:pt>
          <cx:pt idx="25482">59.990000000000002</cx:pt>
          <cx:pt idx="25483">59.990000000000002</cx:pt>
          <cx:pt idx="25484">59.990000000000002</cx:pt>
          <cx:pt idx="25485">59.990000000000002</cx:pt>
          <cx:pt idx="25486">59.990000000000002</cx:pt>
          <cx:pt idx="25487">59.990000000000002</cx:pt>
          <cx:pt idx="25488">59.990000000000002</cx:pt>
          <cx:pt idx="25489">59.990000000000002</cx:pt>
          <cx:pt idx="25490">59.990000000000002</cx:pt>
          <cx:pt idx="25491">59.990000000000002</cx:pt>
          <cx:pt idx="25492">59.990000000000002</cx:pt>
          <cx:pt idx="25493">59.990000000000002</cx:pt>
          <cx:pt idx="25494">59.990000000000002</cx:pt>
          <cx:pt idx="25495">59.990000000000002</cx:pt>
          <cx:pt idx="25496">59.990000000000002</cx:pt>
          <cx:pt idx="25497">59.990000000000002</cx:pt>
          <cx:pt idx="25498">59.990000000000002</cx:pt>
          <cx:pt idx="25499">59.990000000000002</cx:pt>
          <cx:pt idx="25500">59.990000000000002</cx:pt>
          <cx:pt idx="25501">59.990000000000002</cx:pt>
          <cx:pt idx="25502">59.990000000000002</cx:pt>
          <cx:pt idx="25503">59.990000000000002</cx:pt>
          <cx:pt idx="25504">59.990000000000002</cx:pt>
          <cx:pt idx="25505">59.990000000000002</cx:pt>
          <cx:pt idx="25506">59.990000000000002</cx:pt>
          <cx:pt idx="25507">59.990000000000002</cx:pt>
          <cx:pt idx="25508">59.990000000000002</cx:pt>
          <cx:pt idx="25509">59.990000000000002</cx:pt>
          <cx:pt idx="25510">59.990000000000002</cx:pt>
          <cx:pt idx="25511">59.990000000000002</cx:pt>
          <cx:pt idx="25512">59.990000000000002</cx:pt>
          <cx:pt idx="25513">59.990000000000002</cx:pt>
          <cx:pt idx="25514">59.990000000000002</cx:pt>
          <cx:pt idx="25515">59.990000000000002</cx:pt>
          <cx:pt idx="25516">59.990000000000002</cx:pt>
          <cx:pt idx="25517">59.990000000000002</cx:pt>
          <cx:pt idx="25518">59.990000000000002</cx:pt>
          <cx:pt idx="25519">59.990000000000002</cx:pt>
          <cx:pt idx="25520">59.990000000000002</cx:pt>
          <cx:pt idx="25521">59.990000000000002</cx:pt>
          <cx:pt idx="25522">59.990000000000002</cx:pt>
          <cx:pt idx="25523">59.990000000000002</cx:pt>
          <cx:pt idx="25524">59.990000000000002</cx:pt>
          <cx:pt idx="25525">59.990000000000002</cx:pt>
          <cx:pt idx="25526">59.990000000000002</cx:pt>
          <cx:pt idx="25527">59.990000000000002</cx:pt>
          <cx:pt idx="25528">59.990000000000002</cx:pt>
          <cx:pt idx="25529">59.990000000000002</cx:pt>
          <cx:pt idx="25530">59.990000000000002</cx:pt>
          <cx:pt idx="25531">59.990000000000002</cx:pt>
          <cx:pt idx="25532">59.990000000000002</cx:pt>
          <cx:pt idx="25533">59.990000000000002</cx:pt>
          <cx:pt idx="25534">59.990000000000002</cx:pt>
          <cx:pt idx="25535">59.990000000000002</cx:pt>
          <cx:pt idx="25536">59.990000000000002</cx:pt>
          <cx:pt idx="25537">59.990000000000002</cx:pt>
          <cx:pt idx="25538">59.990000000000002</cx:pt>
          <cx:pt idx="25539">59.990000000000002</cx:pt>
          <cx:pt idx="25540">59.990000000000002</cx:pt>
          <cx:pt idx="25541">59.990000000000002</cx:pt>
          <cx:pt idx="25542">59.990000000000002</cx:pt>
          <cx:pt idx="25543">59.990000000000002</cx:pt>
          <cx:pt idx="25544">59.990000000000002</cx:pt>
          <cx:pt idx="25545">59.990000000000002</cx:pt>
          <cx:pt idx="25546">59.990000000000002</cx:pt>
          <cx:pt idx="25547">59.990000000000002</cx:pt>
          <cx:pt idx="25548">59.990000000000002</cx:pt>
          <cx:pt idx="25549">59.990000000000002</cx:pt>
          <cx:pt idx="25550">59.990000000000002</cx:pt>
          <cx:pt idx="25551">59.990000000000002</cx:pt>
          <cx:pt idx="25552">59.990000000000002</cx:pt>
          <cx:pt idx="25553">59.990000000000002</cx:pt>
          <cx:pt idx="25554">59.990000000000002</cx:pt>
          <cx:pt idx="25555">59.990000000000002</cx:pt>
          <cx:pt idx="25556">59.990000000000002</cx:pt>
          <cx:pt idx="25557">59.990000000000002</cx:pt>
          <cx:pt idx="25558">59.990000000000002</cx:pt>
          <cx:pt idx="25559">59.990000000000002</cx:pt>
          <cx:pt idx="25560">59.990000000000002</cx:pt>
          <cx:pt idx="25561">59.990000000000002</cx:pt>
          <cx:pt idx="25562">59.990000000000002</cx:pt>
          <cx:pt idx="25563">59.990000000000002</cx:pt>
          <cx:pt idx="25564">59.990000000000002</cx:pt>
          <cx:pt idx="25565">59.990000000000002</cx:pt>
          <cx:pt idx="25566">59.990000000000002</cx:pt>
          <cx:pt idx="25567">59.990000000000002</cx:pt>
          <cx:pt idx="25568">59.990000000000002</cx:pt>
          <cx:pt idx="25569">59.990000000000002</cx:pt>
          <cx:pt idx="25570">59.990000000000002</cx:pt>
          <cx:pt idx="25571">59.990000000000002</cx:pt>
          <cx:pt idx="25572">59.990000000000002</cx:pt>
          <cx:pt idx="25573">59.990000000000002</cx:pt>
          <cx:pt idx="25574">59.990000000000002</cx:pt>
          <cx:pt idx="25575">59.990000000000002</cx:pt>
          <cx:pt idx="25576">59.990000000000002</cx:pt>
          <cx:pt idx="25577">59.990000000000002</cx:pt>
          <cx:pt idx="25578">59.990000000000002</cx:pt>
          <cx:pt idx="25579">59.990000000000002</cx:pt>
          <cx:pt idx="25580">59.990000000000002</cx:pt>
          <cx:pt idx="25581">59.990000000000002</cx:pt>
          <cx:pt idx="25582">59.990000000000002</cx:pt>
          <cx:pt idx="25583">59.990000000000002</cx:pt>
          <cx:pt idx="25584">59.990000000000002</cx:pt>
          <cx:pt idx="25585">59.990000000000002</cx:pt>
          <cx:pt idx="25586">59.990000000000002</cx:pt>
          <cx:pt idx="25587">59.990000000000002</cx:pt>
          <cx:pt idx="25588">59.990000000000002</cx:pt>
          <cx:pt idx="25589">59.990000000000002</cx:pt>
          <cx:pt idx="25590">59.990000000000002</cx:pt>
          <cx:pt idx="25591">59.990000000000002</cx:pt>
          <cx:pt idx="25592">59.990000000000002</cx:pt>
          <cx:pt idx="25593">59.990000000000002</cx:pt>
          <cx:pt idx="25594">59.990000000000002</cx:pt>
          <cx:pt idx="25595">59.990000000000002</cx:pt>
          <cx:pt idx="25596">59.990000000000002</cx:pt>
          <cx:pt idx="25597">59.990000000000002</cx:pt>
          <cx:pt idx="25598">59.990000000000002</cx:pt>
          <cx:pt idx="25599">59.990000000000002</cx:pt>
          <cx:pt idx="25600">59.990000000000002</cx:pt>
          <cx:pt idx="25601">59.990000000000002</cx:pt>
          <cx:pt idx="25602">59.990000000000002</cx:pt>
          <cx:pt idx="25603">59.990000000000002</cx:pt>
          <cx:pt idx="25604">59.990000000000002</cx:pt>
          <cx:pt idx="25605">59.990000000000002</cx:pt>
          <cx:pt idx="25606">59.990000000000002</cx:pt>
          <cx:pt idx="25607">59.990000000000002</cx:pt>
          <cx:pt idx="25608">59.990000000000002</cx:pt>
          <cx:pt idx="25609">59.990000000000002</cx:pt>
          <cx:pt idx="25610">59.990000000000002</cx:pt>
          <cx:pt idx="25611">59.990000000000002</cx:pt>
          <cx:pt idx="25612">59.990000000000002</cx:pt>
          <cx:pt idx="25613">59.990000000000002</cx:pt>
          <cx:pt idx="25614">59.990000000000002</cx:pt>
          <cx:pt idx="25615">59.990000000000002</cx:pt>
          <cx:pt idx="25616">59.990000000000002</cx:pt>
          <cx:pt idx="25617">59.990000000000002</cx:pt>
          <cx:pt idx="25618">59.990000000000002</cx:pt>
          <cx:pt idx="25619">59.990000000000002</cx:pt>
          <cx:pt idx="25620">59.990000000000002</cx:pt>
          <cx:pt idx="25621">59.990000000000002</cx:pt>
          <cx:pt idx="25622">59.990000000000002</cx:pt>
          <cx:pt idx="25623">59.990000000000002</cx:pt>
          <cx:pt idx="25624">59.990000000000002</cx:pt>
          <cx:pt idx="25625">59.990000000000002</cx:pt>
          <cx:pt idx="25626">59.990000000000002</cx:pt>
          <cx:pt idx="25627">59.990000000000002</cx:pt>
          <cx:pt idx="25628">59.990000000000002</cx:pt>
          <cx:pt idx="25629">59.990000000000002</cx:pt>
          <cx:pt idx="25630">59.990000000000002</cx:pt>
          <cx:pt idx="25631">59.990000000000002</cx:pt>
          <cx:pt idx="25632">59.990000000000002</cx:pt>
          <cx:pt idx="25633">59.990000000000002</cx:pt>
          <cx:pt idx="25634">59.990000000000002</cx:pt>
          <cx:pt idx="25635">59.990000000000002</cx:pt>
          <cx:pt idx="25636">59.990000000000002</cx:pt>
          <cx:pt idx="25637">59.990000000000002</cx:pt>
          <cx:pt idx="25638">59.990000000000002</cx:pt>
          <cx:pt idx="25639">59.990000000000002</cx:pt>
          <cx:pt idx="25640">59.990000000000002</cx:pt>
          <cx:pt idx="25641">59.990000000000002</cx:pt>
          <cx:pt idx="25642">59.990000000000002</cx:pt>
          <cx:pt idx="25643">59.990000000000002</cx:pt>
          <cx:pt idx="25644">59.990000000000002</cx:pt>
          <cx:pt idx="25645">59.990000000000002</cx:pt>
          <cx:pt idx="25646">59.990000000000002</cx:pt>
          <cx:pt idx="25647">59.990000000000002</cx:pt>
          <cx:pt idx="25648">59.990000000000002</cx:pt>
          <cx:pt idx="25649">59.990000000000002</cx:pt>
          <cx:pt idx="25650">59.990000000000002</cx:pt>
          <cx:pt idx="25651">59.990000000000002</cx:pt>
          <cx:pt idx="25652">59.990000000000002</cx:pt>
          <cx:pt idx="25653">59.990000000000002</cx:pt>
          <cx:pt idx="25654">59.990000000000002</cx:pt>
          <cx:pt idx="25655">59.990000000000002</cx:pt>
          <cx:pt idx="25656">59.990000000000002</cx:pt>
          <cx:pt idx="25657">59.990000000000002</cx:pt>
          <cx:pt idx="25658">59.990000000000002</cx:pt>
          <cx:pt idx="25659">59.990000000000002</cx:pt>
          <cx:pt idx="25660">59.990000000000002</cx:pt>
          <cx:pt idx="25661">59.990000000000002</cx:pt>
          <cx:pt idx="25662">59.990000000000002</cx:pt>
          <cx:pt idx="25663">59.990000000000002</cx:pt>
          <cx:pt idx="25664">59.990000000000002</cx:pt>
          <cx:pt idx="25665">59.990000000000002</cx:pt>
          <cx:pt idx="25666">59.990000000000002</cx:pt>
          <cx:pt idx="25667">59.990000000000002</cx:pt>
          <cx:pt idx="25668">59.990000000000002</cx:pt>
          <cx:pt idx="25669">59.990000000000002</cx:pt>
          <cx:pt idx="25670">59.990000000000002</cx:pt>
          <cx:pt idx="25671">59.990000000000002</cx:pt>
          <cx:pt idx="25672">59.990000000000002</cx:pt>
          <cx:pt idx="25673">59.990000000000002</cx:pt>
          <cx:pt idx="25674">59.990000000000002</cx:pt>
          <cx:pt idx="25675">59.990000000000002</cx:pt>
          <cx:pt idx="25676">59.990000000000002</cx:pt>
          <cx:pt idx="25677">59.990000000000002</cx:pt>
          <cx:pt idx="25678">59.990000000000002</cx:pt>
          <cx:pt idx="25679">59.990000000000002</cx:pt>
          <cx:pt idx="25680">59.990000000000002</cx:pt>
          <cx:pt idx="25681">59.990000000000002</cx:pt>
          <cx:pt idx="25682">59.990000000000002</cx:pt>
          <cx:pt idx="25683">59.990000000000002</cx:pt>
          <cx:pt idx="25684">59.990000000000002</cx:pt>
          <cx:pt idx="25685">59.990000000000002</cx:pt>
          <cx:pt idx="25686">59.990000000000002</cx:pt>
          <cx:pt idx="25687">59.990000000000002</cx:pt>
          <cx:pt idx="25688">59.990000000000002</cx:pt>
          <cx:pt idx="25689">59.990000000000002</cx:pt>
          <cx:pt idx="25690">59.990000000000002</cx:pt>
          <cx:pt idx="25691">59.990000000000002</cx:pt>
          <cx:pt idx="25692">59.990000000000002</cx:pt>
          <cx:pt idx="25693">59.990000000000002</cx:pt>
          <cx:pt idx="25694">59.990000000000002</cx:pt>
          <cx:pt idx="25695">59.990000000000002</cx:pt>
          <cx:pt idx="25696">59.990000000000002</cx:pt>
          <cx:pt idx="25697">59.990000000000002</cx:pt>
          <cx:pt idx="25698">59.990000000000002</cx:pt>
          <cx:pt idx="25699">59.990000000000002</cx:pt>
          <cx:pt idx="25700">59.990000000000002</cx:pt>
          <cx:pt idx="25701">59.990000000000002</cx:pt>
          <cx:pt idx="25702">59.990000000000002</cx:pt>
          <cx:pt idx="25703">59.990000000000002</cx:pt>
          <cx:pt idx="25704">59.990000000000002</cx:pt>
          <cx:pt idx="25705">59.990000000000002</cx:pt>
          <cx:pt idx="25706">59.990000000000002</cx:pt>
          <cx:pt idx="25707">59.990000000000002</cx:pt>
          <cx:pt idx="25708">59.990000000000002</cx:pt>
          <cx:pt idx="25709">59.990000000000002</cx:pt>
          <cx:pt idx="25710">59.990000000000002</cx:pt>
          <cx:pt idx="25711">59.990000000000002</cx:pt>
          <cx:pt idx="25712">59.990000000000002</cx:pt>
          <cx:pt idx="25713">59.990000000000002</cx:pt>
          <cx:pt idx="25714">59.990000000000002</cx:pt>
          <cx:pt idx="25715">59.990000000000002</cx:pt>
          <cx:pt idx="25716">59.990000000000002</cx:pt>
          <cx:pt idx="25717">59.990000000000002</cx:pt>
          <cx:pt idx="25718">59.990000000000002</cx:pt>
          <cx:pt idx="25719">59.990000000000002</cx:pt>
          <cx:pt idx="25720">59.990000000000002</cx:pt>
          <cx:pt idx="25721">59.990000000000002</cx:pt>
          <cx:pt idx="25722">59.990000000000002</cx:pt>
          <cx:pt idx="25723">59.990000000000002</cx:pt>
          <cx:pt idx="25724">59.990000000000002</cx:pt>
          <cx:pt idx="25725">59.990000000000002</cx:pt>
          <cx:pt idx="25726">59.990000000000002</cx:pt>
          <cx:pt idx="25727">59.990000000000002</cx:pt>
          <cx:pt idx="25728">59.990000000000002</cx:pt>
          <cx:pt idx="25729">59.990000000000002</cx:pt>
          <cx:pt idx="25730">59.990000000000002</cx:pt>
          <cx:pt idx="25731">59.990000000000002</cx:pt>
          <cx:pt idx="25732">59.990000000000002</cx:pt>
          <cx:pt idx="25733">59.990000000000002</cx:pt>
          <cx:pt idx="25734">59.990000000000002</cx:pt>
          <cx:pt idx="25735">59.990000000000002</cx:pt>
          <cx:pt idx="25736">59.990000000000002</cx:pt>
          <cx:pt idx="25737">59.990000000000002</cx:pt>
          <cx:pt idx="25738">59.990000000000002</cx:pt>
          <cx:pt idx="25739">59.990000000000002</cx:pt>
          <cx:pt idx="25740">59.990000000000002</cx:pt>
          <cx:pt idx="25741">59.990000000000002</cx:pt>
          <cx:pt idx="25742">59.990000000000002</cx:pt>
          <cx:pt idx="25743">59.990000000000002</cx:pt>
          <cx:pt idx="25744">59.990000000000002</cx:pt>
          <cx:pt idx="25745">59.990000000000002</cx:pt>
          <cx:pt idx="25746">59.990000000000002</cx:pt>
          <cx:pt idx="25747">59.990000000000002</cx:pt>
          <cx:pt idx="25748">59.990000000000002</cx:pt>
          <cx:pt idx="25749">59.990000000000002</cx:pt>
          <cx:pt idx="25750">59.990000000000002</cx:pt>
          <cx:pt idx="25751">59.990000000000002</cx:pt>
          <cx:pt idx="25752">59.990000000000002</cx:pt>
          <cx:pt idx="25753">59.990000000000002</cx:pt>
          <cx:pt idx="25754">59.990000000000002</cx:pt>
          <cx:pt idx="25755">59.990000000000002</cx:pt>
          <cx:pt idx="25756">59.990000000000002</cx:pt>
          <cx:pt idx="25757">59.990000000000002</cx:pt>
          <cx:pt idx="25758">59.990000000000002</cx:pt>
          <cx:pt idx="25759">59.990000000000002</cx:pt>
          <cx:pt idx="25760">59.990000000000002</cx:pt>
          <cx:pt idx="25761">59.990000000000002</cx:pt>
          <cx:pt idx="25762">59.990000000000002</cx:pt>
          <cx:pt idx="25763">59.990000000000002</cx:pt>
          <cx:pt idx="25764">59.990000000000002</cx:pt>
          <cx:pt idx="25765">59.990000000000002</cx:pt>
          <cx:pt idx="25766">59.990000000000002</cx:pt>
          <cx:pt idx="25767">59.990000000000002</cx:pt>
          <cx:pt idx="25768">59.990000000000002</cx:pt>
          <cx:pt idx="25769">59.990000000000002</cx:pt>
          <cx:pt idx="25770">59.990000000000002</cx:pt>
          <cx:pt idx="25771">59.990000000000002</cx:pt>
          <cx:pt idx="25772">59.990000000000002</cx:pt>
          <cx:pt idx="25773">59.990000000000002</cx:pt>
          <cx:pt idx="25774">59.990000000000002</cx:pt>
          <cx:pt idx="25775">59.990000000000002</cx:pt>
          <cx:pt idx="25776">59.990000000000002</cx:pt>
          <cx:pt idx="25777">59.990000000000002</cx:pt>
          <cx:pt idx="25778">59.990000000000002</cx:pt>
          <cx:pt idx="25779">59.990000000000002</cx:pt>
          <cx:pt idx="25780">59.990000000000002</cx:pt>
          <cx:pt idx="25781">59.990000000000002</cx:pt>
          <cx:pt idx="25782">59.990000000000002</cx:pt>
          <cx:pt idx="25783">59.990000000000002</cx:pt>
          <cx:pt idx="25784">59.990000000000002</cx:pt>
          <cx:pt idx="25785">59.990000000000002</cx:pt>
          <cx:pt idx="25786">59.990000000000002</cx:pt>
          <cx:pt idx="25787">59.990000000000002</cx:pt>
          <cx:pt idx="25788">59.990000000000002</cx:pt>
          <cx:pt idx="25789">59.990000000000002</cx:pt>
          <cx:pt idx="25790">59.990000000000002</cx:pt>
          <cx:pt idx="25791">59.990000000000002</cx:pt>
          <cx:pt idx="25792">59.990000000000002</cx:pt>
          <cx:pt idx="25793">59.990000000000002</cx:pt>
          <cx:pt idx="25794">59.990000000000002</cx:pt>
          <cx:pt idx="25795">59.990000000000002</cx:pt>
          <cx:pt idx="25796">59.990000000000002</cx:pt>
          <cx:pt idx="25797">59.990000000000002</cx:pt>
          <cx:pt idx="25798">59.990000000000002</cx:pt>
          <cx:pt idx="25799">59.990000000000002</cx:pt>
          <cx:pt idx="25800">59.990000000000002</cx:pt>
          <cx:pt idx="25801">59.990000000000002</cx:pt>
          <cx:pt idx="25802">59.990000000000002</cx:pt>
          <cx:pt idx="25803">59.990000000000002</cx:pt>
          <cx:pt idx="25804">59.990000000000002</cx:pt>
          <cx:pt idx="25805">59.990000000000002</cx:pt>
          <cx:pt idx="25806">59.990000000000002</cx:pt>
          <cx:pt idx="25807">59.990000000000002</cx:pt>
          <cx:pt idx="25808">59.990000000000002</cx:pt>
          <cx:pt idx="25809">59.990000000000002</cx:pt>
          <cx:pt idx="25810">59.990000000000002</cx:pt>
          <cx:pt idx="25811">59.990000000000002</cx:pt>
          <cx:pt idx="25812">59.990000000000002</cx:pt>
          <cx:pt idx="25813">59.990000000000002</cx:pt>
          <cx:pt idx="25814">59.990000000000002</cx:pt>
          <cx:pt idx="25815">59.990000000000002</cx:pt>
          <cx:pt idx="25816">59.990000000000002</cx:pt>
          <cx:pt idx="25817">59.990000000000002</cx:pt>
          <cx:pt idx="25818">59.990000000000002</cx:pt>
          <cx:pt idx="25819">59.990000000000002</cx:pt>
          <cx:pt idx="25820">59.990000000000002</cx:pt>
          <cx:pt idx="25821">59.990000000000002</cx:pt>
          <cx:pt idx="25822">59.990000000000002</cx:pt>
          <cx:pt idx="25823">59.990000000000002</cx:pt>
          <cx:pt idx="25824">59.990000000000002</cx:pt>
          <cx:pt idx="25825">59.990000000000002</cx:pt>
          <cx:pt idx="25826">59.990000000000002</cx:pt>
          <cx:pt idx="25827">59.990000000000002</cx:pt>
          <cx:pt idx="25828">59.990000000000002</cx:pt>
          <cx:pt idx="25829">59.990000000000002</cx:pt>
          <cx:pt idx="25830">59.990000000000002</cx:pt>
          <cx:pt idx="25831">59.990000000000002</cx:pt>
          <cx:pt idx="25832">59.990000000000002</cx:pt>
          <cx:pt idx="25833">59.990000000000002</cx:pt>
          <cx:pt idx="25834">59.990000000000002</cx:pt>
          <cx:pt idx="25835">59.990000000000002</cx:pt>
          <cx:pt idx="25836">59.990000000000002</cx:pt>
          <cx:pt idx="25837">59.990000000000002</cx:pt>
          <cx:pt idx="25838">59.990000000000002</cx:pt>
          <cx:pt idx="25839">59.990000000000002</cx:pt>
          <cx:pt idx="25840">59.990000000000002</cx:pt>
          <cx:pt idx="25841">59.990000000000002</cx:pt>
          <cx:pt idx="25842">59.990000000000002</cx:pt>
          <cx:pt idx="25843">59.990000000000002</cx:pt>
          <cx:pt idx="25844">59.990000000000002</cx:pt>
          <cx:pt idx="25845">59.990000000000002</cx:pt>
          <cx:pt idx="25846">59.990000000000002</cx:pt>
          <cx:pt idx="25847">59.990000000000002</cx:pt>
          <cx:pt idx="25848">59.990000000000002</cx:pt>
          <cx:pt idx="25849">59.990000000000002</cx:pt>
          <cx:pt idx="25850">59.990000000000002</cx:pt>
          <cx:pt idx="25851">59.990000000000002</cx:pt>
          <cx:pt idx="25852">59.990000000000002</cx:pt>
          <cx:pt idx="25853">59.990000000000002</cx:pt>
          <cx:pt idx="25854">59.990000000000002</cx:pt>
          <cx:pt idx="25855">59.990000000000002</cx:pt>
          <cx:pt idx="25856">59.990000000000002</cx:pt>
          <cx:pt idx="25857">59.990000000000002</cx:pt>
          <cx:pt idx="25858">59.990000000000002</cx:pt>
          <cx:pt idx="25859">59.990000000000002</cx:pt>
          <cx:pt idx="25860">59.990000000000002</cx:pt>
          <cx:pt idx="25861">59.990000000000002</cx:pt>
          <cx:pt idx="25862">59.990000000000002</cx:pt>
          <cx:pt idx="25863">59.990000000000002</cx:pt>
          <cx:pt idx="25864">59.990000000000002</cx:pt>
          <cx:pt idx="25865">59.990000000000002</cx:pt>
          <cx:pt idx="25866">59.990000000000002</cx:pt>
          <cx:pt idx="25867">59.990000000000002</cx:pt>
          <cx:pt idx="25868">59.990000000000002</cx:pt>
          <cx:pt idx="25869">59.990000000000002</cx:pt>
          <cx:pt idx="25870">59.990000000000002</cx:pt>
          <cx:pt idx="25871">59.990000000000002</cx:pt>
          <cx:pt idx="25872">59.990000000000002</cx:pt>
          <cx:pt idx="25873">59.990000000000002</cx:pt>
          <cx:pt idx="25874">59.990000000000002</cx:pt>
          <cx:pt idx="25875">59.990000000000002</cx:pt>
          <cx:pt idx="25876">59.990000000000002</cx:pt>
          <cx:pt idx="25877">59.990000000000002</cx:pt>
          <cx:pt idx="25878">59.990000000000002</cx:pt>
          <cx:pt idx="25879">59.990000000000002</cx:pt>
          <cx:pt idx="25880">59.990000000000002</cx:pt>
          <cx:pt idx="25881">59.990000000000002</cx:pt>
          <cx:pt idx="25882">59.990000000000002</cx:pt>
          <cx:pt idx="25883">59.990000000000002</cx:pt>
          <cx:pt idx="25884">59.990000000000002</cx:pt>
          <cx:pt idx="25885">59.990000000000002</cx:pt>
          <cx:pt idx="25886">59.990000000000002</cx:pt>
          <cx:pt idx="25887">59.990000000000002</cx:pt>
          <cx:pt idx="25888">59.990000000000002</cx:pt>
          <cx:pt idx="25889">59.990000000000002</cx:pt>
          <cx:pt idx="25890">59.990000000000002</cx:pt>
          <cx:pt idx="25891">59.990000000000002</cx:pt>
          <cx:pt idx="25892">59.990000000000002</cx:pt>
          <cx:pt idx="25893">59.990000000000002</cx:pt>
          <cx:pt idx="25894">59.990000000000002</cx:pt>
          <cx:pt idx="25895">59.990000000000002</cx:pt>
          <cx:pt idx="25896">59.990000000000002</cx:pt>
          <cx:pt idx="25897">59.990000000000002</cx:pt>
          <cx:pt idx="25898">59.990000000000002</cx:pt>
          <cx:pt idx="25899">59.990000000000002</cx:pt>
          <cx:pt idx="25900">59.990000000000002</cx:pt>
          <cx:pt idx="25901">59.990000000000002</cx:pt>
          <cx:pt idx="25902">59.990000000000002</cx:pt>
          <cx:pt idx="25903">59.990000000000002</cx:pt>
          <cx:pt idx="25904">59.990000000000002</cx:pt>
          <cx:pt idx="25905">59.990000000000002</cx:pt>
          <cx:pt idx="25906">59.990000000000002</cx:pt>
          <cx:pt idx="25907">59.990000000000002</cx:pt>
          <cx:pt idx="25908">59.990000000000002</cx:pt>
          <cx:pt idx="25909">59.990000000000002</cx:pt>
          <cx:pt idx="25910">59.990000000000002</cx:pt>
          <cx:pt idx="25911">59.990000000000002</cx:pt>
          <cx:pt idx="25912">59.990000000000002</cx:pt>
          <cx:pt idx="25913">59.990000000000002</cx:pt>
          <cx:pt idx="25914">59.990000000000002</cx:pt>
          <cx:pt idx="25915">59.990000000000002</cx:pt>
          <cx:pt idx="25916">59.990000000000002</cx:pt>
          <cx:pt idx="25917">59.990000000000002</cx:pt>
          <cx:pt idx="25918">59.990000000000002</cx:pt>
          <cx:pt idx="25919">59.990000000000002</cx:pt>
          <cx:pt idx="25920">59.990000000000002</cx:pt>
          <cx:pt idx="25921">59.990000000000002</cx:pt>
          <cx:pt idx="25922">59.990000000000002</cx:pt>
          <cx:pt idx="25923">59.990000000000002</cx:pt>
          <cx:pt idx="25924">59.990000000000002</cx:pt>
          <cx:pt idx="25925">59.990000000000002</cx:pt>
          <cx:pt idx="25926">59.990000000000002</cx:pt>
          <cx:pt idx="25927">59.990000000000002</cx:pt>
          <cx:pt idx="25928">59.990000000000002</cx:pt>
          <cx:pt idx="25929">59.990000000000002</cx:pt>
          <cx:pt idx="25930">59.990000000000002</cx:pt>
          <cx:pt idx="25931">59.990000000000002</cx:pt>
          <cx:pt idx="25932">59.990000000000002</cx:pt>
          <cx:pt idx="25933">59.990000000000002</cx:pt>
          <cx:pt idx="25934">59.990000000000002</cx:pt>
          <cx:pt idx="25935">59.990000000000002</cx:pt>
          <cx:pt idx="25936">59.990000000000002</cx:pt>
          <cx:pt idx="25937">59.990000000000002</cx:pt>
          <cx:pt idx="25938">59.990000000000002</cx:pt>
          <cx:pt idx="25939">59.990000000000002</cx:pt>
          <cx:pt idx="25940">59.990000000000002</cx:pt>
          <cx:pt idx="25941">59.990000000000002</cx:pt>
          <cx:pt idx="25942">59.990000000000002</cx:pt>
          <cx:pt idx="25943">59.990000000000002</cx:pt>
          <cx:pt idx="25944">59.990000000000002</cx:pt>
          <cx:pt idx="25945">59.990000000000002</cx:pt>
          <cx:pt idx="25946">59.990000000000002</cx:pt>
          <cx:pt idx="25947">59.990000000000002</cx:pt>
          <cx:pt idx="25948">59.990000000000002</cx:pt>
          <cx:pt idx="25949">59.990000000000002</cx:pt>
          <cx:pt idx="25950">59.990000000000002</cx:pt>
          <cx:pt idx="25951">59.990000000000002</cx:pt>
          <cx:pt idx="25952">59.990000000000002</cx:pt>
          <cx:pt idx="25953">59.990000000000002</cx:pt>
          <cx:pt idx="25954">59.990000000000002</cx:pt>
          <cx:pt idx="25955">59.990000000000002</cx:pt>
          <cx:pt idx="25956">59.990000000000002</cx:pt>
          <cx:pt idx="25957">59.990000000000002</cx:pt>
          <cx:pt idx="25958">59.990000000000002</cx:pt>
          <cx:pt idx="25959">59.990000000000002</cx:pt>
          <cx:pt idx="25960">59.990000000000002</cx:pt>
          <cx:pt idx="25961">59.990000000000002</cx:pt>
          <cx:pt idx="25962">59.990000000000002</cx:pt>
          <cx:pt idx="25963">59.990000000000002</cx:pt>
          <cx:pt idx="25964">59.990000000000002</cx:pt>
          <cx:pt idx="25965">59.990000000000002</cx:pt>
          <cx:pt idx="25966">59.990000000000002</cx:pt>
          <cx:pt idx="25967">59.990000000000002</cx:pt>
          <cx:pt idx="25968">59.990000000000002</cx:pt>
          <cx:pt idx="25969">59.990000000000002</cx:pt>
          <cx:pt idx="25970">59.990000000000002</cx:pt>
          <cx:pt idx="25971">59.990000000000002</cx:pt>
          <cx:pt idx="25972">59.990000000000002</cx:pt>
          <cx:pt idx="25973">59.990000000000002</cx:pt>
          <cx:pt idx="25974">59.990000000000002</cx:pt>
          <cx:pt idx="25975">59.990000000000002</cx:pt>
          <cx:pt idx="25976">59.990000000000002</cx:pt>
          <cx:pt idx="25977">59.990000000000002</cx:pt>
          <cx:pt idx="25978">59.990000000000002</cx:pt>
          <cx:pt idx="25979">59.990000000000002</cx:pt>
          <cx:pt idx="25980">59.990000000000002</cx:pt>
          <cx:pt idx="25981">59.990000000000002</cx:pt>
          <cx:pt idx="25982">59.990000000000002</cx:pt>
          <cx:pt idx="25983">59.990000000000002</cx:pt>
          <cx:pt idx="25984">59.990000000000002</cx:pt>
          <cx:pt idx="25985">59.990000000000002</cx:pt>
          <cx:pt idx="25986">59.990000000000002</cx:pt>
          <cx:pt idx="25987">59.990000000000002</cx:pt>
          <cx:pt idx="25988">59.990000000000002</cx:pt>
          <cx:pt idx="25989">59.990000000000002</cx:pt>
          <cx:pt idx="25990">59.990000000000002</cx:pt>
          <cx:pt idx="25991">59.990000000000002</cx:pt>
          <cx:pt idx="25992">59.990000000000002</cx:pt>
          <cx:pt idx="25993">59.990000000000002</cx:pt>
          <cx:pt idx="25994">59.990000000000002</cx:pt>
          <cx:pt idx="25995">59.990000000000002</cx:pt>
          <cx:pt idx="25996">59.990000000000002</cx:pt>
          <cx:pt idx="25997">59.990000000000002</cx:pt>
          <cx:pt idx="25998">59.990000000000002</cx:pt>
          <cx:pt idx="25999">59.990000000000002</cx:pt>
          <cx:pt idx="26000">59.990000000000002</cx:pt>
          <cx:pt idx="26001">59.990000000000002</cx:pt>
          <cx:pt idx="26002">59.990000000000002</cx:pt>
          <cx:pt idx="26003">59.990000000000002</cx:pt>
          <cx:pt idx="26004">59.990000000000002</cx:pt>
          <cx:pt idx="26005">59.990000000000002</cx:pt>
          <cx:pt idx="26006">59.990000000000002</cx:pt>
          <cx:pt idx="26007">59.990000000000002</cx:pt>
          <cx:pt idx="26008">59.990000000000002</cx:pt>
          <cx:pt idx="26009">59.990000000000002</cx:pt>
          <cx:pt idx="26010">59.990000000000002</cx:pt>
          <cx:pt idx="26011">59.990000000000002</cx:pt>
          <cx:pt idx="26012">59.990000000000002</cx:pt>
          <cx:pt idx="26013">59.990000000000002</cx:pt>
          <cx:pt idx="26014">59.990000000000002</cx:pt>
          <cx:pt idx="26015">59.990000000000002</cx:pt>
          <cx:pt idx="26016">59.990000000000002</cx:pt>
          <cx:pt idx="26017">59.990000000000002</cx:pt>
          <cx:pt idx="26018">59.990000000000002</cx:pt>
          <cx:pt idx="26019">59.990000000000002</cx:pt>
          <cx:pt idx="26020">59.990000000000002</cx:pt>
          <cx:pt idx="26021">59.990000000000002</cx:pt>
          <cx:pt idx="26022">59.990000000000002</cx:pt>
          <cx:pt idx="26023">59.990000000000002</cx:pt>
          <cx:pt idx="26024">59.990000000000002</cx:pt>
          <cx:pt idx="26025">59.990000000000002</cx:pt>
          <cx:pt idx="26026">59.990000000000002</cx:pt>
          <cx:pt idx="26027">59.990000000000002</cx:pt>
          <cx:pt idx="26028">59.990000000000002</cx:pt>
          <cx:pt idx="26029">59.990000000000002</cx:pt>
          <cx:pt idx="26030">59.990000000000002</cx:pt>
          <cx:pt idx="26031">59.990000000000002</cx:pt>
          <cx:pt idx="26032">59.990000000000002</cx:pt>
          <cx:pt idx="26033">59.990000000000002</cx:pt>
          <cx:pt idx="26034">59.990000000000002</cx:pt>
          <cx:pt idx="26035">59.990000000000002</cx:pt>
          <cx:pt idx="26036">59.990000000000002</cx:pt>
          <cx:pt idx="26037">59.990000000000002</cx:pt>
          <cx:pt idx="26038">59.990000000000002</cx:pt>
          <cx:pt idx="26039">59.990000000000002</cx:pt>
          <cx:pt idx="26040">59.990000000000002</cx:pt>
          <cx:pt idx="26041">59.990000000000002</cx:pt>
          <cx:pt idx="26042">59.990000000000002</cx:pt>
          <cx:pt idx="26043">59.990000000000002</cx:pt>
          <cx:pt idx="26044">59.990000000000002</cx:pt>
          <cx:pt idx="26045">59.990000000000002</cx:pt>
          <cx:pt idx="26046">59.990000000000002</cx:pt>
          <cx:pt idx="26047">59.990000000000002</cx:pt>
          <cx:pt idx="26048">59.990000000000002</cx:pt>
          <cx:pt idx="26049">59.990000000000002</cx:pt>
          <cx:pt idx="26050">59.990000000000002</cx:pt>
          <cx:pt idx="26051">59.990000000000002</cx:pt>
          <cx:pt idx="26052">59.990000000000002</cx:pt>
          <cx:pt idx="26053">59.990000000000002</cx:pt>
          <cx:pt idx="26054">59.990000000000002</cx:pt>
          <cx:pt idx="26055">59.990000000000002</cx:pt>
          <cx:pt idx="26056">59.990000000000002</cx:pt>
          <cx:pt idx="26057">59.990000000000002</cx:pt>
          <cx:pt idx="26058">59.990000000000002</cx:pt>
          <cx:pt idx="26059">59.990000000000002</cx:pt>
          <cx:pt idx="26060">59.990000000000002</cx:pt>
          <cx:pt idx="26061">59.990000000000002</cx:pt>
          <cx:pt idx="26062">59.990000000000002</cx:pt>
          <cx:pt idx="26063">59.990000000000002</cx:pt>
          <cx:pt idx="26064">59.990000000000002</cx:pt>
          <cx:pt idx="26065">59.990000000000002</cx:pt>
          <cx:pt idx="26066">59.990000000000002</cx:pt>
          <cx:pt idx="26067">59.990000000000002</cx:pt>
          <cx:pt idx="26068">59.990000000000002</cx:pt>
          <cx:pt idx="26069">59.990000000000002</cx:pt>
          <cx:pt idx="26070">59.990000000000002</cx:pt>
          <cx:pt idx="26071">59.990000000000002</cx:pt>
          <cx:pt idx="26072">59.990000000000002</cx:pt>
          <cx:pt idx="26073">59.990000000000002</cx:pt>
          <cx:pt idx="26074">59.990000000000002</cx:pt>
          <cx:pt idx="26075">59.990000000000002</cx:pt>
          <cx:pt idx="26076">59.990000000000002</cx:pt>
          <cx:pt idx="26077">59.990000000000002</cx:pt>
          <cx:pt idx="26078">59.990000000000002</cx:pt>
          <cx:pt idx="26079">59.990000000000002</cx:pt>
          <cx:pt idx="26080">59.990000000000002</cx:pt>
          <cx:pt idx="26081">59.990000000000002</cx:pt>
          <cx:pt idx="26082">59.990000000000002</cx:pt>
          <cx:pt idx="26083">59.990000000000002</cx:pt>
          <cx:pt idx="26084">59.990000000000002</cx:pt>
          <cx:pt idx="26085">59.990000000000002</cx:pt>
          <cx:pt idx="26086">59.990000000000002</cx:pt>
          <cx:pt idx="26087">59.990000000000002</cx:pt>
          <cx:pt idx="26088">59.990000000000002</cx:pt>
          <cx:pt idx="26089">59.990000000000002</cx:pt>
          <cx:pt idx="26090">59.990000000000002</cx:pt>
          <cx:pt idx="26091">59.990000000000002</cx:pt>
          <cx:pt idx="26092">59.990000000000002</cx:pt>
          <cx:pt idx="26093">59.990000000000002</cx:pt>
          <cx:pt idx="26094">59.990000000000002</cx:pt>
          <cx:pt idx="26095">59.990000000000002</cx:pt>
          <cx:pt idx="26096">59.990000000000002</cx:pt>
          <cx:pt idx="26097">59.990000000000002</cx:pt>
          <cx:pt idx="26098">59.990000000000002</cx:pt>
          <cx:pt idx="26099">59.990000000000002</cx:pt>
          <cx:pt idx="26100">59.990000000000002</cx:pt>
          <cx:pt idx="26101">59.990000000000002</cx:pt>
          <cx:pt idx="26102">59.990000000000002</cx:pt>
          <cx:pt idx="26103">59.990000000000002</cx:pt>
          <cx:pt idx="26104">59.990000000000002</cx:pt>
          <cx:pt idx="26105">59.990000000000002</cx:pt>
          <cx:pt idx="26106">59.990000000000002</cx:pt>
          <cx:pt idx="26107">59.990000000000002</cx:pt>
          <cx:pt idx="26108">59.990000000000002</cx:pt>
          <cx:pt idx="26109">59.990000000000002</cx:pt>
          <cx:pt idx="26110">59.990000000000002</cx:pt>
          <cx:pt idx="26111">59.990000000000002</cx:pt>
          <cx:pt idx="26112">59.990000000000002</cx:pt>
          <cx:pt idx="26113">59.990000000000002</cx:pt>
          <cx:pt idx="26114">59.990000000000002</cx:pt>
          <cx:pt idx="26115">59.990000000000002</cx:pt>
          <cx:pt idx="26116">59.990000000000002</cx:pt>
          <cx:pt idx="26117">59.990000000000002</cx:pt>
          <cx:pt idx="26118">59.990000000000002</cx:pt>
          <cx:pt idx="26119">59.990000000000002</cx:pt>
          <cx:pt idx="26120">59.990000000000002</cx:pt>
          <cx:pt idx="26121">59.990000000000002</cx:pt>
          <cx:pt idx="26122">59.990000000000002</cx:pt>
          <cx:pt idx="26123">59.990000000000002</cx:pt>
          <cx:pt idx="26124">59.990000000000002</cx:pt>
          <cx:pt idx="26125">59.990000000000002</cx:pt>
          <cx:pt idx="26126">59.990000000000002</cx:pt>
          <cx:pt idx="26127">59.990000000000002</cx:pt>
          <cx:pt idx="26128">59.990000000000002</cx:pt>
          <cx:pt idx="26129">59.990000000000002</cx:pt>
          <cx:pt idx="26130">59.990000000000002</cx:pt>
          <cx:pt idx="26131">59.990000000000002</cx:pt>
          <cx:pt idx="26132">59.990000000000002</cx:pt>
          <cx:pt idx="26133">59.990000000000002</cx:pt>
          <cx:pt idx="26134">59.990000000000002</cx:pt>
          <cx:pt idx="26135">59.990000000000002</cx:pt>
          <cx:pt idx="26136">59.990000000000002</cx:pt>
          <cx:pt idx="26137">59.990000000000002</cx:pt>
          <cx:pt idx="26138">59.990000000000002</cx:pt>
          <cx:pt idx="26139">59.990000000000002</cx:pt>
          <cx:pt idx="26140">59.990000000000002</cx:pt>
          <cx:pt idx="26141">59.990000000000002</cx:pt>
          <cx:pt idx="26142">59.990000000000002</cx:pt>
          <cx:pt idx="26143">59.990000000000002</cx:pt>
          <cx:pt idx="26144">59.990000000000002</cx:pt>
          <cx:pt idx="26145">59.990000000000002</cx:pt>
          <cx:pt idx="26146">59.990000000000002</cx:pt>
          <cx:pt idx="26147">59.990000000000002</cx:pt>
          <cx:pt idx="26148">59.990000000000002</cx:pt>
          <cx:pt idx="26149">59.990000000000002</cx:pt>
          <cx:pt idx="26150">59.990000000000002</cx:pt>
          <cx:pt idx="26151">59.990000000000002</cx:pt>
          <cx:pt idx="26152">59.990000000000002</cx:pt>
          <cx:pt idx="26153">59.990000000000002</cx:pt>
          <cx:pt idx="26154">59.990000000000002</cx:pt>
          <cx:pt idx="26155">59.990000000000002</cx:pt>
          <cx:pt idx="26156">59.990000000000002</cx:pt>
          <cx:pt idx="26157">59.990000000000002</cx:pt>
          <cx:pt idx="26158">59.990000000000002</cx:pt>
          <cx:pt idx="26159">59.990000000000002</cx:pt>
          <cx:pt idx="26160">59.990000000000002</cx:pt>
          <cx:pt idx="26161">59.990000000000002</cx:pt>
          <cx:pt idx="26162">59.990000000000002</cx:pt>
          <cx:pt idx="26163">59.990000000000002</cx:pt>
          <cx:pt idx="26164">59.990000000000002</cx:pt>
          <cx:pt idx="26165">59.990000000000002</cx:pt>
          <cx:pt idx="26166">59.990000000000002</cx:pt>
          <cx:pt idx="26167">59.990000000000002</cx:pt>
          <cx:pt idx="26168">59.990000000000002</cx:pt>
          <cx:pt idx="26169">59.990000000000002</cx:pt>
          <cx:pt idx="26170">59.990000000000002</cx:pt>
          <cx:pt idx="26171">59.990000000000002</cx:pt>
          <cx:pt idx="26172">59.990000000000002</cx:pt>
          <cx:pt idx="26173">59.990000000000002</cx:pt>
          <cx:pt idx="26174">59.990000000000002</cx:pt>
          <cx:pt idx="26175">59.990000000000002</cx:pt>
          <cx:pt idx="26176">59.990000000000002</cx:pt>
          <cx:pt idx="26177">59.990000000000002</cx:pt>
          <cx:pt idx="26178">59.990000000000002</cx:pt>
          <cx:pt idx="26179">59.990000000000002</cx:pt>
          <cx:pt idx="26180">59.990000000000002</cx:pt>
          <cx:pt idx="26181">59.990000000000002</cx:pt>
          <cx:pt idx="26182">59.990000000000002</cx:pt>
          <cx:pt idx="26183">59.990000000000002</cx:pt>
          <cx:pt idx="26184">59.990000000000002</cx:pt>
          <cx:pt idx="26185">59.990000000000002</cx:pt>
          <cx:pt idx="26186">59.990000000000002</cx:pt>
          <cx:pt idx="26187">59.990000000000002</cx:pt>
          <cx:pt idx="26188">59.990000000000002</cx:pt>
          <cx:pt idx="26189">59.990000000000002</cx:pt>
          <cx:pt idx="26190">59.990000000000002</cx:pt>
          <cx:pt idx="26191">59.990000000000002</cx:pt>
          <cx:pt idx="26192">59.990000000000002</cx:pt>
          <cx:pt idx="26193">59.990000000000002</cx:pt>
          <cx:pt idx="26194">59.990000000000002</cx:pt>
          <cx:pt idx="26195">59.990000000000002</cx:pt>
          <cx:pt idx="26196">59.990000000000002</cx:pt>
          <cx:pt idx="26197">59.990000000000002</cx:pt>
          <cx:pt idx="26198">59.990000000000002</cx:pt>
          <cx:pt idx="26199">59.990000000000002</cx:pt>
          <cx:pt idx="26200">59.990000000000002</cx:pt>
          <cx:pt idx="26201">59.990000000000002</cx:pt>
          <cx:pt idx="26202">59.990000000000002</cx:pt>
          <cx:pt idx="26203">59.990000000000002</cx:pt>
          <cx:pt idx="26204">59.990000000000002</cx:pt>
          <cx:pt idx="26205">59.990000000000002</cx:pt>
          <cx:pt idx="26206">59.990000000000002</cx:pt>
          <cx:pt idx="26207">59.990000000000002</cx:pt>
          <cx:pt idx="26208">59.990000000000002</cx:pt>
          <cx:pt idx="26209">59.990000000000002</cx:pt>
          <cx:pt idx="26210">59.990000000000002</cx:pt>
          <cx:pt idx="26211">59.990000000000002</cx:pt>
          <cx:pt idx="26212">59.990000000000002</cx:pt>
          <cx:pt idx="26213">59.990000000000002</cx:pt>
          <cx:pt idx="26214">59.990000000000002</cx:pt>
          <cx:pt idx="26215">59.990000000000002</cx:pt>
          <cx:pt idx="26216">59.990000000000002</cx:pt>
          <cx:pt idx="26217">59.990000000000002</cx:pt>
          <cx:pt idx="26218">59.990000000000002</cx:pt>
          <cx:pt idx="26219">59.990000000000002</cx:pt>
          <cx:pt idx="26220">59.990000000000002</cx:pt>
          <cx:pt idx="26221">59.990000000000002</cx:pt>
          <cx:pt idx="26222">59.990000000000002</cx:pt>
          <cx:pt idx="26223">59.990000000000002</cx:pt>
          <cx:pt idx="26224">59.990000000000002</cx:pt>
          <cx:pt idx="26225">59.990000000000002</cx:pt>
          <cx:pt idx="26226">59.990000000000002</cx:pt>
          <cx:pt idx="26227">59.990000000000002</cx:pt>
          <cx:pt idx="26228">59.990000000000002</cx:pt>
          <cx:pt idx="26229">59.990000000000002</cx:pt>
          <cx:pt idx="26230">59.990000000000002</cx:pt>
          <cx:pt idx="26231">59.990000000000002</cx:pt>
          <cx:pt idx="26232">59.990000000000002</cx:pt>
          <cx:pt idx="26233">59.990000000000002</cx:pt>
          <cx:pt idx="26234">59.990000000000002</cx:pt>
          <cx:pt idx="26235">59.990000000000002</cx:pt>
          <cx:pt idx="26236">59.990000000000002</cx:pt>
          <cx:pt idx="26237">59.990000000000002</cx:pt>
          <cx:pt idx="26238">59.990000000000002</cx:pt>
          <cx:pt idx="26239">59.990000000000002</cx:pt>
          <cx:pt idx="26240">59.990000000000002</cx:pt>
          <cx:pt idx="26241">59.990000000000002</cx:pt>
          <cx:pt idx="26242">59.990000000000002</cx:pt>
          <cx:pt idx="26243">59.990000000000002</cx:pt>
          <cx:pt idx="26244">59.990000000000002</cx:pt>
          <cx:pt idx="26245">59.990000000000002</cx:pt>
          <cx:pt idx="26246">59.990000000000002</cx:pt>
          <cx:pt idx="26247">59.990000000000002</cx:pt>
          <cx:pt idx="26248">59.990000000000002</cx:pt>
          <cx:pt idx="26249">59.990000000000002</cx:pt>
          <cx:pt idx="26250">59.990000000000002</cx:pt>
          <cx:pt idx="26251">59.990000000000002</cx:pt>
          <cx:pt idx="26252">59.990000000000002</cx:pt>
          <cx:pt idx="26253">59.990000000000002</cx:pt>
          <cx:pt idx="26254">59.990000000000002</cx:pt>
          <cx:pt idx="26255">59.990000000000002</cx:pt>
          <cx:pt idx="26256">59.990000000000002</cx:pt>
          <cx:pt idx="26257">59.990000000000002</cx:pt>
          <cx:pt idx="26258">59.990000000000002</cx:pt>
          <cx:pt idx="26259">59.990000000000002</cx:pt>
          <cx:pt idx="26260">59.990000000000002</cx:pt>
          <cx:pt idx="26261">59.990000000000002</cx:pt>
          <cx:pt idx="26262">59.990000000000002</cx:pt>
          <cx:pt idx="26263">59.990000000000002</cx:pt>
          <cx:pt idx="26264">59.990000000000002</cx:pt>
          <cx:pt idx="26265">59.990000000000002</cx:pt>
          <cx:pt idx="26266">59.990000000000002</cx:pt>
          <cx:pt idx="26267">59.990000000000002</cx:pt>
          <cx:pt idx="26268">59.990000000000002</cx:pt>
          <cx:pt idx="26269">59.990000000000002</cx:pt>
          <cx:pt idx="26270">59.990000000000002</cx:pt>
          <cx:pt idx="26271">59.990000000000002</cx:pt>
          <cx:pt idx="26272">59.990000000000002</cx:pt>
          <cx:pt idx="26273">59.990000000000002</cx:pt>
          <cx:pt idx="26274">59.990000000000002</cx:pt>
          <cx:pt idx="26275">59.990000000000002</cx:pt>
          <cx:pt idx="26276">59.990000000000002</cx:pt>
          <cx:pt idx="26277">59.990000000000002</cx:pt>
          <cx:pt idx="26278">59.990000000000002</cx:pt>
          <cx:pt idx="26279">59.990000000000002</cx:pt>
          <cx:pt idx="26280">59.990000000000002</cx:pt>
          <cx:pt idx="26281">59.990000000000002</cx:pt>
          <cx:pt idx="26282">59.990000000000002</cx:pt>
          <cx:pt idx="26283">59.990000000000002</cx:pt>
          <cx:pt idx="26284">59.990000000000002</cx:pt>
          <cx:pt idx="26285">59.990000000000002</cx:pt>
          <cx:pt idx="26286">59.990000000000002</cx:pt>
          <cx:pt idx="26287">59.990000000000002</cx:pt>
          <cx:pt idx="26288">59.990000000000002</cx:pt>
          <cx:pt idx="26289">59.990000000000002</cx:pt>
          <cx:pt idx="26290">59.990000000000002</cx:pt>
          <cx:pt idx="26291">59.990000000000002</cx:pt>
          <cx:pt idx="26292">59.990000000000002</cx:pt>
          <cx:pt idx="26293">59.990000000000002</cx:pt>
          <cx:pt idx="26294">59.990000000000002</cx:pt>
          <cx:pt idx="26295">59.990000000000002</cx:pt>
          <cx:pt idx="26296">59.990000000000002</cx:pt>
          <cx:pt idx="26297">59.990000000000002</cx:pt>
          <cx:pt idx="26298">59.990000000000002</cx:pt>
          <cx:pt idx="26299">59.990000000000002</cx:pt>
          <cx:pt idx="26300">59.990000000000002</cx:pt>
          <cx:pt idx="26301">59.990000000000002</cx:pt>
          <cx:pt idx="26302">59.990000000000002</cx:pt>
          <cx:pt idx="26303">59.990000000000002</cx:pt>
          <cx:pt idx="26304">59.990000000000002</cx:pt>
          <cx:pt idx="26305">59.990000000000002</cx:pt>
          <cx:pt idx="26306">59.990000000000002</cx:pt>
          <cx:pt idx="26307">59.990000000000002</cx:pt>
          <cx:pt idx="26308">59.990000000000002</cx:pt>
          <cx:pt idx="26309">59.990000000000002</cx:pt>
          <cx:pt idx="26310">59.990000000000002</cx:pt>
          <cx:pt idx="26311">59.990000000000002</cx:pt>
          <cx:pt idx="26312">59.990000000000002</cx:pt>
          <cx:pt idx="26313">59.990000000000002</cx:pt>
          <cx:pt idx="26314">59.990000000000002</cx:pt>
          <cx:pt idx="26315">59.990000000000002</cx:pt>
          <cx:pt idx="26316">59.990000000000002</cx:pt>
          <cx:pt idx="26317">59.990000000000002</cx:pt>
          <cx:pt idx="26318">59.990000000000002</cx:pt>
          <cx:pt idx="26319">59.990000000000002</cx:pt>
          <cx:pt idx="26320">59.990000000000002</cx:pt>
          <cx:pt idx="26321">59.990000000000002</cx:pt>
          <cx:pt idx="26322">59.990000000000002</cx:pt>
          <cx:pt idx="26323">59.990000000000002</cx:pt>
          <cx:pt idx="26324">59.990000000000002</cx:pt>
          <cx:pt idx="26325">59.990000000000002</cx:pt>
          <cx:pt idx="26326">59.990000000000002</cx:pt>
          <cx:pt idx="26327">59.990000000000002</cx:pt>
          <cx:pt idx="26328">59.990000000000002</cx:pt>
          <cx:pt idx="26329">59.990000000000002</cx:pt>
          <cx:pt idx="26330">59.990000000000002</cx:pt>
          <cx:pt idx="26331">59.990000000000002</cx:pt>
          <cx:pt idx="26332">59.990000000000002</cx:pt>
          <cx:pt idx="26333">59.990000000000002</cx:pt>
          <cx:pt idx="26334">59.990000000000002</cx:pt>
          <cx:pt idx="26335">59.990000000000002</cx:pt>
          <cx:pt idx="26336">59.990000000000002</cx:pt>
          <cx:pt idx="26337">59.990000000000002</cx:pt>
          <cx:pt idx="26338">59.990000000000002</cx:pt>
          <cx:pt idx="26339">59.990000000000002</cx:pt>
          <cx:pt idx="26340">59.990000000000002</cx:pt>
          <cx:pt idx="26341">59.990000000000002</cx:pt>
          <cx:pt idx="26342">59.990000000000002</cx:pt>
          <cx:pt idx="26343">59.990000000000002</cx:pt>
          <cx:pt idx="26344">59.990000000000002</cx:pt>
          <cx:pt idx="26345">59.990000000000002</cx:pt>
          <cx:pt idx="26346">59.990000000000002</cx:pt>
          <cx:pt idx="26347">59.990000000000002</cx:pt>
          <cx:pt idx="26348">59.990000000000002</cx:pt>
          <cx:pt idx="26349">59.990000000000002</cx:pt>
          <cx:pt idx="26350">59.990000000000002</cx:pt>
          <cx:pt idx="26351">59.990000000000002</cx:pt>
          <cx:pt idx="26352">59.990000000000002</cx:pt>
          <cx:pt idx="26353">59.990000000000002</cx:pt>
          <cx:pt idx="26354">59.990000000000002</cx:pt>
          <cx:pt idx="26355">59.990000000000002</cx:pt>
          <cx:pt idx="26356">59.990000000000002</cx:pt>
          <cx:pt idx="26357">59.990000000000002</cx:pt>
          <cx:pt idx="26358">59.990000000000002</cx:pt>
          <cx:pt idx="26359">59.990000000000002</cx:pt>
          <cx:pt idx="26360">59.990000000000002</cx:pt>
          <cx:pt idx="26361">59.990000000000002</cx:pt>
          <cx:pt idx="26362">59.990000000000002</cx:pt>
          <cx:pt idx="26363">59.990000000000002</cx:pt>
          <cx:pt idx="26364">59.990000000000002</cx:pt>
          <cx:pt idx="26365">59.990000000000002</cx:pt>
          <cx:pt idx="26366">59.990000000000002</cx:pt>
          <cx:pt idx="26367">59.990000000000002</cx:pt>
          <cx:pt idx="26368">59.990000000000002</cx:pt>
          <cx:pt idx="26369">59.990000000000002</cx:pt>
          <cx:pt idx="26370">59.990000000000002</cx:pt>
          <cx:pt idx="26371">59.990000000000002</cx:pt>
          <cx:pt idx="26372">59.990000000000002</cx:pt>
          <cx:pt idx="26373">59.990000000000002</cx:pt>
          <cx:pt idx="26374">59.990000000000002</cx:pt>
          <cx:pt idx="26375">59.990000000000002</cx:pt>
          <cx:pt idx="26376">59.990000000000002</cx:pt>
          <cx:pt idx="26377">59.990000000000002</cx:pt>
          <cx:pt idx="26378">59.990000000000002</cx:pt>
          <cx:pt idx="26379">59.990000000000002</cx:pt>
          <cx:pt idx="26380">59.990000000000002</cx:pt>
          <cx:pt idx="26381">59.990000000000002</cx:pt>
          <cx:pt idx="26382">59.990000000000002</cx:pt>
          <cx:pt idx="26383">59.990000000000002</cx:pt>
          <cx:pt idx="26384">59.990000000000002</cx:pt>
          <cx:pt idx="26385">59.990000000000002</cx:pt>
          <cx:pt idx="26386">59.990000000000002</cx:pt>
          <cx:pt idx="26387">59.990000000000002</cx:pt>
          <cx:pt idx="26388">59.990000000000002</cx:pt>
          <cx:pt idx="26389">59.990000000000002</cx:pt>
          <cx:pt idx="26390">59.990000000000002</cx:pt>
          <cx:pt idx="26391">59.990000000000002</cx:pt>
          <cx:pt idx="26392">59.990000000000002</cx:pt>
          <cx:pt idx="26393">59.990000000000002</cx:pt>
          <cx:pt idx="26394">59.990000000000002</cx:pt>
          <cx:pt idx="26395">59.990000000000002</cx:pt>
          <cx:pt idx="26396">59.990000000000002</cx:pt>
          <cx:pt idx="26397">59.990000000000002</cx:pt>
          <cx:pt idx="26398">59.990000000000002</cx:pt>
          <cx:pt idx="26399">59.990000000000002</cx:pt>
          <cx:pt idx="26400">59.990000000000002</cx:pt>
          <cx:pt idx="26401">59.990000000000002</cx:pt>
          <cx:pt idx="26402">59.990000000000002</cx:pt>
          <cx:pt idx="26403">59.990000000000002</cx:pt>
          <cx:pt idx="26404">59.990000000000002</cx:pt>
          <cx:pt idx="26405">59.990000000000002</cx:pt>
          <cx:pt idx="26406">59.990000000000002</cx:pt>
          <cx:pt idx="26407">59.990000000000002</cx:pt>
          <cx:pt idx="26408">59.990000000000002</cx:pt>
          <cx:pt idx="26409">59.990000000000002</cx:pt>
          <cx:pt idx="26410">59.990000000000002</cx:pt>
          <cx:pt idx="26411">59.990000000000002</cx:pt>
          <cx:pt idx="26412">59.990000000000002</cx:pt>
          <cx:pt idx="26413">59.990000000000002</cx:pt>
          <cx:pt idx="26414">59.990000000000002</cx:pt>
          <cx:pt idx="26415">59.990000000000002</cx:pt>
          <cx:pt idx="26416">59.990000000000002</cx:pt>
          <cx:pt idx="26417">59.990000000000002</cx:pt>
          <cx:pt idx="26418">59.990000000000002</cx:pt>
          <cx:pt idx="26419">59.990000000000002</cx:pt>
          <cx:pt idx="26420">59.990000000000002</cx:pt>
          <cx:pt idx="26421">59.990000000000002</cx:pt>
          <cx:pt idx="26422">59.990000000000002</cx:pt>
          <cx:pt idx="26423">59.990000000000002</cx:pt>
          <cx:pt idx="26424">59.990000000000002</cx:pt>
          <cx:pt idx="26425">59.990000000000002</cx:pt>
          <cx:pt idx="26426">59.990000000000002</cx:pt>
          <cx:pt idx="26427">59.990000000000002</cx:pt>
          <cx:pt idx="26428">59.990000000000002</cx:pt>
          <cx:pt idx="26429">59.990000000000002</cx:pt>
          <cx:pt idx="26430">59.990000000000002</cx:pt>
          <cx:pt idx="26431">59.990000000000002</cx:pt>
          <cx:pt idx="26432">59.990000000000002</cx:pt>
          <cx:pt idx="26433">59.990000000000002</cx:pt>
          <cx:pt idx="26434">59.990000000000002</cx:pt>
          <cx:pt idx="26435">59.990000000000002</cx:pt>
          <cx:pt idx="26436">59.990000000000002</cx:pt>
          <cx:pt idx="26437">59.990000000000002</cx:pt>
          <cx:pt idx="26438">59.990000000000002</cx:pt>
          <cx:pt idx="26439">59.990000000000002</cx:pt>
          <cx:pt idx="26440">59.990000000000002</cx:pt>
          <cx:pt idx="26441">59.990000000000002</cx:pt>
          <cx:pt idx="26442">59.990000000000002</cx:pt>
          <cx:pt idx="26443">59.990000000000002</cx:pt>
          <cx:pt idx="26444">59.990000000000002</cx:pt>
          <cx:pt idx="26445">59.990000000000002</cx:pt>
          <cx:pt idx="26446">59.990000000000002</cx:pt>
          <cx:pt idx="26447">59.990000000000002</cx:pt>
          <cx:pt idx="26448">59.990000000000002</cx:pt>
          <cx:pt idx="26449">59.990000000000002</cx:pt>
          <cx:pt idx="26450">59.990000000000002</cx:pt>
          <cx:pt idx="26451">59.990000000000002</cx:pt>
          <cx:pt idx="26452">59.990000000000002</cx:pt>
          <cx:pt idx="26453">59.990000000000002</cx:pt>
          <cx:pt idx="26454">59.990000000000002</cx:pt>
          <cx:pt idx="26455">59.990000000000002</cx:pt>
          <cx:pt idx="26456">59.990000000000002</cx:pt>
          <cx:pt idx="26457">59.990000000000002</cx:pt>
          <cx:pt idx="26458">59.990000000000002</cx:pt>
          <cx:pt idx="26459">59.990000000000002</cx:pt>
          <cx:pt idx="26460">59.990000000000002</cx:pt>
          <cx:pt idx="26461">59.990000000000002</cx:pt>
          <cx:pt idx="26462">59.990000000000002</cx:pt>
          <cx:pt idx="26463">59.990000000000002</cx:pt>
          <cx:pt idx="26464">59.990000000000002</cx:pt>
          <cx:pt idx="26465">59.990000000000002</cx:pt>
          <cx:pt idx="26466">59.990000000000002</cx:pt>
          <cx:pt idx="26467">59.990000000000002</cx:pt>
          <cx:pt idx="26468">59.990000000000002</cx:pt>
          <cx:pt idx="26469">59.990000000000002</cx:pt>
          <cx:pt idx="26470">59.990000000000002</cx:pt>
          <cx:pt idx="26471">59.990000000000002</cx:pt>
          <cx:pt idx="26472">59.990000000000002</cx:pt>
          <cx:pt idx="26473">59.990000000000002</cx:pt>
          <cx:pt idx="26474">59.990000000000002</cx:pt>
          <cx:pt idx="26475">59.990000000000002</cx:pt>
          <cx:pt idx="26476">59.990000000000002</cx:pt>
          <cx:pt idx="26477">59.990000000000002</cx:pt>
          <cx:pt idx="26478">59.990000000000002</cx:pt>
          <cx:pt idx="26479">59.990000000000002</cx:pt>
          <cx:pt idx="26480">59.990000000000002</cx:pt>
          <cx:pt idx="26481">59.990000000000002</cx:pt>
          <cx:pt idx="26482">59.990000000000002</cx:pt>
          <cx:pt idx="26483">59.990000000000002</cx:pt>
          <cx:pt idx="26484">59.990000000000002</cx:pt>
          <cx:pt idx="26485">59.990000000000002</cx:pt>
          <cx:pt idx="26486">59.990000000000002</cx:pt>
          <cx:pt idx="26487">59.990000000000002</cx:pt>
          <cx:pt idx="26488">59.990000000000002</cx:pt>
          <cx:pt idx="26489">59.990000000000002</cx:pt>
          <cx:pt idx="26490">59.990000000000002</cx:pt>
          <cx:pt idx="26491">59.990000000000002</cx:pt>
          <cx:pt idx="26492">59.990000000000002</cx:pt>
          <cx:pt idx="26493">59.990000000000002</cx:pt>
          <cx:pt idx="26494">59.990000000000002</cx:pt>
          <cx:pt idx="26495">59.990000000000002</cx:pt>
          <cx:pt idx="26496">59.990000000000002</cx:pt>
          <cx:pt idx="26497">59.990000000000002</cx:pt>
          <cx:pt idx="26498">59.990000000000002</cx:pt>
          <cx:pt idx="26499">59.990000000000002</cx:pt>
          <cx:pt idx="26500">59.990000000000002</cx:pt>
          <cx:pt idx="26501">59.990000000000002</cx:pt>
          <cx:pt idx="26502">59.990000000000002</cx:pt>
          <cx:pt idx="26503">59.990000000000002</cx:pt>
          <cx:pt idx="26504">59.990000000000002</cx:pt>
          <cx:pt idx="26505">59.990000000000002</cx:pt>
          <cx:pt idx="26506">59.990000000000002</cx:pt>
          <cx:pt idx="26507">59.990000000000002</cx:pt>
          <cx:pt idx="26508">59.990000000000002</cx:pt>
          <cx:pt idx="26509">59.990000000000002</cx:pt>
          <cx:pt idx="26510">59.990000000000002</cx:pt>
          <cx:pt idx="26511">59.990000000000002</cx:pt>
          <cx:pt idx="26512">59.990000000000002</cx:pt>
          <cx:pt idx="26513">59.990000000000002</cx:pt>
          <cx:pt idx="26514">59.990000000000002</cx:pt>
          <cx:pt idx="26515">59.990000000000002</cx:pt>
          <cx:pt idx="26516">59.990000000000002</cx:pt>
          <cx:pt idx="26517">59.990000000000002</cx:pt>
          <cx:pt idx="26518">59.990000000000002</cx:pt>
          <cx:pt idx="26519">59.990000000000002</cx:pt>
          <cx:pt idx="26520">59.990000000000002</cx:pt>
          <cx:pt idx="26521">59.990000000000002</cx:pt>
          <cx:pt idx="26522">59.990000000000002</cx:pt>
          <cx:pt idx="26523">59.990000000000002</cx:pt>
          <cx:pt idx="26524">59.990000000000002</cx:pt>
          <cx:pt idx="26525">59.990000000000002</cx:pt>
          <cx:pt idx="26526">59.990000000000002</cx:pt>
          <cx:pt idx="26527">59.990000000000002</cx:pt>
          <cx:pt idx="26528">59.990000000000002</cx:pt>
          <cx:pt idx="26529">59.990000000000002</cx:pt>
          <cx:pt idx="26530">59.990000000000002</cx:pt>
          <cx:pt idx="26531">59.990000000000002</cx:pt>
          <cx:pt idx="26532">59.990000000000002</cx:pt>
          <cx:pt idx="26533">59.990000000000002</cx:pt>
          <cx:pt idx="26534">59.990000000000002</cx:pt>
          <cx:pt idx="26535">59.990000000000002</cx:pt>
          <cx:pt idx="26536">59.990000000000002</cx:pt>
          <cx:pt idx="26537">59.990000000000002</cx:pt>
          <cx:pt idx="26538">59.990000000000002</cx:pt>
          <cx:pt idx="26539">59.990000000000002</cx:pt>
          <cx:pt idx="26540">59.990000000000002</cx:pt>
          <cx:pt idx="26541">59.990000000000002</cx:pt>
          <cx:pt idx="26542">59.990000000000002</cx:pt>
          <cx:pt idx="26543">59.990000000000002</cx:pt>
          <cx:pt idx="26544">59.990000000000002</cx:pt>
          <cx:pt idx="26545">59.990000000000002</cx:pt>
          <cx:pt idx="26546">59.990000000000002</cx:pt>
          <cx:pt idx="26547">59.990000000000002</cx:pt>
          <cx:pt idx="26548">59.990000000000002</cx:pt>
          <cx:pt idx="26549">59.990000000000002</cx:pt>
          <cx:pt idx="26550">59.990000000000002</cx:pt>
          <cx:pt idx="26551">59.990000000000002</cx:pt>
          <cx:pt idx="26552">59.990000000000002</cx:pt>
          <cx:pt idx="26553">59.990000000000002</cx:pt>
          <cx:pt idx="26554">59.990000000000002</cx:pt>
          <cx:pt idx="26555">59.990000000000002</cx:pt>
          <cx:pt idx="26556">59.990000000000002</cx:pt>
          <cx:pt idx="26557">59.990000000000002</cx:pt>
          <cx:pt idx="26558">59.990000000000002</cx:pt>
          <cx:pt idx="26559">59.990000000000002</cx:pt>
          <cx:pt idx="26560">59.990000000000002</cx:pt>
          <cx:pt idx="26561">59.990000000000002</cx:pt>
          <cx:pt idx="26562">59.990000000000002</cx:pt>
          <cx:pt idx="26563">59.990000000000002</cx:pt>
          <cx:pt idx="26564">59.990000000000002</cx:pt>
          <cx:pt idx="26565">59.990000000000002</cx:pt>
          <cx:pt idx="26566">59.990000000000002</cx:pt>
          <cx:pt idx="26567">59.990000000000002</cx:pt>
          <cx:pt idx="26568">59.990000000000002</cx:pt>
          <cx:pt idx="26569">59.990000000000002</cx:pt>
          <cx:pt idx="26570">59.990000000000002</cx:pt>
          <cx:pt idx="26571">59.990000000000002</cx:pt>
          <cx:pt idx="26572">59.990000000000002</cx:pt>
          <cx:pt idx="26573">59.990000000000002</cx:pt>
          <cx:pt idx="26574">59.990000000000002</cx:pt>
          <cx:pt idx="26575">59.990000000000002</cx:pt>
          <cx:pt idx="26576">59.990000000000002</cx:pt>
          <cx:pt idx="26577">59.990000000000002</cx:pt>
          <cx:pt idx="26578">59.990000000000002</cx:pt>
          <cx:pt idx="26579">59.990000000000002</cx:pt>
          <cx:pt idx="26580">59.990000000000002</cx:pt>
          <cx:pt idx="26581">59.990000000000002</cx:pt>
          <cx:pt idx="26582">59.990000000000002</cx:pt>
          <cx:pt idx="26583">59.990000000000002</cx:pt>
          <cx:pt idx="26584">59.990000000000002</cx:pt>
          <cx:pt idx="26585">59.990000000000002</cx:pt>
          <cx:pt idx="26586">59.990000000000002</cx:pt>
          <cx:pt idx="26587">59.990000000000002</cx:pt>
          <cx:pt idx="26588">59.990000000000002</cx:pt>
          <cx:pt idx="26589">59.990000000000002</cx:pt>
          <cx:pt idx="26590">59.990000000000002</cx:pt>
          <cx:pt idx="26591">59.990000000000002</cx:pt>
          <cx:pt idx="26592">59.990000000000002</cx:pt>
          <cx:pt idx="26593">59.990000000000002</cx:pt>
          <cx:pt idx="26594">59.990000000000002</cx:pt>
          <cx:pt idx="26595">59.990000000000002</cx:pt>
          <cx:pt idx="26596">59.990000000000002</cx:pt>
          <cx:pt idx="26597">59.990000000000002</cx:pt>
          <cx:pt idx="26598">59.990000000000002</cx:pt>
          <cx:pt idx="26599">59.990000000000002</cx:pt>
          <cx:pt idx="26600">59.990000000000002</cx:pt>
          <cx:pt idx="26601">59.990000000000002</cx:pt>
          <cx:pt idx="26602">59.990000000000002</cx:pt>
          <cx:pt idx="26603">59.990000000000002</cx:pt>
          <cx:pt idx="26604">59.990000000000002</cx:pt>
          <cx:pt idx="26605">59.990000000000002</cx:pt>
          <cx:pt idx="26606">59.990000000000002</cx:pt>
          <cx:pt idx="26607">59.990000000000002</cx:pt>
          <cx:pt idx="26608">59.990000000000002</cx:pt>
          <cx:pt idx="26609">59.990000000000002</cx:pt>
          <cx:pt idx="26610">59.990000000000002</cx:pt>
          <cx:pt idx="26611">59.990000000000002</cx:pt>
          <cx:pt idx="26612">59.990000000000002</cx:pt>
          <cx:pt idx="26613">59.990000000000002</cx:pt>
          <cx:pt idx="26614">59.990000000000002</cx:pt>
          <cx:pt idx="26615">59.990000000000002</cx:pt>
          <cx:pt idx="26616">59.990000000000002</cx:pt>
          <cx:pt idx="26617">59.990000000000002</cx:pt>
          <cx:pt idx="26618">59.990000000000002</cx:pt>
          <cx:pt idx="26619">59.990000000000002</cx:pt>
          <cx:pt idx="26620">59.990000000000002</cx:pt>
          <cx:pt idx="26621">59.990000000000002</cx:pt>
          <cx:pt idx="26622">59.990000000000002</cx:pt>
          <cx:pt idx="26623">59.990000000000002</cx:pt>
          <cx:pt idx="26624">59.990000000000002</cx:pt>
          <cx:pt idx="26625">59.990000000000002</cx:pt>
          <cx:pt idx="26626">59.990000000000002</cx:pt>
          <cx:pt idx="26627">59.990000000000002</cx:pt>
          <cx:pt idx="26628">59.990000000000002</cx:pt>
          <cx:pt idx="26629">59.990000000000002</cx:pt>
          <cx:pt idx="26630">59.990000000000002</cx:pt>
          <cx:pt idx="26631">59.990000000000002</cx:pt>
          <cx:pt idx="26632">59.990000000000002</cx:pt>
          <cx:pt idx="26633">59.990000000000002</cx:pt>
          <cx:pt idx="26634">59.990000000000002</cx:pt>
          <cx:pt idx="26635">59.990000000000002</cx:pt>
          <cx:pt idx="26636">59.990000000000002</cx:pt>
          <cx:pt idx="26637">59.990000000000002</cx:pt>
          <cx:pt idx="26638">59.990000000000002</cx:pt>
          <cx:pt idx="26639">59.990000000000002</cx:pt>
          <cx:pt idx="26640">59.990000000000002</cx:pt>
          <cx:pt idx="26641">59.990000000000002</cx:pt>
          <cx:pt idx="26642">59.990000000000002</cx:pt>
          <cx:pt idx="26643">59.990000000000002</cx:pt>
          <cx:pt idx="26644">59.990000000000002</cx:pt>
          <cx:pt idx="26645">59.990000000000002</cx:pt>
          <cx:pt idx="26646">59.990000000000002</cx:pt>
          <cx:pt idx="26647">59.990000000000002</cx:pt>
          <cx:pt idx="26648">59.990000000000002</cx:pt>
          <cx:pt idx="26649">59.990000000000002</cx:pt>
          <cx:pt idx="26650">59.990000000000002</cx:pt>
          <cx:pt idx="26651">59.990000000000002</cx:pt>
          <cx:pt idx="26652">59.990000000000002</cx:pt>
          <cx:pt idx="26653">59.990000000000002</cx:pt>
          <cx:pt idx="26654">59.990000000000002</cx:pt>
          <cx:pt idx="26655">59.990000000000002</cx:pt>
          <cx:pt idx="26656">59.990000000000002</cx:pt>
          <cx:pt idx="26657">59.990000000000002</cx:pt>
          <cx:pt idx="26658">59.990000000000002</cx:pt>
          <cx:pt idx="26659">59.990000000000002</cx:pt>
          <cx:pt idx="26660">59.990000000000002</cx:pt>
          <cx:pt idx="26661">59.990000000000002</cx:pt>
          <cx:pt idx="26662">59.990000000000002</cx:pt>
          <cx:pt idx="26663">59.990000000000002</cx:pt>
          <cx:pt idx="26664">59.990000000000002</cx:pt>
          <cx:pt idx="26665">59.990000000000002</cx:pt>
          <cx:pt idx="26666">59.990000000000002</cx:pt>
          <cx:pt idx="26667">59.990000000000002</cx:pt>
          <cx:pt idx="26668">59.990000000000002</cx:pt>
          <cx:pt idx="26669">59.990000000000002</cx:pt>
          <cx:pt idx="26670">59.990000000000002</cx:pt>
          <cx:pt idx="26671">59.990000000000002</cx:pt>
          <cx:pt idx="26672">59.990000000000002</cx:pt>
          <cx:pt idx="26673">59.990000000000002</cx:pt>
          <cx:pt idx="26674">59.990000000000002</cx:pt>
          <cx:pt idx="26675">59.990000000000002</cx:pt>
          <cx:pt idx="26676">59.990000000000002</cx:pt>
          <cx:pt idx="26677">59.990000000000002</cx:pt>
          <cx:pt idx="26678">59.990000000000002</cx:pt>
          <cx:pt idx="26679">59.990000000000002</cx:pt>
          <cx:pt idx="26680">59.990000000000002</cx:pt>
          <cx:pt idx="26681">59.990000000000002</cx:pt>
          <cx:pt idx="26682">59.990000000000002</cx:pt>
          <cx:pt idx="26683">59.990000000000002</cx:pt>
          <cx:pt idx="26684">59.990000000000002</cx:pt>
          <cx:pt idx="26685">59.990000000000002</cx:pt>
          <cx:pt idx="26686">59.990000000000002</cx:pt>
          <cx:pt idx="26687">59.990000000000002</cx:pt>
          <cx:pt idx="26688">59.990000000000002</cx:pt>
          <cx:pt idx="26689">59.990000000000002</cx:pt>
          <cx:pt idx="26690">59.990000000000002</cx:pt>
          <cx:pt idx="26691">59.990000000000002</cx:pt>
          <cx:pt idx="26692">59.990000000000002</cx:pt>
          <cx:pt idx="26693">59.990000000000002</cx:pt>
          <cx:pt idx="26694">59.990000000000002</cx:pt>
          <cx:pt idx="26695">59.990000000000002</cx:pt>
          <cx:pt idx="26696">59.990000000000002</cx:pt>
          <cx:pt idx="26697">59.990000000000002</cx:pt>
          <cx:pt idx="26698">59.990000000000002</cx:pt>
          <cx:pt idx="26699">59.990000000000002</cx:pt>
          <cx:pt idx="26700">59.990000000000002</cx:pt>
          <cx:pt idx="26701">59.990000000000002</cx:pt>
          <cx:pt idx="26702">59.990000000000002</cx:pt>
          <cx:pt idx="26703">59.990000000000002</cx:pt>
          <cx:pt idx="26704">59.990000000000002</cx:pt>
          <cx:pt idx="26705">59.990000000000002</cx:pt>
          <cx:pt idx="26706">59.990000000000002</cx:pt>
          <cx:pt idx="26707">59.990000000000002</cx:pt>
          <cx:pt idx="26708">59.990000000000002</cx:pt>
          <cx:pt idx="26709">59.990000000000002</cx:pt>
          <cx:pt idx="26710">59.990000000000002</cx:pt>
          <cx:pt idx="26711">59.990000000000002</cx:pt>
          <cx:pt idx="26712">59.990000000000002</cx:pt>
          <cx:pt idx="26713">59.990000000000002</cx:pt>
          <cx:pt idx="26714">59.990000000000002</cx:pt>
          <cx:pt idx="26715">59.990000000000002</cx:pt>
          <cx:pt idx="26716">59.990000000000002</cx:pt>
          <cx:pt idx="26717">59.990000000000002</cx:pt>
          <cx:pt idx="26718">59.990000000000002</cx:pt>
          <cx:pt idx="26719">59.990000000000002</cx:pt>
          <cx:pt idx="26720">59.990000000000002</cx:pt>
          <cx:pt idx="26721">59.990000000000002</cx:pt>
          <cx:pt idx="26722">59.990000000000002</cx:pt>
          <cx:pt idx="26723">59.990000000000002</cx:pt>
          <cx:pt idx="26724">59.990000000000002</cx:pt>
          <cx:pt idx="26725">59.990000000000002</cx:pt>
          <cx:pt idx="26726">59.990000000000002</cx:pt>
          <cx:pt idx="26727">59.990000000000002</cx:pt>
          <cx:pt idx="26728">59.990000000000002</cx:pt>
          <cx:pt idx="26729">59.990000000000002</cx:pt>
          <cx:pt idx="26730">59.990000000000002</cx:pt>
          <cx:pt idx="26731">59.990000000000002</cx:pt>
          <cx:pt idx="26732">59.990000000000002</cx:pt>
          <cx:pt idx="26733">59.990000000000002</cx:pt>
          <cx:pt idx="26734">59.990000000000002</cx:pt>
          <cx:pt idx="26735">59.990000000000002</cx:pt>
          <cx:pt idx="26736">59.990000000000002</cx:pt>
          <cx:pt idx="26737">59.990000000000002</cx:pt>
          <cx:pt idx="26738">59.990000000000002</cx:pt>
          <cx:pt idx="26739">59.990000000000002</cx:pt>
          <cx:pt idx="26740">59.990000000000002</cx:pt>
          <cx:pt idx="26741">59.990000000000002</cx:pt>
          <cx:pt idx="26742">59.990000000000002</cx:pt>
          <cx:pt idx="26743">59.990000000000002</cx:pt>
          <cx:pt idx="26744">59.990000000000002</cx:pt>
          <cx:pt idx="26745">59.990000000000002</cx:pt>
          <cx:pt idx="26746">59.990000000000002</cx:pt>
          <cx:pt idx="26747">59.990000000000002</cx:pt>
          <cx:pt idx="26748">59.990000000000002</cx:pt>
          <cx:pt idx="26749">59.990000000000002</cx:pt>
          <cx:pt idx="26750">59.990000000000002</cx:pt>
          <cx:pt idx="26751">59.990000000000002</cx:pt>
          <cx:pt idx="26752">59.990000000000002</cx:pt>
          <cx:pt idx="26753">59.990000000000002</cx:pt>
          <cx:pt idx="26754">59.990000000000002</cx:pt>
          <cx:pt idx="26755">59.990000000000002</cx:pt>
          <cx:pt idx="26756">59.990000000000002</cx:pt>
          <cx:pt idx="26757">59.990000000000002</cx:pt>
          <cx:pt idx="26758">59.990000000000002</cx:pt>
          <cx:pt idx="26759">59.990000000000002</cx:pt>
          <cx:pt idx="26760">59.990000000000002</cx:pt>
          <cx:pt idx="26761">59.990000000000002</cx:pt>
          <cx:pt idx="26762">59.990000000000002</cx:pt>
          <cx:pt idx="26763">59.990000000000002</cx:pt>
          <cx:pt idx="26764">59.990000000000002</cx:pt>
          <cx:pt idx="26765">59.990000000000002</cx:pt>
          <cx:pt idx="26766">59.990000000000002</cx:pt>
          <cx:pt idx="26767">59.990000000000002</cx:pt>
          <cx:pt idx="26768">59.990000000000002</cx:pt>
          <cx:pt idx="26769">59.990000000000002</cx:pt>
          <cx:pt idx="26770">59.990000000000002</cx:pt>
          <cx:pt idx="26771">59.990000000000002</cx:pt>
          <cx:pt idx="26772">59.990000000000002</cx:pt>
          <cx:pt idx="26773">59.990000000000002</cx:pt>
          <cx:pt idx="26774">59.990000000000002</cx:pt>
          <cx:pt idx="26775">59.990000000000002</cx:pt>
          <cx:pt idx="26776">59.990000000000002</cx:pt>
          <cx:pt idx="26777">59.990000000000002</cx:pt>
          <cx:pt idx="26778">59.990000000000002</cx:pt>
          <cx:pt idx="26779">59.990000000000002</cx:pt>
          <cx:pt idx="26780">59.990000000000002</cx:pt>
          <cx:pt idx="26781">59.990000000000002</cx:pt>
          <cx:pt idx="26782">59.990000000000002</cx:pt>
          <cx:pt idx="26783">59.990000000000002</cx:pt>
          <cx:pt idx="26784">59.990000000000002</cx:pt>
          <cx:pt idx="26785">59.990000000000002</cx:pt>
          <cx:pt idx="26786">59.990000000000002</cx:pt>
          <cx:pt idx="26787">59.990000000000002</cx:pt>
          <cx:pt idx="26788">59.990000000000002</cx:pt>
          <cx:pt idx="26789">59.990000000000002</cx:pt>
          <cx:pt idx="26790">59.990000000000002</cx:pt>
          <cx:pt idx="26791">59.990000000000002</cx:pt>
          <cx:pt idx="26792">59.990000000000002</cx:pt>
          <cx:pt idx="26793">59.990000000000002</cx:pt>
          <cx:pt idx="26794">59.990000000000002</cx:pt>
          <cx:pt idx="26795">59.990000000000002</cx:pt>
          <cx:pt idx="26796">59.990000000000002</cx:pt>
          <cx:pt idx="26797">59.990000000000002</cx:pt>
          <cx:pt idx="26798">59.990000000000002</cx:pt>
          <cx:pt idx="26799">59.990000000000002</cx:pt>
          <cx:pt idx="26800">59.990000000000002</cx:pt>
          <cx:pt idx="26801">59.990000000000002</cx:pt>
          <cx:pt idx="26802">59.990000000000002</cx:pt>
          <cx:pt idx="26803">59.990000000000002</cx:pt>
          <cx:pt idx="26804">59.990000000000002</cx:pt>
          <cx:pt idx="26805">59.990000000000002</cx:pt>
          <cx:pt idx="26806">59.990000000000002</cx:pt>
          <cx:pt idx="26807">59.990000000000002</cx:pt>
          <cx:pt idx="26808">59.990000000000002</cx:pt>
          <cx:pt idx="26809">59.990000000000002</cx:pt>
          <cx:pt idx="26810">59.990000000000002</cx:pt>
          <cx:pt idx="26811">59.990000000000002</cx:pt>
          <cx:pt idx="26812">59.990000000000002</cx:pt>
          <cx:pt idx="26813">59.990000000000002</cx:pt>
          <cx:pt idx="26814">59.990000000000002</cx:pt>
          <cx:pt idx="26815">59.990000000000002</cx:pt>
          <cx:pt idx="26816">59.990000000000002</cx:pt>
          <cx:pt idx="26817">59.990000000000002</cx:pt>
          <cx:pt idx="26818">59.990000000000002</cx:pt>
          <cx:pt idx="26819">59.990000000000002</cx:pt>
          <cx:pt idx="26820">59.990000000000002</cx:pt>
          <cx:pt idx="26821">59.990000000000002</cx:pt>
          <cx:pt idx="26822">59.990000000000002</cx:pt>
          <cx:pt idx="26823">59.990000000000002</cx:pt>
          <cx:pt idx="26824">59.990000000000002</cx:pt>
          <cx:pt idx="26825">59.990000000000002</cx:pt>
          <cx:pt idx="26826">59.990000000000002</cx:pt>
          <cx:pt idx="26827">59.990000000000002</cx:pt>
          <cx:pt idx="26828">59.990000000000002</cx:pt>
          <cx:pt idx="26829">59.990000000000002</cx:pt>
          <cx:pt idx="26830">59.990000000000002</cx:pt>
          <cx:pt idx="26831">59.990000000000002</cx:pt>
          <cx:pt idx="26832">59.990000000000002</cx:pt>
          <cx:pt idx="26833">59.990000000000002</cx:pt>
          <cx:pt idx="26834">59.990000000000002</cx:pt>
          <cx:pt idx="26835">59.990000000000002</cx:pt>
          <cx:pt idx="26836">59.990000000000002</cx:pt>
          <cx:pt idx="26837">59.990000000000002</cx:pt>
          <cx:pt idx="26838">59.990000000000002</cx:pt>
          <cx:pt idx="26839">59.990000000000002</cx:pt>
          <cx:pt idx="26840">59.990000000000002</cx:pt>
          <cx:pt idx="26841">59.990000000000002</cx:pt>
          <cx:pt idx="26842">59.990000000000002</cx:pt>
          <cx:pt idx="26843">59.990000000000002</cx:pt>
          <cx:pt idx="26844">59.990000000000002</cx:pt>
          <cx:pt idx="26845">59.990000000000002</cx:pt>
          <cx:pt idx="26846">59.990000000000002</cx:pt>
          <cx:pt idx="26847">59.990000000000002</cx:pt>
          <cx:pt idx="26848">59.990000000000002</cx:pt>
          <cx:pt idx="26849">59.990000000000002</cx:pt>
          <cx:pt idx="26850">59.990000000000002</cx:pt>
          <cx:pt idx="26851">59.990000000000002</cx:pt>
          <cx:pt idx="26852">59.990000000000002</cx:pt>
          <cx:pt idx="26853">59.990000000000002</cx:pt>
          <cx:pt idx="26854">59.990000000000002</cx:pt>
          <cx:pt idx="26855">59.990000000000002</cx:pt>
          <cx:pt idx="26856">59.990000000000002</cx:pt>
          <cx:pt idx="26857">59.990000000000002</cx:pt>
          <cx:pt idx="26858">59.990000000000002</cx:pt>
          <cx:pt idx="26859">59.990000000000002</cx:pt>
          <cx:pt idx="26860">59.990000000000002</cx:pt>
          <cx:pt idx="26861">59.990000000000002</cx:pt>
          <cx:pt idx="26862">59.990000000000002</cx:pt>
          <cx:pt idx="26863">59.990000000000002</cx:pt>
          <cx:pt idx="26864">59.990000000000002</cx:pt>
          <cx:pt idx="26865">59.990000000000002</cx:pt>
          <cx:pt idx="26866">59.990000000000002</cx:pt>
          <cx:pt idx="26867">59.990000000000002</cx:pt>
          <cx:pt idx="26868">59.990000000000002</cx:pt>
          <cx:pt idx="26869">59.990000000000002</cx:pt>
          <cx:pt idx="26870">59.990000000000002</cx:pt>
          <cx:pt idx="26871">59.990000000000002</cx:pt>
          <cx:pt idx="26872">59.990000000000002</cx:pt>
          <cx:pt idx="26873">59.990000000000002</cx:pt>
          <cx:pt idx="26874">59.990000000000002</cx:pt>
          <cx:pt idx="26875">59.990000000000002</cx:pt>
          <cx:pt idx="26876">59.990000000000002</cx:pt>
          <cx:pt idx="26877">59.990000000000002</cx:pt>
          <cx:pt idx="26878">59.990000000000002</cx:pt>
          <cx:pt idx="26879">59.990000000000002</cx:pt>
          <cx:pt idx="26880">59.990000000000002</cx:pt>
          <cx:pt idx="26881">59.990000000000002</cx:pt>
          <cx:pt idx="26882">59.990000000000002</cx:pt>
          <cx:pt idx="26883">59.990000000000002</cx:pt>
          <cx:pt idx="26884">59.990000000000002</cx:pt>
          <cx:pt idx="26885">59.990000000000002</cx:pt>
          <cx:pt idx="26886">59.990000000000002</cx:pt>
          <cx:pt idx="26887">59.990000000000002</cx:pt>
          <cx:pt idx="26888">59.990000000000002</cx:pt>
          <cx:pt idx="26889">59.990000000000002</cx:pt>
          <cx:pt idx="26890">59.990000000000002</cx:pt>
          <cx:pt idx="26891">59.990000000000002</cx:pt>
          <cx:pt idx="26892">59.990000000000002</cx:pt>
          <cx:pt idx="26893">59.990000000000002</cx:pt>
          <cx:pt idx="26894">59.990000000000002</cx:pt>
          <cx:pt idx="26895">59.990000000000002</cx:pt>
          <cx:pt idx="26896">59.990000000000002</cx:pt>
          <cx:pt idx="26897">59.990000000000002</cx:pt>
          <cx:pt idx="26898">59.990000000000002</cx:pt>
          <cx:pt idx="26899">59.990000000000002</cx:pt>
          <cx:pt idx="26900">59.990000000000002</cx:pt>
          <cx:pt idx="26901">59.990000000000002</cx:pt>
          <cx:pt idx="26902">59.990000000000002</cx:pt>
          <cx:pt idx="26903">59.990000000000002</cx:pt>
          <cx:pt idx="26904">59.990000000000002</cx:pt>
          <cx:pt idx="26905">59.990000000000002</cx:pt>
          <cx:pt idx="26906">59.990000000000002</cx:pt>
          <cx:pt idx="26907">59.990000000000002</cx:pt>
          <cx:pt idx="26908">59.990000000000002</cx:pt>
          <cx:pt idx="26909">59.990000000000002</cx:pt>
          <cx:pt idx="26910">59.990000000000002</cx:pt>
          <cx:pt idx="26911">59.990000000000002</cx:pt>
          <cx:pt idx="26912">59.990000000000002</cx:pt>
          <cx:pt idx="26913">59.990000000000002</cx:pt>
          <cx:pt idx="26914">59.990000000000002</cx:pt>
          <cx:pt idx="26915">59.990000000000002</cx:pt>
          <cx:pt idx="26916">59.990000000000002</cx:pt>
          <cx:pt idx="26917">59.990000000000002</cx:pt>
          <cx:pt idx="26918">59.990000000000002</cx:pt>
          <cx:pt idx="26919">59.990000000000002</cx:pt>
          <cx:pt idx="26920">59.990000000000002</cx:pt>
          <cx:pt idx="26921">59.990000000000002</cx:pt>
          <cx:pt idx="26922">59.990000000000002</cx:pt>
          <cx:pt idx="26923">59.990000000000002</cx:pt>
          <cx:pt idx="26924">59.990000000000002</cx:pt>
          <cx:pt idx="26925">59.990000000000002</cx:pt>
          <cx:pt idx="26926">59.990000000000002</cx:pt>
          <cx:pt idx="26927">59.990000000000002</cx:pt>
          <cx:pt idx="26928">59.990000000000002</cx:pt>
          <cx:pt idx="26929">59.990000000000002</cx:pt>
          <cx:pt idx="26930">59.990000000000002</cx:pt>
          <cx:pt idx="26931">59.990000000000002</cx:pt>
          <cx:pt idx="26932">59.990000000000002</cx:pt>
          <cx:pt idx="26933">59.990000000000002</cx:pt>
          <cx:pt idx="26934">59.990000000000002</cx:pt>
          <cx:pt idx="26935">59.990000000000002</cx:pt>
          <cx:pt idx="26936">59.990000000000002</cx:pt>
          <cx:pt idx="26937">59.990000000000002</cx:pt>
          <cx:pt idx="26938">59.990000000000002</cx:pt>
          <cx:pt idx="26939">59.990000000000002</cx:pt>
          <cx:pt idx="26940">59.990000000000002</cx:pt>
          <cx:pt idx="26941">59.990000000000002</cx:pt>
          <cx:pt idx="26942">59.990000000000002</cx:pt>
          <cx:pt idx="26943">59.990000000000002</cx:pt>
          <cx:pt idx="26944">59.990000000000002</cx:pt>
          <cx:pt idx="26945">59.990000000000002</cx:pt>
          <cx:pt idx="26946">59.990000000000002</cx:pt>
          <cx:pt idx="26947">59.990000000000002</cx:pt>
          <cx:pt idx="26948">59.990000000000002</cx:pt>
          <cx:pt idx="26949">59.990000000000002</cx:pt>
          <cx:pt idx="26950">59.990000000000002</cx:pt>
          <cx:pt idx="26951">59.990000000000002</cx:pt>
          <cx:pt idx="26952">59.990000000000002</cx:pt>
          <cx:pt idx="26953">59.990000000000002</cx:pt>
          <cx:pt idx="26954">59.990000000000002</cx:pt>
          <cx:pt idx="26955">59.990000000000002</cx:pt>
          <cx:pt idx="26956">59.990000000000002</cx:pt>
          <cx:pt idx="26957">59.990000000000002</cx:pt>
          <cx:pt idx="26958">59.990000000000002</cx:pt>
          <cx:pt idx="26959">59.990000000000002</cx:pt>
          <cx:pt idx="26960">59.990000000000002</cx:pt>
          <cx:pt idx="26961">59.990000000000002</cx:pt>
          <cx:pt idx="26962">59.990000000000002</cx:pt>
          <cx:pt idx="26963">59.990000000000002</cx:pt>
          <cx:pt idx="26964">59.990000000000002</cx:pt>
          <cx:pt idx="26965">59.990000000000002</cx:pt>
          <cx:pt idx="26966">59.990000000000002</cx:pt>
          <cx:pt idx="26967">59.990000000000002</cx:pt>
          <cx:pt idx="26968">59.990000000000002</cx:pt>
          <cx:pt idx="26969">59.990000000000002</cx:pt>
          <cx:pt idx="26970">59.990000000000002</cx:pt>
          <cx:pt idx="26971">59.990000000000002</cx:pt>
          <cx:pt idx="26972">59.990000000000002</cx:pt>
          <cx:pt idx="26973">59.990000000000002</cx:pt>
          <cx:pt idx="26974">59.990000000000002</cx:pt>
          <cx:pt idx="26975">59.990000000000002</cx:pt>
          <cx:pt idx="26976">59.990000000000002</cx:pt>
          <cx:pt idx="26977">59.990000000000002</cx:pt>
          <cx:pt idx="26978">59.990000000000002</cx:pt>
          <cx:pt idx="26979">59.990000000000002</cx:pt>
          <cx:pt idx="26980">59.990000000000002</cx:pt>
          <cx:pt idx="26981">59.990000000000002</cx:pt>
          <cx:pt idx="26982">59.990000000000002</cx:pt>
          <cx:pt idx="26983">59.990000000000002</cx:pt>
          <cx:pt idx="26984">59.990000000000002</cx:pt>
          <cx:pt idx="26985">59.990000000000002</cx:pt>
          <cx:pt idx="26986">59.990000000000002</cx:pt>
          <cx:pt idx="26987">59.990000000000002</cx:pt>
          <cx:pt idx="26988">59.990000000000002</cx:pt>
          <cx:pt idx="26989">59.990000000000002</cx:pt>
          <cx:pt idx="26990">59.990000000000002</cx:pt>
          <cx:pt idx="26991">59.990000000000002</cx:pt>
          <cx:pt idx="26992">59.990000000000002</cx:pt>
          <cx:pt idx="26993">59.990000000000002</cx:pt>
          <cx:pt idx="26994">59.990000000000002</cx:pt>
          <cx:pt idx="26995">59.990000000000002</cx:pt>
          <cx:pt idx="26996">59.990000000000002</cx:pt>
          <cx:pt idx="26997">59.990000000000002</cx:pt>
          <cx:pt idx="26998">59.990000000000002</cx:pt>
          <cx:pt idx="26999">59.990000000000002</cx:pt>
          <cx:pt idx="27000">59.990000000000002</cx:pt>
          <cx:pt idx="27001">59.990000000000002</cx:pt>
          <cx:pt idx="27002">59.990000000000002</cx:pt>
          <cx:pt idx="27003">59.990000000000002</cx:pt>
          <cx:pt idx="27004">59.990000000000002</cx:pt>
          <cx:pt idx="27005">59.990000000000002</cx:pt>
          <cx:pt idx="27006">59.990000000000002</cx:pt>
          <cx:pt idx="27007">59.990000000000002</cx:pt>
          <cx:pt idx="27008">59.990000000000002</cx:pt>
          <cx:pt idx="27009">59.990000000000002</cx:pt>
          <cx:pt idx="27010">59.990000000000002</cx:pt>
          <cx:pt idx="27011">59.990000000000002</cx:pt>
          <cx:pt idx="27012">59.990000000000002</cx:pt>
          <cx:pt idx="27013">59.990000000000002</cx:pt>
          <cx:pt idx="27014">59.990000000000002</cx:pt>
          <cx:pt idx="27015">59.990000000000002</cx:pt>
          <cx:pt idx="27016">59.990000000000002</cx:pt>
          <cx:pt idx="27017">59.990000000000002</cx:pt>
          <cx:pt idx="27018">59.990000000000002</cx:pt>
          <cx:pt idx="27019">59.990000000000002</cx:pt>
          <cx:pt idx="27020">59.990000000000002</cx:pt>
          <cx:pt idx="27021">59.990000000000002</cx:pt>
          <cx:pt idx="27022">59.990000000000002</cx:pt>
          <cx:pt idx="27023">59.990000000000002</cx:pt>
          <cx:pt idx="27024">59.990000000000002</cx:pt>
          <cx:pt idx="27025">59.990000000000002</cx:pt>
          <cx:pt idx="27026">59.990000000000002</cx:pt>
          <cx:pt idx="27027">59.990000000000002</cx:pt>
          <cx:pt idx="27028">59.990000000000002</cx:pt>
          <cx:pt idx="27029">59.990000000000002</cx:pt>
          <cx:pt idx="27030">59.990000000000002</cx:pt>
          <cx:pt idx="27031">59.990000000000002</cx:pt>
          <cx:pt idx="27032">59.990000000000002</cx:pt>
          <cx:pt idx="27033">59.990000000000002</cx:pt>
          <cx:pt idx="27034">59.990000000000002</cx:pt>
          <cx:pt idx="27035">59.990000000000002</cx:pt>
          <cx:pt idx="27036">59.990000000000002</cx:pt>
          <cx:pt idx="27037">59.990000000000002</cx:pt>
          <cx:pt idx="27038">59.990000000000002</cx:pt>
          <cx:pt idx="27039">59.990000000000002</cx:pt>
          <cx:pt idx="27040">59.990000000000002</cx:pt>
          <cx:pt idx="27041">59.990000000000002</cx:pt>
          <cx:pt idx="27042">59.990000000000002</cx:pt>
          <cx:pt idx="27043">59.990000000000002</cx:pt>
          <cx:pt idx="27044">59.990000000000002</cx:pt>
          <cx:pt idx="27045">59.990000000000002</cx:pt>
          <cx:pt idx="27046">59.990000000000002</cx:pt>
          <cx:pt idx="27047">59.990000000000002</cx:pt>
          <cx:pt idx="27048">59.990000000000002</cx:pt>
          <cx:pt idx="27049">59.990000000000002</cx:pt>
          <cx:pt idx="27050">59.990000000000002</cx:pt>
          <cx:pt idx="27051">59.990000000000002</cx:pt>
          <cx:pt idx="27052">59.990000000000002</cx:pt>
          <cx:pt idx="27053">59.990000000000002</cx:pt>
          <cx:pt idx="27054">59.990000000000002</cx:pt>
          <cx:pt idx="27055">59.990000000000002</cx:pt>
          <cx:pt idx="27056">59.990000000000002</cx:pt>
          <cx:pt idx="27057">59.990000000000002</cx:pt>
          <cx:pt idx="27058">59.990000000000002</cx:pt>
          <cx:pt idx="27059">59.990000000000002</cx:pt>
          <cx:pt idx="27060">59.990000000000002</cx:pt>
          <cx:pt idx="27061">59.990000000000002</cx:pt>
          <cx:pt idx="27062">59.990000000000002</cx:pt>
          <cx:pt idx="27063">59.990000000000002</cx:pt>
          <cx:pt idx="27064">59.990000000000002</cx:pt>
          <cx:pt idx="27065">59.990000000000002</cx:pt>
          <cx:pt idx="27066">59.990000000000002</cx:pt>
          <cx:pt idx="27067">59.990000000000002</cx:pt>
          <cx:pt idx="27068">59.990000000000002</cx:pt>
          <cx:pt idx="27069">59.990000000000002</cx:pt>
          <cx:pt idx="27070">59.990000000000002</cx:pt>
          <cx:pt idx="27071">59.990000000000002</cx:pt>
          <cx:pt idx="27072">59.990000000000002</cx:pt>
          <cx:pt idx="27073">59.990000000000002</cx:pt>
          <cx:pt idx="27074">59.990000000000002</cx:pt>
          <cx:pt idx="27075">59.990000000000002</cx:pt>
          <cx:pt idx="27076">59.990000000000002</cx:pt>
          <cx:pt idx="27077">59.990000000000002</cx:pt>
          <cx:pt idx="27078">59.990000000000002</cx:pt>
          <cx:pt idx="27079">59.990000000000002</cx:pt>
          <cx:pt idx="27080">59.990000000000002</cx:pt>
          <cx:pt idx="27081">59.990000000000002</cx:pt>
          <cx:pt idx="27082">59.990000000000002</cx:pt>
          <cx:pt idx="27083">59.990000000000002</cx:pt>
          <cx:pt idx="27084">59.990000000000002</cx:pt>
          <cx:pt idx="27085">59.990000000000002</cx:pt>
          <cx:pt idx="27086">59.990000000000002</cx:pt>
          <cx:pt idx="27087">59.990000000000002</cx:pt>
          <cx:pt idx="27088">59.990000000000002</cx:pt>
          <cx:pt idx="27089">59.990000000000002</cx:pt>
          <cx:pt idx="27090">59.990000000000002</cx:pt>
          <cx:pt idx="27091">59.990000000000002</cx:pt>
          <cx:pt idx="27092">59.990000000000002</cx:pt>
          <cx:pt idx="27093">59.990000000000002</cx:pt>
          <cx:pt idx="27094">59.990000000000002</cx:pt>
          <cx:pt idx="27095">59.990000000000002</cx:pt>
          <cx:pt idx="27096">59.990000000000002</cx:pt>
          <cx:pt idx="27097">59.990000000000002</cx:pt>
          <cx:pt idx="27098">59.990000000000002</cx:pt>
          <cx:pt idx="27099">59.990000000000002</cx:pt>
          <cx:pt idx="27100">59.990000000000002</cx:pt>
          <cx:pt idx="27101">59.990000000000002</cx:pt>
          <cx:pt idx="27102">59.990000000000002</cx:pt>
          <cx:pt idx="27103">59.990000000000002</cx:pt>
          <cx:pt idx="27104">59.990000000000002</cx:pt>
          <cx:pt idx="27105">59.990000000000002</cx:pt>
          <cx:pt idx="27106">59.990000000000002</cx:pt>
          <cx:pt idx="27107">59.990000000000002</cx:pt>
          <cx:pt idx="27108">59.990000000000002</cx:pt>
          <cx:pt idx="27109">59.990000000000002</cx:pt>
          <cx:pt idx="27110">59.990000000000002</cx:pt>
          <cx:pt idx="27111">59.990000000000002</cx:pt>
          <cx:pt idx="27112">59.990000000000002</cx:pt>
          <cx:pt idx="27113">59.990000000000002</cx:pt>
          <cx:pt idx="27114">59.990000000000002</cx:pt>
          <cx:pt idx="27115">59.990000000000002</cx:pt>
          <cx:pt idx="27116">59.990000000000002</cx:pt>
          <cx:pt idx="27117">59.990000000000002</cx:pt>
          <cx:pt idx="27118">59.990000000000002</cx:pt>
          <cx:pt idx="27119">59.990000000000002</cx:pt>
          <cx:pt idx="27120">59.990000000000002</cx:pt>
          <cx:pt idx="27121">59.990000000000002</cx:pt>
          <cx:pt idx="27122">59.990000000000002</cx:pt>
          <cx:pt idx="27123">59.990000000000002</cx:pt>
          <cx:pt idx="27124">59.990000000000002</cx:pt>
          <cx:pt idx="27125">59.990000000000002</cx:pt>
          <cx:pt idx="27126">59.990000000000002</cx:pt>
          <cx:pt idx="27127">59.990000000000002</cx:pt>
          <cx:pt idx="27128">59.990000000000002</cx:pt>
          <cx:pt idx="27129">59.990000000000002</cx:pt>
          <cx:pt idx="27130">59.990000000000002</cx:pt>
          <cx:pt idx="27131">59.990000000000002</cx:pt>
          <cx:pt idx="27132">59.990000000000002</cx:pt>
          <cx:pt idx="27133">59.990000000000002</cx:pt>
          <cx:pt idx="27134">59.990000000000002</cx:pt>
          <cx:pt idx="27135">59.990000000000002</cx:pt>
          <cx:pt idx="27136">59.990000000000002</cx:pt>
          <cx:pt idx="27137">59.990000000000002</cx:pt>
          <cx:pt idx="27138">59.990000000000002</cx:pt>
          <cx:pt idx="27139">59.990000000000002</cx:pt>
          <cx:pt idx="27140">59.990000000000002</cx:pt>
          <cx:pt idx="27141">59.990000000000002</cx:pt>
          <cx:pt idx="27142">59.990000000000002</cx:pt>
          <cx:pt idx="27143">59.990000000000002</cx:pt>
          <cx:pt idx="27144">59.990000000000002</cx:pt>
          <cx:pt idx="27145">59.990000000000002</cx:pt>
          <cx:pt idx="27146">59.990000000000002</cx:pt>
          <cx:pt idx="27147">59.990000000000002</cx:pt>
          <cx:pt idx="27148">59.990000000000002</cx:pt>
          <cx:pt idx="27149">59.990000000000002</cx:pt>
          <cx:pt idx="27150">59.990000000000002</cx:pt>
          <cx:pt idx="27151">59.990000000000002</cx:pt>
          <cx:pt idx="27152">59.990000000000002</cx:pt>
          <cx:pt idx="27153">59.990000000000002</cx:pt>
          <cx:pt idx="27154">59.990000000000002</cx:pt>
          <cx:pt idx="27155">59.990000000000002</cx:pt>
          <cx:pt idx="27156">59.990000000000002</cx:pt>
          <cx:pt idx="27157">59.990000000000002</cx:pt>
          <cx:pt idx="27158">59.990000000000002</cx:pt>
          <cx:pt idx="27159">59.990000000000002</cx:pt>
          <cx:pt idx="27160">59.990000000000002</cx:pt>
          <cx:pt idx="27161">59.990000000000002</cx:pt>
          <cx:pt idx="27162">59.990000000000002</cx:pt>
          <cx:pt idx="27163">59.990000000000002</cx:pt>
          <cx:pt idx="27164">59.990000000000002</cx:pt>
          <cx:pt idx="27165">59.990000000000002</cx:pt>
          <cx:pt idx="27166">59.990000000000002</cx:pt>
          <cx:pt idx="27167">59.990000000000002</cx:pt>
          <cx:pt idx="27168">59.990000000000002</cx:pt>
          <cx:pt idx="27169">59.990000000000002</cx:pt>
          <cx:pt idx="27170">59.990000000000002</cx:pt>
          <cx:pt idx="27171">59.990000000000002</cx:pt>
          <cx:pt idx="27172">59.990000000000002</cx:pt>
          <cx:pt idx="27173">59.990000000000002</cx:pt>
          <cx:pt idx="27174">59.990000000000002</cx:pt>
          <cx:pt idx="27175">59.990000000000002</cx:pt>
          <cx:pt idx="27176">59.990000000000002</cx:pt>
          <cx:pt idx="27177">59.990000000000002</cx:pt>
          <cx:pt idx="27178">59.990000000000002</cx:pt>
          <cx:pt idx="27179">59.990000000000002</cx:pt>
          <cx:pt idx="27180">59.990000000000002</cx:pt>
          <cx:pt idx="27181">59.990000000000002</cx:pt>
          <cx:pt idx="27182">59.990000000000002</cx:pt>
          <cx:pt idx="27183">59.990000000000002</cx:pt>
          <cx:pt idx="27184">59.990000000000002</cx:pt>
          <cx:pt idx="27185">59.990000000000002</cx:pt>
          <cx:pt idx="27186">59.990000000000002</cx:pt>
          <cx:pt idx="27187">59.990000000000002</cx:pt>
          <cx:pt idx="27188">59.990000000000002</cx:pt>
          <cx:pt idx="27189">59.990000000000002</cx:pt>
          <cx:pt idx="27190">59.990000000000002</cx:pt>
          <cx:pt idx="27191">59.990000000000002</cx:pt>
          <cx:pt idx="27192">59.990000000000002</cx:pt>
          <cx:pt idx="27193">59.990000000000002</cx:pt>
          <cx:pt idx="27194">59.990000000000002</cx:pt>
          <cx:pt idx="27195">59.990000000000002</cx:pt>
          <cx:pt idx="27196">59.990000000000002</cx:pt>
          <cx:pt idx="27197">59.990000000000002</cx:pt>
          <cx:pt idx="27198">59.990000000000002</cx:pt>
          <cx:pt idx="27199">59.990000000000002</cx:pt>
          <cx:pt idx="27200">59.990000000000002</cx:pt>
          <cx:pt idx="27201">59.990000000000002</cx:pt>
          <cx:pt idx="27202">59.990000000000002</cx:pt>
          <cx:pt idx="27203">59.990000000000002</cx:pt>
          <cx:pt idx="27204">59.990000000000002</cx:pt>
          <cx:pt idx="27205">59.990000000000002</cx:pt>
          <cx:pt idx="27206">59.990000000000002</cx:pt>
          <cx:pt idx="27207">59.990000000000002</cx:pt>
          <cx:pt idx="27208">59.990000000000002</cx:pt>
          <cx:pt idx="27209">59.990000000000002</cx:pt>
          <cx:pt idx="27210">59.990000000000002</cx:pt>
          <cx:pt idx="27211">59.990000000000002</cx:pt>
          <cx:pt idx="27212">59.990000000000002</cx:pt>
          <cx:pt idx="27213">59.990000000000002</cx:pt>
          <cx:pt idx="27214">59.990000000000002</cx:pt>
          <cx:pt idx="27215">59.990000000000002</cx:pt>
          <cx:pt idx="27216">59.990000000000002</cx:pt>
          <cx:pt idx="27217">59.990000000000002</cx:pt>
          <cx:pt idx="27218">59.990000000000002</cx:pt>
          <cx:pt idx="27219">59.990000000000002</cx:pt>
          <cx:pt idx="27220">59.990000000000002</cx:pt>
          <cx:pt idx="27221">59.990000000000002</cx:pt>
          <cx:pt idx="27222">59.990000000000002</cx:pt>
          <cx:pt idx="27223">59.990000000000002</cx:pt>
          <cx:pt idx="27224">59.990000000000002</cx:pt>
          <cx:pt idx="27225">59.990000000000002</cx:pt>
          <cx:pt idx="27226">59.990000000000002</cx:pt>
          <cx:pt idx="27227">59.990000000000002</cx:pt>
          <cx:pt idx="27228">59.990000000000002</cx:pt>
          <cx:pt idx="27229">59.990000000000002</cx:pt>
          <cx:pt idx="27230">59.990000000000002</cx:pt>
          <cx:pt idx="27231">59.990000000000002</cx:pt>
          <cx:pt idx="27232">59.990000000000002</cx:pt>
          <cx:pt idx="27233">59.990000000000002</cx:pt>
          <cx:pt idx="27234">59.990000000000002</cx:pt>
          <cx:pt idx="27235">59.990000000000002</cx:pt>
          <cx:pt idx="27236">59.990000000000002</cx:pt>
          <cx:pt idx="27237">59.990000000000002</cx:pt>
          <cx:pt idx="27238">59.990000000000002</cx:pt>
          <cx:pt idx="27239">59.990000000000002</cx:pt>
          <cx:pt idx="27240">59.990000000000002</cx:pt>
          <cx:pt idx="27241">59.990000000000002</cx:pt>
          <cx:pt idx="27242">59.990000000000002</cx:pt>
          <cx:pt idx="27243">59.990000000000002</cx:pt>
          <cx:pt idx="27244">59.990000000000002</cx:pt>
          <cx:pt idx="27245">59.990000000000002</cx:pt>
          <cx:pt idx="27246">59.990000000000002</cx:pt>
          <cx:pt idx="27247">59.990000000000002</cx:pt>
          <cx:pt idx="27248">59.990000000000002</cx:pt>
          <cx:pt idx="27249">59.990000000000002</cx:pt>
          <cx:pt idx="27250">59.990000000000002</cx:pt>
          <cx:pt idx="27251">59.990000000000002</cx:pt>
          <cx:pt idx="27252">59.990000000000002</cx:pt>
          <cx:pt idx="27253">59.990000000000002</cx:pt>
          <cx:pt idx="27254">59.990000000000002</cx:pt>
          <cx:pt idx="27255">59.990000000000002</cx:pt>
          <cx:pt idx="27256">59.990000000000002</cx:pt>
          <cx:pt idx="27257">59.990000000000002</cx:pt>
          <cx:pt idx="27258">59.990000000000002</cx:pt>
          <cx:pt idx="27259">59.990000000000002</cx:pt>
          <cx:pt idx="27260">59.990000000000002</cx:pt>
          <cx:pt idx="27261">59.990000000000002</cx:pt>
          <cx:pt idx="27262">59.990000000000002</cx:pt>
          <cx:pt idx="27263">59.990000000000002</cx:pt>
          <cx:pt idx="27264">59.990000000000002</cx:pt>
          <cx:pt idx="27265">59.990000000000002</cx:pt>
          <cx:pt idx="27266">59.990000000000002</cx:pt>
          <cx:pt idx="27267">59.990000000000002</cx:pt>
          <cx:pt idx="27268">59.990000000000002</cx:pt>
          <cx:pt idx="27269">59.990000000000002</cx:pt>
          <cx:pt idx="27270">59.990000000000002</cx:pt>
          <cx:pt idx="27271">59.990000000000002</cx:pt>
          <cx:pt idx="27272">59.990000000000002</cx:pt>
          <cx:pt idx="27273">59.990000000000002</cx:pt>
          <cx:pt idx="27274">59.990000000000002</cx:pt>
          <cx:pt idx="27275">59.990000000000002</cx:pt>
          <cx:pt idx="27276">59.990000000000002</cx:pt>
          <cx:pt idx="27277">59.990000000000002</cx:pt>
          <cx:pt idx="27278">59.990000000000002</cx:pt>
          <cx:pt idx="27279">59.990000000000002</cx:pt>
          <cx:pt idx="27280">59.990000000000002</cx:pt>
          <cx:pt idx="27281">59.990000000000002</cx:pt>
          <cx:pt idx="27282">59.990000000000002</cx:pt>
          <cx:pt idx="27283">59.990000000000002</cx:pt>
          <cx:pt idx="27284">59.990000000000002</cx:pt>
          <cx:pt idx="27285">59.990000000000002</cx:pt>
          <cx:pt idx="27286">59.990000000000002</cx:pt>
          <cx:pt idx="27287">59.990000000000002</cx:pt>
          <cx:pt idx="27288">59.990000000000002</cx:pt>
          <cx:pt idx="27289">59.990000000000002</cx:pt>
          <cx:pt idx="27290">59.990000000000002</cx:pt>
          <cx:pt idx="27291">59.990000000000002</cx:pt>
          <cx:pt idx="27292">59.990000000000002</cx:pt>
          <cx:pt idx="27293">59.990000000000002</cx:pt>
          <cx:pt idx="27294">59.990000000000002</cx:pt>
          <cx:pt idx="27295">59.990000000000002</cx:pt>
          <cx:pt idx="27296">59.990000000000002</cx:pt>
          <cx:pt idx="27297">59.990000000000002</cx:pt>
          <cx:pt idx="27298">59.990000000000002</cx:pt>
          <cx:pt idx="27299">59.990000000000002</cx:pt>
          <cx:pt idx="27300">59.990000000000002</cx:pt>
          <cx:pt idx="27301">59.990000000000002</cx:pt>
          <cx:pt idx="27302">59.990000000000002</cx:pt>
          <cx:pt idx="27303">59.990000000000002</cx:pt>
          <cx:pt idx="27304">59.990000000000002</cx:pt>
          <cx:pt idx="27305">59.990000000000002</cx:pt>
          <cx:pt idx="27306">59.990000000000002</cx:pt>
          <cx:pt idx="27307">59.990000000000002</cx:pt>
          <cx:pt idx="27308">59.990000000000002</cx:pt>
          <cx:pt idx="27309">59.990000000000002</cx:pt>
          <cx:pt idx="27310">59.990000000000002</cx:pt>
          <cx:pt idx="27311">59.990000000000002</cx:pt>
          <cx:pt idx="27312">59.990000000000002</cx:pt>
          <cx:pt idx="27313">59.990000000000002</cx:pt>
          <cx:pt idx="27314">59.990000000000002</cx:pt>
          <cx:pt idx="27315">59.990000000000002</cx:pt>
          <cx:pt idx="27316">59.990000000000002</cx:pt>
          <cx:pt idx="27317">59.990000000000002</cx:pt>
          <cx:pt idx="27318">59.990000000000002</cx:pt>
          <cx:pt idx="27319">59.990000000000002</cx:pt>
          <cx:pt idx="27320">59.990000000000002</cx:pt>
          <cx:pt idx="27321">59.990000000000002</cx:pt>
          <cx:pt idx="27322">59.990000000000002</cx:pt>
          <cx:pt idx="27323">59.990000000000002</cx:pt>
          <cx:pt idx="27324">59.990000000000002</cx:pt>
          <cx:pt idx="27325">59.990000000000002</cx:pt>
          <cx:pt idx="27326">59.990000000000002</cx:pt>
          <cx:pt idx="27327">59.990000000000002</cx:pt>
          <cx:pt idx="27328">59.990000000000002</cx:pt>
          <cx:pt idx="27329">59.990000000000002</cx:pt>
          <cx:pt idx="27330">59.990000000000002</cx:pt>
          <cx:pt idx="27331">59.990000000000002</cx:pt>
          <cx:pt idx="27332">59.990000000000002</cx:pt>
          <cx:pt idx="27333">59.990000000000002</cx:pt>
          <cx:pt idx="27334">59.990000000000002</cx:pt>
          <cx:pt idx="27335">59.990000000000002</cx:pt>
          <cx:pt idx="27336">59.990000000000002</cx:pt>
          <cx:pt idx="27337">59.990000000000002</cx:pt>
          <cx:pt idx="27338">59.990000000000002</cx:pt>
          <cx:pt idx="27339">59.990000000000002</cx:pt>
          <cx:pt idx="27340">59.990000000000002</cx:pt>
          <cx:pt idx="27341">59.990000000000002</cx:pt>
          <cx:pt idx="27342">59.990000000000002</cx:pt>
          <cx:pt idx="27343">59.990000000000002</cx:pt>
          <cx:pt idx="27344">59.990000000000002</cx:pt>
          <cx:pt idx="27345">59.990000000000002</cx:pt>
          <cx:pt idx="27346">59.990000000000002</cx:pt>
          <cx:pt idx="27347">59.990000000000002</cx:pt>
          <cx:pt idx="27348">59.990000000000002</cx:pt>
          <cx:pt idx="27349">59.990000000000002</cx:pt>
          <cx:pt idx="27350">59.990000000000002</cx:pt>
          <cx:pt idx="27351">59.990000000000002</cx:pt>
          <cx:pt idx="27352">59.990000000000002</cx:pt>
          <cx:pt idx="27353">59.990000000000002</cx:pt>
          <cx:pt idx="27354">59.990000000000002</cx:pt>
          <cx:pt idx="27355">59.990000000000002</cx:pt>
          <cx:pt idx="27356">59.990000000000002</cx:pt>
          <cx:pt idx="27357">59.990000000000002</cx:pt>
          <cx:pt idx="27358">59.990000000000002</cx:pt>
          <cx:pt idx="27359">59.990000000000002</cx:pt>
          <cx:pt idx="27360">59.990000000000002</cx:pt>
          <cx:pt idx="27361">59.990000000000002</cx:pt>
          <cx:pt idx="27362">59.990000000000002</cx:pt>
          <cx:pt idx="27363">59.990000000000002</cx:pt>
          <cx:pt idx="27364">59.990000000000002</cx:pt>
          <cx:pt idx="27365">59.990000000000002</cx:pt>
          <cx:pt idx="27366">59.990000000000002</cx:pt>
          <cx:pt idx="27367">59.990000000000002</cx:pt>
          <cx:pt idx="27368">59.990000000000002</cx:pt>
          <cx:pt idx="27369">59.990000000000002</cx:pt>
          <cx:pt idx="27370">59.990000000000002</cx:pt>
          <cx:pt idx="27371">59.990000000000002</cx:pt>
          <cx:pt idx="27372">59.990000000000002</cx:pt>
          <cx:pt idx="27373">59.990000000000002</cx:pt>
          <cx:pt idx="27374">59.990000000000002</cx:pt>
          <cx:pt idx="27375">59.990000000000002</cx:pt>
          <cx:pt idx="27376">59.990000000000002</cx:pt>
          <cx:pt idx="27377">59.990000000000002</cx:pt>
          <cx:pt idx="27378">59.990000000000002</cx:pt>
          <cx:pt idx="27379">59.990000000000002</cx:pt>
          <cx:pt idx="27380">59.990000000000002</cx:pt>
          <cx:pt idx="27381">59.990000000000002</cx:pt>
          <cx:pt idx="27382">59.990000000000002</cx:pt>
          <cx:pt idx="27383">59.990000000000002</cx:pt>
          <cx:pt idx="27384">59.990000000000002</cx:pt>
          <cx:pt idx="27385">59.990000000000002</cx:pt>
          <cx:pt idx="27386">59.990000000000002</cx:pt>
          <cx:pt idx="27387">59.990000000000002</cx:pt>
          <cx:pt idx="27388">59.990000000000002</cx:pt>
          <cx:pt idx="27389">59.990000000000002</cx:pt>
          <cx:pt idx="27390">59.990000000000002</cx:pt>
          <cx:pt idx="27391">59.990000000000002</cx:pt>
          <cx:pt idx="27392">59.990000000000002</cx:pt>
          <cx:pt idx="27393">59.990000000000002</cx:pt>
          <cx:pt idx="27394">59.990000000000002</cx:pt>
          <cx:pt idx="27395">59.990000000000002</cx:pt>
          <cx:pt idx="27396">59.990000000000002</cx:pt>
          <cx:pt idx="27397">59.990000000000002</cx:pt>
          <cx:pt idx="27398">59.990000000000002</cx:pt>
          <cx:pt idx="27399">59.990000000000002</cx:pt>
          <cx:pt idx="27400">59.990000000000002</cx:pt>
          <cx:pt idx="27401">59.990000000000002</cx:pt>
          <cx:pt idx="27402">59.990000000000002</cx:pt>
          <cx:pt idx="27403">59.990000000000002</cx:pt>
          <cx:pt idx="27404">59.990000000000002</cx:pt>
          <cx:pt idx="27405">59.990000000000002</cx:pt>
          <cx:pt idx="27406">59.990000000000002</cx:pt>
          <cx:pt idx="27407">59.990000000000002</cx:pt>
          <cx:pt idx="27408">59.990000000000002</cx:pt>
          <cx:pt idx="27409">59.990000000000002</cx:pt>
          <cx:pt idx="27410">59.990000000000002</cx:pt>
          <cx:pt idx="27411">59.990000000000002</cx:pt>
          <cx:pt idx="27412">59.990000000000002</cx:pt>
          <cx:pt idx="27413">59.990000000000002</cx:pt>
          <cx:pt idx="27414">59.990000000000002</cx:pt>
          <cx:pt idx="27415">59.990000000000002</cx:pt>
          <cx:pt idx="27416">59.990000000000002</cx:pt>
          <cx:pt idx="27417">59.990000000000002</cx:pt>
          <cx:pt idx="27418">59.990000000000002</cx:pt>
          <cx:pt idx="27419">59.990000000000002</cx:pt>
          <cx:pt idx="27420">59.990000000000002</cx:pt>
          <cx:pt idx="27421">59.990000000000002</cx:pt>
          <cx:pt idx="27422">59.990000000000002</cx:pt>
          <cx:pt idx="27423">59.990000000000002</cx:pt>
          <cx:pt idx="27424">59.990000000000002</cx:pt>
          <cx:pt idx="27425">59.990000000000002</cx:pt>
          <cx:pt idx="27426">59.990000000000002</cx:pt>
          <cx:pt idx="27427">59.990000000000002</cx:pt>
          <cx:pt idx="27428">59.990000000000002</cx:pt>
          <cx:pt idx="27429">59.990000000000002</cx:pt>
          <cx:pt idx="27430">59.990000000000002</cx:pt>
          <cx:pt idx="27431">59.990000000000002</cx:pt>
          <cx:pt idx="27432">59.990000000000002</cx:pt>
          <cx:pt idx="27433">59.990000000000002</cx:pt>
          <cx:pt idx="27434">59.990000000000002</cx:pt>
          <cx:pt idx="27435">59.990000000000002</cx:pt>
          <cx:pt idx="27436">59.990000000000002</cx:pt>
          <cx:pt idx="27437">59.990000000000002</cx:pt>
          <cx:pt idx="27438">59.990000000000002</cx:pt>
          <cx:pt idx="27439">59.990000000000002</cx:pt>
          <cx:pt idx="27440">59.990000000000002</cx:pt>
          <cx:pt idx="27441">59.990000000000002</cx:pt>
          <cx:pt idx="27442">59.990000000000002</cx:pt>
          <cx:pt idx="27443">59.990000000000002</cx:pt>
          <cx:pt idx="27444">59.990000000000002</cx:pt>
          <cx:pt idx="27445">59.990000000000002</cx:pt>
          <cx:pt idx="27446">59.990000000000002</cx:pt>
          <cx:pt idx="27447">59.990000000000002</cx:pt>
          <cx:pt idx="27448">59.990000000000002</cx:pt>
          <cx:pt idx="27449">59.990000000000002</cx:pt>
          <cx:pt idx="27450">59.990000000000002</cx:pt>
          <cx:pt idx="27451">59.990000000000002</cx:pt>
          <cx:pt idx="27452">59.990000000000002</cx:pt>
          <cx:pt idx="27453">59.990000000000002</cx:pt>
          <cx:pt idx="27454">59.990000000000002</cx:pt>
          <cx:pt idx="27455">59.990000000000002</cx:pt>
          <cx:pt idx="27456">59.990000000000002</cx:pt>
          <cx:pt idx="27457">59.990000000000002</cx:pt>
          <cx:pt idx="27458">59.990000000000002</cx:pt>
          <cx:pt idx="27459">59.990000000000002</cx:pt>
          <cx:pt idx="27460">59.990000000000002</cx:pt>
          <cx:pt idx="27461">59.990000000000002</cx:pt>
          <cx:pt idx="27462">59.990000000000002</cx:pt>
          <cx:pt idx="27463">59.990000000000002</cx:pt>
          <cx:pt idx="27464">59.990000000000002</cx:pt>
          <cx:pt idx="27465">59.990000000000002</cx:pt>
          <cx:pt idx="27466">59.990000000000002</cx:pt>
          <cx:pt idx="27467">59.990000000000002</cx:pt>
          <cx:pt idx="27468">59.990000000000002</cx:pt>
          <cx:pt idx="27469">59.990000000000002</cx:pt>
          <cx:pt idx="27470">59.990000000000002</cx:pt>
          <cx:pt idx="27471">59.990000000000002</cx:pt>
          <cx:pt idx="27472">59.990000000000002</cx:pt>
          <cx:pt idx="27473">59.990000000000002</cx:pt>
          <cx:pt idx="27474">59.990000000000002</cx:pt>
          <cx:pt idx="27475">59.990000000000002</cx:pt>
          <cx:pt idx="27476">59.990000000000002</cx:pt>
          <cx:pt idx="27477">59.990000000000002</cx:pt>
          <cx:pt idx="27478">59.990000000000002</cx:pt>
          <cx:pt idx="27479">59.990000000000002</cx:pt>
          <cx:pt idx="27480">59.990000000000002</cx:pt>
          <cx:pt idx="27481">59.990000000000002</cx:pt>
          <cx:pt idx="27482">59.990000000000002</cx:pt>
          <cx:pt idx="27483">59.990000000000002</cx:pt>
          <cx:pt idx="27484">59.990000000000002</cx:pt>
          <cx:pt idx="27485">59.990000000000002</cx:pt>
          <cx:pt idx="27486">59.990000000000002</cx:pt>
          <cx:pt idx="27487">59.990000000000002</cx:pt>
          <cx:pt idx="27488">59.990000000000002</cx:pt>
          <cx:pt idx="27489">59.990000000000002</cx:pt>
          <cx:pt idx="27490">59.990000000000002</cx:pt>
          <cx:pt idx="27491">59.990000000000002</cx:pt>
          <cx:pt idx="27492">59.990000000000002</cx:pt>
          <cx:pt idx="27493">59.990000000000002</cx:pt>
          <cx:pt idx="27494">59.990000000000002</cx:pt>
          <cx:pt idx="27495">59.990000000000002</cx:pt>
          <cx:pt idx="27496">59.990000000000002</cx:pt>
          <cx:pt idx="27497">59.990000000000002</cx:pt>
          <cx:pt idx="27498">59.990000000000002</cx:pt>
          <cx:pt idx="27499">59.990000000000002</cx:pt>
          <cx:pt idx="27500">59.990000000000002</cx:pt>
          <cx:pt idx="27501">59.990000000000002</cx:pt>
          <cx:pt idx="27502">59.990000000000002</cx:pt>
          <cx:pt idx="27503">59.990000000000002</cx:pt>
          <cx:pt idx="27504">59.990000000000002</cx:pt>
          <cx:pt idx="27505">59.990000000000002</cx:pt>
          <cx:pt idx="27506">59.990000000000002</cx:pt>
          <cx:pt idx="27507">59.990000000000002</cx:pt>
          <cx:pt idx="27508">59.990000000000002</cx:pt>
          <cx:pt idx="27509">59.990000000000002</cx:pt>
          <cx:pt idx="27510">59.990000000000002</cx:pt>
          <cx:pt idx="27511">59.990000000000002</cx:pt>
          <cx:pt idx="27512">59.990000000000002</cx:pt>
          <cx:pt idx="27513">59.990000000000002</cx:pt>
          <cx:pt idx="27514">59.990000000000002</cx:pt>
          <cx:pt idx="27515">59.990000000000002</cx:pt>
          <cx:pt idx="27516">59.990000000000002</cx:pt>
          <cx:pt idx="27517">59.990000000000002</cx:pt>
          <cx:pt idx="27518">59.990000000000002</cx:pt>
          <cx:pt idx="27519">59.990000000000002</cx:pt>
          <cx:pt idx="27520">59.990000000000002</cx:pt>
          <cx:pt idx="27521">59.990000000000002</cx:pt>
          <cx:pt idx="27522">59.990000000000002</cx:pt>
          <cx:pt idx="27523">59.990000000000002</cx:pt>
          <cx:pt idx="27524">59.990000000000002</cx:pt>
          <cx:pt idx="27525">59.990000000000002</cx:pt>
          <cx:pt idx="27526">59.990000000000002</cx:pt>
          <cx:pt idx="27527">59.990000000000002</cx:pt>
          <cx:pt idx="27528">59.990000000000002</cx:pt>
          <cx:pt idx="27529">59.990000000000002</cx:pt>
          <cx:pt idx="27530">59.990000000000002</cx:pt>
          <cx:pt idx="27531">59.990000000000002</cx:pt>
          <cx:pt idx="27532">59.990000000000002</cx:pt>
          <cx:pt idx="27533">59.990000000000002</cx:pt>
          <cx:pt idx="27534">59.990000000000002</cx:pt>
          <cx:pt idx="27535">59.990000000000002</cx:pt>
          <cx:pt idx="27536">59.990000000000002</cx:pt>
          <cx:pt idx="27537">59.990000000000002</cx:pt>
          <cx:pt idx="27538">59.990000000000002</cx:pt>
          <cx:pt idx="27539">59.990000000000002</cx:pt>
          <cx:pt idx="27540">59.990000000000002</cx:pt>
          <cx:pt idx="27541">59.990000000000002</cx:pt>
          <cx:pt idx="27542">59.990000000000002</cx:pt>
          <cx:pt idx="27543">59.990000000000002</cx:pt>
          <cx:pt idx="27544">59.990000000000002</cx:pt>
          <cx:pt idx="27545">59.990000000000002</cx:pt>
          <cx:pt idx="27546">59.990000000000002</cx:pt>
          <cx:pt idx="27547">59.990000000000002</cx:pt>
          <cx:pt idx="27548">59.990000000000002</cx:pt>
          <cx:pt idx="27549">59.990000000000002</cx:pt>
          <cx:pt idx="27550">59.990000000000002</cx:pt>
          <cx:pt idx="27551">59.990000000000002</cx:pt>
          <cx:pt idx="27552">59.990000000000002</cx:pt>
          <cx:pt idx="27553">59.990000000000002</cx:pt>
          <cx:pt idx="27554">59.990000000000002</cx:pt>
          <cx:pt idx="27555">59.990000000000002</cx:pt>
          <cx:pt idx="27556">59.990000000000002</cx:pt>
          <cx:pt idx="27557">59.990000000000002</cx:pt>
          <cx:pt idx="27558">59.990000000000002</cx:pt>
          <cx:pt idx="27559">59.990000000000002</cx:pt>
          <cx:pt idx="27560">59.990000000000002</cx:pt>
          <cx:pt idx="27561">59.990000000000002</cx:pt>
          <cx:pt idx="27562">59.990000000000002</cx:pt>
          <cx:pt idx="27563">59.990000000000002</cx:pt>
          <cx:pt idx="27564">59.990000000000002</cx:pt>
          <cx:pt idx="27565">59.990000000000002</cx:pt>
          <cx:pt idx="27566">59.990000000000002</cx:pt>
          <cx:pt idx="27567">59.990000000000002</cx:pt>
          <cx:pt idx="27568">59.990000000000002</cx:pt>
          <cx:pt idx="27569">59.990000000000002</cx:pt>
          <cx:pt idx="27570">59.990000000000002</cx:pt>
          <cx:pt idx="27571">59.990000000000002</cx:pt>
          <cx:pt idx="27572">59.990000000000002</cx:pt>
          <cx:pt idx="27573">59.990000000000002</cx:pt>
          <cx:pt idx="27574">59.990000000000002</cx:pt>
          <cx:pt idx="27575">59.990000000000002</cx:pt>
          <cx:pt idx="27576">59.990000000000002</cx:pt>
          <cx:pt idx="27577">59.990000000000002</cx:pt>
          <cx:pt idx="27578">59.990000000000002</cx:pt>
          <cx:pt idx="27579">59.990000000000002</cx:pt>
          <cx:pt idx="27580">59.990000000000002</cx:pt>
          <cx:pt idx="27581">59.990000000000002</cx:pt>
          <cx:pt idx="27582">59.990000000000002</cx:pt>
          <cx:pt idx="27583">59.990000000000002</cx:pt>
          <cx:pt idx="27584">59.990000000000002</cx:pt>
          <cx:pt idx="27585">59.990000000000002</cx:pt>
          <cx:pt idx="27586">59.990000000000002</cx:pt>
          <cx:pt idx="27587">59.990000000000002</cx:pt>
          <cx:pt idx="27588">59.990000000000002</cx:pt>
          <cx:pt idx="27589">59.990000000000002</cx:pt>
          <cx:pt idx="27590">59.990000000000002</cx:pt>
          <cx:pt idx="27591">59.990000000000002</cx:pt>
          <cx:pt idx="27592">59.990000000000002</cx:pt>
          <cx:pt idx="27593">59.990000000000002</cx:pt>
          <cx:pt idx="27594">59.990000000000002</cx:pt>
          <cx:pt idx="27595">59.990000000000002</cx:pt>
          <cx:pt idx="27596">59.990000000000002</cx:pt>
          <cx:pt idx="27597">59.990000000000002</cx:pt>
          <cx:pt idx="27598">59.990000000000002</cx:pt>
          <cx:pt idx="27599">59.990000000000002</cx:pt>
          <cx:pt idx="27600">59.990000000000002</cx:pt>
          <cx:pt idx="27601">59.990000000000002</cx:pt>
          <cx:pt idx="27602">59.990000000000002</cx:pt>
          <cx:pt idx="27603">59.990000000000002</cx:pt>
          <cx:pt idx="27604">59.990000000000002</cx:pt>
          <cx:pt idx="27605">59.990000000000002</cx:pt>
          <cx:pt idx="27606">59.990000000000002</cx:pt>
          <cx:pt idx="27607">59.990000000000002</cx:pt>
          <cx:pt idx="27608">59.990000000000002</cx:pt>
          <cx:pt idx="27609">59.990000000000002</cx:pt>
          <cx:pt idx="27610">59.990000000000002</cx:pt>
          <cx:pt idx="27611">59.990000000000002</cx:pt>
          <cx:pt idx="27612">59.990000000000002</cx:pt>
          <cx:pt idx="27613">59.990000000000002</cx:pt>
          <cx:pt idx="27614">59.990000000000002</cx:pt>
          <cx:pt idx="27615">59.990000000000002</cx:pt>
          <cx:pt idx="27616">59.990000000000002</cx:pt>
          <cx:pt idx="27617">59.990000000000002</cx:pt>
          <cx:pt idx="27618">59.990000000000002</cx:pt>
          <cx:pt idx="27619">59.990000000000002</cx:pt>
          <cx:pt idx="27620">59.990000000000002</cx:pt>
          <cx:pt idx="27621">59.990000000000002</cx:pt>
          <cx:pt idx="27622">59.990000000000002</cx:pt>
          <cx:pt idx="27623">59.990000000000002</cx:pt>
          <cx:pt idx="27624">59.990000000000002</cx:pt>
          <cx:pt idx="27625">59.990000000000002</cx:pt>
          <cx:pt idx="27626">59.990000000000002</cx:pt>
          <cx:pt idx="27627">59.990000000000002</cx:pt>
          <cx:pt idx="27628">59.990000000000002</cx:pt>
          <cx:pt idx="27629">59.990000000000002</cx:pt>
          <cx:pt idx="27630">59.990000000000002</cx:pt>
          <cx:pt idx="27631">59.990000000000002</cx:pt>
          <cx:pt idx="27632">59.990000000000002</cx:pt>
          <cx:pt idx="27633">59.990000000000002</cx:pt>
          <cx:pt idx="27634">59.990000000000002</cx:pt>
          <cx:pt idx="27635">59.990000000000002</cx:pt>
          <cx:pt idx="27636">59.990000000000002</cx:pt>
          <cx:pt idx="27637">59.990000000000002</cx:pt>
          <cx:pt idx="27638">59.990000000000002</cx:pt>
          <cx:pt idx="27639">59.990000000000002</cx:pt>
          <cx:pt idx="27640">59.990000000000002</cx:pt>
          <cx:pt idx="27641">59.990000000000002</cx:pt>
          <cx:pt idx="27642">59.990000000000002</cx:pt>
          <cx:pt idx="27643">59.990000000000002</cx:pt>
          <cx:pt idx="27644">59.990000000000002</cx:pt>
          <cx:pt idx="27645">59.990000000000002</cx:pt>
          <cx:pt idx="27646">59.990000000000002</cx:pt>
          <cx:pt idx="27647">59.990000000000002</cx:pt>
          <cx:pt idx="27648">59.990000000000002</cx:pt>
          <cx:pt idx="27649">59.990000000000002</cx:pt>
          <cx:pt idx="27650">59.990000000000002</cx:pt>
          <cx:pt idx="27651">59.990000000000002</cx:pt>
          <cx:pt idx="27652">59.990000000000002</cx:pt>
          <cx:pt idx="27653">59.990000000000002</cx:pt>
          <cx:pt idx="27654">59.990000000000002</cx:pt>
          <cx:pt idx="27655">59.990000000000002</cx:pt>
          <cx:pt idx="27656">59.990000000000002</cx:pt>
          <cx:pt idx="27657">59.990000000000002</cx:pt>
          <cx:pt idx="27658">59.990000000000002</cx:pt>
          <cx:pt idx="27659">59.990000000000002</cx:pt>
          <cx:pt idx="27660">59.990000000000002</cx:pt>
          <cx:pt idx="27661">59.990000000000002</cx:pt>
          <cx:pt idx="27662">59.990000000000002</cx:pt>
          <cx:pt idx="27663">59.990000000000002</cx:pt>
          <cx:pt idx="27664">59.990000000000002</cx:pt>
          <cx:pt idx="27665">59.990000000000002</cx:pt>
          <cx:pt idx="27666">59.990000000000002</cx:pt>
          <cx:pt idx="27667">59.990000000000002</cx:pt>
          <cx:pt idx="27668">59.990000000000002</cx:pt>
          <cx:pt idx="27669">59.990000000000002</cx:pt>
          <cx:pt idx="27670">59.990000000000002</cx:pt>
          <cx:pt idx="27671">59.990000000000002</cx:pt>
          <cx:pt idx="27672">59.990000000000002</cx:pt>
          <cx:pt idx="27673">59.990000000000002</cx:pt>
          <cx:pt idx="27674">59.990000000000002</cx:pt>
          <cx:pt idx="27675">59.990000000000002</cx:pt>
          <cx:pt idx="27676">59.990000000000002</cx:pt>
          <cx:pt idx="27677">59.990000000000002</cx:pt>
          <cx:pt idx="27678">59.990000000000002</cx:pt>
          <cx:pt idx="27679">59.990000000000002</cx:pt>
          <cx:pt idx="27680">59.990000000000002</cx:pt>
          <cx:pt idx="27681">59.990000000000002</cx:pt>
          <cx:pt idx="27682">59.990000000000002</cx:pt>
          <cx:pt idx="27683">59.990000000000002</cx:pt>
          <cx:pt idx="27684">59.990000000000002</cx:pt>
          <cx:pt idx="27685">59.990000000000002</cx:pt>
          <cx:pt idx="27686">59.990000000000002</cx:pt>
          <cx:pt idx="27687">59.990000000000002</cx:pt>
          <cx:pt idx="27688">59.990000000000002</cx:pt>
          <cx:pt idx="27689">59.990000000000002</cx:pt>
          <cx:pt idx="27690">59.990000000000002</cx:pt>
          <cx:pt idx="27691">59.990000000000002</cx:pt>
          <cx:pt idx="27692">59.990000000000002</cx:pt>
          <cx:pt idx="27693">59.990000000000002</cx:pt>
          <cx:pt idx="27694">59.990000000000002</cx:pt>
          <cx:pt idx="27695">59.990000000000002</cx:pt>
          <cx:pt idx="27696">59.990000000000002</cx:pt>
          <cx:pt idx="27697">59.990000000000002</cx:pt>
          <cx:pt idx="27698">59.990000000000002</cx:pt>
          <cx:pt idx="27699">59.990000000000002</cx:pt>
          <cx:pt idx="27700">59.990000000000002</cx:pt>
          <cx:pt idx="27701">59.990000000000002</cx:pt>
          <cx:pt idx="27702">59.990000000000002</cx:pt>
          <cx:pt idx="27703">59.990000000000002</cx:pt>
          <cx:pt idx="27704">59.990000000000002</cx:pt>
          <cx:pt idx="27705">59.990000000000002</cx:pt>
          <cx:pt idx="27706">59.990000000000002</cx:pt>
          <cx:pt idx="27707">59.990000000000002</cx:pt>
          <cx:pt idx="27708">59.990000000000002</cx:pt>
          <cx:pt idx="27709">59.990000000000002</cx:pt>
          <cx:pt idx="27710">59.990000000000002</cx:pt>
          <cx:pt idx="27711">59.990000000000002</cx:pt>
          <cx:pt idx="27712">59.990000000000002</cx:pt>
          <cx:pt idx="27713">59.990000000000002</cx:pt>
          <cx:pt idx="27714">59.990000000000002</cx:pt>
          <cx:pt idx="27715">59.990000000000002</cx:pt>
          <cx:pt idx="27716">59.990000000000002</cx:pt>
          <cx:pt idx="27717">59.990000000000002</cx:pt>
          <cx:pt idx="27718">59.990000000000002</cx:pt>
          <cx:pt idx="27719">59.990000000000002</cx:pt>
          <cx:pt idx="27720">59.990000000000002</cx:pt>
          <cx:pt idx="27721">59.990000000000002</cx:pt>
          <cx:pt idx="27722">59.990000000000002</cx:pt>
          <cx:pt idx="27723">59.990000000000002</cx:pt>
          <cx:pt idx="27724">59.990000000000002</cx:pt>
          <cx:pt idx="27725">59.990000000000002</cx:pt>
          <cx:pt idx="27726">59.990000000000002</cx:pt>
          <cx:pt idx="27727">59.990000000000002</cx:pt>
          <cx:pt idx="27728">59.990000000000002</cx:pt>
          <cx:pt idx="27729">59.990000000000002</cx:pt>
          <cx:pt idx="27730">59.990000000000002</cx:pt>
          <cx:pt idx="27731">59.990000000000002</cx:pt>
          <cx:pt idx="27732">59.990000000000002</cx:pt>
          <cx:pt idx="27733">59.990000000000002</cx:pt>
          <cx:pt idx="27734">59.990000000000002</cx:pt>
          <cx:pt idx="27735">59.990000000000002</cx:pt>
          <cx:pt idx="27736">59.990000000000002</cx:pt>
          <cx:pt idx="27737">59.990000000000002</cx:pt>
          <cx:pt idx="27738">59.990000000000002</cx:pt>
          <cx:pt idx="27739">59.990000000000002</cx:pt>
          <cx:pt idx="27740">59.990000000000002</cx:pt>
          <cx:pt idx="27741">59.990000000000002</cx:pt>
          <cx:pt idx="27742">59.990000000000002</cx:pt>
          <cx:pt idx="27743">59.990000000000002</cx:pt>
          <cx:pt idx="27744">59.990000000000002</cx:pt>
          <cx:pt idx="27745">59.990000000000002</cx:pt>
          <cx:pt idx="27746">59.990000000000002</cx:pt>
          <cx:pt idx="27747">59.990000000000002</cx:pt>
          <cx:pt idx="27748">59.990000000000002</cx:pt>
          <cx:pt idx="27749">59.990000000000002</cx:pt>
          <cx:pt idx="27750">59.990000000000002</cx:pt>
          <cx:pt idx="27751">59.990000000000002</cx:pt>
          <cx:pt idx="27752">59.990000000000002</cx:pt>
          <cx:pt idx="27753">59.990000000000002</cx:pt>
          <cx:pt idx="27754">59.990000000000002</cx:pt>
          <cx:pt idx="27755">59.990000000000002</cx:pt>
          <cx:pt idx="27756">59.990000000000002</cx:pt>
          <cx:pt idx="27757">59.990000000000002</cx:pt>
          <cx:pt idx="27758">59.990000000000002</cx:pt>
          <cx:pt idx="27759">59.990000000000002</cx:pt>
          <cx:pt idx="27760">59.990000000000002</cx:pt>
          <cx:pt idx="27761">59.990000000000002</cx:pt>
          <cx:pt idx="27762">59.990000000000002</cx:pt>
          <cx:pt idx="27763">59.990000000000002</cx:pt>
          <cx:pt idx="27764">59.990000000000002</cx:pt>
          <cx:pt idx="27765">59.990000000000002</cx:pt>
          <cx:pt idx="27766">59.990000000000002</cx:pt>
          <cx:pt idx="27767">59.990000000000002</cx:pt>
          <cx:pt idx="27768">59.990000000000002</cx:pt>
          <cx:pt idx="27769">59.990000000000002</cx:pt>
          <cx:pt idx="27770">59.990000000000002</cx:pt>
          <cx:pt idx="27771">59.990000000000002</cx:pt>
          <cx:pt idx="27772">59.990000000000002</cx:pt>
          <cx:pt idx="27773">59.990000000000002</cx:pt>
          <cx:pt idx="27774">59.990000000000002</cx:pt>
          <cx:pt idx="27775">59.990000000000002</cx:pt>
          <cx:pt idx="27776">59.990000000000002</cx:pt>
          <cx:pt idx="27777">59.990000000000002</cx:pt>
          <cx:pt idx="27778">59.990000000000002</cx:pt>
          <cx:pt idx="27779">59.990000000000002</cx:pt>
          <cx:pt idx="27780">59.990000000000002</cx:pt>
          <cx:pt idx="27781">59.990000000000002</cx:pt>
          <cx:pt idx="27782">59.990000000000002</cx:pt>
          <cx:pt idx="27783">59.990000000000002</cx:pt>
          <cx:pt idx="27784">59.990000000000002</cx:pt>
          <cx:pt idx="27785">59.990000000000002</cx:pt>
          <cx:pt idx="27786">59.990000000000002</cx:pt>
          <cx:pt idx="27787">59.990000000000002</cx:pt>
          <cx:pt idx="27788">59.990000000000002</cx:pt>
          <cx:pt idx="27789">59.990000000000002</cx:pt>
          <cx:pt idx="27790">59.990000000000002</cx:pt>
          <cx:pt idx="27791">59.990000000000002</cx:pt>
          <cx:pt idx="27792">59.990000000000002</cx:pt>
          <cx:pt idx="27793">59.990000000000002</cx:pt>
          <cx:pt idx="27794">59.990000000000002</cx:pt>
          <cx:pt idx="27795">59.990000000000002</cx:pt>
          <cx:pt idx="27796">59.990000000000002</cx:pt>
          <cx:pt idx="27797">59.990000000000002</cx:pt>
          <cx:pt idx="27798">59.990000000000002</cx:pt>
          <cx:pt idx="27799">59.990000000000002</cx:pt>
          <cx:pt idx="27800">59.990000000000002</cx:pt>
          <cx:pt idx="27801">59.990000000000002</cx:pt>
          <cx:pt idx="27802">59.990000000000002</cx:pt>
          <cx:pt idx="27803">59.990000000000002</cx:pt>
          <cx:pt idx="27804">59.990000000000002</cx:pt>
          <cx:pt idx="27805">59.990000000000002</cx:pt>
          <cx:pt idx="27806">59.990000000000002</cx:pt>
          <cx:pt idx="27807">59.990000000000002</cx:pt>
          <cx:pt idx="27808">59.990000000000002</cx:pt>
          <cx:pt idx="27809">59.990000000000002</cx:pt>
          <cx:pt idx="27810">59.990000000000002</cx:pt>
          <cx:pt idx="27811">59.990000000000002</cx:pt>
          <cx:pt idx="27812">59.990000000000002</cx:pt>
          <cx:pt idx="27813">59.990000000000002</cx:pt>
          <cx:pt idx="27814">59.990000000000002</cx:pt>
          <cx:pt idx="27815">59.990000000000002</cx:pt>
          <cx:pt idx="27816">59.990000000000002</cx:pt>
          <cx:pt idx="27817">59.990000000000002</cx:pt>
          <cx:pt idx="27818">59.990000000000002</cx:pt>
          <cx:pt idx="27819">59.990000000000002</cx:pt>
          <cx:pt idx="27820">59.990000000000002</cx:pt>
          <cx:pt idx="27821">59.990000000000002</cx:pt>
          <cx:pt idx="27822">59.990000000000002</cx:pt>
          <cx:pt idx="27823">59.990000000000002</cx:pt>
          <cx:pt idx="27824">59.990000000000002</cx:pt>
          <cx:pt idx="27825">59.990000000000002</cx:pt>
          <cx:pt idx="27826">59.990000000000002</cx:pt>
          <cx:pt idx="27827">59.990000000000002</cx:pt>
          <cx:pt idx="27828">59.990000000000002</cx:pt>
          <cx:pt idx="27829">59.990000000000002</cx:pt>
          <cx:pt idx="27830">59.990000000000002</cx:pt>
          <cx:pt idx="27831">59.990000000000002</cx:pt>
          <cx:pt idx="27832">59.990000000000002</cx:pt>
          <cx:pt idx="27833">59.990000000000002</cx:pt>
          <cx:pt idx="27834">59.990000000000002</cx:pt>
          <cx:pt idx="27835">59.990000000000002</cx:pt>
          <cx:pt idx="27836">59.990000000000002</cx:pt>
          <cx:pt idx="27837">59.990000000000002</cx:pt>
          <cx:pt idx="27838">59.990000000000002</cx:pt>
          <cx:pt idx="27839">59.990000000000002</cx:pt>
          <cx:pt idx="27840">59.990000000000002</cx:pt>
          <cx:pt idx="27841">59.990000000000002</cx:pt>
          <cx:pt idx="27842">59.990000000000002</cx:pt>
          <cx:pt idx="27843">59.990000000000002</cx:pt>
          <cx:pt idx="27844">59.990000000000002</cx:pt>
          <cx:pt idx="27845">59.990000000000002</cx:pt>
          <cx:pt idx="27846">59.990000000000002</cx:pt>
          <cx:pt idx="27847">59.990000000000002</cx:pt>
          <cx:pt idx="27848">59.990000000000002</cx:pt>
          <cx:pt idx="27849">59.990000000000002</cx:pt>
          <cx:pt idx="27850">59.990000000000002</cx:pt>
          <cx:pt idx="27851">59.990000000000002</cx:pt>
          <cx:pt idx="27852">59.990000000000002</cx:pt>
          <cx:pt idx="27853">59.990000000000002</cx:pt>
          <cx:pt idx="27854">59.990000000000002</cx:pt>
          <cx:pt idx="27855">59.990000000000002</cx:pt>
          <cx:pt idx="27856">59.990000000000002</cx:pt>
          <cx:pt idx="27857">59.990000000000002</cx:pt>
          <cx:pt idx="27858">59.990000000000002</cx:pt>
          <cx:pt idx="27859">59.990000000000002</cx:pt>
          <cx:pt idx="27860">59.990000000000002</cx:pt>
          <cx:pt idx="27861">59.990000000000002</cx:pt>
          <cx:pt idx="27862">59.990000000000002</cx:pt>
          <cx:pt idx="27863">59.990000000000002</cx:pt>
          <cx:pt idx="27864">59.990000000000002</cx:pt>
          <cx:pt idx="27865">59.990000000000002</cx:pt>
          <cx:pt idx="27866">59.990000000000002</cx:pt>
          <cx:pt idx="27867">59.990000000000002</cx:pt>
          <cx:pt idx="27868">59.990000000000002</cx:pt>
          <cx:pt idx="27869">59.990000000000002</cx:pt>
          <cx:pt idx="27870">59.990000000000002</cx:pt>
          <cx:pt idx="27871">59.990000000000002</cx:pt>
          <cx:pt idx="27872">59.990000000000002</cx:pt>
          <cx:pt idx="27873">59.990000000000002</cx:pt>
          <cx:pt idx="27874">59.990000000000002</cx:pt>
          <cx:pt idx="27875">59.990000000000002</cx:pt>
          <cx:pt idx="27876">59.990000000000002</cx:pt>
          <cx:pt idx="27877">59.990000000000002</cx:pt>
          <cx:pt idx="27878">59.990000000000002</cx:pt>
          <cx:pt idx="27879">59.990000000000002</cx:pt>
          <cx:pt idx="27880">59.990000000000002</cx:pt>
          <cx:pt idx="27881">59.990000000000002</cx:pt>
          <cx:pt idx="27882">59.990000000000002</cx:pt>
          <cx:pt idx="27883">59.990000000000002</cx:pt>
          <cx:pt idx="27884">59.990000000000002</cx:pt>
          <cx:pt idx="27885">59.990000000000002</cx:pt>
          <cx:pt idx="27886">59.990000000000002</cx:pt>
          <cx:pt idx="27887">59.990000000000002</cx:pt>
          <cx:pt idx="27888">59.990000000000002</cx:pt>
          <cx:pt idx="27889">59.990000000000002</cx:pt>
          <cx:pt idx="27890">59.990000000000002</cx:pt>
          <cx:pt idx="27891">59.990000000000002</cx:pt>
          <cx:pt idx="27892">59.990000000000002</cx:pt>
          <cx:pt idx="27893">59.990000000000002</cx:pt>
          <cx:pt idx="27894">59.990000000000002</cx:pt>
          <cx:pt idx="27895">59.990000000000002</cx:pt>
          <cx:pt idx="27896">59.990000000000002</cx:pt>
          <cx:pt idx="27897">59.990000000000002</cx:pt>
          <cx:pt idx="27898">59.990000000000002</cx:pt>
          <cx:pt idx="27899">59.990000000000002</cx:pt>
          <cx:pt idx="27900">59.990000000000002</cx:pt>
          <cx:pt idx="27901">59.990000000000002</cx:pt>
          <cx:pt idx="27902">59.990000000000002</cx:pt>
          <cx:pt idx="27903">59.990000000000002</cx:pt>
          <cx:pt idx="27904">59.990000000000002</cx:pt>
          <cx:pt idx="27905">59.990000000000002</cx:pt>
          <cx:pt idx="27906">59.990000000000002</cx:pt>
          <cx:pt idx="27907">59.990000000000002</cx:pt>
          <cx:pt idx="27908">59.990000000000002</cx:pt>
          <cx:pt idx="27909">59.990000000000002</cx:pt>
          <cx:pt idx="27910">59.990000000000002</cx:pt>
          <cx:pt idx="27911">59.990000000000002</cx:pt>
          <cx:pt idx="27912">59.990000000000002</cx:pt>
          <cx:pt idx="27913">59.990000000000002</cx:pt>
          <cx:pt idx="27914">59.990000000000002</cx:pt>
          <cx:pt idx="27915">59.990000000000002</cx:pt>
          <cx:pt idx="27916">59.990000000000002</cx:pt>
          <cx:pt idx="27917">59.990000000000002</cx:pt>
          <cx:pt idx="27918">59.990000000000002</cx:pt>
          <cx:pt idx="27919">59.990000000000002</cx:pt>
          <cx:pt idx="27920">59.990000000000002</cx:pt>
          <cx:pt idx="27921">59.990000000000002</cx:pt>
          <cx:pt idx="27922">59.990000000000002</cx:pt>
          <cx:pt idx="27923">59.990000000000002</cx:pt>
          <cx:pt idx="27924">59.990000000000002</cx:pt>
          <cx:pt idx="27925">59.990000000000002</cx:pt>
          <cx:pt idx="27926">59.990000000000002</cx:pt>
          <cx:pt idx="27927">59.990000000000002</cx:pt>
          <cx:pt idx="27928">59.990000000000002</cx:pt>
          <cx:pt idx="27929">59.990000000000002</cx:pt>
          <cx:pt idx="27930">59.990000000000002</cx:pt>
          <cx:pt idx="27931">59.990000000000002</cx:pt>
          <cx:pt idx="27932">59.990000000000002</cx:pt>
          <cx:pt idx="27933">59.990000000000002</cx:pt>
          <cx:pt idx="27934">59.990000000000002</cx:pt>
          <cx:pt idx="27935">59.990000000000002</cx:pt>
          <cx:pt idx="27936">59.990000000000002</cx:pt>
          <cx:pt idx="27937">59.990000000000002</cx:pt>
          <cx:pt idx="27938">59.990000000000002</cx:pt>
          <cx:pt idx="27939">59.990000000000002</cx:pt>
          <cx:pt idx="27940">59.990000000000002</cx:pt>
          <cx:pt idx="27941">59.990000000000002</cx:pt>
          <cx:pt idx="27942">59.990000000000002</cx:pt>
          <cx:pt idx="27943">59.990000000000002</cx:pt>
          <cx:pt idx="27944">59.990000000000002</cx:pt>
          <cx:pt idx="27945">59.990000000000002</cx:pt>
          <cx:pt idx="27946">59.990000000000002</cx:pt>
          <cx:pt idx="27947">59.990000000000002</cx:pt>
          <cx:pt idx="27948">59.990000000000002</cx:pt>
          <cx:pt idx="27949">59.990000000000002</cx:pt>
          <cx:pt idx="27950">59.990000000000002</cx:pt>
          <cx:pt idx="27951">59.990000000000002</cx:pt>
          <cx:pt idx="27952">59.990000000000002</cx:pt>
          <cx:pt idx="27953">59.990000000000002</cx:pt>
          <cx:pt idx="27954">59.990000000000002</cx:pt>
          <cx:pt idx="27955">59.990000000000002</cx:pt>
          <cx:pt idx="27956">59.990000000000002</cx:pt>
          <cx:pt idx="27957">59.990000000000002</cx:pt>
          <cx:pt idx="27958">59.990000000000002</cx:pt>
          <cx:pt idx="27959">59.990000000000002</cx:pt>
          <cx:pt idx="27960">59.990000000000002</cx:pt>
          <cx:pt idx="27961">59.990000000000002</cx:pt>
          <cx:pt idx="27962">59.990000000000002</cx:pt>
          <cx:pt idx="27963">59.990000000000002</cx:pt>
          <cx:pt idx="27964">59.990000000000002</cx:pt>
          <cx:pt idx="27965">59.990000000000002</cx:pt>
          <cx:pt idx="27966">59.990000000000002</cx:pt>
          <cx:pt idx="27967">59.990000000000002</cx:pt>
          <cx:pt idx="27968">59.990000000000002</cx:pt>
          <cx:pt idx="27969">59.990000000000002</cx:pt>
          <cx:pt idx="27970">59.990000000000002</cx:pt>
          <cx:pt idx="27971">59.990000000000002</cx:pt>
          <cx:pt idx="27972">59.990000000000002</cx:pt>
          <cx:pt idx="27973">59.990000000000002</cx:pt>
          <cx:pt idx="27974">59.990000000000002</cx:pt>
          <cx:pt idx="27975">59.990000000000002</cx:pt>
          <cx:pt idx="27976">59.990000000000002</cx:pt>
          <cx:pt idx="27977">59.990000000000002</cx:pt>
          <cx:pt idx="27978">59.990000000000002</cx:pt>
          <cx:pt idx="27979">59.990000000000002</cx:pt>
          <cx:pt idx="27980">59.990000000000002</cx:pt>
          <cx:pt idx="27981">59.990000000000002</cx:pt>
          <cx:pt idx="27982">59.990000000000002</cx:pt>
          <cx:pt idx="27983">59.990000000000002</cx:pt>
          <cx:pt idx="27984">59.990000000000002</cx:pt>
          <cx:pt idx="27985">59.990000000000002</cx:pt>
          <cx:pt idx="27986">59.990000000000002</cx:pt>
          <cx:pt idx="27987">59.990000000000002</cx:pt>
          <cx:pt idx="27988">59.990000000000002</cx:pt>
          <cx:pt idx="27989">59.990000000000002</cx:pt>
          <cx:pt idx="27990">59.990000000000002</cx:pt>
          <cx:pt idx="27991">59.990000000000002</cx:pt>
          <cx:pt idx="27992">59.990000000000002</cx:pt>
          <cx:pt idx="27993">59.990000000000002</cx:pt>
          <cx:pt idx="27994">59.990000000000002</cx:pt>
          <cx:pt idx="27995">59.990000000000002</cx:pt>
          <cx:pt idx="27996">59.990000000000002</cx:pt>
          <cx:pt idx="27997">59.990000000000002</cx:pt>
          <cx:pt idx="27998">59.990000000000002</cx:pt>
          <cx:pt idx="27999">59.990000000000002</cx:pt>
          <cx:pt idx="28000">59.990000000000002</cx:pt>
          <cx:pt idx="28001">59.990000000000002</cx:pt>
          <cx:pt idx="28002">59.990000000000002</cx:pt>
          <cx:pt idx="28003">59.990000000000002</cx:pt>
          <cx:pt idx="28004">59.990000000000002</cx:pt>
          <cx:pt idx="28005">59.990000000000002</cx:pt>
          <cx:pt idx="28006">59.990000000000002</cx:pt>
          <cx:pt idx="28007">59.990000000000002</cx:pt>
          <cx:pt idx="28008">59.990000000000002</cx:pt>
          <cx:pt idx="28009">59.990000000000002</cx:pt>
          <cx:pt idx="28010">59.990000000000002</cx:pt>
          <cx:pt idx="28011">59.990000000000002</cx:pt>
          <cx:pt idx="28012">59.990000000000002</cx:pt>
          <cx:pt idx="28013">59.990000000000002</cx:pt>
          <cx:pt idx="28014">59.990000000000002</cx:pt>
          <cx:pt idx="28015">59.990000000000002</cx:pt>
          <cx:pt idx="28016">59.990000000000002</cx:pt>
          <cx:pt idx="28017">59.990000000000002</cx:pt>
          <cx:pt idx="28018">59.990000000000002</cx:pt>
          <cx:pt idx="28019">59.990000000000002</cx:pt>
          <cx:pt idx="28020">59.990000000000002</cx:pt>
          <cx:pt idx="28021">59.990000000000002</cx:pt>
          <cx:pt idx="28022">59.990000000000002</cx:pt>
          <cx:pt idx="28023">59.990000000000002</cx:pt>
          <cx:pt idx="28024">59.990000000000002</cx:pt>
          <cx:pt idx="28025">59.990000000000002</cx:pt>
          <cx:pt idx="28026">59.990000000000002</cx:pt>
          <cx:pt idx="28027">59.990000000000002</cx:pt>
          <cx:pt idx="28028">59.990000000000002</cx:pt>
          <cx:pt idx="28029">59.990000000000002</cx:pt>
          <cx:pt idx="28030">59.990000000000002</cx:pt>
          <cx:pt idx="28031">59.990000000000002</cx:pt>
          <cx:pt idx="28032">59.990000000000002</cx:pt>
          <cx:pt idx="28033">59.990000000000002</cx:pt>
          <cx:pt idx="28034">59.990000000000002</cx:pt>
          <cx:pt idx="28035">59.990000000000002</cx:pt>
          <cx:pt idx="28036">59.990000000000002</cx:pt>
          <cx:pt idx="28037">59.990000000000002</cx:pt>
          <cx:pt idx="28038">59.990000000000002</cx:pt>
          <cx:pt idx="28039">59.990000000000002</cx:pt>
          <cx:pt idx="28040">59.990000000000002</cx:pt>
          <cx:pt idx="28041">59.990000000000002</cx:pt>
          <cx:pt idx="28042">59.990000000000002</cx:pt>
          <cx:pt idx="28043">59.990000000000002</cx:pt>
          <cx:pt idx="28044">59.990000000000002</cx:pt>
          <cx:pt idx="28045">59.990000000000002</cx:pt>
          <cx:pt idx="28046">59.990000000000002</cx:pt>
          <cx:pt idx="28047">59.990000000000002</cx:pt>
          <cx:pt idx="28048">59.990000000000002</cx:pt>
          <cx:pt idx="28049">59.990000000000002</cx:pt>
          <cx:pt idx="28050">59.990000000000002</cx:pt>
          <cx:pt idx="28051">59.990000000000002</cx:pt>
          <cx:pt idx="28052">59.990000000000002</cx:pt>
          <cx:pt idx="28053">59.990000000000002</cx:pt>
          <cx:pt idx="28054">59.990000000000002</cx:pt>
          <cx:pt idx="28055">59.990000000000002</cx:pt>
          <cx:pt idx="28056">59.990000000000002</cx:pt>
          <cx:pt idx="28057">59.990000000000002</cx:pt>
          <cx:pt idx="28058">59.990000000000002</cx:pt>
          <cx:pt idx="28059">59.990000000000002</cx:pt>
          <cx:pt idx="28060">59.990000000000002</cx:pt>
          <cx:pt idx="28061">59.990000000000002</cx:pt>
          <cx:pt idx="28062">59.990000000000002</cx:pt>
          <cx:pt idx="28063">59.990000000000002</cx:pt>
          <cx:pt idx="28064">59.990000000000002</cx:pt>
          <cx:pt idx="28065">59.990000000000002</cx:pt>
          <cx:pt idx="28066">59.990000000000002</cx:pt>
          <cx:pt idx="28067">59.990000000000002</cx:pt>
          <cx:pt idx="28068">59.990000000000002</cx:pt>
          <cx:pt idx="28069">59.990000000000002</cx:pt>
          <cx:pt idx="28070">59.990000000000002</cx:pt>
          <cx:pt idx="28071">59.990000000000002</cx:pt>
          <cx:pt idx="28072">59.990000000000002</cx:pt>
          <cx:pt idx="28073">59.990000000000002</cx:pt>
          <cx:pt idx="28074">59.990000000000002</cx:pt>
          <cx:pt idx="28075">59.990000000000002</cx:pt>
          <cx:pt idx="28076">59.990000000000002</cx:pt>
          <cx:pt idx="28077">59.990000000000002</cx:pt>
          <cx:pt idx="28078">59.990000000000002</cx:pt>
          <cx:pt idx="28079">59.990000000000002</cx:pt>
          <cx:pt idx="28080">59.990000000000002</cx:pt>
          <cx:pt idx="28081">59.990000000000002</cx:pt>
          <cx:pt idx="28082">59.990000000000002</cx:pt>
          <cx:pt idx="28083">59.990000000000002</cx:pt>
          <cx:pt idx="28084">59.990000000000002</cx:pt>
          <cx:pt idx="28085">59.990000000000002</cx:pt>
          <cx:pt idx="28086">59.990000000000002</cx:pt>
          <cx:pt idx="28087">59.990000000000002</cx:pt>
          <cx:pt idx="28088">59.990000000000002</cx:pt>
          <cx:pt idx="28089">59.990000000000002</cx:pt>
          <cx:pt idx="28090">59.990000000000002</cx:pt>
          <cx:pt idx="28091">59.990000000000002</cx:pt>
          <cx:pt idx="28092">59.990000000000002</cx:pt>
          <cx:pt idx="28093">59.990000000000002</cx:pt>
          <cx:pt idx="28094">59.990000000000002</cx:pt>
          <cx:pt idx="28095">59.990000000000002</cx:pt>
          <cx:pt idx="28096">59.990000000000002</cx:pt>
          <cx:pt idx="28097">59.990000000000002</cx:pt>
          <cx:pt idx="28098">59.990000000000002</cx:pt>
          <cx:pt idx="28099">59.990000000000002</cx:pt>
          <cx:pt idx="28100">59.990000000000002</cx:pt>
          <cx:pt idx="28101">59.990000000000002</cx:pt>
          <cx:pt idx="28102">59.990000000000002</cx:pt>
          <cx:pt idx="28103">59.990000000000002</cx:pt>
          <cx:pt idx="28104">59.990000000000002</cx:pt>
          <cx:pt idx="28105">59.990000000000002</cx:pt>
          <cx:pt idx="28106">59.990000000000002</cx:pt>
          <cx:pt idx="28107">59.990000000000002</cx:pt>
          <cx:pt idx="28108">59.990000000000002</cx:pt>
          <cx:pt idx="28109">59.990000000000002</cx:pt>
          <cx:pt idx="28110">59.990000000000002</cx:pt>
          <cx:pt idx="28111">59.990000000000002</cx:pt>
          <cx:pt idx="28112">59.990000000000002</cx:pt>
          <cx:pt idx="28113">59.990000000000002</cx:pt>
          <cx:pt idx="28114">59.990000000000002</cx:pt>
          <cx:pt idx="28115">59.990000000000002</cx:pt>
          <cx:pt idx="28116">59.990000000000002</cx:pt>
          <cx:pt idx="28117">59.990000000000002</cx:pt>
          <cx:pt idx="28118">59.990000000000002</cx:pt>
          <cx:pt idx="28119">59.990000000000002</cx:pt>
          <cx:pt idx="28120">59.990000000000002</cx:pt>
          <cx:pt idx="28121">59.990000000000002</cx:pt>
          <cx:pt idx="28122">59.990000000000002</cx:pt>
          <cx:pt idx="28123">59.990000000000002</cx:pt>
          <cx:pt idx="28124">59.990000000000002</cx:pt>
          <cx:pt idx="28125">59.990000000000002</cx:pt>
          <cx:pt idx="28126">59.990000000000002</cx:pt>
          <cx:pt idx="28127">59.990000000000002</cx:pt>
          <cx:pt idx="28128">59.990000000000002</cx:pt>
          <cx:pt idx="28129">59.990000000000002</cx:pt>
          <cx:pt idx="28130">59.990000000000002</cx:pt>
          <cx:pt idx="28131">59.990000000000002</cx:pt>
          <cx:pt idx="28132">59.990000000000002</cx:pt>
          <cx:pt idx="28133">59.990000000000002</cx:pt>
          <cx:pt idx="28134">59.990000000000002</cx:pt>
          <cx:pt idx="28135">59.990000000000002</cx:pt>
          <cx:pt idx="28136">59.990000000000002</cx:pt>
          <cx:pt idx="28137">59.990000000000002</cx:pt>
          <cx:pt idx="28138">59.990000000000002</cx:pt>
          <cx:pt idx="28139">59.990000000000002</cx:pt>
          <cx:pt idx="28140">59.990000000000002</cx:pt>
          <cx:pt idx="28141">59.990000000000002</cx:pt>
          <cx:pt idx="28142">59.990000000000002</cx:pt>
          <cx:pt idx="28143">59.990000000000002</cx:pt>
          <cx:pt idx="28144">59.990000000000002</cx:pt>
          <cx:pt idx="28145">59.990000000000002</cx:pt>
          <cx:pt idx="28146">59.990000000000002</cx:pt>
          <cx:pt idx="28147">59.990000000000002</cx:pt>
          <cx:pt idx="28148">59.990000000000002</cx:pt>
          <cx:pt idx="28149">59.990000000000002</cx:pt>
          <cx:pt idx="28150">59.990000000000002</cx:pt>
          <cx:pt idx="28151">59.990000000000002</cx:pt>
          <cx:pt idx="28152">59.990000000000002</cx:pt>
          <cx:pt idx="28153">59.990000000000002</cx:pt>
          <cx:pt idx="28154">59.990000000000002</cx:pt>
          <cx:pt idx="28155">59.990000000000002</cx:pt>
          <cx:pt idx="28156">59.990000000000002</cx:pt>
          <cx:pt idx="28157">59.990000000000002</cx:pt>
          <cx:pt idx="28158">59.990000000000002</cx:pt>
          <cx:pt idx="28159">59.990000000000002</cx:pt>
          <cx:pt idx="28160">59.990000000000002</cx:pt>
          <cx:pt idx="28161">59.990000000000002</cx:pt>
          <cx:pt idx="28162">59.990000000000002</cx:pt>
          <cx:pt idx="28163">59.990000000000002</cx:pt>
          <cx:pt idx="28164">59.990000000000002</cx:pt>
          <cx:pt idx="28165">59.990000000000002</cx:pt>
          <cx:pt idx="28166">59.990000000000002</cx:pt>
          <cx:pt idx="28167">59.990000000000002</cx:pt>
          <cx:pt idx="28168">59.990000000000002</cx:pt>
          <cx:pt idx="28169">59.990000000000002</cx:pt>
          <cx:pt idx="28170">59.990000000000002</cx:pt>
          <cx:pt idx="28171">59.990000000000002</cx:pt>
          <cx:pt idx="28172">59.990000000000002</cx:pt>
          <cx:pt idx="28173">59.990000000000002</cx:pt>
          <cx:pt idx="28174">59.990000000000002</cx:pt>
          <cx:pt idx="28175">59.990000000000002</cx:pt>
          <cx:pt idx="28176">59.990000000000002</cx:pt>
          <cx:pt idx="28177">59.990000000000002</cx:pt>
          <cx:pt idx="28178">59.990000000000002</cx:pt>
          <cx:pt idx="28179">59.990000000000002</cx:pt>
          <cx:pt idx="28180">59.990000000000002</cx:pt>
          <cx:pt idx="28181">59.990000000000002</cx:pt>
          <cx:pt idx="28182">59.990000000000002</cx:pt>
          <cx:pt idx="28183">59.990000000000002</cx:pt>
          <cx:pt idx="28184">59.990000000000002</cx:pt>
          <cx:pt idx="28185">59.990000000000002</cx:pt>
          <cx:pt idx="28186">59.990000000000002</cx:pt>
          <cx:pt idx="28187">59.990000000000002</cx:pt>
          <cx:pt idx="28188">59.990000000000002</cx:pt>
          <cx:pt idx="28189">59.990000000000002</cx:pt>
          <cx:pt idx="28190">59.990000000000002</cx:pt>
          <cx:pt idx="28191">59.990000000000002</cx:pt>
          <cx:pt idx="28192">59.990000000000002</cx:pt>
          <cx:pt idx="28193">59.990000000000002</cx:pt>
          <cx:pt idx="28194">59.990000000000002</cx:pt>
          <cx:pt idx="28195">59.990000000000002</cx:pt>
          <cx:pt idx="28196">59.990000000000002</cx:pt>
          <cx:pt idx="28197">59.990000000000002</cx:pt>
          <cx:pt idx="28198">59.990000000000002</cx:pt>
          <cx:pt idx="28199">59.990000000000002</cx:pt>
          <cx:pt idx="28200">59.990000000000002</cx:pt>
          <cx:pt idx="28201">59.990000000000002</cx:pt>
          <cx:pt idx="28202">59.990000000000002</cx:pt>
          <cx:pt idx="28203">59.990000000000002</cx:pt>
          <cx:pt idx="28204">59.990000000000002</cx:pt>
          <cx:pt idx="28205">59.990000000000002</cx:pt>
          <cx:pt idx="28206">59.990000000000002</cx:pt>
          <cx:pt idx="28207">59.990000000000002</cx:pt>
          <cx:pt idx="28208">59.990000000000002</cx:pt>
          <cx:pt idx="28209">59.990000000000002</cx:pt>
          <cx:pt idx="28210">59.990000000000002</cx:pt>
          <cx:pt idx="28211">59.990000000000002</cx:pt>
          <cx:pt idx="28212">59.990000000000002</cx:pt>
          <cx:pt idx="28213">59.990000000000002</cx:pt>
          <cx:pt idx="28214">59.990000000000002</cx:pt>
          <cx:pt idx="28215">59.990000000000002</cx:pt>
          <cx:pt idx="28216">59.990000000000002</cx:pt>
          <cx:pt idx="28217">59.990000000000002</cx:pt>
          <cx:pt idx="28218">59.990000000000002</cx:pt>
          <cx:pt idx="28219">59.990000000000002</cx:pt>
          <cx:pt idx="28220">59.990000000000002</cx:pt>
          <cx:pt idx="28221">59.990000000000002</cx:pt>
          <cx:pt idx="28222">59.990000000000002</cx:pt>
          <cx:pt idx="28223">59.990000000000002</cx:pt>
          <cx:pt idx="28224">59.990000000000002</cx:pt>
          <cx:pt idx="28225">59.990000000000002</cx:pt>
          <cx:pt idx="28226">59.990000000000002</cx:pt>
          <cx:pt idx="28227">59.990000000000002</cx:pt>
          <cx:pt idx="28228">59.990000000000002</cx:pt>
          <cx:pt idx="28229">59.990000000000002</cx:pt>
          <cx:pt idx="28230">59.990000000000002</cx:pt>
          <cx:pt idx="28231">59.990000000000002</cx:pt>
          <cx:pt idx="28232">59.990000000000002</cx:pt>
          <cx:pt idx="28233">59.990000000000002</cx:pt>
          <cx:pt idx="28234">59.990000000000002</cx:pt>
          <cx:pt idx="28235">59.990000000000002</cx:pt>
          <cx:pt idx="28236">59.990000000000002</cx:pt>
          <cx:pt idx="28237">59.990000000000002</cx:pt>
          <cx:pt idx="28238">59.990000000000002</cx:pt>
          <cx:pt idx="28239">59.990000000000002</cx:pt>
          <cx:pt idx="28240">59.990000000000002</cx:pt>
          <cx:pt idx="28241">59.990000000000002</cx:pt>
          <cx:pt idx="28242">59.990000000000002</cx:pt>
          <cx:pt idx="28243">59.990000000000002</cx:pt>
          <cx:pt idx="28244">59.990000000000002</cx:pt>
          <cx:pt idx="28245">59.990000000000002</cx:pt>
          <cx:pt idx="28246">59.990000000000002</cx:pt>
          <cx:pt idx="28247">59.990000000000002</cx:pt>
          <cx:pt idx="28248">59.990000000000002</cx:pt>
          <cx:pt idx="28249">59.990000000000002</cx:pt>
          <cx:pt idx="28250">59.990000000000002</cx:pt>
          <cx:pt idx="28251">59.990000000000002</cx:pt>
          <cx:pt idx="28252">59.990000000000002</cx:pt>
          <cx:pt idx="28253">59.990000000000002</cx:pt>
          <cx:pt idx="28254">59.990000000000002</cx:pt>
          <cx:pt idx="28255">59.990000000000002</cx:pt>
          <cx:pt idx="28256">59.990000000000002</cx:pt>
          <cx:pt idx="28257">59.990000000000002</cx:pt>
          <cx:pt idx="28258">59.990000000000002</cx:pt>
          <cx:pt idx="28259">59.990000000000002</cx:pt>
          <cx:pt idx="28260">59.990000000000002</cx:pt>
          <cx:pt idx="28261">59.990000000000002</cx:pt>
          <cx:pt idx="28262">59.990000000000002</cx:pt>
          <cx:pt idx="28263">59.990000000000002</cx:pt>
          <cx:pt idx="28264">59.990000000000002</cx:pt>
          <cx:pt idx="28265">59.990000000000002</cx:pt>
          <cx:pt idx="28266">59.990000000000002</cx:pt>
          <cx:pt idx="28267">59.990000000000002</cx:pt>
          <cx:pt idx="28268">59.990000000000002</cx:pt>
          <cx:pt idx="28269">59.990000000000002</cx:pt>
          <cx:pt idx="28270">59.990000000000002</cx:pt>
          <cx:pt idx="28271">59.990000000000002</cx:pt>
          <cx:pt idx="28272">59.990000000000002</cx:pt>
          <cx:pt idx="28273">59.990000000000002</cx:pt>
          <cx:pt idx="28274">59.990000000000002</cx:pt>
          <cx:pt idx="28275">59.990000000000002</cx:pt>
          <cx:pt idx="28276">59.990000000000002</cx:pt>
          <cx:pt idx="28277">59.990000000000002</cx:pt>
          <cx:pt idx="28278">59.990000000000002</cx:pt>
          <cx:pt idx="28279">59.990000000000002</cx:pt>
          <cx:pt idx="28280">59.990000000000002</cx:pt>
          <cx:pt idx="28281">59.990000000000002</cx:pt>
          <cx:pt idx="28282">59.990000000000002</cx:pt>
          <cx:pt idx="28283">59.990000000000002</cx:pt>
          <cx:pt idx="28284">59.990000000000002</cx:pt>
          <cx:pt idx="28285">59.990000000000002</cx:pt>
          <cx:pt idx="28286">59.990000000000002</cx:pt>
          <cx:pt idx="28287">59.990000000000002</cx:pt>
          <cx:pt idx="28288">59.990000000000002</cx:pt>
          <cx:pt idx="28289">59.990000000000002</cx:pt>
          <cx:pt idx="28290">59.990000000000002</cx:pt>
          <cx:pt idx="28291">59.990000000000002</cx:pt>
          <cx:pt idx="28292">59.990000000000002</cx:pt>
          <cx:pt idx="28293">59.990000000000002</cx:pt>
          <cx:pt idx="28294">59.990000000000002</cx:pt>
          <cx:pt idx="28295">59.990000000000002</cx:pt>
          <cx:pt idx="28296">59.990000000000002</cx:pt>
          <cx:pt idx="28297">59.990000000000002</cx:pt>
          <cx:pt idx="28298">59.990000000000002</cx:pt>
          <cx:pt idx="28299">59.990000000000002</cx:pt>
          <cx:pt idx="28300">59.990000000000002</cx:pt>
          <cx:pt idx="28301">59.990000000000002</cx:pt>
          <cx:pt idx="28302">59.990000000000002</cx:pt>
          <cx:pt idx="28303">59.990000000000002</cx:pt>
          <cx:pt idx="28304">59.990000000000002</cx:pt>
          <cx:pt idx="28305">59.990000000000002</cx:pt>
          <cx:pt idx="28306">59.990000000000002</cx:pt>
          <cx:pt idx="28307">59.990000000000002</cx:pt>
          <cx:pt idx="28308">59.990000000000002</cx:pt>
          <cx:pt idx="28309">59.990000000000002</cx:pt>
          <cx:pt idx="28310">59.990000000000002</cx:pt>
          <cx:pt idx="28311">59.990000000000002</cx:pt>
          <cx:pt idx="28312">59.990000000000002</cx:pt>
          <cx:pt idx="28313">59.990000000000002</cx:pt>
          <cx:pt idx="28314">59.990000000000002</cx:pt>
          <cx:pt idx="28315">59.990000000000002</cx:pt>
          <cx:pt idx="28316">59.990000000000002</cx:pt>
          <cx:pt idx="28317">59.990000000000002</cx:pt>
          <cx:pt idx="28318">59.990000000000002</cx:pt>
          <cx:pt idx="28319">59.990000000000002</cx:pt>
          <cx:pt idx="28320">59.990000000000002</cx:pt>
          <cx:pt idx="28321">59.990000000000002</cx:pt>
          <cx:pt idx="28322">59.990000000000002</cx:pt>
          <cx:pt idx="28323">59.990000000000002</cx:pt>
          <cx:pt idx="28324">59.990000000000002</cx:pt>
          <cx:pt idx="28325">59.990000000000002</cx:pt>
          <cx:pt idx="28326">59.990000000000002</cx:pt>
          <cx:pt idx="28327">59.990000000000002</cx:pt>
          <cx:pt idx="28328">59.990000000000002</cx:pt>
          <cx:pt idx="28329">59.990000000000002</cx:pt>
          <cx:pt idx="28330">59.990000000000002</cx:pt>
          <cx:pt idx="28331">59.990000000000002</cx:pt>
          <cx:pt idx="28332">59.990000000000002</cx:pt>
          <cx:pt idx="28333">59.990000000000002</cx:pt>
          <cx:pt idx="28334">59.990000000000002</cx:pt>
          <cx:pt idx="28335">59.990000000000002</cx:pt>
          <cx:pt idx="28336">59.990000000000002</cx:pt>
          <cx:pt idx="28337">59.990000000000002</cx:pt>
          <cx:pt idx="28338">59.990000000000002</cx:pt>
          <cx:pt idx="28339">59.990000000000002</cx:pt>
          <cx:pt idx="28340">59.990000000000002</cx:pt>
          <cx:pt idx="28341">59.990000000000002</cx:pt>
          <cx:pt idx="28342">59.990000000000002</cx:pt>
          <cx:pt idx="28343">59.990000000000002</cx:pt>
          <cx:pt idx="28344">59.990000000000002</cx:pt>
          <cx:pt idx="28345">59.990000000000002</cx:pt>
          <cx:pt idx="28346">59.990000000000002</cx:pt>
          <cx:pt idx="28347">59.990000000000002</cx:pt>
          <cx:pt idx="28348">59.990000000000002</cx:pt>
          <cx:pt idx="28349">59.990000000000002</cx:pt>
          <cx:pt idx="28350">59.990000000000002</cx:pt>
          <cx:pt idx="28351">59.990000000000002</cx:pt>
          <cx:pt idx="28352">59.990000000000002</cx:pt>
          <cx:pt idx="28353">59.990000000000002</cx:pt>
          <cx:pt idx="28354">59.990000000000002</cx:pt>
          <cx:pt idx="28355">59.990000000000002</cx:pt>
          <cx:pt idx="28356">59.990000000000002</cx:pt>
          <cx:pt idx="28357">59.990000000000002</cx:pt>
          <cx:pt idx="28358">59.990000000000002</cx:pt>
          <cx:pt idx="28359">59.990000000000002</cx:pt>
          <cx:pt idx="28360">59.990000000000002</cx:pt>
          <cx:pt idx="28361">59.990000000000002</cx:pt>
          <cx:pt idx="28362">59.990000000000002</cx:pt>
          <cx:pt idx="28363">59.990000000000002</cx:pt>
          <cx:pt idx="28364">59.990000000000002</cx:pt>
          <cx:pt idx="28365">59.990000000000002</cx:pt>
          <cx:pt idx="28366">59.990000000000002</cx:pt>
          <cx:pt idx="28367">59.990000000000002</cx:pt>
          <cx:pt idx="28368">59.990000000000002</cx:pt>
          <cx:pt idx="28369">59.990000000000002</cx:pt>
          <cx:pt idx="28370">59.990000000000002</cx:pt>
          <cx:pt idx="28371">59.990000000000002</cx:pt>
          <cx:pt idx="28372">59.990000000000002</cx:pt>
          <cx:pt idx="28373">59.990000000000002</cx:pt>
          <cx:pt idx="28374">59.990000000000002</cx:pt>
          <cx:pt idx="28375">59.990000000000002</cx:pt>
          <cx:pt idx="28376">59.990000000000002</cx:pt>
          <cx:pt idx="28377">59.990000000000002</cx:pt>
          <cx:pt idx="28378">59.990000000000002</cx:pt>
          <cx:pt idx="28379">59.990000000000002</cx:pt>
          <cx:pt idx="28380">59.990000000000002</cx:pt>
          <cx:pt idx="28381">59.990000000000002</cx:pt>
          <cx:pt idx="28382">59.990000000000002</cx:pt>
          <cx:pt idx="28383">59.990000000000002</cx:pt>
          <cx:pt idx="28384">59.990000000000002</cx:pt>
          <cx:pt idx="28385">59.990000000000002</cx:pt>
          <cx:pt idx="28386">59.990000000000002</cx:pt>
          <cx:pt idx="28387">59.990000000000002</cx:pt>
          <cx:pt idx="28388">59.990000000000002</cx:pt>
          <cx:pt idx="28389">59.990000000000002</cx:pt>
          <cx:pt idx="28390">59.990000000000002</cx:pt>
          <cx:pt idx="28391">59.990000000000002</cx:pt>
          <cx:pt idx="28392">59.990000000000002</cx:pt>
          <cx:pt idx="28393">59.990000000000002</cx:pt>
          <cx:pt idx="28394">59.990000000000002</cx:pt>
          <cx:pt idx="28395">59.990000000000002</cx:pt>
          <cx:pt idx="28396">59.990000000000002</cx:pt>
          <cx:pt idx="28397">59.990000000000002</cx:pt>
          <cx:pt idx="28398">59.990000000000002</cx:pt>
          <cx:pt idx="28399">59.990000000000002</cx:pt>
          <cx:pt idx="28400">59.990000000000002</cx:pt>
          <cx:pt idx="28401">59.990000000000002</cx:pt>
          <cx:pt idx="28402">59.990000000000002</cx:pt>
          <cx:pt idx="28403">59.990000000000002</cx:pt>
          <cx:pt idx="28404">59.990000000000002</cx:pt>
          <cx:pt idx="28405">59.990000000000002</cx:pt>
          <cx:pt idx="28406">59.990000000000002</cx:pt>
          <cx:pt idx="28407">59.990000000000002</cx:pt>
          <cx:pt idx="28408">59.990000000000002</cx:pt>
          <cx:pt idx="28409">59.990000000000002</cx:pt>
          <cx:pt idx="28410">59.990000000000002</cx:pt>
          <cx:pt idx="28411">59.990000000000002</cx:pt>
          <cx:pt idx="28412">59.990000000000002</cx:pt>
          <cx:pt idx="28413">59.990000000000002</cx:pt>
          <cx:pt idx="28414">59.990000000000002</cx:pt>
          <cx:pt idx="28415">59.990000000000002</cx:pt>
          <cx:pt idx="28416">59.990000000000002</cx:pt>
          <cx:pt idx="28417">59.990000000000002</cx:pt>
          <cx:pt idx="28418">59.990000000000002</cx:pt>
          <cx:pt idx="28419">59.990000000000002</cx:pt>
          <cx:pt idx="28420">59.990000000000002</cx:pt>
          <cx:pt idx="28421">59.990000000000002</cx:pt>
          <cx:pt idx="28422">59.990000000000002</cx:pt>
          <cx:pt idx="28423">59.990000000000002</cx:pt>
          <cx:pt idx="28424">59.990000000000002</cx:pt>
          <cx:pt idx="28425">59.990000000000002</cx:pt>
          <cx:pt idx="28426">59.990000000000002</cx:pt>
          <cx:pt idx="28427">59.990000000000002</cx:pt>
          <cx:pt idx="28428">59.990000000000002</cx:pt>
          <cx:pt idx="28429">59.990000000000002</cx:pt>
          <cx:pt idx="28430">59.990000000000002</cx:pt>
          <cx:pt idx="28431">59.990000000000002</cx:pt>
          <cx:pt idx="28432">59.990000000000002</cx:pt>
          <cx:pt idx="28433">59.990000000000002</cx:pt>
          <cx:pt idx="28434">59.990000000000002</cx:pt>
          <cx:pt idx="28435">59.990000000000002</cx:pt>
          <cx:pt idx="28436">59.990000000000002</cx:pt>
          <cx:pt idx="28437">59.990000000000002</cx:pt>
          <cx:pt idx="28438">59.990000000000002</cx:pt>
          <cx:pt idx="28439">59.990000000000002</cx:pt>
          <cx:pt idx="28440">59.990000000000002</cx:pt>
          <cx:pt idx="28441">59.990000000000002</cx:pt>
          <cx:pt idx="28442">59.990000000000002</cx:pt>
          <cx:pt idx="28443">59.990000000000002</cx:pt>
          <cx:pt idx="28444">59.990000000000002</cx:pt>
          <cx:pt idx="28445">59.990000000000002</cx:pt>
          <cx:pt idx="28446">59.990000000000002</cx:pt>
          <cx:pt idx="28447">59.990000000000002</cx:pt>
          <cx:pt idx="28448">59.990000000000002</cx:pt>
          <cx:pt idx="28449">59.990000000000002</cx:pt>
          <cx:pt idx="28450">59.990000000000002</cx:pt>
          <cx:pt idx="28451">59.990000000000002</cx:pt>
          <cx:pt idx="28452">59.990000000000002</cx:pt>
          <cx:pt idx="28453">59.990000000000002</cx:pt>
          <cx:pt idx="28454">59.990000000000002</cx:pt>
          <cx:pt idx="28455">59.990000000000002</cx:pt>
          <cx:pt idx="28456">59.990000000000002</cx:pt>
          <cx:pt idx="28457">59.990000000000002</cx:pt>
          <cx:pt idx="28458">59.990000000000002</cx:pt>
          <cx:pt idx="28459">59.990000000000002</cx:pt>
          <cx:pt idx="28460">59.990000000000002</cx:pt>
          <cx:pt idx="28461">59.990000000000002</cx:pt>
          <cx:pt idx="28462">59.990000000000002</cx:pt>
          <cx:pt idx="28463">59.990000000000002</cx:pt>
          <cx:pt idx="28464">59.990000000000002</cx:pt>
          <cx:pt idx="28465">59.990000000000002</cx:pt>
          <cx:pt idx="28466">59.990000000000002</cx:pt>
          <cx:pt idx="28467">59.990000000000002</cx:pt>
          <cx:pt idx="28468">59.990000000000002</cx:pt>
          <cx:pt idx="28469">59.990000000000002</cx:pt>
          <cx:pt idx="28470">59.990000000000002</cx:pt>
          <cx:pt idx="28471">59.990000000000002</cx:pt>
          <cx:pt idx="28472">59.990000000000002</cx:pt>
          <cx:pt idx="28473">59.990000000000002</cx:pt>
          <cx:pt idx="28474">59.990000000000002</cx:pt>
          <cx:pt idx="28475">59.990000000000002</cx:pt>
          <cx:pt idx="28476">59.990000000000002</cx:pt>
          <cx:pt idx="28477">59.990000000000002</cx:pt>
          <cx:pt idx="28478">59.990000000000002</cx:pt>
          <cx:pt idx="28479">59.990000000000002</cx:pt>
          <cx:pt idx="28480">59.990000000000002</cx:pt>
          <cx:pt idx="28481">59.990000000000002</cx:pt>
          <cx:pt idx="28482">59.990000000000002</cx:pt>
          <cx:pt idx="28483">59.990000000000002</cx:pt>
          <cx:pt idx="28484">59.990000000000002</cx:pt>
          <cx:pt idx="28485">59.990000000000002</cx:pt>
          <cx:pt idx="28486">59.990000000000002</cx:pt>
          <cx:pt idx="28487">59.990000000000002</cx:pt>
          <cx:pt idx="28488">59.990000000000002</cx:pt>
          <cx:pt idx="28489">59.990000000000002</cx:pt>
          <cx:pt idx="28490">59.990000000000002</cx:pt>
          <cx:pt idx="28491">59.990000000000002</cx:pt>
          <cx:pt idx="28492">59.990000000000002</cx:pt>
          <cx:pt idx="28493">59.990000000000002</cx:pt>
          <cx:pt idx="28494">59.990000000000002</cx:pt>
          <cx:pt idx="28495">59.990000000000002</cx:pt>
          <cx:pt idx="28496">59.990000000000002</cx:pt>
          <cx:pt idx="28497">59.990000000000002</cx:pt>
          <cx:pt idx="28498">59.990000000000002</cx:pt>
          <cx:pt idx="28499">59.990000000000002</cx:pt>
          <cx:pt idx="28500">59.990000000000002</cx:pt>
          <cx:pt idx="28501">59.990000000000002</cx:pt>
          <cx:pt idx="28502">59.990000000000002</cx:pt>
          <cx:pt idx="28503">59.990000000000002</cx:pt>
          <cx:pt idx="28504">59.990000000000002</cx:pt>
          <cx:pt idx="28505">59.990000000000002</cx:pt>
          <cx:pt idx="28506">59.990000000000002</cx:pt>
          <cx:pt idx="28507">59.990000000000002</cx:pt>
          <cx:pt idx="28508">59.990000000000002</cx:pt>
          <cx:pt idx="28509">59.990000000000002</cx:pt>
          <cx:pt idx="28510">59.990000000000002</cx:pt>
          <cx:pt idx="28511">59.990000000000002</cx:pt>
          <cx:pt idx="28512">59.990000000000002</cx:pt>
          <cx:pt idx="28513">59.990000000000002</cx:pt>
          <cx:pt idx="28514">59.990000000000002</cx:pt>
          <cx:pt idx="28515">59.990000000000002</cx:pt>
          <cx:pt idx="28516">59.990000000000002</cx:pt>
          <cx:pt idx="28517">59.990000000000002</cx:pt>
          <cx:pt idx="28518">59.990000000000002</cx:pt>
          <cx:pt idx="28519">59.990000000000002</cx:pt>
          <cx:pt idx="28520">59.990000000000002</cx:pt>
          <cx:pt idx="28521">59.990000000000002</cx:pt>
          <cx:pt idx="28522">59.990000000000002</cx:pt>
          <cx:pt idx="28523">59.990000000000002</cx:pt>
          <cx:pt idx="28524">59.990000000000002</cx:pt>
          <cx:pt idx="28525">59.990000000000002</cx:pt>
          <cx:pt idx="28526">59.990000000000002</cx:pt>
          <cx:pt idx="28527">59.990000000000002</cx:pt>
          <cx:pt idx="28528">59.990000000000002</cx:pt>
          <cx:pt idx="28529">59.990000000000002</cx:pt>
          <cx:pt idx="28530">59.990000000000002</cx:pt>
          <cx:pt idx="28531">59.990000000000002</cx:pt>
          <cx:pt idx="28532">59.990000000000002</cx:pt>
          <cx:pt idx="28533">59.990000000000002</cx:pt>
          <cx:pt idx="28534">59.990000000000002</cx:pt>
          <cx:pt idx="28535">59.990000000000002</cx:pt>
          <cx:pt idx="28536">59.990000000000002</cx:pt>
          <cx:pt idx="28537">59.990000000000002</cx:pt>
          <cx:pt idx="28538">59.990000000000002</cx:pt>
          <cx:pt idx="28539">59.990000000000002</cx:pt>
          <cx:pt idx="28540">59.990000000000002</cx:pt>
          <cx:pt idx="28541">59.990000000000002</cx:pt>
          <cx:pt idx="28542">59.990000000000002</cx:pt>
          <cx:pt idx="28543">59.990000000000002</cx:pt>
          <cx:pt idx="28544">59.990000000000002</cx:pt>
          <cx:pt idx="28545">59.990000000000002</cx:pt>
          <cx:pt idx="28546">59.990000000000002</cx:pt>
          <cx:pt idx="28547">59.990000000000002</cx:pt>
          <cx:pt idx="28548">59.990000000000002</cx:pt>
          <cx:pt idx="28549">59.990000000000002</cx:pt>
          <cx:pt idx="28550">59.990000000000002</cx:pt>
          <cx:pt idx="28551">59.990000000000002</cx:pt>
          <cx:pt idx="28552">59.990000000000002</cx:pt>
          <cx:pt idx="28553">59.990000000000002</cx:pt>
          <cx:pt idx="28554">59.990000000000002</cx:pt>
          <cx:pt idx="28555">59.990000000000002</cx:pt>
          <cx:pt idx="28556">59.990000000000002</cx:pt>
          <cx:pt idx="28557">59.990000000000002</cx:pt>
          <cx:pt idx="28558">59.990000000000002</cx:pt>
          <cx:pt idx="28559">59.990000000000002</cx:pt>
          <cx:pt idx="28560">59.990000000000002</cx:pt>
          <cx:pt idx="28561">59.990000000000002</cx:pt>
          <cx:pt idx="28562">59.990000000000002</cx:pt>
          <cx:pt idx="28563">59.990000000000002</cx:pt>
          <cx:pt idx="28564">59.990000000000002</cx:pt>
          <cx:pt idx="28565">59.990000000000002</cx:pt>
          <cx:pt idx="28566">59.990000000000002</cx:pt>
          <cx:pt idx="28567">59.990000000000002</cx:pt>
          <cx:pt idx="28568">59.990000000000002</cx:pt>
          <cx:pt idx="28569">59.990000000000002</cx:pt>
          <cx:pt idx="28570">59.990000000000002</cx:pt>
          <cx:pt idx="28571">59.990000000000002</cx:pt>
          <cx:pt idx="28572">59.990000000000002</cx:pt>
          <cx:pt idx="28573">59.990000000000002</cx:pt>
          <cx:pt idx="28574">59.990000000000002</cx:pt>
          <cx:pt idx="28575">59.990000000000002</cx:pt>
          <cx:pt idx="28576">59.990000000000002</cx:pt>
          <cx:pt idx="28577">59.990000000000002</cx:pt>
          <cx:pt idx="28578">59.990000000000002</cx:pt>
          <cx:pt idx="28579">59.990000000000002</cx:pt>
          <cx:pt idx="28580">59.990000000000002</cx:pt>
          <cx:pt idx="28581">59.990000000000002</cx:pt>
          <cx:pt idx="28582">59.990000000000002</cx:pt>
          <cx:pt idx="28583">59.990000000000002</cx:pt>
          <cx:pt idx="28584">59.990000000000002</cx:pt>
          <cx:pt idx="28585">59.990000000000002</cx:pt>
          <cx:pt idx="28586">59.990000000000002</cx:pt>
          <cx:pt idx="28587">59.990000000000002</cx:pt>
          <cx:pt idx="28588">59.990000000000002</cx:pt>
          <cx:pt idx="28589">59.990000000000002</cx:pt>
          <cx:pt idx="28590">59.990000000000002</cx:pt>
          <cx:pt idx="28591">59.990000000000002</cx:pt>
          <cx:pt idx="28592">59.990000000000002</cx:pt>
          <cx:pt idx="28593">59.990000000000002</cx:pt>
          <cx:pt idx="28594">59.990000000000002</cx:pt>
          <cx:pt idx="28595">59.990000000000002</cx:pt>
          <cx:pt idx="28596">59.990000000000002</cx:pt>
          <cx:pt idx="28597">59.990000000000002</cx:pt>
          <cx:pt idx="28598">59.990000000000002</cx:pt>
          <cx:pt idx="28599">59.990000000000002</cx:pt>
          <cx:pt idx="28600">59.990000000000002</cx:pt>
          <cx:pt idx="28601">59.990000000000002</cx:pt>
          <cx:pt idx="28602">59.990000000000002</cx:pt>
          <cx:pt idx="28603">59.990000000000002</cx:pt>
          <cx:pt idx="28604">59.990000000000002</cx:pt>
          <cx:pt idx="28605">59.990000000000002</cx:pt>
          <cx:pt idx="28606">59.990000000000002</cx:pt>
          <cx:pt idx="28607">59.990000000000002</cx:pt>
          <cx:pt idx="28608">59.990000000000002</cx:pt>
          <cx:pt idx="28609">59.990000000000002</cx:pt>
          <cx:pt idx="28610">59.990000000000002</cx:pt>
          <cx:pt idx="28611">59.990000000000002</cx:pt>
          <cx:pt idx="28612">59.990000000000002</cx:pt>
          <cx:pt idx="28613">59.990000000000002</cx:pt>
          <cx:pt idx="28614">59.990000000000002</cx:pt>
          <cx:pt idx="28615">59.990000000000002</cx:pt>
          <cx:pt idx="28616">59.990000000000002</cx:pt>
          <cx:pt idx="28617">59.990000000000002</cx:pt>
          <cx:pt idx="28618">59.990000000000002</cx:pt>
          <cx:pt idx="28619">59.990000000000002</cx:pt>
          <cx:pt idx="28620">59.990000000000002</cx:pt>
          <cx:pt idx="28621">59.990000000000002</cx:pt>
          <cx:pt idx="28622">59.990000000000002</cx:pt>
          <cx:pt idx="28623">59.990000000000002</cx:pt>
          <cx:pt idx="28624">59.990000000000002</cx:pt>
          <cx:pt idx="28625">59.990000000000002</cx:pt>
          <cx:pt idx="28626">59.990000000000002</cx:pt>
          <cx:pt idx="28627">59.990000000000002</cx:pt>
          <cx:pt idx="28628">59.990000000000002</cx:pt>
          <cx:pt idx="28629">59.990000000000002</cx:pt>
          <cx:pt idx="28630">59.990000000000002</cx:pt>
          <cx:pt idx="28631">59.990000000000002</cx:pt>
          <cx:pt idx="28632">59.990000000000002</cx:pt>
          <cx:pt idx="28633">59.990000000000002</cx:pt>
          <cx:pt idx="28634">59.990000000000002</cx:pt>
          <cx:pt idx="28635">59.990000000000002</cx:pt>
          <cx:pt idx="28636">59.990000000000002</cx:pt>
          <cx:pt idx="28637">59.990000000000002</cx:pt>
          <cx:pt idx="28638">59.990000000000002</cx:pt>
          <cx:pt idx="28639">59.990000000000002</cx:pt>
          <cx:pt idx="28640">59.990000000000002</cx:pt>
          <cx:pt idx="28641">59.990000000000002</cx:pt>
          <cx:pt idx="28642">59.990000000000002</cx:pt>
          <cx:pt idx="28643">59.990000000000002</cx:pt>
          <cx:pt idx="28644">59.990000000000002</cx:pt>
          <cx:pt idx="28645">59.990000000000002</cx:pt>
          <cx:pt idx="28646">59.990000000000002</cx:pt>
          <cx:pt idx="28647">59.990000000000002</cx:pt>
          <cx:pt idx="28648">59.990000000000002</cx:pt>
          <cx:pt idx="28649">59.990000000000002</cx:pt>
          <cx:pt idx="28650">59.990000000000002</cx:pt>
          <cx:pt idx="28651">59.990000000000002</cx:pt>
          <cx:pt idx="28652">59.990000000000002</cx:pt>
          <cx:pt idx="28653">59.990000000000002</cx:pt>
          <cx:pt idx="28654">59.990000000000002</cx:pt>
          <cx:pt idx="28655">59.990000000000002</cx:pt>
          <cx:pt idx="28656">59.990000000000002</cx:pt>
          <cx:pt idx="28657">59.990000000000002</cx:pt>
          <cx:pt idx="28658">59.990000000000002</cx:pt>
          <cx:pt idx="28659">59.990000000000002</cx:pt>
          <cx:pt idx="28660">59.990000000000002</cx:pt>
          <cx:pt idx="28661">59.990000000000002</cx:pt>
          <cx:pt idx="28662">59.990000000000002</cx:pt>
          <cx:pt idx="28663">59.990000000000002</cx:pt>
          <cx:pt idx="28664">59.990000000000002</cx:pt>
          <cx:pt idx="28665">59.990000000000002</cx:pt>
          <cx:pt idx="28666">59.990000000000002</cx:pt>
          <cx:pt idx="28667">59.990000000000002</cx:pt>
          <cx:pt idx="28668">59.990000000000002</cx:pt>
          <cx:pt idx="28669">59.990000000000002</cx:pt>
          <cx:pt idx="28670">59.990000000000002</cx:pt>
          <cx:pt idx="28671">59.990000000000002</cx:pt>
          <cx:pt idx="28672">59.990000000000002</cx:pt>
          <cx:pt idx="28673">59.990000000000002</cx:pt>
          <cx:pt idx="28674">59.990000000000002</cx:pt>
          <cx:pt idx="28675">59.990000000000002</cx:pt>
          <cx:pt idx="28676">59.990000000000002</cx:pt>
          <cx:pt idx="28677">59.990000000000002</cx:pt>
          <cx:pt idx="28678">59.990000000000002</cx:pt>
          <cx:pt idx="28679">59.990000000000002</cx:pt>
          <cx:pt idx="28680">59.990000000000002</cx:pt>
          <cx:pt idx="28681">59.990000000000002</cx:pt>
          <cx:pt idx="28682">59.990000000000002</cx:pt>
          <cx:pt idx="28683">59.990000000000002</cx:pt>
          <cx:pt idx="28684">59.990000000000002</cx:pt>
          <cx:pt idx="28685">59.990000000000002</cx:pt>
          <cx:pt idx="28686">59.990000000000002</cx:pt>
          <cx:pt idx="28687">59.990000000000002</cx:pt>
          <cx:pt idx="28688">59.990000000000002</cx:pt>
          <cx:pt idx="28689">59.990000000000002</cx:pt>
          <cx:pt idx="28690">59.990000000000002</cx:pt>
          <cx:pt idx="28691">59.990000000000002</cx:pt>
          <cx:pt idx="28692">59.990000000000002</cx:pt>
          <cx:pt idx="28693">59.990000000000002</cx:pt>
          <cx:pt idx="28694">59.990000000000002</cx:pt>
          <cx:pt idx="28695">59.990000000000002</cx:pt>
          <cx:pt idx="28696">59.990000000000002</cx:pt>
          <cx:pt idx="28697">59.990000000000002</cx:pt>
          <cx:pt idx="28698">59.990000000000002</cx:pt>
          <cx:pt idx="28699">59.990000000000002</cx:pt>
          <cx:pt idx="28700">59.990000000000002</cx:pt>
          <cx:pt idx="28701">59.990000000000002</cx:pt>
          <cx:pt idx="28702">59.990000000000002</cx:pt>
          <cx:pt idx="28703">59.990000000000002</cx:pt>
          <cx:pt idx="28704">59.990000000000002</cx:pt>
          <cx:pt idx="28705">59.990000000000002</cx:pt>
          <cx:pt idx="28706">59.990000000000002</cx:pt>
          <cx:pt idx="28707">59.990000000000002</cx:pt>
          <cx:pt idx="28708">59.990000000000002</cx:pt>
          <cx:pt idx="28709">59.990000000000002</cx:pt>
          <cx:pt idx="28710">59.990000000000002</cx:pt>
          <cx:pt idx="28711">59.990000000000002</cx:pt>
          <cx:pt idx="28712">59.990000000000002</cx:pt>
          <cx:pt idx="28713">59.990000000000002</cx:pt>
          <cx:pt idx="28714">59.990000000000002</cx:pt>
          <cx:pt idx="28715">59.990000000000002</cx:pt>
          <cx:pt idx="28716">59.990000000000002</cx:pt>
          <cx:pt idx="28717">59.990000000000002</cx:pt>
          <cx:pt idx="28718">59.990000000000002</cx:pt>
          <cx:pt idx="28719">59.990000000000002</cx:pt>
          <cx:pt idx="28720">59.990000000000002</cx:pt>
          <cx:pt idx="28721">59.990000000000002</cx:pt>
          <cx:pt idx="28722">59.990000000000002</cx:pt>
          <cx:pt idx="28723">59.990000000000002</cx:pt>
          <cx:pt idx="28724">59.990000000000002</cx:pt>
          <cx:pt idx="28725">59.990000000000002</cx:pt>
          <cx:pt idx="28726">59.990000000000002</cx:pt>
          <cx:pt idx="28727">59.990000000000002</cx:pt>
          <cx:pt idx="28728">59.990000000000002</cx:pt>
          <cx:pt idx="28729">59.990000000000002</cx:pt>
          <cx:pt idx="28730">59.990000000000002</cx:pt>
          <cx:pt idx="28731">59.990000000000002</cx:pt>
          <cx:pt idx="28732">59.990000000000002</cx:pt>
          <cx:pt idx="28733">59.990000000000002</cx:pt>
          <cx:pt idx="28734">59.990000000000002</cx:pt>
          <cx:pt idx="28735">59.990000000000002</cx:pt>
          <cx:pt idx="28736">59.990000000000002</cx:pt>
          <cx:pt idx="28737">59.990000000000002</cx:pt>
          <cx:pt idx="28738">59.990000000000002</cx:pt>
          <cx:pt idx="28739">59.990000000000002</cx:pt>
          <cx:pt idx="28740">59.990000000000002</cx:pt>
          <cx:pt idx="28741">59.990000000000002</cx:pt>
          <cx:pt idx="28742">59.990000000000002</cx:pt>
          <cx:pt idx="28743">59.990000000000002</cx:pt>
          <cx:pt idx="28744">59.990000000000002</cx:pt>
          <cx:pt idx="28745">59.990000000000002</cx:pt>
          <cx:pt idx="28746">59.990000000000002</cx:pt>
          <cx:pt idx="28747">59.990000000000002</cx:pt>
          <cx:pt idx="28748">59.990000000000002</cx:pt>
          <cx:pt idx="28749">59.990000000000002</cx:pt>
          <cx:pt idx="28750">59.990000000000002</cx:pt>
          <cx:pt idx="28751">59.990000000000002</cx:pt>
          <cx:pt idx="28752">59.990000000000002</cx:pt>
          <cx:pt idx="28753">59.990000000000002</cx:pt>
          <cx:pt idx="28754">59.990000000000002</cx:pt>
          <cx:pt idx="28755">59.990000000000002</cx:pt>
          <cx:pt idx="28756">59.990000000000002</cx:pt>
          <cx:pt idx="28757">59.990000000000002</cx:pt>
          <cx:pt idx="28758">59.990000000000002</cx:pt>
          <cx:pt idx="28759">59.990000000000002</cx:pt>
          <cx:pt idx="28760">59.990000000000002</cx:pt>
          <cx:pt idx="28761">59.990000000000002</cx:pt>
          <cx:pt idx="28762">59.990000000000002</cx:pt>
          <cx:pt idx="28763">59.990000000000002</cx:pt>
          <cx:pt idx="28764">59.990000000000002</cx:pt>
          <cx:pt idx="28765">59.990000000000002</cx:pt>
          <cx:pt idx="28766">59.990000000000002</cx:pt>
          <cx:pt idx="28767">59.990000000000002</cx:pt>
          <cx:pt idx="28768">59.990000000000002</cx:pt>
          <cx:pt idx="28769">59.990000000000002</cx:pt>
          <cx:pt idx="28770">59.990000000000002</cx:pt>
          <cx:pt idx="28771">59.990000000000002</cx:pt>
          <cx:pt idx="28772">59.990000000000002</cx:pt>
          <cx:pt idx="28773">59.990000000000002</cx:pt>
          <cx:pt idx="28774">59.990000000000002</cx:pt>
          <cx:pt idx="28775">59.990000000000002</cx:pt>
          <cx:pt idx="28776">59.990000000000002</cx:pt>
          <cx:pt idx="28777">59.990000000000002</cx:pt>
          <cx:pt idx="28778">59.990000000000002</cx:pt>
          <cx:pt idx="28779">59.990000000000002</cx:pt>
          <cx:pt idx="28780">59.990000000000002</cx:pt>
          <cx:pt idx="28781">59.990000000000002</cx:pt>
          <cx:pt idx="28782">59.990000000000002</cx:pt>
          <cx:pt idx="28783">59.990000000000002</cx:pt>
          <cx:pt idx="28784">59.990000000000002</cx:pt>
          <cx:pt idx="28785">59.990000000000002</cx:pt>
          <cx:pt idx="28786">59.990000000000002</cx:pt>
          <cx:pt idx="28787">59.990000000000002</cx:pt>
          <cx:pt idx="28788">59.990000000000002</cx:pt>
          <cx:pt idx="28789">59.990000000000002</cx:pt>
          <cx:pt idx="28790">59.990000000000002</cx:pt>
          <cx:pt idx="28791">59.990000000000002</cx:pt>
          <cx:pt idx="28792">59.990000000000002</cx:pt>
          <cx:pt idx="28793">59.990000000000002</cx:pt>
          <cx:pt idx="28794">59.990000000000002</cx:pt>
          <cx:pt idx="28795">59.990000000000002</cx:pt>
          <cx:pt idx="28796">59.990000000000002</cx:pt>
          <cx:pt idx="28797">59.990000000000002</cx:pt>
          <cx:pt idx="28798">59.990000000000002</cx:pt>
          <cx:pt idx="28799">59.990000000000002</cx:pt>
          <cx:pt idx="28800">59.990000000000002</cx:pt>
          <cx:pt idx="28801">59.990000000000002</cx:pt>
          <cx:pt idx="28802">59.990000000000002</cx:pt>
          <cx:pt idx="28803">59.990000000000002</cx:pt>
          <cx:pt idx="28804">59.990000000000002</cx:pt>
          <cx:pt idx="28805">59.990000000000002</cx:pt>
          <cx:pt idx="28806">59.990000000000002</cx:pt>
          <cx:pt idx="28807">59.990000000000002</cx:pt>
          <cx:pt idx="28808">59.990000000000002</cx:pt>
          <cx:pt idx="28809">59.990000000000002</cx:pt>
          <cx:pt idx="28810">59.990000000000002</cx:pt>
          <cx:pt idx="28811">59.990000000000002</cx:pt>
          <cx:pt idx="28812">59.990000000000002</cx:pt>
          <cx:pt idx="28813">59.990000000000002</cx:pt>
          <cx:pt idx="28814">59.990000000000002</cx:pt>
          <cx:pt idx="28815">59.990000000000002</cx:pt>
          <cx:pt idx="28816">59.990000000000002</cx:pt>
          <cx:pt idx="28817">59.990000000000002</cx:pt>
          <cx:pt idx="28818">59.990000000000002</cx:pt>
          <cx:pt idx="28819">59.990000000000002</cx:pt>
          <cx:pt idx="28820">59.990000000000002</cx:pt>
          <cx:pt idx="28821">59.990000000000002</cx:pt>
          <cx:pt idx="28822">59.990000000000002</cx:pt>
          <cx:pt idx="28823">59.990000000000002</cx:pt>
          <cx:pt idx="28824">59.990000000000002</cx:pt>
          <cx:pt idx="28825">59.990000000000002</cx:pt>
          <cx:pt idx="28826">59.990000000000002</cx:pt>
          <cx:pt idx="28827">59.990000000000002</cx:pt>
          <cx:pt idx="28828">59.990000000000002</cx:pt>
          <cx:pt idx="28829">59.990000000000002</cx:pt>
          <cx:pt idx="28830">59.990000000000002</cx:pt>
          <cx:pt idx="28831">59.990000000000002</cx:pt>
          <cx:pt idx="28832">59.990000000000002</cx:pt>
          <cx:pt idx="28833">59.990000000000002</cx:pt>
          <cx:pt idx="28834">59.990000000000002</cx:pt>
          <cx:pt idx="28835">59.990000000000002</cx:pt>
          <cx:pt idx="28836">59.990000000000002</cx:pt>
          <cx:pt idx="28837">59.990000000000002</cx:pt>
          <cx:pt idx="28838">59.990000000000002</cx:pt>
          <cx:pt idx="28839">59.990000000000002</cx:pt>
          <cx:pt idx="28840">59.990000000000002</cx:pt>
          <cx:pt idx="28841">59.990000000000002</cx:pt>
          <cx:pt idx="28842">59.990000000000002</cx:pt>
          <cx:pt idx="28843">59.990000000000002</cx:pt>
          <cx:pt idx="28844">59.990000000000002</cx:pt>
          <cx:pt idx="28845">59.990000000000002</cx:pt>
          <cx:pt idx="28846">59.990000000000002</cx:pt>
          <cx:pt idx="28847">59.990000000000002</cx:pt>
          <cx:pt idx="28848">59.990000000000002</cx:pt>
          <cx:pt idx="28849">59.990000000000002</cx:pt>
          <cx:pt idx="28850">59.990000000000002</cx:pt>
          <cx:pt idx="28851">59.990000000000002</cx:pt>
          <cx:pt idx="28852">59.990000000000002</cx:pt>
          <cx:pt idx="28853">59.990000000000002</cx:pt>
          <cx:pt idx="28854">59.990000000000002</cx:pt>
          <cx:pt idx="28855">59.990000000000002</cx:pt>
          <cx:pt idx="28856">59.990000000000002</cx:pt>
          <cx:pt idx="28857">59.990000000000002</cx:pt>
          <cx:pt idx="28858">59.990000000000002</cx:pt>
          <cx:pt idx="28859">59.990000000000002</cx:pt>
          <cx:pt idx="28860">59.990000000000002</cx:pt>
          <cx:pt idx="28861">59.990000000000002</cx:pt>
          <cx:pt idx="28862">59.990000000000002</cx:pt>
          <cx:pt idx="28863">59.990000000000002</cx:pt>
          <cx:pt idx="28864">59.990000000000002</cx:pt>
          <cx:pt idx="28865">59.990000000000002</cx:pt>
          <cx:pt idx="28866">59.990000000000002</cx:pt>
          <cx:pt idx="28867">59.990000000000002</cx:pt>
          <cx:pt idx="28868">59.990000000000002</cx:pt>
          <cx:pt idx="28869">59.990000000000002</cx:pt>
          <cx:pt idx="28870">59.990000000000002</cx:pt>
          <cx:pt idx="28871">59.990000000000002</cx:pt>
          <cx:pt idx="28872">59.990000000000002</cx:pt>
          <cx:pt idx="28873">59.990000000000002</cx:pt>
          <cx:pt idx="28874">59.990000000000002</cx:pt>
          <cx:pt idx="28875">59.990000000000002</cx:pt>
          <cx:pt idx="28876">59.990000000000002</cx:pt>
          <cx:pt idx="28877">59.990000000000002</cx:pt>
          <cx:pt idx="28878">59.990000000000002</cx:pt>
          <cx:pt idx="28879">59.990000000000002</cx:pt>
          <cx:pt idx="28880">59.990000000000002</cx:pt>
          <cx:pt idx="28881">59.990000000000002</cx:pt>
          <cx:pt idx="28882">59.990000000000002</cx:pt>
          <cx:pt idx="28883">59.990000000000002</cx:pt>
          <cx:pt idx="28884">59.990000000000002</cx:pt>
          <cx:pt idx="28885">59.990000000000002</cx:pt>
          <cx:pt idx="28886">59.990000000000002</cx:pt>
          <cx:pt idx="28887">59.990000000000002</cx:pt>
          <cx:pt idx="28888">59.990000000000002</cx:pt>
          <cx:pt idx="28889">59.990000000000002</cx:pt>
          <cx:pt idx="28890">59.990000000000002</cx:pt>
          <cx:pt idx="28891">59.990000000000002</cx:pt>
          <cx:pt idx="28892">59.990000000000002</cx:pt>
          <cx:pt idx="28893">59.990000000000002</cx:pt>
          <cx:pt idx="28894">59.990000000000002</cx:pt>
          <cx:pt idx="28895">59.990000000000002</cx:pt>
          <cx:pt idx="28896">59.990000000000002</cx:pt>
          <cx:pt idx="28897">59.990000000000002</cx:pt>
          <cx:pt idx="28898">59.990000000000002</cx:pt>
          <cx:pt idx="28899">59.990000000000002</cx:pt>
          <cx:pt idx="28900">59.990000000000002</cx:pt>
          <cx:pt idx="28901">59.990000000000002</cx:pt>
          <cx:pt idx="28902">59.990000000000002</cx:pt>
          <cx:pt idx="28903">59.990000000000002</cx:pt>
          <cx:pt idx="28904">59.990000000000002</cx:pt>
          <cx:pt idx="28905">59.990000000000002</cx:pt>
          <cx:pt idx="28906">59.990000000000002</cx:pt>
          <cx:pt idx="28907">59.990000000000002</cx:pt>
          <cx:pt idx="28908">59.990000000000002</cx:pt>
          <cx:pt idx="28909">59.990000000000002</cx:pt>
          <cx:pt idx="28910">59.990000000000002</cx:pt>
          <cx:pt idx="28911">59.990000000000002</cx:pt>
          <cx:pt idx="28912">59.990000000000002</cx:pt>
          <cx:pt idx="28913">59.990000000000002</cx:pt>
          <cx:pt idx="28914">59.990000000000002</cx:pt>
          <cx:pt idx="28915">59.990000000000002</cx:pt>
          <cx:pt idx="28916">59.990000000000002</cx:pt>
          <cx:pt idx="28917">59.990000000000002</cx:pt>
          <cx:pt idx="28918">59.990000000000002</cx:pt>
          <cx:pt idx="28919">59.990000000000002</cx:pt>
          <cx:pt idx="28920">59.990000000000002</cx:pt>
          <cx:pt idx="28921">59.990000000000002</cx:pt>
          <cx:pt idx="28922">59.990000000000002</cx:pt>
          <cx:pt idx="28923">59.990000000000002</cx:pt>
          <cx:pt idx="28924">59.990000000000002</cx:pt>
          <cx:pt idx="28925">59.990000000000002</cx:pt>
          <cx:pt idx="28926">59.990000000000002</cx:pt>
          <cx:pt idx="28927">59.990000000000002</cx:pt>
          <cx:pt idx="28928">59.990000000000002</cx:pt>
          <cx:pt idx="28929">59.990000000000002</cx:pt>
          <cx:pt idx="28930">59.990000000000002</cx:pt>
          <cx:pt idx="28931">59.990000000000002</cx:pt>
          <cx:pt idx="28932">59.990000000000002</cx:pt>
          <cx:pt idx="28933">59.990000000000002</cx:pt>
          <cx:pt idx="28934">59.990000000000002</cx:pt>
          <cx:pt idx="28935">59.990000000000002</cx:pt>
          <cx:pt idx="28936">59.990000000000002</cx:pt>
          <cx:pt idx="28937">59.990000000000002</cx:pt>
          <cx:pt idx="28938">59.990000000000002</cx:pt>
          <cx:pt idx="28939">59.990000000000002</cx:pt>
          <cx:pt idx="28940">59.990000000000002</cx:pt>
          <cx:pt idx="28941">59.990000000000002</cx:pt>
          <cx:pt idx="28942">59.990000000000002</cx:pt>
          <cx:pt idx="28943">59.990000000000002</cx:pt>
          <cx:pt idx="28944">59.990000000000002</cx:pt>
          <cx:pt idx="28945">59.990000000000002</cx:pt>
          <cx:pt idx="28946">59.990000000000002</cx:pt>
          <cx:pt idx="28947">59.990000000000002</cx:pt>
          <cx:pt idx="28948">59.990000000000002</cx:pt>
          <cx:pt idx="28949">59.990000000000002</cx:pt>
          <cx:pt idx="28950">59.990000000000002</cx:pt>
          <cx:pt idx="28951">59.990000000000002</cx:pt>
          <cx:pt idx="28952">59.990000000000002</cx:pt>
          <cx:pt idx="28953">59.990000000000002</cx:pt>
          <cx:pt idx="28954">59.990000000000002</cx:pt>
          <cx:pt idx="28955">59.990000000000002</cx:pt>
          <cx:pt idx="28956">59.990000000000002</cx:pt>
          <cx:pt idx="28957">59.990000000000002</cx:pt>
          <cx:pt idx="28958">59.990000000000002</cx:pt>
          <cx:pt idx="28959">59.990000000000002</cx:pt>
          <cx:pt idx="28960">59.990000000000002</cx:pt>
          <cx:pt idx="28961">59.990000000000002</cx:pt>
          <cx:pt idx="28962">59.990000000000002</cx:pt>
          <cx:pt idx="28963">59.990000000000002</cx:pt>
          <cx:pt idx="28964">59.990000000000002</cx:pt>
          <cx:pt idx="28965">59.990000000000002</cx:pt>
          <cx:pt idx="28966">59.990000000000002</cx:pt>
          <cx:pt idx="28967">59.990000000000002</cx:pt>
          <cx:pt idx="28968">59.990000000000002</cx:pt>
          <cx:pt idx="28969">59.990000000000002</cx:pt>
          <cx:pt idx="28970">59.990000000000002</cx:pt>
          <cx:pt idx="28971">59.990000000000002</cx:pt>
          <cx:pt idx="28972">59.990000000000002</cx:pt>
          <cx:pt idx="28973">59.990000000000002</cx:pt>
          <cx:pt idx="28974">59.990000000000002</cx:pt>
          <cx:pt idx="28975">59.990000000000002</cx:pt>
          <cx:pt idx="28976">59.990000000000002</cx:pt>
          <cx:pt idx="28977">59.990000000000002</cx:pt>
          <cx:pt idx="28978">59.990000000000002</cx:pt>
          <cx:pt idx="28979">59.990000000000002</cx:pt>
          <cx:pt idx="28980">59.990000000000002</cx:pt>
          <cx:pt idx="28981">59.990000000000002</cx:pt>
          <cx:pt idx="28982">59.990000000000002</cx:pt>
          <cx:pt idx="28983">59.990000000000002</cx:pt>
          <cx:pt idx="28984">59.990000000000002</cx:pt>
          <cx:pt idx="28985">59.990000000000002</cx:pt>
          <cx:pt idx="28986">59.990000000000002</cx:pt>
          <cx:pt idx="28987">59.990000000000002</cx:pt>
          <cx:pt idx="28988">59.990000000000002</cx:pt>
          <cx:pt idx="28989">59.990000000000002</cx:pt>
          <cx:pt idx="28990">59.990000000000002</cx:pt>
          <cx:pt idx="28991">59.990000000000002</cx:pt>
          <cx:pt idx="28992">59.990000000000002</cx:pt>
          <cx:pt idx="28993">59.990000000000002</cx:pt>
          <cx:pt idx="28994">59.990000000000002</cx:pt>
          <cx:pt idx="28995">59.990000000000002</cx:pt>
          <cx:pt idx="28996">59.990000000000002</cx:pt>
          <cx:pt idx="28997">59.990000000000002</cx:pt>
          <cx:pt idx="28998">59.990000000000002</cx:pt>
          <cx:pt idx="28999">59.990000000000002</cx:pt>
          <cx:pt idx="29000">59.990000000000002</cx:pt>
          <cx:pt idx="29001">59.990000000000002</cx:pt>
          <cx:pt idx="29002">59.990000000000002</cx:pt>
          <cx:pt idx="29003">59.990000000000002</cx:pt>
          <cx:pt idx="29004">59.990000000000002</cx:pt>
          <cx:pt idx="29005">59.990000000000002</cx:pt>
          <cx:pt idx="29006">59.990000000000002</cx:pt>
          <cx:pt idx="29007">59.990000000000002</cx:pt>
          <cx:pt idx="29008">59.990000000000002</cx:pt>
          <cx:pt idx="29009">59.990000000000002</cx:pt>
          <cx:pt idx="29010">59.990000000000002</cx:pt>
          <cx:pt idx="29011">59.990000000000002</cx:pt>
          <cx:pt idx="29012">59.990000000000002</cx:pt>
          <cx:pt idx="29013">59.990000000000002</cx:pt>
          <cx:pt idx="29014">59.990000000000002</cx:pt>
          <cx:pt idx="29015">59.990000000000002</cx:pt>
          <cx:pt idx="29016">59.990000000000002</cx:pt>
          <cx:pt idx="29017">59.990000000000002</cx:pt>
          <cx:pt idx="29018">59.990000000000002</cx:pt>
          <cx:pt idx="29019">59.990000000000002</cx:pt>
          <cx:pt idx="29020">59.990000000000002</cx:pt>
          <cx:pt idx="29021">59.990000000000002</cx:pt>
          <cx:pt idx="29022">59.990000000000002</cx:pt>
          <cx:pt idx="29023">59.990000000000002</cx:pt>
          <cx:pt idx="29024">59.990000000000002</cx:pt>
          <cx:pt idx="29025">59.990000000000002</cx:pt>
          <cx:pt idx="29026">59.990000000000002</cx:pt>
          <cx:pt idx="29027">59.990000000000002</cx:pt>
          <cx:pt idx="29028">59.990000000000002</cx:pt>
          <cx:pt idx="29029">59.990000000000002</cx:pt>
          <cx:pt idx="29030">59.990000000000002</cx:pt>
          <cx:pt idx="29031">59.990000000000002</cx:pt>
          <cx:pt idx="29032">59.990000000000002</cx:pt>
          <cx:pt idx="29033">59.990000000000002</cx:pt>
          <cx:pt idx="29034">59.990000000000002</cx:pt>
          <cx:pt idx="29035">59.990000000000002</cx:pt>
          <cx:pt idx="29036">59.990000000000002</cx:pt>
          <cx:pt idx="29037">59.990000000000002</cx:pt>
          <cx:pt idx="29038">59.990000000000002</cx:pt>
          <cx:pt idx="29039">59.990000000000002</cx:pt>
          <cx:pt idx="29040">59.990000000000002</cx:pt>
          <cx:pt idx="29041">59.990000000000002</cx:pt>
          <cx:pt idx="29042">59.990000000000002</cx:pt>
          <cx:pt idx="29043">59.990000000000002</cx:pt>
          <cx:pt idx="29044">59.990000000000002</cx:pt>
          <cx:pt idx="29045">59.990000000000002</cx:pt>
          <cx:pt idx="29046">59.990000000000002</cx:pt>
          <cx:pt idx="29047">59.990000000000002</cx:pt>
          <cx:pt idx="29048">59.990000000000002</cx:pt>
          <cx:pt idx="29049">59.990000000000002</cx:pt>
          <cx:pt idx="29050">59.990000000000002</cx:pt>
          <cx:pt idx="29051">59.990000000000002</cx:pt>
          <cx:pt idx="29052">59.990000000000002</cx:pt>
          <cx:pt idx="29053">59.990000000000002</cx:pt>
          <cx:pt idx="29054">59.990000000000002</cx:pt>
          <cx:pt idx="29055">59.990000000000002</cx:pt>
          <cx:pt idx="29056">59.990000000000002</cx:pt>
          <cx:pt idx="29057">59.990000000000002</cx:pt>
          <cx:pt idx="29058">59.990000000000002</cx:pt>
          <cx:pt idx="29059">59.990000000000002</cx:pt>
          <cx:pt idx="29060">59.990000000000002</cx:pt>
          <cx:pt idx="29061">59.990000000000002</cx:pt>
          <cx:pt idx="29062">59.990000000000002</cx:pt>
          <cx:pt idx="29063">59.990000000000002</cx:pt>
          <cx:pt idx="29064">59.990000000000002</cx:pt>
          <cx:pt idx="29065">59.990000000000002</cx:pt>
          <cx:pt idx="29066">59.990000000000002</cx:pt>
          <cx:pt idx="29067">59.990000000000002</cx:pt>
          <cx:pt idx="29068">59.990000000000002</cx:pt>
          <cx:pt idx="29069">59.990000000000002</cx:pt>
          <cx:pt idx="29070">59.990000000000002</cx:pt>
          <cx:pt idx="29071">59.990000000000002</cx:pt>
          <cx:pt idx="29072">59.990000000000002</cx:pt>
          <cx:pt idx="29073">59.990000000000002</cx:pt>
          <cx:pt idx="29074">59.990000000000002</cx:pt>
          <cx:pt idx="29075">59.990000000000002</cx:pt>
          <cx:pt idx="29076">59.990000000000002</cx:pt>
          <cx:pt idx="29077">59.990000000000002</cx:pt>
          <cx:pt idx="29078">59.990000000000002</cx:pt>
          <cx:pt idx="29079">59.990000000000002</cx:pt>
          <cx:pt idx="29080">59.990000000000002</cx:pt>
          <cx:pt idx="29081">59.990000000000002</cx:pt>
          <cx:pt idx="29082">59.990000000000002</cx:pt>
          <cx:pt idx="29083">59.990000000000002</cx:pt>
          <cx:pt idx="29084">59.990000000000002</cx:pt>
          <cx:pt idx="29085">59.990000000000002</cx:pt>
          <cx:pt idx="29086">59.990000000000002</cx:pt>
          <cx:pt idx="29087">59.990000000000002</cx:pt>
          <cx:pt idx="29088">59.990000000000002</cx:pt>
          <cx:pt idx="29089">59.990000000000002</cx:pt>
          <cx:pt idx="29090">59.990000000000002</cx:pt>
          <cx:pt idx="29091">59.990000000000002</cx:pt>
          <cx:pt idx="29092">59.990000000000002</cx:pt>
          <cx:pt idx="29093">59.990000000000002</cx:pt>
          <cx:pt idx="29094">59.990000000000002</cx:pt>
          <cx:pt idx="29095">59.990000000000002</cx:pt>
          <cx:pt idx="29096">59.990000000000002</cx:pt>
          <cx:pt idx="29097">59.990000000000002</cx:pt>
          <cx:pt idx="29098">59.990000000000002</cx:pt>
          <cx:pt idx="29099">59.990000000000002</cx:pt>
          <cx:pt idx="29100">59.990000000000002</cx:pt>
          <cx:pt idx="29101">59.990000000000002</cx:pt>
          <cx:pt idx="29102">59.990000000000002</cx:pt>
          <cx:pt idx="29103">59.990000000000002</cx:pt>
          <cx:pt idx="29104">59.990000000000002</cx:pt>
          <cx:pt idx="29105">59.990000000000002</cx:pt>
          <cx:pt idx="29106">59.990000000000002</cx:pt>
          <cx:pt idx="29107">59.990000000000002</cx:pt>
          <cx:pt idx="29108">59.990000000000002</cx:pt>
          <cx:pt idx="29109">59.990000000000002</cx:pt>
          <cx:pt idx="29110">59.990000000000002</cx:pt>
          <cx:pt idx="29111">59.990000000000002</cx:pt>
          <cx:pt idx="29112">59.990000000000002</cx:pt>
          <cx:pt idx="29113">59.990000000000002</cx:pt>
          <cx:pt idx="29114">59.990000000000002</cx:pt>
          <cx:pt idx="29115">59.990000000000002</cx:pt>
          <cx:pt idx="29116">59.990000000000002</cx:pt>
          <cx:pt idx="29117">59.990000000000002</cx:pt>
          <cx:pt idx="29118">59.990000000000002</cx:pt>
          <cx:pt idx="29119">59.990000000000002</cx:pt>
          <cx:pt idx="29120">59.990000000000002</cx:pt>
          <cx:pt idx="29121">59.990000000000002</cx:pt>
          <cx:pt idx="29122">59.990000000000002</cx:pt>
          <cx:pt idx="29123">59.990000000000002</cx:pt>
          <cx:pt idx="29124">59.990000000000002</cx:pt>
          <cx:pt idx="29125">59.990000000000002</cx:pt>
          <cx:pt idx="29126">59.990000000000002</cx:pt>
          <cx:pt idx="29127">59.990000000000002</cx:pt>
          <cx:pt idx="29128">59.990000000000002</cx:pt>
          <cx:pt idx="29129">59.990000000000002</cx:pt>
          <cx:pt idx="29130">59.990000000000002</cx:pt>
          <cx:pt idx="29131">59.990000000000002</cx:pt>
          <cx:pt idx="29132">59.990000000000002</cx:pt>
          <cx:pt idx="29133">59.990000000000002</cx:pt>
          <cx:pt idx="29134">59.990000000000002</cx:pt>
          <cx:pt idx="29135">59.990000000000002</cx:pt>
          <cx:pt idx="29136">59.990000000000002</cx:pt>
          <cx:pt idx="29137">59.990000000000002</cx:pt>
          <cx:pt idx="29138">59.990000000000002</cx:pt>
          <cx:pt idx="29139">59.990000000000002</cx:pt>
          <cx:pt idx="29140">59.990000000000002</cx:pt>
          <cx:pt idx="29141">59.990000000000002</cx:pt>
          <cx:pt idx="29142">59.990000000000002</cx:pt>
          <cx:pt idx="29143">59.990000000000002</cx:pt>
          <cx:pt idx="29144">59.990000000000002</cx:pt>
          <cx:pt idx="29145">59.990000000000002</cx:pt>
          <cx:pt idx="29146">59.990000000000002</cx:pt>
          <cx:pt idx="29147">59.990000000000002</cx:pt>
          <cx:pt idx="29148">59.990000000000002</cx:pt>
          <cx:pt idx="29149">59.990000000000002</cx:pt>
          <cx:pt idx="29150">59.990000000000002</cx:pt>
          <cx:pt idx="29151">59.990000000000002</cx:pt>
          <cx:pt idx="29152">59.990000000000002</cx:pt>
          <cx:pt idx="29153">59.990000000000002</cx:pt>
          <cx:pt idx="29154">59.990000000000002</cx:pt>
          <cx:pt idx="29155">59.990000000000002</cx:pt>
          <cx:pt idx="29156">59.990000000000002</cx:pt>
          <cx:pt idx="29157">59.990000000000002</cx:pt>
          <cx:pt idx="29158">59.990000000000002</cx:pt>
          <cx:pt idx="29159">59.990000000000002</cx:pt>
          <cx:pt idx="29160">59.990000000000002</cx:pt>
          <cx:pt idx="29161">59.990000000000002</cx:pt>
          <cx:pt idx="29162">59.990000000000002</cx:pt>
          <cx:pt idx="29163">59.990000000000002</cx:pt>
          <cx:pt idx="29164">59.990000000000002</cx:pt>
          <cx:pt idx="29165">59.990000000000002</cx:pt>
          <cx:pt idx="29166">59.990000000000002</cx:pt>
          <cx:pt idx="29167">59.990000000000002</cx:pt>
          <cx:pt idx="29168">59.990000000000002</cx:pt>
          <cx:pt idx="29169">59.990000000000002</cx:pt>
          <cx:pt idx="29170">59.990000000000002</cx:pt>
          <cx:pt idx="29171">59.990000000000002</cx:pt>
          <cx:pt idx="29172">59.990000000000002</cx:pt>
          <cx:pt idx="29173">59.990000000000002</cx:pt>
          <cx:pt idx="29174">59.990000000000002</cx:pt>
          <cx:pt idx="29175">59.990000000000002</cx:pt>
          <cx:pt idx="29176">59.990000000000002</cx:pt>
          <cx:pt idx="29177">59.990000000000002</cx:pt>
          <cx:pt idx="29178">59.990000000000002</cx:pt>
          <cx:pt idx="29179">59.990000000000002</cx:pt>
          <cx:pt idx="29180">59.990000000000002</cx:pt>
          <cx:pt idx="29181">59.990000000000002</cx:pt>
          <cx:pt idx="29182">59.990000000000002</cx:pt>
          <cx:pt idx="29183">59.990000000000002</cx:pt>
          <cx:pt idx="29184">59.990000000000002</cx:pt>
          <cx:pt idx="29185">59.990000000000002</cx:pt>
          <cx:pt idx="29186">59.990000000000002</cx:pt>
          <cx:pt idx="29187">59.990000000000002</cx:pt>
          <cx:pt idx="29188">59.990000000000002</cx:pt>
          <cx:pt idx="29189">59.990000000000002</cx:pt>
          <cx:pt idx="29190">59.990000000000002</cx:pt>
          <cx:pt idx="29191">59.990000000000002</cx:pt>
          <cx:pt idx="29192">59.990000000000002</cx:pt>
          <cx:pt idx="29193">59.990000000000002</cx:pt>
          <cx:pt idx="29194">59.990000000000002</cx:pt>
          <cx:pt idx="29195">59.990000000000002</cx:pt>
          <cx:pt idx="29196">59.990000000000002</cx:pt>
          <cx:pt idx="29197">59.990000000000002</cx:pt>
          <cx:pt idx="29198">59.990000000000002</cx:pt>
          <cx:pt idx="29199">59.990000000000002</cx:pt>
          <cx:pt idx="29200">59.990000000000002</cx:pt>
          <cx:pt idx="29201">59.990000000000002</cx:pt>
          <cx:pt idx="29202">59.990000000000002</cx:pt>
          <cx:pt idx="29203">59.990000000000002</cx:pt>
          <cx:pt idx="29204">59.990000000000002</cx:pt>
          <cx:pt idx="29205">59.990000000000002</cx:pt>
          <cx:pt idx="29206">59.990000000000002</cx:pt>
          <cx:pt idx="29207">59.990000000000002</cx:pt>
          <cx:pt idx="29208">59.990000000000002</cx:pt>
          <cx:pt idx="29209">59.990000000000002</cx:pt>
          <cx:pt idx="29210">59.990000000000002</cx:pt>
          <cx:pt idx="29211">59.990000000000002</cx:pt>
          <cx:pt idx="29212">59.990000000000002</cx:pt>
          <cx:pt idx="29213">59.990000000000002</cx:pt>
          <cx:pt idx="29214">59.990000000000002</cx:pt>
          <cx:pt idx="29215">59.990000000000002</cx:pt>
          <cx:pt idx="29216">59.990000000000002</cx:pt>
          <cx:pt idx="29217">59.990000000000002</cx:pt>
          <cx:pt idx="29218">59.990000000000002</cx:pt>
          <cx:pt idx="29219">59.990000000000002</cx:pt>
          <cx:pt idx="29220">59.990000000000002</cx:pt>
          <cx:pt idx="29221">59.990000000000002</cx:pt>
          <cx:pt idx="29222">59.990000000000002</cx:pt>
          <cx:pt idx="29223">59.990000000000002</cx:pt>
          <cx:pt idx="29224">59.990000000000002</cx:pt>
          <cx:pt idx="29225">59.990000000000002</cx:pt>
          <cx:pt idx="29226">59.990000000000002</cx:pt>
          <cx:pt idx="29227">59.990000000000002</cx:pt>
          <cx:pt idx="29228">59.990000000000002</cx:pt>
          <cx:pt idx="29229">59.990000000000002</cx:pt>
          <cx:pt idx="29230">59.990000000000002</cx:pt>
          <cx:pt idx="29231">59.990000000000002</cx:pt>
          <cx:pt idx="29232">59.990000000000002</cx:pt>
          <cx:pt idx="29233">59.990000000000002</cx:pt>
          <cx:pt idx="29234">59.990000000000002</cx:pt>
          <cx:pt idx="29235">59.990000000000002</cx:pt>
          <cx:pt idx="29236">59.990000000000002</cx:pt>
          <cx:pt idx="29237">59.990000000000002</cx:pt>
          <cx:pt idx="29238">59.990000000000002</cx:pt>
          <cx:pt idx="29239">59.990000000000002</cx:pt>
          <cx:pt idx="29240">59.990000000000002</cx:pt>
          <cx:pt idx="29241">59.990000000000002</cx:pt>
          <cx:pt idx="29242">59.990000000000002</cx:pt>
          <cx:pt idx="29243">59.990000000000002</cx:pt>
          <cx:pt idx="29244">59.990000000000002</cx:pt>
          <cx:pt idx="29245">59.990000000000002</cx:pt>
          <cx:pt idx="29246">59.990000000000002</cx:pt>
          <cx:pt idx="29247">59.990000000000002</cx:pt>
          <cx:pt idx="29248">59.990000000000002</cx:pt>
          <cx:pt idx="29249">59.990000000000002</cx:pt>
          <cx:pt idx="29250">59.990000000000002</cx:pt>
          <cx:pt idx="29251">59.990000000000002</cx:pt>
          <cx:pt idx="29252">59.990000000000002</cx:pt>
          <cx:pt idx="29253">59.990000000000002</cx:pt>
          <cx:pt idx="29254">59.990000000000002</cx:pt>
          <cx:pt idx="29255">59.990000000000002</cx:pt>
          <cx:pt idx="29256">59.990000000000002</cx:pt>
          <cx:pt idx="29257">59.990000000000002</cx:pt>
          <cx:pt idx="29258">59.990000000000002</cx:pt>
          <cx:pt idx="29259">59.990000000000002</cx:pt>
          <cx:pt idx="29260">59.990000000000002</cx:pt>
          <cx:pt idx="29261">59.990000000000002</cx:pt>
          <cx:pt idx="29262">59.990000000000002</cx:pt>
          <cx:pt idx="29263">59.990000000000002</cx:pt>
          <cx:pt idx="29264">59.990000000000002</cx:pt>
          <cx:pt idx="29265">59.990000000000002</cx:pt>
          <cx:pt idx="29266">59.990000000000002</cx:pt>
          <cx:pt idx="29267">59.990000000000002</cx:pt>
          <cx:pt idx="29268">59.990000000000002</cx:pt>
          <cx:pt idx="29269">59.990000000000002</cx:pt>
          <cx:pt idx="29270">59.990000000000002</cx:pt>
          <cx:pt idx="29271">59.990000000000002</cx:pt>
          <cx:pt idx="29272">59.990000000000002</cx:pt>
          <cx:pt idx="29273">59.990000000000002</cx:pt>
          <cx:pt idx="29274">59.990000000000002</cx:pt>
          <cx:pt idx="29275">59.990000000000002</cx:pt>
          <cx:pt idx="29276">59.990000000000002</cx:pt>
          <cx:pt idx="29277">59.990000000000002</cx:pt>
          <cx:pt idx="29278">59.990000000000002</cx:pt>
          <cx:pt idx="29279">59.990000000000002</cx:pt>
          <cx:pt idx="29280">59.990000000000002</cx:pt>
          <cx:pt idx="29281">59.990000000000002</cx:pt>
          <cx:pt idx="29282">59.990000000000002</cx:pt>
          <cx:pt idx="29283">59.990000000000002</cx:pt>
          <cx:pt idx="29284">59.990000000000002</cx:pt>
          <cx:pt idx="29285">59.990000000000002</cx:pt>
          <cx:pt idx="29286">59.990000000000002</cx:pt>
          <cx:pt idx="29287">59.990000000000002</cx:pt>
          <cx:pt idx="29288">59.990000000000002</cx:pt>
          <cx:pt idx="29289">59.990000000000002</cx:pt>
          <cx:pt idx="29290">59.990000000000002</cx:pt>
          <cx:pt idx="29291">59.990000000000002</cx:pt>
          <cx:pt idx="29292">59.990000000000002</cx:pt>
          <cx:pt idx="29293">59.990000000000002</cx:pt>
          <cx:pt idx="29294">59.990000000000002</cx:pt>
          <cx:pt idx="29295">59.990000000000002</cx:pt>
          <cx:pt idx="29296">59.990000000000002</cx:pt>
          <cx:pt idx="29297">59.990000000000002</cx:pt>
          <cx:pt idx="29298">59.990000000000002</cx:pt>
          <cx:pt idx="29299">59.990000000000002</cx:pt>
          <cx:pt idx="29300">59.990000000000002</cx:pt>
          <cx:pt idx="29301">59.990000000000002</cx:pt>
          <cx:pt idx="29302">59.990000000000002</cx:pt>
          <cx:pt idx="29303">59.990000000000002</cx:pt>
          <cx:pt idx="29304">59.990000000000002</cx:pt>
          <cx:pt idx="29305">59.990000000000002</cx:pt>
          <cx:pt idx="29306">59.990000000000002</cx:pt>
          <cx:pt idx="29307">59.990000000000002</cx:pt>
          <cx:pt idx="29308">59.990000000000002</cx:pt>
          <cx:pt idx="29309">59.990000000000002</cx:pt>
          <cx:pt idx="29310">59.990000000000002</cx:pt>
          <cx:pt idx="29311">59.990000000000002</cx:pt>
          <cx:pt idx="29312">59.990000000000002</cx:pt>
          <cx:pt idx="29313">59.990000000000002</cx:pt>
          <cx:pt idx="29314">59.990000000000002</cx:pt>
          <cx:pt idx="29315">59.990000000000002</cx:pt>
          <cx:pt idx="29316">59.990000000000002</cx:pt>
          <cx:pt idx="29317">59.990000000000002</cx:pt>
          <cx:pt idx="29318">59.990000000000002</cx:pt>
          <cx:pt idx="29319">59.990000000000002</cx:pt>
          <cx:pt idx="29320">59.990000000000002</cx:pt>
          <cx:pt idx="29321">59.990000000000002</cx:pt>
          <cx:pt idx="29322">59.990000000000002</cx:pt>
          <cx:pt idx="29323">59.990000000000002</cx:pt>
          <cx:pt idx="29324">59.990000000000002</cx:pt>
          <cx:pt idx="29325">59.990000000000002</cx:pt>
          <cx:pt idx="29326">59.990000000000002</cx:pt>
          <cx:pt idx="29327">59.990000000000002</cx:pt>
          <cx:pt idx="29328">59.990000000000002</cx:pt>
          <cx:pt idx="29329">59.990000000000002</cx:pt>
          <cx:pt idx="29330">59.990000000000002</cx:pt>
          <cx:pt idx="29331">59.990000000000002</cx:pt>
          <cx:pt idx="29332">59.990000000000002</cx:pt>
          <cx:pt idx="29333">59.990000000000002</cx:pt>
          <cx:pt idx="29334">59.990000000000002</cx:pt>
          <cx:pt idx="29335">59.990000000000002</cx:pt>
          <cx:pt idx="29336">59.990000000000002</cx:pt>
          <cx:pt idx="29337">59.990000000000002</cx:pt>
          <cx:pt idx="29338">59.990000000000002</cx:pt>
          <cx:pt idx="29339">59.990000000000002</cx:pt>
          <cx:pt idx="29340">59.990000000000002</cx:pt>
          <cx:pt idx="29341">59.990000000000002</cx:pt>
          <cx:pt idx="29342">59.990000000000002</cx:pt>
          <cx:pt idx="29343">59.990000000000002</cx:pt>
          <cx:pt idx="29344">59.990000000000002</cx:pt>
          <cx:pt idx="29345">59.990000000000002</cx:pt>
          <cx:pt idx="29346">59.990000000000002</cx:pt>
          <cx:pt idx="29347">59.990000000000002</cx:pt>
          <cx:pt idx="29348">59.990000000000002</cx:pt>
          <cx:pt idx="29349">59.990000000000002</cx:pt>
          <cx:pt idx="29350">59.990000000000002</cx:pt>
          <cx:pt idx="29351">59.990000000000002</cx:pt>
          <cx:pt idx="29352">59.990000000000002</cx:pt>
          <cx:pt idx="29353">59.990000000000002</cx:pt>
          <cx:pt idx="29354">59.990000000000002</cx:pt>
          <cx:pt idx="29355">59.990000000000002</cx:pt>
          <cx:pt idx="29356">59.990000000000002</cx:pt>
          <cx:pt idx="29357">59.990000000000002</cx:pt>
          <cx:pt idx="29358">59.990000000000002</cx:pt>
          <cx:pt idx="29359">59.990000000000002</cx:pt>
          <cx:pt idx="29360">59.990000000000002</cx:pt>
          <cx:pt idx="29361">59.990000000000002</cx:pt>
          <cx:pt idx="29362">59.990000000000002</cx:pt>
          <cx:pt idx="29363">59.990000000000002</cx:pt>
          <cx:pt idx="29364">59.990000000000002</cx:pt>
          <cx:pt idx="29365">59.990000000000002</cx:pt>
          <cx:pt idx="29366">59.990000000000002</cx:pt>
          <cx:pt idx="29367">59.990000000000002</cx:pt>
          <cx:pt idx="29368">59.990000000000002</cx:pt>
          <cx:pt idx="29369">59.990000000000002</cx:pt>
          <cx:pt idx="29370">59.990000000000002</cx:pt>
          <cx:pt idx="29371">59.990000000000002</cx:pt>
          <cx:pt idx="29372">59.990000000000002</cx:pt>
          <cx:pt idx="29373">59.990000000000002</cx:pt>
          <cx:pt idx="29374">59.990000000000002</cx:pt>
          <cx:pt idx="29375">59.990000000000002</cx:pt>
          <cx:pt idx="29376">59.990000000000002</cx:pt>
          <cx:pt idx="29377">59.990000000000002</cx:pt>
          <cx:pt idx="29378">59.990000000000002</cx:pt>
          <cx:pt idx="29379">59.990000000000002</cx:pt>
          <cx:pt idx="29380">59.990000000000002</cx:pt>
          <cx:pt idx="29381">59.990000000000002</cx:pt>
          <cx:pt idx="29382">59.990000000000002</cx:pt>
          <cx:pt idx="29383">59.990000000000002</cx:pt>
          <cx:pt idx="29384">59.990000000000002</cx:pt>
          <cx:pt idx="29385">59.990000000000002</cx:pt>
          <cx:pt idx="29386">59.990000000000002</cx:pt>
          <cx:pt idx="29387">59.990000000000002</cx:pt>
          <cx:pt idx="29388">59.990000000000002</cx:pt>
          <cx:pt idx="29389">59.990000000000002</cx:pt>
          <cx:pt idx="29390">59.990000000000002</cx:pt>
          <cx:pt idx="29391">59.990000000000002</cx:pt>
          <cx:pt idx="29392">59.990000000000002</cx:pt>
          <cx:pt idx="29393">59.990000000000002</cx:pt>
          <cx:pt idx="29394">59.990000000000002</cx:pt>
          <cx:pt idx="29395">59.990000000000002</cx:pt>
          <cx:pt idx="29396">59.990000000000002</cx:pt>
          <cx:pt idx="29397">59.990000000000002</cx:pt>
          <cx:pt idx="29398">59.990000000000002</cx:pt>
          <cx:pt idx="29399">59.990000000000002</cx:pt>
          <cx:pt idx="29400">59.990000000000002</cx:pt>
          <cx:pt idx="29401">59.990000000000002</cx:pt>
          <cx:pt idx="29402">59.990000000000002</cx:pt>
          <cx:pt idx="29403">59.990000000000002</cx:pt>
          <cx:pt idx="29404">59.990000000000002</cx:pt>
          <cx:pt idx="29405">59.990000000000002</cx:pt>
          <cx:pt idx="29406">59.990000000000002</cx:pt>
          <cx:pt idx="29407">59.990000000000002</cx:pt>
          <cx:pt idx="29408">59.990000000000002</cx:pt>
          <cx:pt idx="29409">59.990000000000002</cx:pt>
          <cx:pt idx="29410">59.990000000000002</cx:pt>
          <cx:pt idx="29411">59.990000000000002</cx:pt>
          <cx:pt idx="29412">59.990000000000002</cx:pt>
          <cx:pt idx="29413">59.990000000000002</cx:pt>
          <cx:pt idx="29414">59.990000000000002</cx:pt>
          <cx:pt idx="29415">59.990000000000002</cx:pt>
          <cx:pt idx="29416">59.990000000000002</cx:pt>
          <cx:pt idx="29417">59.990000000000002</cx:pt>
          <cx:pt idx="29418">59.990000000000002</cx:pt>
          <cx:pt idx="29419">59.990000000000002</cx:pt>
          <cx:pt idx="29420">59.990000000000002</cx:pt>
          <cx:pt idx="29421">59.990000000000002</cx:pt>
          <cx:pt idx="29422">59.990000000000002</cx:pt>
          <cx:pt idx="29423">59.990000000000002</cx:pt>
          <cx:pt idx="29424">59.990000000000002</cx:pt>
          <cx:pt idx="29425">59.990000000000002</cx:pt>
          <cx:pt idx="29426">59.990000000000002</cx:pt>
          <cx:pt idx="29427">59.990000000000002</cx:pt>
          <cx:pt idx="29428">59.990000000000002</cx:pt>
          <cx:pt idx="29429">59.990000000000002</cx:pt>
          <cx:pt idx="29430">59.990000000000002</cx:pt>
          <cx:pt idx="29431">59.990000000000002</cx:pt>
          <cx:pt idx="29432">59.990000000000002</cx:pt>
          <cx:pt idx="29433">59.990000000000002</cx:pt>
          <cx:pt idx="29434">59.990000000000002</cx:pt>
          <cx:pt idx="29435">59.990000000000002</cx:pt>
          <cx:pt idx="29436">59.990000000000002</cx:pt>
          <cx:pt idx="29437">59.990000000000002</cx:pt>
          <cx:pt idx="29438">59.990000000000002</cx:pt>
          <cx:pt idx="29439">59.990000000000002</cx:pt>
          <cx:pt idx="29440">59.990000000000002</cx:pt>
          <cx:pt idx="29441">59.990000000000002</cx:pt>
          <cx:pt idx="29442">59.990000000000002</cx:pt>
          <cx:pt idx="29443">59.990000000000002</cx:pt>
          <cx:pt idx="29444">59.990000000000002</cx:pt>
          <cx:pt idx="29445">59.990000000000002</cx:pt>
          <cx:pt idx="29446">59.990000000000002</cx:pt>
          <cx:pt idx="29447">59.990000000000002</cx:pt>
          <cx:pt idx="29448">59.990000000000002</cx:pt>
          <cx:pt idx="29449">59.990000000000002</cx:pt>
          <cx:pt idx="29450">59.990000000000002</cx:pt>
          <cx:pt idx="29451">59.990000000000002</cx:pt>
          <cx:pt idx="29452">59.990000000000002</cx:pt>
          <cx:pt idx="29453">59.990000000000002</cx:pt>
          <cx:pt idx="29454">59.990000000000002</cx:pt>
          <cx:pt idx="29455">59.990000000000002</cx:pt>
          <cx:pt idx="29456">59.990000000000002</cx:pt>
          <cx:pt idx="29457">59.990000000000002</cx:pt>
          <cx:pt idx="29458">59.990000000000002</cx:pt>
          <cx:pt idx="29459">59.990000000000002</cx:pt>
          <cx:pt idx="29460">59.990000000000002</cx:pt>
          <cx:pt idx="29461">59.990000000000002</cx:pt>
          <cx:pt idx="29462">59.990000000000002</cx:pt>
          <cx:pt idx="29463">59.990000000000002</cx:pt>
          <cx:pt idx="29464">59.990000000000002</cx:pt>
          <cx:pt idx="29465">59.990000000000002</cx:pt>
          <cx:pt idx="29466">59.990000000000002</cx:pt>
          <cx:pt idx="29467">59.990000000000002</cx:pt>
          <cx:pt idx="29468">59.990000000000002</cx:pt>
          <cx:pt idx="29469">59.990000000000002</cx:pt>
          <cx:pt idx="29470">59.990000000000002</cx:pt>
          <cx:pt idx="29471">59.990000000000002</cx:pt>
          <cx:pt idx="29472">59.990000000000002</cx:pt>
          <cx:pt idx="29473">59.990000000000002</cx:pt>
          <cx:pt idx="29474">59.990000000000002</cx:pt>
          <cx:pt idx="29475">59.990000000000002</cx:pt>
          <cx:pt idx="29476">59.990000000000002</cx:pt>
          <cx:pt idx="29477">59.990000000000002</cx:pt>
          <cx:pt idx="29478">59.990000000000002</cx:pt>
          <cx:pt idx="29479">59.990000000000002</cx:pt>
          <cx:pt idx="29480">59.990000000000002</cx:pt>
          <cx:pt idx="29481">59.990000000000002</cx:pt>
          <cx:pt idx="29482">59.990000000000002</cx:pt>
          <cx:pt idx="29483">59.990000000000002</cx:pt>
          <cx:pt idx="29484">59.990000000000002</cx:pt>
          <cx:pt idx="29485">59.990000000000002</cx:pt>
          <cx:pt idx="29486">59.990000000000002</cx:pt>
          <cx:pt idx="29487">59.990000000000002</cx:pt>
          <cx:pt idx="29488">59.990000000000002</cx:pt>
          <cx:pt idx="29489">59.990000000000002</cx:pt>
          <cx:pt idx="29490">59.990000000000002</cx:pt>
          <cx:pt idx="29491">59.990000000000002</cx:pt>
          <cx:pt idx="29492">59.990000000000002</cx:pt>
          <cx:pt idx="29493">59.990000000000002</cx:pt>
          <cx:pt idx="29494">59.990000000000002</cx:pt>
          <cx:pt idx="29495">59.990000000000002</cx:pt>
          <cx:pt idx="29496">59.990000000000002</cx:pt>
          <cx:pt idx="29497">59.990000000000002</cx:pt>
          <cx:pt idx="29498">59.990000000000002</cx:pt>
          <cx:pt idx="29499">59.990000000000002</cx:pt>
          <cx:pt idx="29500">59.990000000000002</cx:pt>
          <cx:pt idx="29501">59.990000000000002</cx:pt>
          <cx:pt idx="29502">59.990000000000002</cx:pt>
          <cx:pt idx="29503">59.990000000000002</cx:pt>
          <cx:pt idx="29504">59.990000000000002</cx:pt>
          <cx:pt idx="29505">59.990000000000002</cx:pt>
          <cx:pt idx="29506">59.990000000000002</cx:pt>
          <cx:pt idx="29507">59.990000000000002</cx:pt>
          <cx:pt idx="29508">59.990000000000002</cx:pt>
          <cx:pt idx="29509">59.990000000000002</cx:pt>
          <cx:pt idx="29510">59.990000000000002</cx:pt>
          <cx:pt idx="29511">59.990000000000002</cx:pt>
          <cx:pt idx="29512">59.990000000000002</cx:pt>
          <cx:pt idx="29513">59.990000000000002</cx:pt>
          <cx:pt idx="29514">59.990000000000002</cx:pt>
          <cx:pt idx="29515">59.990000000000002</cx:pt>
          <cx:pt idx="29516">59.990000000000002</cx:pt>
          <cx:pt idx="29517">59.990000000000002</cx:pt>
          <cx:pt idx="29518">59.990000000000002</cx:pt>
          <cx:pt idx="29519">59.990000000000002</cx:pt>
          <cx:pt idx="29520">59.990000000000002</cx:pt>
          <cx:pt idx="29521">59.990000000000002</cx:pt>
          <cx:pt idx="29522">59.990000000000002</cx:pt>
          <cx:pt idx="29523">59.990000000000002</cx:pt>
          <cx:pt idx="29524">59.990000000000002</cx:pt>
          <cx:pt idx="29525">59.990000000000002</cx:pt>
          <cx:pt idx="29526">59.990000000000002</cx:pt>
          <cx:pt idx="29527">59.990000000000002</cx:pt>
          <cx:pt idx="29528">59.990000000000002</cx:pt>
          <cx:pt idx="29529">59.990000000000002</cx:pt>
          <cx:pt idx="29530">59.990000000000002</cx:pt>
          <cx:pt idx="29531">59.990000000000002</cx:pt>
          <cx:pt idx="29532">59.990000000000002</cx:pt>
          <cx:pt idx="29533">59.990000000000002</cx:pt>
          <cx:pt idx="29534">59.990000000000002</cx:pt>
          <cx:pt idx="29535">59.990000000000002</cx:pt>
          <cx:pt idx="29536">59.990000000000002</cx:pt>
          <cx:pt idx="29537">59.990000000000002</cx:pt>
          <cx:pt idx="29538">59.990000000000002</cx:pt>
          <cx:pt idx="29539">59.990000000000002</cx:pt>
          <cx:pt idx="29540">59.990000000000002</cx:pt>
          <cx:pt idx="29541">59.990000000000002</cx:pt>
          <cx:pt idx="29542">59.990000000000002</cx:pt>
          <cx:pt idx="29543">59.990000000000002</cx:pt>
          <cx:pt idx="29544">59.990000000000002</cx:pt>
          <cx:pt idx="29545">59.990000000000002</cx:pt>
          <cx:pt idx="29546">59.990000000000002</cx:pt>
          <cx:pt idx="29547">59.990000000000002</cx:pt>
          <cx:pt idx="29548">59.990000000000002</cx:pt>
          <cx:pt idx="29549">59.990000000000002</cx:pt>
          <cx:pt idx="29550">59.990000000000002</cx:pt>
          <cx:pt idx="29551">59.990000000000002</cx:pt>
          <cx:pt idx="29552">59.990000000000002</cx:pt>
          <cx:pt idx="29553">59.990000000000002</cx:pt>
          <cx:pt idx="29554">59.990000000000002</cx:pt>
          <cx:pt idx="29555">59.990000000000002</cx:pt>
          <cx:pt idx="29556">59.990000000000002</cx:pt>
          <cx:pt idx="29557">59.990000000000002</cx:pt>
          <cx:pt idx="29558">59.990000000000002</cx:pt>
          <cx:pt idx="29559">59.990000000000002</cx:pt>
          <cx:pt idx="29560">59.990000000000002</cx:pt>
          <cx:pt idx="29561">59.990000000000002</cx:pt>
          <cx:pt idx="29562">59.990000000000002</cx:pt>
          <cx:pt idx="29563">59.990000000000002</cx:pt>
          <cx:pt idx="29564">59.990000000000002</cx:pt>
          <cx:pt idx="29565">59.990000000000002</cx:pt>
          <cx:pt idx="29566">59.990000000000002</cx:pt>
          <cx:pt idx="29567">59.990000000000002</cx:pt>
          <cx:pt idx="29568">59.990000000000002</cx:pt>
          <cx:pt idx="29569">59.990000000000002</cx:pt>
          <cx:pt idx="29570">59.990000000000002</cx:pt>
          <cx:pt idx="29571">59.990000000000002</cx:pt>
          <cx:pt idx="29572">59.990000000000002</cx:pt>
          <cx:pt idx="29573">59.990000000000002</cx:pt>
          <cx:pt idx="29574">59.990000000000002</cx:pt>
          <cx:pt idx="29575">59.990000000000002</cx:pt>
          <cx:pt idx="29576">59.990000000000002</cx:pt>
          <cx:pt idx="29577">59.990000000000002</cx:pt>
          <cx:pt idx="29578">59.990000000000002</cx:pt>
          <cx:pt idx="29579">59.990000000000002</cx:pt>
          <cx:pt idx="29580">59.990000000000002</cx:pt>
          <cx:pt idx="29581">59.990000000000002</cx:pt>
          <cx:pt idx="29582">59.990000000000002</cx:pt>
          <cx:pt idx="29583">59.990000000000002</cx:pt>
          <cx:pt idx="29584">59.990000000000002</cx:pt>
          <cx:pt idx="29585">59.990000000000002</cx:pt>
          <cx:pt idx="29586">59.990000000000002</cx:pt>
          <cx:pt idx="29587">59.990000000000002</cx:pt>
          <cx:pt idx="29588">59.990000000000002</cx:pt>
          <cx:pt idx="29589">59.990000000000002</cx:pt>
          <cx:pt idx="29590">59.990000000000002</cx:pt>
          <cx:pt idx="29591">59.990000000000002</cx:pt>
          <cx:pt idx="29592">59.990000000000002</cx:pt>
          <cx:pt idx="29593">59.990000000000002</cx:pt>
          <cx:pt idx="29594">59.990000000000002</cx:pt>
          <cx:pt idx="29595">59.990000000000002</cx:pt>
          <cx:pt idx="29596">59.990000000000002</cx:pt>
          <cx:pt idx="29597">59.990000000000002</cx:pt>
          <cx:pt idx="29598">59.990000000000002</cx:pt>
          <cx:pt idx="29599">59.990000000000002</cx:pt>
          <cx:pt idx="29600">59.990000000000002</cx:pt>
          <cx:pt idx="29601">59.990000000000002</cx:pt>
          <cx:pt idx="29602">59.990000000000002</cx:pt>
          <cx:pt idx="29603">59.990000000000002</cx:pt>
          <cx:pt idx="29604">59.990000000000002</cx:pt>
          <cx:pt idx="29605">59.990000000000002</cx:pt>
          <cx:pt idx="29606">59.990000000000002</cx:pt>
          <cx:pt idx="29607">59.990000000000002</cx:pt>
          <cx:pt idx="29608">59.990000000000002</cx:pt>
          <cx:pt idx="29609">59.990000000000002</cx:pt>
          <cx:pt idx="29610">59.990000000000002</cx:pt>
          <cx:pt idx="29611">59.990000000000002</cx:pt>
          <cx:pt idx="29612">59.990000000000002</cx:pt>
          <cx:pt idx="29613">59.990000000000002</cx:pt>
          <cx:pt idx="29614">59.990000000000002</cx:pt>
          <cx:pt idx="29615">59.990000000000002</cx:pt>
          <cx:pt idx="29616">59.990000000000002</cx:pt>
          <cx:pt idx="29617">59.990000000000002</cx:pt>
          <cx:pt idx="29618">59.990000000000002</cx:pt>
          <cx:pt idx="29619">59.990000000000002</cx:pt>
          <cx:pt idx="29620">59.990000000000002</cx:pt>
          <cx:pt idx="29621">59.990000000000002</cx:pt>
          <cx:pt idx="29622">59.990000000000002</cx:pt>
          <cx:pt idx="29623">59.990000000000002</cx:pt>
          <cx:pt idx="29624">59.990000000000002</cx:pt>
          <cx:pt idx="29625">59.990000000000002</cx:pt>
          <cx:pt idx="29626">59.990000000000002</cx:pt>
          <cx:pt idx="29627">59.990000000000002</cx:pt>
          <cx:pt idx="29628">59.990000000000002</cx:pt>
          <cx:pt idx="29629">59.990000000000002</cx:pt>
          <cx:pt idx="29630">59.990000000000002</cx:pt>
          <cx:pt idx="29631">59.990000000000002</cx:pt>
          <cx:pt idx="29632">59.990000000000002</cx:pt>
          <cx:pt idx="29633">59.990000000000002</cx:pt>
          <cx:pt idx="29634">59.990000000000002</cx:pt>
          <cx:pt idx="29635">59.990000000000002</cx:pt>
          <cx:pt idx="29636">59.990000000000002</cx:pt>
          <cx:pt idx="29637">59.990000000000002</cx:pt>
          <cx:pt idx="29638">59.990000000000002</cx:pt>
          <cx:pt idx="29639">59.990000000000002</cx:pt>
          <cx:pt idx="29640">59.990000000000002</cx:pt>
          <cx:pt idx="29641">59.990000000000002</cx:pt>
          <cx:pt idx="29642">59.990000000000002</cx:pt>
          <cx:pt idx="29643">59.990000000000002</cx:pt>
          <cx:pt idx="29644">59.990000000000002</cx:pt>
          <cx:pt idx="29645">59.990000000000002</cx:pt>
          <cx:pt idx="29646">59.990000000000002</cx:pt>
          <cx:pt idx="29647">59.990000000000002</cx:pt>
          <cx:pt idx="29648">59.990000000000002</cx:pt>
          <cx:pt idx="29649">59.990000000000002</cx:pt>
          <cx:pt idx="29650">59.990000000000002</cx:pt>
          <cx:pt idx="29651">59.990000000000002</cx:pt>
          <cx:pt idx="29652">59.990000000000002</cx:pt>
          <cx:pt idx="29653">59.990000000000002</cx:pt>
          <cx:pt idx="29654">59.990000000000002</cx:pt>
          <cx:pt idx="29655">59.990000000000002</cx:pt>
          <cx:pt idx="29656">59.990000000000002</cx:pt>
          <cx:pt idx="29657">59.990000000000002</cx:pt>
          <cx:pt idx="29658">59.990000000000002</cx:pt>
          <cx:pt idx="29659">59.990000000000002</cx:pt>
          <cx:pt idx="29660">59.990000000000002</cx:pt>
          <cx:pt idx="29661">59.990000000000002</cx:pt>
          <cx:pt idx="29662">59.990000000000002</cx:pt>
          <cx:pt idx="29663">59.990000000000002</cx:pt>
          <cx:pt idx="29664">59.990000000000002</cx:pt>
          <cx:pt idx="29665">59.990000000000002</cx:pt>
          <cx:pt idx="29666">59.990000000000002</cx:pt>
          <cx:pt idx="29667">59.990000000000002</cx:pt>
          <cx:pt idx="29668">59.990000000000002</cx:pt>
          <cx:pt idx="29669">59.990000000000002</cx:pt>
          <cx:pt idx="29670">59.990000000000002</cx:pt>
          <cx:pt idx="29671">59.990000000000002</cx:pt>
          <cx:pt idx="29672">59.990000000000002</cx:pt>
          <cx:pt idx="29673">59.990000000000002</cx:pt>
          <cx:pt idx="29674">59.990000000000002</cx:pt>
          <cx:pt idx="29675">59.990000000000002</cx:pt>
          <cx:pt idx="29676">59.990000000000002</cx:pt>
          <cx:pt idx="29677">59.990000000000002</cx:pt>
          <cx:pt idx="29678">59.990000000000002</cx:pt>
          <cx:pt idx="29679">59.990000000000002</cx:pt>
          <cx:pt idx="29680">59.990000000000002</cx:pt>
          <cx:pt idx="29681">59.990000000000002</cx:pt>
          <cx:pt idx="29682">59.990000000000002</cx:pt>
          <cx:pt idx="29683">59.990000000000002</cx:pt>
          <cx:pt idx="29684">59.990000000000002</cx:pt>
          <cx:pt idx="29685">59.990000000000002</cx:pt>
          <cx:pt idx="29686">59.990000000000002</cx:pt>
          <cx:pt idx="29687">59.990000000000002</cx:pt>
          <cx:pt idx="29688">59.990000000000002</cx:pt>
          <cx:pt idx="29689">59.990000000000002</cx:pt>
          <cx:pt idx="29690">59.990000000000002</cx:pt>
          <cx:pt idx="29691">59.990000000000002</cx:pt>
          <cx:pt idx="29692">59.990000000000002</cx:pt>
          <cx:pt idx="29693">59.990000000000002</cx:pt>
          <cx:pt idx="29694">59.990000000000002</cx:pt>
          <cx:pt idx="29695">59.990000000000002</cx:pt>
          <cx:pt idx="29696">59.990000000000002</cx:pt>
          <cx:pt idx="29697">59.990000000000002</cx:pt>
          <cx:pt idx="29698">59.990000000000002</cx:pt>
          <cx:pt idx="29699">59.990000000000002</cx:pt>
          <cx:pt idx="29700">59.990000000000002</cx:pt>
          <cx:pt idx="29701">59.990000000000002</cx:pt>
          <cx:pt idx="29702">59.990000000000002</cx:pt>
          <cx:pt idx="29703">59.990000000000002</cx:pt>
          <cx:pt idx="29704">59.990000000000002</cx:pt>
          <cx:pt idx="29705">59.990000000000002</cx:pt>
          <cx:pt idx="29706">59.990000000000002</cx:pt>
          <cx:pt idx="29707">59.990000000000002</cx:pt>
          <cx:pt idx="29708">59.990000000000002</cx:pt>
          <cx:pt idx="29709">59.990000000000002</cx:pt>
          <cx:pt idx="29710">59.990000000000002</cx:pt>
          <cx:pt idx="29711">59.990000000000002</cx:pt>
          <cx:pt idx="29712">59.990000000000002</cx:pt>
          <cx:pt idx="29713">59.990000000000002</cx:pt>
          <cx:pt idx="29714">59.990000000000002</cx:pt>
          <cx:pt idx="29715">59.990000000000002</cx:pt>
          <cx:pt idx="29716">59.990000000000002</cx:pt>
          <cx:pt idx="29717">59.990000000000002</cx:pt>
          <cx:pt idx="29718">59.990000000000002</cx:pt>
          <cx:pt idx="29719">59.990000000000002</cx:pt>
          <cx:pt idx="29720">59.990000000000002</cx:pt>
          <cx:pt idx="29721">59.990000000000002</cx:pt>
          <cx:pt idx="29722">59.990000000000002</cx:pt>
          <cx:pt idx="29723">59.990000000000002</cx:pt>
          <cx:pt idx="29724">59.990000000000002</cx:pt>
          <cx:pt idx="29725">59.990000000000002</cx:pt>
          <cx:pt idx="29726">59.990000000000002</cx:pt>
          <cx:pt idx="29727">59.990000000000002</cx:pt>
          <cx:pt idx="29728">59.990000000000002</cx:pt>
          <cx:pt idx="29729">59.990000000000002</cx:pt>
          <cx:pt idx="29730">59.990000000000002</cx:pt>
          <cx:pt idx="29731">59.990000000000002</cx:pt>
          <cx:pt idx="29732">59.990000000000002</cx:pt>
          <cx:pt idx="29733">59.990000000000002</cx:pt>
          <cx:pt idx="29734">59.990000000000002</cx:pt>
          <cx:pt idx="29735">59.990000000000002</cx:pt>
          <cx:pt idx="29736">59.990000000000002</cx:pt>
          <cx:pt idx="29737">59.990000000000002</cx:pt>
          <cx:pt idx="29738">59.990000000000002</cx:pt>
          <cx:pt idx="29739">59.990000000000002</cx:pt>
          <cx:pt idx="29740">59.990000000000002</cx:pt>
          <cx:pt idx="29741">59.990000000000002</cx:pt>
          <cx:pt idx="29742">59.990000000000002</cx:pt>
          <cx:pt idx="29743">59.990000000000002</cx:pt>
          <cx:pt idx="29744">59.990000000000002</cx:pt>
          <cx:pt idx="29745">59.990000000000002</cx:pt>
          <cx:pt idx="29746">59.990000000000002</cx:pt>
          <cx:pt idx="29747">59.990000000000002</cx:pt>
          <cx:pt idx="29748">59.990000000000002</cx:pt>
          <cx:pt idx="29749">59.990000000000002</cx:pt>
          <cx:pt idx="29750">59.990000000000002</cx:pt>
          <cx:pt idx="29751">59.990000000000002</cx:pt>
          <cx:pt idx="29752">59.990000000000002</cx:pt>
          <cx:pt idx="29753">59.990000000000002</cx:pt>
          <cx:pt idx="29754">59.990000000000002</cx:pt>
          <cx:pt idx="29755">59.990000000000002</cx:pt>
          <cx:pt idx="29756">59.990000000000002</cx:pt>
          <cx:pt idx="29757">59.990000000000002</cx:pt>
          <cx:pt idx="29758">59.990000000000002</cx:pt>
          <cx:pt idx="29759">59.990000000000002</cx:pt>
          <cx:pt idx="29760">59.990000000000002</cx:pt>
          <cx:pt idx="29761">59.990000000000002</cx:pt>
          <cx:pt idx="29762">59.990000000000002</cx:pt>
          <cx:pt idx="29763">59.990000000000002</cx:pt>
          <cx:pt idx="29764">59.990000000000002</cx:pt>
          <cx:pt idx="29765">59.990000000000002</cx:pt>
          <cx:pt idx="29766">59.990000000000002</cx:pt>
          <cx:pt idx="29767">59.990000000000002</cx:pt>
          <cx:pt idx="29768">59.990000000000002</cx:pt>
          <cx:pt idx="29769">59.990000000000002</cx:pt>
          <cx:pt idx="29770">59.990000000000002</cx:pt>
          <cx:pt idx="29771">59.990000000000002</cx:pt>
          <cx:pt idx="29772">59.990000000000002</cx:pt>
          <cx:pt idx="29773">59.990000000000002</cx:pt>
          <cx:pt idx="29774">59.990000000000002</cx:pt>
          <cx:pt idx="29775">59.990000000000002</cx:pt>
          <cx:pt idx="29776">59.990000000000002</cx:pt>
          <cx:pt idx="29777">59.990000000000002</cx:pt>
          <cx:pt idx="29778">59.990000000000002</cx:pt>
          <cx:pt idx="29779">59.990000000000002</cx:pt>
          <cx:pt idx="29780">59.990000000000002</cx:pt>
          <cx:pt idx="29781">59.990000000000002</cx:pt>
          <cx:pt idx="29782">59.990000000000002</cx:pt>
          <cx:pt idx="29783">59.990000000000002</cx:pt>
          <cx:pt idx="29784">59.990000000000002</cx:pt>
          <cx:pt idx="29785">59.990000000000002</cx:pt>
          <cx:pt idx="29786">59.990000000000002</cx:pt>
          <cx:pt idx="29787">59.990000000000002</cx:pt>
          <cx:pt idx="29788">59.990000000000002</cx:pt>
          <cx:pt idx="29789">59.990000000000002</cx:pt>
          <cx:pt idx="29790">59.990000000000002</cx:pt>
          <cx:pt idx="29791">59.990000000000002</cx:pt>
          <cx:pt idx="29792">59.990000000000002</cx:pt>
          <cx:pt idx="29793">59.990000000000002</cx:pt>
          <cx:pt idx="29794">59.990000000000002</cx:pt>
          <cx:pt idx="29795">59.990000000000002</cx:pt>
          <cx:pt idx="29796">59.990000000000002</cx:pt>
          <cx:pt idx="29797">59.990000000000002</cx:pt>
          <cx:pt idx="29798">59.990000000000002</cx:pt>
          <cx:pt idx="29799">59.990000000000002</cx:pt>
          <cx:pt idx="29800">59.990000000000002</cx:pt>
          <cx:pt idx="29801">59.990000000000002</cx:pt>
          <cx:pt idx="29802">59.990000000000002</cx:pt>
          <cx:pt idx="29803">59.990000000000002</cx:pt>
          <cx:pt idx="29804">59.990000000000002</cx:pt>
          <cx:pt idx="29805">59.990000000000002</cx:pt>
          <cx:pt idx="29806">59.990000000000002</cx:pt>
          <cx:pt idx="29807">59.990000000000002</cx:pt>
          <cx:pt idx="29808">59.990000000000002</cx:pt>
          <cx:pt idx="29809">59.990000000000002</cx:pt>
          <cx:pt idx="29810">59.990000000000002</cx:pt>
          <cx:pt idx="29811">59.990000000000002</cx:pt>
          <cx:pt idx="29812">59.990000000000002</cx:pt>
          <cx:pt idx="29813">59.990000000000002</cx:pt>
          <cx:pt idx="29814">59.990000000000002</cx:pt>
          <cx:pt idx="29815">59.990000000000002</cx:pt>
          <cx:pt idx="29816">59.990000000000002</cx:pt>
          <cx:pt idx="29817">59.990000000000002</cx:pt>
          <cx:pt idx="29818">59.990000000000002</cx:pt>
          <cx:pt idx="29819">59.990000000000002</cx:pt>
          <cx:pt idx="29820">59.990000000000002</cx:pt>
          <cx:pt idx="29821">59.990000000000002</cx:pt>
          <cx:pt idx="29822">59.990000000000002</cx:pt>
          <cx:pt idx="29823">59.990000000000002</cx:pt>
          <cx:pt idx="29824">59.990000000000002</cx:pt>
          <cx:pt idx="29825">59.990000000000002</cx:pt>
          <cx:pt idx="29826">59.990000000000002</cx:pt>
          <cx:pt idx="29827">59.990000000000002</cx:pt>
          <cx:pt idx="29828">59.990000000000002</cx:pt>
          <cx:pt idx="29829">59.990000000000002</cx:pt>
          <cx:pt idx="29830">59.990000000000002</cx:pt>
          <cx:pt idx="29831">59.990000000000002</cx:pt>
          <cx:pt idx="29832">59.990000000000002</cx:pt>
          <cx:pt idx="29833">59.990000000000002</cx:pt>
          <cx:pt idx="29834">59.990000000000002</cx:pt>
          <cx:pt idx="29835">59.990000000000002</cx:pt>
          <cx:pt idx="29836">59.990000000000002</cx:pt>
          <cx:pt idx="29837">59.990000000000002</cx:pt>
          <cx:pt idx="29838">59.990000000000002</cx:pt>
          <cx:pt idx="29839">59.990000000000002</cx:pt>
          <cx:pt idx="29840">59.990000000000002</cx:pt>
          <cx:pt idx="29841">59.990000000000002</cx:pt>
          <cx:pt idx="29842">59.990000000000002</cx:pt>
          <cx:pt idx="29843">59.990000000000002</cx:pt>
          <cx:pt idx="29844">59.990000000000002</cx:pt>
          <cx:pt idx="29845">59.990000000000002</cx:pt>
          <cx:pt idx="29846">59.990000000000002</cx:pt>
          <cx:pt idx="29847">59.990000000000002</cx:pt>
          <cx:pt idx="29848">59.990000000000002</cx:pt>
          <cx:pt idx="29849">59.990000000000002</cx:pt>
          <cx:pt idx="29850">59.990000000000002</cx:pt>
          <cx:pt idx="29851">59.990000000000002</cx:pt>
          <cx:pt idx="29852">59.990000000000002</cx:pt>
          <cx:pt idx="29853">59.990000000000002</cx:pt>
          <cx:pt idx="29854">59.990000000000002</cx:pt>
          <cx:pt idx="29855">59.990000000000002</cx:pt>
          <cx:pt idx="29856">59.990000000000002</cx:pt>
          <cx:pt idx="29857">59.990000000000002</cx:pt>
          <cx:pt idx="29858">59.990000000000002</cx:pt>
          <cx:pt idx="29859">59.990000000000002</cx:pt>
          <cx:pt idx="29860">59.990000000000002</cx:pt>
          <cx:pt idx="29861">59.990000000000002</cx:pt>
          <cx:pt idx="29862">59.990000000000002</cx:pt>
          <cx:pt idx="29863">59.990000000000002</cx:pt>
          <cx:pt idx="29864">59.990000000000002</cx:pt>
          <cx:pt idx="29865">59.990000000000002</cx:pt>
          <cx:pt idx="29866">59.990000000000002</cx:pt>
          <cx:pt idx="29867">59.990000000000002</cx:pt>
          <cx:pt idx="29868">59.990000000000002</cx:pt>
          <cx:pt idx="29869">59.990000000000002</cx:pt>
          <cx:pt idx="29870">59.990000000000002</cx:pt>
          <cx:pt idx="29871">59.990000000000002</cx:pt>
          <cx:pt idx="29872">59.990000000000002</cx:pt>
          <cx:pt idx="29873">59.990000000000002</cx:pt>
          <cx:pt idx="29874">59.990000000000002</cx:pt>
          <cx:pt idx="29875">59.990000000000002</cx:pt>
          <cx:pt idx="29876">59.990000000000002</cx:pt>
          <cx:pt idx="29877">59.990000000000002</cx:pt>
          <cx:pt idx="29878">59.990000000000002</cx:pt>
          <cx:pt idx="29879">59.990000000000002</cx:pt>
          <cx:pt idx="29880">59.990000000000002</cx:pt>
          <cx:pt idx="29881">59.990000000000002</cx:pt>
          <cx:pt idx="29882">59.990000000000002</cx:pt>
          <cx:pt idx="29883">59.990000000000002</cx:pt>
          <cx:pt idx="29884">59.990000000000002</cx:pt>
          <cx:pt idx="29885">59.990000000000002</cx:pt>
          <cx:pt idx="29886">59.990000000000002</cx:pt>
          <cx:pt idx="29887">59.990000000000002</cx:pt>
          <cx:pt idx="29888">59.990000000000002</cx:pt>
          <cx:pt idx="29889">59.990000000000002</cx:pt>
          <cx:pt idx="29890">59.990000000000002</cx:pt>
          <cx:pt idx="29891">59.990000000000002</cx:pt>
          <cx:pt idx="29892">59.990000000000002</cx:pt>
          <cx:pt idx="29893">59.990000000000002</cx:pt>
          <cx:pt idx="29894">59.990000000000002</cx:pt>
          <cx:pt idx="29895">59.990000000000002</cx:pt>
          <cx:pt idx="29896">59.990000000000002</cx:pt>
          <cx:pt idx="29897">59.990000000000002</cx:pt>
          <cx:pt idx="29898">59.990000000000002</cx:pt>
          <cx:pt idx="29899">59.990000000000002</cx:pt>
          <cx:pt idx="29900">59.990000000000002</cx:pt>
          <cx:pt idx="29901">59.990000000000002</cx:pt>
          <cx:pt idx="29902">59.990000000000002</cx:pt>
          <cx:pt idx="29903">59.990000000000002</cx:pt>
          <cx:pt idx="29904">59.990000000000002</cx:pt>
          <cx:pt idx="29905">59.990000000000002</cx:pt>
          <cx:pt idx="29906">59.990000000000002</cx:pt>
          <cx:pt idx="29907">59.990000000000002</cx:pt>
          <cx:pt idx="29908">59.990000000000002</cx:pt>
          <cx:pt idx="29909">59.990000000000002</cx:pt>
          <cx:pt idx="29910">59.990000000000002</cx:pt>
          <cx:pt idx="29911">59.990000000000002</cx:pt>
          <cx:pt idx="29912">59.990000000000002</cx:pt>
          <cx:pt idx="29913">59.990000000000002</cx:pt>
          <cx:pt idx="29914">59.990000000000002</cx:pt>
          <cx:pt idx="29915">59.990000000000002</cx:pt>
          <cx:pt idx="29916">59.990000000000002</cx:pt>
          <cx:pt idx="29917">59.990000000000002</cx:pt>
          <cx:pt idx="29918">59.990000000000002</cx:pt>
          <cx:pt idx="29919">59.990000000000002</cx:pt>
          <cx:pt idx="29920">59.990000000000002</cx:pt>
          <cx:pt idx="29921">59.990000000000002</cx:pt>
          <cx:pt idx="29922">59.990000000000002</cx:pt>
          <cx:pt idx="29923">59.990000000000002</cx:pt>
          <cx:pt idx="29924">59.990000000000002</cx:pt>
          <cx:pt idx="29925">59.990000000000002</cx:pt>
          <cx:pt idx="29926">59.990000000000002</cx:pt>
          <cx:pt idx="29927">59.990000000000002</cx:pt>
          <cx:pt idx="29928">59.990000000000002</cx:pt>
          <cx:pt idx="29929">59.990000000000002</cx:pt>
          <cx:pt idx="29930">59.990000000000002</cx:pt>
          <cx:pt idx="29931">59.990000000000002</cx:pt>
          <cx:pt idx="29932">59.990000000000002</cx:pt>
          <cx:pt idx="29933">59.990000000000002</cx:pt>
          <cx:pt idx="29934">59.990000000000002</cx:pt>
          <cx:pt idx="29935">59.990000000000002</cx:pt>
          <cx:pt idx="29936">59.990000000000002</cx:pt>
          <cx:pt idx="29937">59.990000000000002</cx:pt>
          <cx:pt idx="29938">59.990000000000002</cx:pt>
          <cx:pt idx="29939">59.990000000000002</cx:pt>
          <cx:pt idx="29940">59.990000000000002</cx:pt>
          <cx:pt idx="29941">59.990000000000002</cx:pt>
          <cx:pt idx="29942">59.990000000000002</cx:pt>
          <cx:pt idx="29943">59.990000000000002</cx:pt>
          <cx:pt idx="29944">59.990000000000002</cx:pt>
          <cx:pt idx="29945">59.990000000000002</cx:pt>
          <cx:pt idx="29946">59.990000000000002</cx:pt>
          <cx:pt idx="29947">59.990000000000002</cx:pt>
          <cx:pt idx="29948">59.990000000000002</cx:pt>
          <cx:pt idx="29949">59.990000000000002</cx:pt>
          <cx:pt idx="29950">59.990000000000002</cx:pt>
          <cx:pt idx="29951">59.990000000000002</cx:pt>
          <cx:pt idx="29952">59.990000000000002</cx:pt>
          <cx:pt idx="29953">59.990000000000002</cx:pt>
          <cx:pt idx="29954">59.990000000000002</cx:pt>
          <cx:pt idx="29955">59.990000000000002</cx:pt>
          <cx:pt idx="29956">59.990000000000002</cx:pt>
          <cx:pt idx="29957">59.990000000000002</cx:pt>
          <cx:pt idx="29958">59.990000000000002</cx:pt>
          <cx:pt idx="29959">59.990000000000002</cx:pt>
          <cx:pt idx="29960">59.990000000000002</cx:pt>
          <cx:pt idx="29961">59.990000000000002</cx:pt>
          <cx:pt idx="29962">59.990000000000002</cx:pt>
          <cx:pt idx="29963">59.990000000000002</cx:pt>
          <cx:pt idx="29964">59.990000000000002</cx:pt>
          <cx:pt idx="29965">59.990000000000002</cx:pt>
          <cx:pt idx="29966">59.990000000000002</cx:pt>
          <cx:pt idx="29967">59.990000000000002</cx:pt>
          <cx:pt idx="29968">59.990000000000002</cx:pt>
          <cx:pt idx="29969">59.990000000000002</cx:pt>
          <cx:pt idx="29970">59.990000000000002</cx:pt>
          <cx:pt idx="29971">59.990000000000002</cx:pt>
          <cx:pt idx="29972">59.990000000000002</cx:pt>
          <cx:pt idx="29973">59.990000000000002</cx:pt>
          <cx:pt idx="29974">59.990000000000002</cx:pt>
          <cx:pt idx="29975">59.990000000000002</cx:pt>
          <cx:pt idx="29976">59.990000000000002</cx:pt>
          <cx:pt idx="29977">59.990000000000002</cx:pt>
          <cx:pt idx="29978">59.990000000000002</cx:pt>
          <cx:pt idx="29979">59.990000000000002</cx:pt>
          <cx:pt idx="29980">59.990000000000002</cx:pt>
          <cx:pt idx="29981">59.990000000000002</cx:pt>
          <cx:pt idx="29982">59.990000000000002</cx:pt>
          <cx:pt idx="29983">59.990000000000002</cx:pt>
          <cx:pt idx="29984">59.990000000000002</cx:pt>
          <cx:pt idx="29985">59.990000000000002</cx:pt>
          <cx:pt idx="29986">59.990000000000002</cx:pt>
          <cx:pt idx="29987">59.990000000000002</cx:pt>
          <cx:pt idx="29988">59.990000000000002</cx:pt>
          <cx:pt idx="29989">59.990000000000002</cx:pt>
          <cx:pt idx="29990">59.990000000000002</cx:pt>
          <cx:pt idx="29991">59.990000000000002</cx:pt>
          <cx:pt idx="29992">59.990000000000002</cx:pt>
          <cx:pt idx="29993">59.990000000000002</cx:pt>
          <cx:pt idx="29994">59.990000000000002</cx:pt>
          <cx:pt idx="29995">59.990000000000002</cx:pt>
          <cx:pt idx="29996">59.990000000000002</cx:pt>
          <cx:pt idx="29997">59.990000000000002</cx:pt>
          <cx:pt idx="29998">59.990000000000002</cx:pt>
          <cx:pt idx="29999">59.990000000000002</cx:pt>
          <cx:pt idx="30000">59.990000000000002</cx:pt>
          <cx:pt idx="30001">59.990000000000002</cx:pt>
          <cx:pt idx="30002">59.990000000000002</cx:pt>
          <cx:pt idx="30003">59.990000000000002</cx:pt>
          <cx:pt idx="30004">59.990000000000002</cx:pt>
          <cx:pt idx="30005">59.990000000000002</cx:pt>
          <cx:pt idx="30006">59.990000000000002</cx:pt>
          <cx:pt idx="30007">59.990000000000002</cx:pt>
          <cx:pt idx="30008">59.990000000000002</cx:pt>
          <cx:pt idx="30009">59.990000000000002</cx:pt>
          <cx:pt idx="30010">59.990000000000002</cx:pt>
          <cx:pt idx="30011">59.990000000000002</cx:pt>
          <cx:pt idx="30012">59.990000000000002</cx:pt>
          <cx:pt idx="30013">59.990000000000002</cx:pt>
          <cx:pt idx="30014">59.990000000000002</cx:pt>
          <cx:pt idx="30015">59.990000000000002</cx:pt>
          <cx:pt idx="30016">59.990000000000002</cx:pt>
          <cx:pt idx="30017">59.990000000000002</cx:pt>
          <cx:pt idx="30018">59.990000000000002</cx:pt>
          <cx:pt idx="30019">59.990000000000002</cx:pt>
          <cx:pt idx="30020">59.990000000000002</cx:pt>
          <cx:pt idx="30021">59.990000000000002</cx:pt>
          <cx:pt idx="30022">45.990000000000002</cx:pt>
          <cx:pt idx="30023">45.990000000000002</cx:pt>
          <cx:pt idx="30024">45.990000000000002</cx:pt>
          <cx:pt idx="30025">45.990000000000002</cx:pt>
          <cx:pt idx="30026">45.990000000000002</cx:pt>
          <cx:pt idx="30027">45.990000000000002</cx:pt>
          <cx:pt idx="30028">45.990000000000002</cx:pt>
          <cx:pt idx="30029">45.990000000000002</cx:pt>
          <cx:pt idx="30030">45.990000000000002</cx:pt>
          <cx:pt idx="30031">45.990000000000002</cx:pt>
          <cx:pt idx="30032">45.990000000000002</cx:pt>
          <cx:pt idx="30033">45.990000000000002</cx:pt>
          <cx:pt idx="30034">45.990000000000002</cx:pt>
          <cx:pt idx="30035">45.990000000000002</cx:pt>
          <cx:pt idx="30036">45.990000000000002</cx:pt>
          <cx:pt idx="30037">45.990000000000002</cx:pt>
          <cx:pt idx="30038">45.990000000000002</cx:pt>
          <cx:pt idx="30039">45.990000000000002</cx:pt>
          <cx:pt idx="30040">45.990000000000002</cx:pt>
          <cx:pt idx="30041">45.990000000000002</cx:pt>
          <cx:pt idx="30042">45.990000000000002</cx:pt>
          <cx:pt idx="30043">45.990000000000002</cx:pt>
          <cx:pt idx="30044">45.990000000000002</cx:pt>
          <cx:pt idx="30045">45.990000000000002</cx:pt>
          <cx:pt idx="30046">45.990000000000002</cx:pt>
          <cx:pt idx="30047">45.990000000000002</cx:pt>
          <cx:pt idx="30048">45.990000000000002</cx:pt>
          <cx:pt idx="30049">45.990000000000002</cx:pt>
          <cx:pt idx="30050">45.990000000000002</cx:pt>
          <cx:pt idx="30051">45.990000000000002</cx:pt>
          <cx:pt idx="30052">45.990000000000002</cx:pt>
          <cx:pt idx="30053">45.990000000000002</cx:pt>
          <cx:pt idx="30054">45.990000000000002</cx:pt>
          <cx:pt idx="30055">45.990000000000002</cx:pt>
          <cx:pt idx="30056">45.990000000000002</cx:pt>
          <cx:pt idx="30057">45.990000000000002</cx:pt>
          <cx:pt idx="30058">45.990000000000002</cx:pt>
          <cx:pt idx="30059">45.990000000000002</cx:pt>
          <cx:pt idx="30060">45.990000000000002</cx:pt>
          <cx:pt idx="30061">45.990000000000002</cx:pt>
          <cx:pt idx="30062">45.990000000000002</cx:pt>
          <cx:pt idx="30063">45.990000000000002</cx:pt>
          <cx:pt idx="30064">45.990000000000002</cx:pt>
          <cx:pt idx="30065">45.990000000000002</cx:pt>
          <cx:pt idx="30066">45.990000000000002</cx:pt>
          <cx:pt idx="30067">45.990000000000002</cx:pt>
          <cx:pt idx="30068">45.990000000000002</cx:pt>
          <cx:pt idx="30069">45.990000000000002</cx:pt>
          <cx:pt idx="30070">45.990000000000002</cx:pt>
          <cx:pt idx="30071">45.990000000000002</cx:pt>
          <cx:pt idx="30072">45.990000000000002</cx:pt>
          <cx:pt idx="30073">45.990000000000002</cx:pt>
          <cx:pt idx="30074">45.990000000000002</cx:pt>
          <cx:pt idx="30075">45.990000000000002</cx:pt>
          <cx:pt idx="30076">45.990000000000002</cx:pt>
          <cx:pt idx="30077">45.990000000000002</cx:pt>
          <cx:pt idx="30078">45.990000000000002</cx:pt>
          <cx:pt idx="30079">45.990000000000002</cx:pt>
          <cx:pt idx="30080">45.990000000000002</cx:pt>
          <cx:pt idx="30081">45.990000000000002</cx:pt>
          <cx:pt idx="30082">45.990000000000002</cx:pt>
          <cx:pt idx="30083">45.990000000000002</cx:pt>
          <cx:pt idx="30084">45.990000000000002</cx:pt>
          <cx:pt idx="30085">45.990000000000002</cx:pt>
          <cx:pt idx="30086">45.990000000000002</cx:pt>
          <cx:pt idx="30087">45.990000000000002</cx:pt>
          <cx:pt idx="30088">45.990000000000002</cx:pt>
          <cx:pt idx="30089">45.990000000000002</cx:pt>
          <cx:pt idx="30090">45.990000000000002</cx:pt>
          <cx:pt idx="30091">45.990000000000002</cx:pt>
          <cx:pt idx="30092">45.990000000000002</cx:pt>
          <cx:pt idx="30093">45.990000000000002</cx:pt>
          <cx:pt idx="30094">45.990000000000002</cx:pt>
          <cx:pt idx="30095">45.990000000000002</cx:pt>
          <cx:pt idx="30096">45.990000000000002</cx:pt>
          <cx:pt idx="30097">45.990000000000002</cx:pt>
          <cx:pt idx="30098">45.990000000000002</cx:pt>
          <cx:pt idx="30099">45.990000000000002</cx:pt>
          <cx:pt idx="30100">45.990000000000002</cx:pt>
          <cx:pt idx="30101">45.990000000000002</cx:pt>
          <cx:pt idx="30102">45.990000000000002</cx:pt>
          <cx:pt idx="30103">45.990000000000002</cx:pt>
          <cx:pt idx="30104">45.990000000000002</cx:pt>
          <cx:pt idx="30105">45.990000000000002</cx:pt>
          <cx:pt idx="30106">45.990000000000002</cx:pt>
          <cx:pt idx="30107">45.990000000000002</cx:pt>
          <cx:pt idx="30108">45.990000000000002</cx:pt>
          <cx:pt idx="30109">45.990000000000002</cx:pt>
          <cx:pt idx="30110">45.990000000000002</cx:pt>
          <cx:pt idx="30111">45.990000000000002</cx:pt>
          <cx:pt idx="30112">45.990000000000002</cx:pt>
          <cx:pt idx="30113">45.990000000000002</cx:pt>
          <cx:pt idx="30114">45.990000000000002</cx:pt>
          <cx:pt idx="30115">45.990000000000002</cx:pt>
          <cx:pt idx="30116">45.990000000000002</cx:pt>
          <cx:pt idx="30117">45.990000000000002</cx:pt>
          <cx:pt idx="30118">45.990000000000002</cx:pt>
          <cx:pt idx="30119">45.990000000000002</cx:pt>
          <cx:pt idx="30120">45.990000000000002</cx:pt>
          <cx:pt idx="30121">45.990000000000002</cx:pt>
          <cx:pt idx="30122">45.990000000000002</cx:pt>
          <cx:pt idx="30123">45.990000000000002</cx:pt>
          <cx:pt idx="30124">45.990000000000002</cx:pt>
          <cx:pt idx="30125">45.990000000000002</cx:pt>
          <cx:pt idx="30126">45.990000000000002</cx:pt>
          <cx:pt idx="30127">45.990000000000002</cx:pt>
          <cx:pt idx="30128">45.990000000000002</cx:pt>
          <cx:pt idx="30129">45.990000000000002</cx:pt>
          <cx:pt idx="30130">45.990000000000002</cx:pt>
          <cx:pt idx="30131">45.990000000000002</cx:pt>
          <cx:pt idx="30132">45.990000000000002</cx:pt>
          <cx:pt idx="30133">45.990000000000002</cx:pt>
          <cx:pt idx="30134">45.990000000000002</cx:pt>
          <cx:pt idx="30135">45.990000000000002</cx:pt>
          <cx:pt idx="30136">45.990000000000002</cx:pt>
          <cx:pt idx="30137">45.990000000000002</cx:pt>
          <cx:pt idx="30138">45.990000000000002</cx:pt>
          <cx:pt idx="30139">45.990000000000002</cx:pt>
          <cx:pt idx="30140">45.990000000000002</cx:pt>
          <cx:pt idx="30141">45.990000000000002</cx:pt>
          <cx:pt idx="30142">45.990000000000002</cx:pt>
          <cx:pt idx="30143">45.990000000000002</cx:pt>
          <cx:pt idx="30144">45.990000000000002</cx:pt>
          <cx:pt idx="30145">45.990000000000002</cx:pt>
          <cx:pt idx="30146">45.990000000000002</cx:pt>
          <cx:pt idx="30147">45.990000000000002</cx:pt>
          <cx:pt idx="30148">45.990000000000002</cx:pt>
          <cx:pt idx="30149">45.990000000000002</cx:pt>
          <cx:pt idx="30150">45.990000000000002</cx:pt>
          <cx:pt idx="30151">45.990000000000002</cx:pt>
          <cx:pt idx="30152">45.990000000000002</cx:pt>
          <cx:pt idx="30153">45.990000000000002</cx:pt>
          <cx:pt idx="30154">45.990000000000002</cx:pt>
          <cx:pt idx="30155">45.990000000000002</cx:pt>
          <cx:pt idx="30156">45.990000000000002</cx:pt>
          <cx:pt idx="30157">45.990000000000002</cx:pt>
          <cx:pt idx="30158">45.990000000000002</cx:pt>
          <cx:pt idx="30159">45.990000000000002</cx:pt>
          <cx:pt idx="30160">45.990000000000002</cx:pt>
          <cx:pt idx="30161">45.990000000000002</cx:pt>
          <cx:pt idx="30162">45.990000000000002</cx:pt>
          <cx:pt idx="30163">45.990000000000002</cx:pt>
          <cx:pt idx="30164">45.990000000000002</cx:pt>
          <cx:pt idx="30165">45.990000000000002</cx:pt>
          <cx:pt idx="30166">45.990000000000002</cx:pt>
          <cx:pt idx="30167">45.990000000000002</cx:pt>
          <cx:pt idx="30168">45.990000000000002</cx:pt>
          <cx:pt idx="30169">45.990000000000002</cx:pt>
          <cx:pt idx="30170">45.990000000000002</cx:pt>
          <cx:pt idx="30171">45.990000000000002</cx:pt>
          <cx:pt idx="30172">45.990000000000002</cx:pt>
          <cx:pt idx="30173">45.990000000000002</cx:pt>
          <cx:pt idx="30174">45.990000000000002</cx:pt>
          <cx:pt idx="30175">45.990000000000002</cx:pt>
          <cx:pt idx="30176">45.990000000000002</cx:pt>
          <cx:pt idx="30177">45.990000000000002</cx:pt>
          <cx:pt idx="30178">45.990000000000002</cx:pt>
          <cx:pt idx="30179">45.990000000000002</cx:pt>
          <cx:pt idx="30180">45.990000000000002</cx:pt>
          <cx:pt idx="30181">45.990000000000002</cx:pt>
          <cx:pt idx="30182">45.990000000000002</cx:pt>
          <cx:pt idx="30183">45.990000000000002</cx:pt>
          <cx:pt idx="30184">45.990000000000002</cx:pt>
          <cx:pt idx="30185">45.990000000000002</cx:pt>
          <cx:pt idx="30186">45.990000000000002</cx:pt>
          <cx:pt idx="30187">45.990000000000002</cx:pt>
          <cx:pt idx="30188">45.990000000000002</cx:pt>
          <cx:pt idx="30189">45.990000000000002</cx:pt>
          <cx:pt idx="30190">45.990000000000002</cx:pt>
          <cx:pt idx="30191">45.990000000000002</cx:pt>
          <cx:pt idx="30192">45.990000000000002</cx:pt>
          <cx:pt idx="30193">45.990000000000002</cx:pt>
          <cx:pt idx="30194">45.990000000000002</cx:pt>
          <cx:pt idx="30195">45.990000000000002</cx:pt>
          <cx:pt idx="30196">45.990000000000002</cx:pt>
          <cx:pt idx="30197">45.990000000000002</cx:pt>
          <cx:pt idx="30198">45.990000000000002</cx:pt>
          <cx:pt idx="30199">45.990000000000002</cx:pt>
          <cx:pt idx="30200">45.990000000000002</cx:pt>
          <cx:pt idx="30201">45.990000000000002</cx:pt>
          <cx:pt idx="30202">45.990000000000002</cx:pt>
          <cx:pt idx="30203">45.990000000000002</cx:pt>
          <cx:pt idx="30204">45.990000000000002</cx:pt>
          <cx:pt idx="30205">45.990000000000002</cx:pt>
          <cx:pt idx="30206">45.990000000000002</cx:pt>
          <cx:pt idx="30207">45.990000000000002</cx:pt>
          <cx:pt idx="30208">45.990000000000002</cx:pt>
          <cx:pt idx="30209">45.990000000000002</cx:pt>
          <cx:pt idx="30210">45.990000000000002</cx:pt>
          <cx:pt idx="30211">45.990000000000002</cx:pt>
          <cx:pt idx="30212">45.990000000000002</cx:pt>
          <cx:pt idx="30213">45.990000000000002</cx:pt>
          <cx:pt idx="30214">45.990000000000002</cx:pt>
          <cx:pt idx="30215">45.990000000000002</cx:pt>
          <cx:pt idx="30216">45.990000000000002</cx:pt>
          <cx:pt idx="30217">45.990000000000002</cx:pt>
          <cx:pt idx="30218">45.990000000000002</cx:pt>
          <cx:pt idx="30219">45.990000000000002</cx:pt>
          <cx:pt idx="30220">45.990000000000002</cx:pt>
          <cx:pt idx="30221">45.990000000000002</cx:pt>
          <cx:pt idx="30222">45.990000000000002</cx:pt>
          <cx:pt idx="30223">45.990000000000002</cx:pt>
          <cx:pt idx="30224">45.990000000000002</cx:pt>
          <cx:pt idx="30225">45.990000000000002</cx:pt>
          <cx:pt idx="30226">45.990000000000002</cx:pt>
          <cx:pt idx="30227">45.990000000000002</cx:pt>
          <cx:pt idx="30228">45.990000000000002</cx:pt>
          <cx:pt idx="30229">45.990000000000002</cx:pt>
          <cx:pt idx="30230">45.990000000000002</cx:pt>
          <cx:pt idx="30231">45.990000000000002</cx:pt>
          <cx:pt idx="30232">45.990000000000002</cx:pt>
          <cx:pt idx="30233">45.990000000000002</cx:pt>
          <cx:pt idx="30234">45.990000000000002</cx:pt>
          <cx:pt idx="30235">45.990000000000002</cx:pt>
          <cx:pt idx="30236">45.990000000000002</cx:pt>
          <cx:pt idx="30237">45.990000000000002</cx:pt>
          <cx:pt idx="30238">45.990000000000002</cx:pt>
          <cx:pt idx="30239">45.990000000000002</cx:pt>
          <cx:pt idx="30240">45.990000000000002</cx:pt>
          <cx:pt idx="30241">45.990000000000002</cx:pt>
          <cx:pt idx="30242">45.990000000000002</cx:pt>
          <cx:pt idx="30243">45.990000000000002</cx:pt>
          <cx:pt idx="30244">45.990000000000002</cx:pt>
          <cx:pt idx="30245">45.990000000000002</cx:pt>
          <cx:pt idx="30246">45.990000000000002</cx:pt>
          <cx:pt idx="30247">45.990000000000002</cx:pt>
          <cx:pt idx="30248">45.990000000000002</cx:pt>
          <cx:pt idx="30249">45.990000000000002</cx:pt>
          <cx:pt idx="30250">45.990000000000002</cx:pt>
          <cx:pt idx="30251">45.990000000000002</cx:pt>
          <cx:pt idx="30252">45.990000000000002</cx:pt>
          <cx:pt idx="30253">45.990000000000002</cx:pt>
          <cx:pt idx="30254">45.990000000000002</cx:pt>
          <cx:pt idx="30255">45.990000000000002</cx:pt>
          <cx:pt idx="30256">45.990000000000002</cx:pt>
          <cx:pt idx="30257">45.990000000000002</cx:pt>
          <cx:pt idx="30258">45.990000000000002</cx:pt>
          <cx:pt idx="30259">45.990000000000002</cx:pt>
          <cx:pt idx="30260">45.990000000000002</cx:pt>
          <cx:pt idx="30261">45.990000000000002</cx:pt>
          <cx:pt idx="30262">45.990000000000002</cx:pt>
          <cx:pt idx="30263">45.990000000000002</cx:pt>
          <cx:pt idx="30264">45.990000000000002</cx:pt>
          <cx:pt idx="30265">45.990000000000002</cx:pt>
          <cx:pt idx="30266">45.990000000000002</cx:pt>
          <cx:pt idx="30267">45.990000000000002</cx:pt>
          <cx:pt idx="30268">45.990000000000002</cx:pt>
          <cx:pt idx="30269">45.990000000000002</cx:pt>
          <cx:pt idx="30270">45.990000000000002</cx:pt>
          <cx:pt idx="30271">45.990000000000002</cx:pt>
          <cx:pt idx="30272">45.990000000000002</cx:pt>
          <cx:pt idx="30273">45.990000000000002</cx:pt>
          <cx:pt idx="30274">45.990000000000002</cx:pt>
          <cx:pt idx="30275">45.990000000000002</cx:pt>
          <cx:pt idx="30276">45.990000000000002</cx:pt>
          <cx:pt idx="30277">45.990000000000002</cx:pt>
          <cx:pt idx="30278">45.990000000000002</cx:pt>
          <cx:pt idx="30279">45.990000000000002</cx:pt>
          <cx:pt idx="30280">45.990000000000002</cx:pt>
          <cx:pt idx="30281">45.990000000000002</cx:pt>
          <cx:pt idx="30282">45.990000000000002</cx:pt>
          <cx:pt idx="30283">45.990000000000002</cx:pt>
          <cx:pt idx="30284">45.990000000000002</cx:pt>
          <cx:pt idx="30285">45.990000000000002</cx:pt>
          <cx:pt idx="30286">45.990000000000002</cx:pt>
          <cx:pt idx="30287">45.990000000000002</cx:pt>
          <cx:pt idx="30288">45.990000000000002</cx:pt>
          <cx:pt idx="30289">45.990000000000002</cx:pt>
          <cx:pt idx="30290">45.990000000000002</cx:pt>
          <cx:pt idx="30291">45.990000000000002</cx:pt>
          <cx:pt idx="30292">45.990000000000002</cx:pt>
          <cx:pt idx="30293">45.990000000000002</cx:pt>
          <cx:pt idx="30294">45.990000000000002</cx:pt>
          <cx:pt idx="30295">45.990000000000002</cx:pt>
          <cx:pt idx="30296">45.990000000000002</cx:pt>
          <cx:pt idx="30297">45.990000000000002</cx:pt>
          <cx:pt idx="30298">45.990000000000002</cx:pt>
          <cx:pt idx="30299">45.990000000000002</cx:pt>
          <cx:pt idx="30300">45.990000000000002</cx:pt>
          <cx:pt idx="30301">45.990000000000002</cx:pt>
          <cx:pt idx="30302">45.990000000000002</cx:pt>
          <cx:pt idx="30303">45.990000000000002</cx:pt>
          <cx:pt idx="30304">45.990000000000002</cx:pt>
          <cx:pt idx="30305">45.990000000000002</cx:pt>
          <cx:pt idx="30306">45.990000000000002</cx:pt>
          <cx:pt idx="30307">45.990000000000002</cx:pt>
          <cx:pt idx="30308">45.990000000000002</cx:pt>
          <cx:pt idx="30309">45.990000000000002</cx:pt>
          <cx:pt idx="30310">45.990000000000002</cx:pt>
          <cx:pt idx="30311">45.990000000000002</cx:pt>
          <cx:pt idx="30312">45.990000000000002</cx:pt>
          <cx:pt idx="30313">45.990000000000002</cx:pt>
          <cx:pt idx="30314">45.990000000000002</cx:pt>
          <cx:pt idx="30315">45.990000000000002</cx:pt>
          <cx:pt idx="30316">45.990000000000002</cx:pt>
          <cx:pt idx="30317">45.990000000000002</cx:pt>
          <cx:pt idx="30318">45.990000000000002</cx:pt>
          <cx:pt idx="30319">45.990000000000002</cx:pt>
          <cx:pt idx="30320">45.990000000000002</cx:pt>
          <cx:pt idx="30321">45.990000000000002</cx:pt>
          <cx:pt idx="30322">45.990000000000002</cx:pt>
          <cx:pt idx="30323">45.990000000000002</cx:pt>
          <cx:pt idx="30324">45.990000000000002</cx:pt>
          <cx:pt idx="30325">45.990000000000002</cx:pt>
          <cx:pt idx="30326">45.990000000000002</cx:pt>
          <cx:pt idx="30327">45.990000000000002</cx:pt>
          <cx:pt idx="30328">45.990000000000002</cx:pt>
          <cx:pt idx="30329">45.990000000000002</cx:pt>
          <cx:pt idx="30330">45.990000000000002</cx:pt>
          <cx:pt idx="30331">45.990000000000002</cx:pt>
          <cx:pt idx="30332">45.990000000000002</cx:pt>
          <cx:pt idx="30333">45.990000000000002</cx:pt>
          <cx:pt idx="30334">45.990000000000002</cx:pt>
          <cx:pt idx="30335">45.990000000000002</cx:pt>
          <cx:pt idx="30336">45.990000000000002</cx:pt>
          <cx:pt idx="30337">45.990000000000002</cx:pt>
          <cx:pt idx="30338">45.990000000000002</cx:pt>
          <cx:pt idx="30339">45.990000000000002</cx:pt>
          <cx:pt idx="30340">45.990000000000002</cx:pt>
          <cx:pt idx="30341">45.990000000000002</cx:pt>
          <cx:pt idx="30342">45.990000000000002</cx:pt>
          <cx:pt idx="30343">45.990000000000002</cx:pt>
          <cx:pt idx="30344">45.990000000000002</cx:pt>
          <cx:pt idx="30345">45.990000000000002</cx:pt>
          <cx:pt idx="30346">45.990000000000002</cx:pt>
          <cx:pt idx="30347">45.990000000000002</cx:pt>
          <cx:pt idx="30348">45.990000000000002</cx:pt>
          <cx:pt idx="30349">45.990000000000002</cx:pt>
          <cx:pt idx="30350">45.990000000000002</cx:pt>
          <cx:pt idx="30351">45.990000000000002</cx:pt>
          <cx:pt idx="30352">45.990000000000002</cx:pt>
          <cx:pt idx="30353">45.990000000000002</cx:pt>
          <cx:pt idx="30354">45.990000000000002</cx:pt>
          <cx:pt idx="30355">45.990000000000002</cx:pt>
          <cx:pt idx="30356">45.990000000000002</cx:pt>
          <cx:pt idx="30357">45.990000000000002</cx:pt>
          <cx:pt idx="30358">45.990000000000002</cx:pt>
          <cx:pt idx="30359">45.990000000000002</cx:pt>
          <cx:pt idx="30360">45.990000000000002</cx:pt>
          <cx:pt idx="30361">45.990000000000002</cx:pt>
          <cx:pt idx="30362">45.990000000000002</cx:pt>
          <cx:pt idx="30363">45.990000000000002</cx:pt>
          <cx:pt idx="30364">45.990000000000002</cx:pt>
          <cx:pt idx="30365">45.990000000000002</cx:pt>
          <cx:pt idx="30366">45.990000000000002</cx:pt>
          <cx:pt idx="30367">45.990000000000002</cx:pt>
          <cx:pt idx="30368">45.990000000000002</cx:pt>
          <cx:pt idx="30369">45.990000000000002</cx:pt>
          <cx:pt idx="30370">45.990000000000002</cx:pt>
          <cx:pt idx="30371">45.990000000000002</cx:pt>
          <cx:pt idx="30372">45.990000000000002</cx:pt>
          <cx:pt idx="30373">45.990000000000002</cx:pt>
          <cx:pt idx="30374">45.990000000000002</cx:pt>
          <cx:pt idx="30375">45.990000000000002</cx:pt>
          <cx:pt idx="30376">45.990000000000002</cx:pt>
          <cx:pt idx="30377">45.990000000000002</cx:pt>
          <cx:pt idx="30378">45.990000000000002</cx:pt>
          <cx:pt idx="30379">45.990000000000002</cx:pt>
          <cx:pt idx="30380">45.990000000000002</cx:pt>
          <cx:pt idx="30381">45.990000000000002</cx:pt>
          <cx:pt idx="30382">45.990000000000002</cx:pt>
          <cx:pt idx="30383">45.990000000000002</cx:pt>
          <cx:pt idx="30384">45.990000000000002</cx:pt>
          <cx:pt idx="30385">45.990000000000002</cx:pt>
          <cx:pt idx="30386">45.990000000000002</cx:pt>
          <cx:pt idx="30387">45.990000000000002</cx:pt>
          <cx:pt idx="30388">45.990000000000002</cx:pt>
          <cx:pt idx="30389">45.990000000000002</cx:pt>
          <cx:pt idx="30390">45.990000000000002</cx:pt>
          <cx:pt idx="30391">45.990000000000002</cx:pt>
          <cx:pt idx="30392">45.990000000000002</cx:pt>
          <cx:pt idx="30393">45.990000000000002</cx:pt>
          <cx:pt idx="30394">45.990000000000002</cx:pt>
          <cx:pt idx="30395">45.990000000000002</cx:pt>
          <cx:pt idx="30396">45.990000000000002</cx:pt>
          <cx:pt idx="30397">45.990000000000002</cx:pt>
          <cx:pt idx="30398">45.990000000000002</cx:pt>
          <cx:pt idx="30399">45.990000000000002</cx:pt>
          <cx:pt idx="30400">45.990000000000002</cx:pt>
          <cx:pt idx="30401">45.990000000000002</cx:pt>
          <cx:pt idx="30402">45.990000000000002</cx:pt>
          <cx:pt idx="30403">45.990000000000002</cx:pt>
          <cx:pt idx="30404">45.990000000000002</cx:pt>
          <cx:pt idx="30405">45.990000000000002</cx:pt>
          <cx:pt idx="30406">45.990000000000002</cx:pt>
          <cx:pt idx="30407">45.990000000000002</cx:pt>
          <cx:pt idx="30408">45.990000000000002</cx:pt>
          <cx:pt idx="30409">45.990000000000002</cx:pt>
          <cx:pt idx="30410">45.990000000000002</cx:pt>
          <cx:pt idx="30411">45.990000000000002</cx:pt>
          <cx:pt idx="30412">45.990000000000002</cx:pt>
          <cx:pt idx="30413">45.990000000000002</cx:pt>
          <cx:pt idx="30414">45.990000000000002</cx:pt>
          <cx:pt idx="30415">45.990000000000002</cx:pt>
          <cx:pt idx="30416">45.990000000000002</cx:pt>
          <cx:pt idx="30417">45.990000000000002</cx:pt>
          <cx:pt idx="30418">45.990000000000002</cx:pt>
          <cx:pt idx="30419">45.990000000000002</cx:pt>
          <cx:pt idx="30420">45.990000000000002</cx:pt>
          <cx:pt idx="30421">45.990000000000002</cx:pt>
          <cx:pt idx="30422">45.990000000000002</cx:pt>
          <cx:pt idx="30423">45.990000000000002</cx:pt>
          <cx:pt idx="30424">45.990000000000002</cx:pt>
          <cx:pt idx="30425">45.990000000000002</cx:pt>
          <cx:pt idx="30426">45.990000000000002</cx:pt>
          <cx:pt idx="30427">45.990000000000002</cx:pt>
          <cx:pt idx="30428">45.990000000000002</cx:pt>
          <cx:pt idx="30429">45.990000000000002</cx:pt>
          <cx:pt idx="30430">45.990000000000002</cx:pt>
          <cx:pt idx="30431">45.990000000000002</cx:pt>
          <cx:pt idx="30432">45.990000000000002</cx:pt>
          <cx:pt idx="30433">45.990000000000002</cx:pt>
          <cx:pt idx="30434">45.990000000000002</cx:pt>
          <cx:pt idx="30435">45.990000000000002</cx:pt>
          <cx:pt idx="30436">45.990000000000002</cx:pt>
          <cx:pt idx="30437">45.990000000000002</cx:pt>
          <cx:pt idx="30438">45.990000000000002</cx:pt>
          <cx:pt idx="30439">45.990000000000002</cx:pt>
          <cx:pt idx="30440">45.990000000000002</cx:pt>
          <cx:pt idx="30441">45.990000000000002</cx:pt>
          <cx:pt idx="30442">45.990000000000002</cx:pt>
          <cx:pt idx="30443">45.990000000000002</cx:pt>
          <cx:pt idx="30444">45.990000000000002</cx:pt>
          <cx:pt idx="30445">45.990000000000002</cx:pt>
          <cx:pt idx="30446">45.990000000000002</cx:pt>
          <cx:pt idx="30447">45.990000000000002</cx:pt>
          <cx:pt idx="30448">45.990000000000002</cx:pt>
          <cx:pt idx="30449">45.990000000000002</cx:pt>
          <cx:pt idx="30450">45.990000000000002</cx:pt>
          <cx:pt idx="30451">45.990000000000002</cx:pt>
          <cx:pt idx="30452">45.990000000000002</cx:pt>
          <cx:pt idx="30453">45.990000000000002</cx:pt>
          <cx:pt idx="30454">45.990000000000002</cx:pt>
          <cx:pt idx="30455">45.990000000000002</cx:pt>
          <cx:pt idx="30456">45.990000000000002</cx:pt>
          <cx:pt idx="30457">45.990000000000002</cx:pt>
          <cx:pt idx="30458">45.990000000000002</cx:pt>
          <cx:pt idx="30459">45.990000000000002</cx:pt>
          <cx:pt idx="30460">45.990000000000002</cx:pt>
          <cx:pt idx="30461">45.990000000000002</cx:pt>
          <cx:pt idx="30462">45.990000000000002</cx:pt>
          <cx:pt idx="30463">45.990000000000002</cx:pt>
          <cx:pt idx="30464">45.990000000000002</cx:pt>
          <cx:pt idx="30465">45.990000000000002</cx:pt>
          <cx:pt idx="30466">45.990000000000002</cx:pt>
          <cx:pt idx="30467">45.990000000000002</cx:pt>
          <cx:pt idx="30468">45.990000000000002</cx:pt>
          <cx:pt idx="30469">45.990000000000002</cx:pt>
          <cx:pt idx="30470">45.990000000000002</cx:pt>
          <cx:pt idx="30471">45.990000000000002</cx:pt>
          <cx:pt idx="30472">45.990000000000002</cx:pt>
          <cx:pt idx="30473">45.990000000000002</cx:pt>
          <cx:pt idx="30474">45.990000000000002</cx:pt>
          <cx:pt idx="30475">45.990000000000002</cx:pt>
          <cx:pt idx="30476">45.990000000000002</cx:pt>
          <cx:pt idx="30477">45.990000000000002</cx:pt>
          <cx:pt idx="30478">45.990000000000002</cx:pt>
          <cx:pt idx="30479">45.990000000000002</cx:pt>
          <cx:pt idx="30480">45.990000000000002</cx:pt>
          <cx:pt idx="30481">45.990000000000002</cx:pt>
          <cx:pt idx="30482">45.990000000000002</cx:pt>
          <cx:pt idx="30483">45.990000000000002</cx:pt>
          <cx:pt idx="30484">45.990000000000002</cx:pt>
          <cx:pt idx="30485">45.990000000000002</cx:pt>
          <cx:pt idx="30486">45.990000000000002</cx:pt>
          <cx:pt idx="30487">45.990000000000002</cx:pt>
          <cx:pt idx="30488">45.990000000000002</cx:pt>
          <cx:pt idx="30489">45.990000000000002</cx:pt>
          <cx:pt idx="30490">45.990000000000002</cx:pt>
          <cx:pt idx="30491">45.990000000000002</cx:pt>
          <cx:pt idx="30492">45.990000000000002</cx:pt>
          <cx:pt idx="30493">45.990000000000002</cx:pt>
          <cx:pt idx="30494">45.990000000000002</cx:pt>
          <cx:pt idx="30495">45.990000000000002</cx:pt>
          <cx:pt idx="30496">45.990000000000002</cx:pt>
          <cx:pt idx="30497">45.990000000000002</cx:pt>
          <cx:pt idx="30498">45.990000000000002</cx:pt>
          <cx:pt idx="30499">45.990000000000002</cx:pt>
          <cx:pt idx="30500">45.990000000000002</cx:pt>
          <cx:pt idx="30501">45.990000000000002</cx:pt>
          <cx:pt idx="30502">45.990000000000002</cx:pt>
          <cx:pt idx="30503">45.990000000000002</cx:pt>
          <cx:pt idx="30504">45.990000000000002</cx:pt>
          <cx:pt idx="30505">45.990000000000002</cx:pt>
          <cx:pt idx="30506">45.990000000000002</cx:pt>
          <cx:pt idx="30507">45.990000000000002</cx:pt>
          <cx:pt idx="30508">45.990000000000002</cx:pt>
          <cx:pt idx="30509">45.990000000000002</cx:pt>
          <cx:pt idx="30510">45.990000000000002</cx:pt>
          <cx:pt idx="30511">45.990000000000002</cx:pt>
          <cx:pt idx="30512">45.990000000000002</cx:pt>
          <cx:pt idx="30513">45.990000000000002</cx:pt>
          <cx:pt idx="30514">45.990000000000002</cx:pt>
          <cx:pt idx="30515">45.990000000000002</cx:pt>
          <cx:pt idx="30516">45.990000000000002</cx:pt>
          <cx:pt idx="30517">45.990000000000002</cx:pt>
          <cx:pt idx="30518">45.990000000000002</cx:pt>
          <cx:pt idx="30519">45.990000000000002</cx:pt>
          <cx:pt idx="30520">45.990000000000002</cx:pt>
          <cx:pt idx="30521">45.990000000000002</cx:pt>
          <cx:pt idx="30522">45.990000000000002</cx:pt>
          <cx:pt idx="30523">45.990000000000002</cx:pt>
          <cx:pt idx="30524">45.990000000000002</cx:pt>
          <cx:pt idx="30525">45.990000000000002</cx:pt>
          <cx:pt idx="30526">45.990000000000002</cx:pt>
          <cx:pt idx="30527">45.990000000000002</cx:pt>
          <cx:pt idx="30528">45.990000000000002</cx:pt>
          <cx:pt idx="30529">45.990000000000002</cx:pt>
          <cx:pt idx="30530">45.990000000000002</cx:pt>
          <cx:pt idx="30531">45.990000000000002</cx:pt>
          <cx:pt idx="30532">45.990000000000002</cx:pt>
          <cx:pt idx="30533">45.990000000000002</cx:pt>
          <cx:pt idx="30534">45.990000000000002</cx:pt>
          <cx:pt idx="30535">45.990000000000002</cx:pt>
          <cx:pt idx="30536">45.990000000000002</cx:pt>
          <cx:pt idx="30537">45.990000000000002</cx:pt>
          <cx:pt idx="30538">45.990000000000002</cx:pt>
          <cx:pt idx="30539">45.990000000000002</cx:pt>
          <cx:pt idx="30540">45.990000000000002</cx:pt>
          <cx:pt idx="30541">45.990000000000002</cx:pt>
          <cx:pt idx="30542">45.990000000000002</cx:pt>
          <cx:pt idx="30543">45.990000000000002</cx:pt>
          <cx:pt idx="30544">45.990000000000002</cx:pt>
          <cx:pt idx="30545">45.990000000000002</cx:pt>
          <cx:pt idx="30546">45.990000000000002</cx:pt>
          <cx:pt idx="30547">45.990000000000002</cx:pt>
          <cx:pt idx="30548">45.990000000000002</cx:pt>
          <cx:pt idx="30549">45.990000000000002</cx:pt>
          <cx:pt idx="30550">45.990000000000002</cx:pt>
          <cx:pt idx="30551">45.990000000000002</cx:pt>
          <cx:pt idx="30552">45.990000000000002</cx:pt>
          <cx:pt idx="30553">45.990000000000002</cx:pt>
          <cx:pt idx="30554">45.990000000000002</cx:pt>
          <cx:pt idx="30555">45.990000000000002</cx:pt>
          <cx:pt idx="30556">45.990000000000002</cx:pt>
          <cx:pt idx="30557">45.990000000000002</cx:pt>
          <cx:pt idx="30558">45.990000000000002</cx:pt>
          <cx:pt idx="30559">45.990000000000002</cx:pt>
          <cx:pt idx="30560">45.990000000000002</cx:pt>
          <cx:pt idx="30561">45.990000000000002</cx:pt>
          <cx:pt idx="30562">45.990000000000002</cx:pt>
          <cx:pt idx="30563">45.990000000000002</cx:pt>
          <cx:pt idx="30564">45.990000000000002</cx:pt>
          <cx:pt idx="30565">45.990000000000002</cx:pt>
          <cx:pt idx="30566">45.990000000000002</cx:pt>
          <cx:pt idx="30567">45.990000000000002</cx:pt>
          <cx:pt idx="30568">45.990000000000002</cx:pt>
          <cx:pt idx="30569">45.990000000000002</cx:pt>
          <cx:pt idx="30570">45.990000000000002</cx:pt>
          <cx:pt idx="30571">45.990000000000002</cx:pt>
          <cx:pt idx="30572">45.990000000000002</cx:pt>
          <cx:pt idx="30573">45.990000000000002</cx:pt>
          <cx:pt idx="30574">45.990000000000002</cx:pt>
          <cx:pt idx="30575">45.990000000000002</cx:pt>
          <cx:pt idx="30576">45.990000000000002</cx:pt>
          <cx:pt idx="30577">45.990000000000002</cx:pt>
          <cx:pt idx="30578">45.990000000000002</cx:pt>
          <cx:pt idx="30579">45.990000000000002</cx:pt>
          <cx:pt idx="30580">45.990000000000002</cx:pt>
          <cx:pt idx="30581">45.990000000000002</cx:pt>
          <cx:pt idx="30582">45.990000000000002</cx:pt>
          <cx:pt idx="30583">45.990000000000002</cx:pt>
          <cx:pt idx="30584">45.990000000000002</cx:pt>
          <cx:pt idx="30585">45.990000000000002</cx:pt>
          <cx:pt idx="30586">45.990000000000002</cx:pt>
          <cx:pt idx="30587">45.990000000000002</cx:pt>
          <cx:pt idx="30588">45.990000000000002</cx:pt>
          <cx:pt idx="30589">45.990000000000002</cx:pt>
          <cx:pt idx="30590">45.990000000000002</cx:pt>
          <cx:pt idx="30591">45.990000000000002</cx:pt>
          <cx:pt idx="30592">45.990000000000002</cx:pt>
          <cx:pt idx="30593">45.990000000000002</cx:pt>
          <cx:pt idx="30594">45.990000000000002</cx:pt>
          <cx:pt idx="30595">45.990000000000002</cx:pt>
          <cx:pt idx="30596">45.990000000000002</cx:pt>
          <cx:pt idx="30597">45.990000000000002</cx:pt>
          <cx:pt idx="30598">45.990000000000002</cx:pt>
          <cx:pt idx="30599">45.990000000000002</cx:pt>
          <cx:pt idx="30600">45.990000000000002</cx:pt>
          <cx:pt idx="30601">45.990000000000002</cx:pt>
          <cx:pt idx="30602">45.990000000000002</cx:pt>
          <cx:pt idx="30603">45.990000000000002</cx:pt>
          <cx:pt idx="30604">45.990000000000002</cx:pt>
          <cx:pt idx="30605">45.990000000000002</cx:pt>
          <cx:pt idx="30606">45.990000000000002</cx:pt>
          <cx:pt idx="30607">45.990000000000002</cx:pt>
          <cx:pt idx="30608">45.990000000000002</cx:pt>
          <cx:pt idx="30609">45.990000000000002</cx:pt>
          <cx:pt idx="30610">45.990000000000002</cx:pt>
          <cx:pt idx="30611">45.990000000000002</cx:pt>
          <cx:pt idx="30612">45.990000000000002</cx:pt>
          <cx:pt idx="30613">45.990000000000002</cx:pt>
          <cx:pt idx="30614">45.990000000000002</cx:pt>
          <cx:pt idx="30615">45.990000000000002</cx:pt>
          <cx:pt idx="30616">45.990000000000002</cx:pt>
          <cx:pt idx="30617">45.990000000000002</cx:pt>
          <cx:pt idx="30618">45.990000000000002</cx:pt>
          <cx:pt idx="30619">45.990000000000002</cx:pt>
          <cx:pt idx="30620">45.990000000000002</cx:pt>
          <cx:pt idx="30621">45.990000000000002</cx:pt>
          <cx:pt idx="30622">45.990000000000002</cx:pt>
          <cx:pt idx="30623">45.990000000000002</cx:pt>
          <cx:pt idx="30624">45.990000000000002</cx:pt>
          <cx:pt idx="30625">45.990000000000002</cx:pt>
          <cx:pt idx="30626">45.990000000000002</cx:pt>
          <cx:pt idx="30627">45.990000000000002</cx:pt>
          <cx:pt idx="30628">45.990000000000002</cx:pt>
          <cx:pt idx="30629">45.990000000000002</cx:pt>
          <cx:pt idx="30630">45.990000000000002</cx:pt>
          <cx:pt idx="30631">45.990000000000002</cx:pt>
          <cx:pt idx="30632">45.990000000000002</cx:pt>
          <cx:pt idx="30633">45.990000000000002</cx:pt>
          <cx:pt idx="30634">45.990000000000002</cx:pt>
          <cx:pt idx="30635">45.990000000000002</cx:pt>
          <cx:pt idx="30636">45.990000000000002</cx:pt>
          <cx:pt idx="30637">45.990000000000002</cx:pt>
          <cx:pt idx="30638">45.990000000000002</cx:pt>
          <cx:pt idx="30639">45.990000000000002</cx:pt>
          <cx:pt idx="30640">45.990000000000002</cx:pt>
          <cx:pt idx="30641">45.990000000000002</cx:pt>
          <cx:pt idx="30642">45.990000000000002</cx:pt>
          <cx:pt idx="30643">45.990000000000002</cx:pt>
          <cx:pt idx="30644">45.990000000000002</cx:pt>
          <cx:pt idx="30645">45.990000000000002</cx:pt>
          <cx:pt idx="30646">45.990000000000002</cx:pt>
          <cx:pt idx="30647">45.990000000000002</cx:pt>
          <cx:pt idx="30648">45.990000000000002</cx:pt>
          <cx:pt idx="30649">45.990000000000002</cx:pt>
          <cx:pt idx="30650">45.990000000000002</cx:pt>
          <cx:pt idx="30651">45.990000000000002</cx:pt>
          <cx:pt idx="30652">45.990000000000002</cx:pt>
          <cx:pt idx="30653">45.990000000000002</cx:pt>
          <cx:pt idx="30654">45.990000000000002</cx:pt>
          <cx:pt idx="30655">45.990000000000002</cx:pt>
          <cx:pt idx="30656">45.990000000000002</cx:pt>
          <cx:pt idx="30657">45.990000000000002</cx:pt>
          <cx:pt idx="30658">45.990000000000002</cx:pt>
          <cx:pt idx="30659">45.990000000000002</cx:pt>
          <cx:pt idx="30660">45.990000000000002</cx:pt>
          <cx:pt idx="30661">45.990000000000002</cx:pt>
          <cx:pt idx="30662">45.990000000000002</cx:pt>
          <cx:pt idx="30663">45.990000000000002</cx:pt>
          <cx:pt idx="30664">45.990000000000002</cx:pt>
          <cx:pt idx="30665">45.990000000000002</cx:pt>
          <cx:pt idx="30666">45.990000000000002</cx:pt>
          <cx:pt idx="30667">45.990000000000002</cx:pt>
          <cx:pt idx="30668">45.990000000000002</cx:pt>
          <cx:pt idx="30669">45.990000000000002</cx:pt>
          <cx:pt idx="30670">45.990000000000002</cx:pt>
          <cx:pt idx="30671">45.990000000000002</cx:pt>
          <cx:pt idx="30672">45.990000000000002</cx:pt>
          <cx:pt idx="30673">45.990000000000002</cx:pt>
          <cx:pt idx="30674">45.990000000000002</cx:pt>
          <cx:pt idx="30675">45.990000000000002</cx:pt>
          <cx:pt idx="30676">45.990000000000002</cx:pt>
          <cx:pt idx="30677">45.990000000000002</cx:pt>
          <cx:pt idx="30678">45.990000000000002</cx:pt>
          <cx:pt idx="30679">45.990000000000002</cx:pt>
          <cx:pt idx="30680">45.990000000000002</cx:pt>
          <cx:pt idx="30681">45.990000000000002</cx:pt>
          <cx:pt idx="30682">45.990000000000002</cx:pt>
          <cx:pt idx="30683">45.990000000000002</cx:pt>
          <cx:pt idx="30684">45.990000000000002</cx:pt>
          <cx:pt idx="30685">45.990000000000002</cx:pt>
          <cx:pt idx="30686">45.990000000000002</cx:pt>
          <cx:pt idx="30687">45.990000000000002</cx:pt>
          <cx:pt idx="30688">45.990000000000002</cx:pt>
          <cx:pt idx="30689">45.990000000000002</cx:pt>
          <cx:pt idx="30690">45.990000000000002</cx:pt>
          <cx:pt idx="30691">45.990000000000002</cx:pt>
          <cx:pt idx="30692">45.990000000000002</cx:pt>
          <cx:pt idx="30693">45.990000000000002</cx:pt>
          <cx:pt idx="30694">45.990000000000002</cx:pt>
          <cx:pt idx="30695">45.990000000000002</cx:pt>
          <cx:pt idx="30696">45.990000000000002</cx:pt>
          <cx:pt idx="30697">45.990000000000002</cx:pt>
          <cx:pt idx="30698">45.990000000000002</cx:pt>
          <cx:pt idx="30699">45.990000000000002</cx:pt>
          <cx:pt idx="30700">45.990000000000002</cx:pt>
          <cx:pt idx="30701">45.990000000000002</cx:pt>
          <cx:pt idx="30702">45.990000000000002</cx:pt>
          <cx:pt idx="30703">45.990000000000002</cx:pt>
          <cx:pt idx="30704">45.990000000000002</cx:pt>
          <cx:pt idx="30705">45.990000000000002</cx:pt>
          <cx:pt idx="30706">45.990000000000002</cx:pt>
          <cx:pt idx="30707">45.990000000000002</cx:pt>
          <cx:pt idx="30708">45.990000000000002</cx:pt>
          <cx:pt idx="30709">45.990000000000002</cx:pt>
          <cx:pt idx="30710">45.990000000000002</cx:pt>
          <cx:pt idx="30711">45.990000000000002</cx:pt>
          <cx:pt idx="30712">45.990000000000002</cx:pt>
          <cx:pt idx="30713">45.990000000000002</cx:pt>
          <cx:pt idx="30714">45.990000000000002</cx:pt>
          <cx:pt idx="30715">45.990000000000002</cx:pt>
          <cx:pt idx="30716">45.990000000000002</cx:pt>
          <cx:pt idx="30717">45.990000000000002</cx:pt>
          <cx:pt idx="30718">45.990000000000002</cx:pt>
          <cx:pt idx="30719">45.990000000000002</cx:pt>
          <cx:pt idx="30720">45.990000000000002</cx:pt>
          <cx:pt idx="30721">45.990000000000002</cx:pt>
          <cx:pt idx="30722">45.990000000000002</cx:pt>
          <cx:pt idx="30723">45.990000000000002</cx:pt>
          <cx:pt idx="30724">45.990000000000002</cx:pt>
          <cx:pt idx="30725">45.990000000000002</cx:pt>
          <cx:pt idx="30726">45.990000000000002</cx:pt>
          <cx:pt idx="30727">45.990000000000002</cx:pt>
          <cx:pt idx="30728">45.990000000000002</cx:pt>
          <cx:pt idx="30729">45.990000000000002</cx:pt>
          <cx:pt idx="30730">45.990000000000002</cx:pt>
          <cx:pt idx="30731">45.990000000000002</cx:pt>
          <cx:pt idx="30732">45.990000000000002</cx:pt>
          <cx:pt idx="30733">45.990000000000002</cx:pt>
          <cx:pt idx="30734">45.990000000000002</cx:pt>
          <cx:pt idx="30735">45.990000000000002</cx:pt>
          <cx:pt idx="30736">45.990000000000002</cx:pt>
          <cx:pt idx="30737">45.990000000000002</cx:pt>
          <cx:pt idx="30738">45.990000000000002</cx:pt>
          <cx:pt idx="30739">45.990000000000002</cx:pt>
          <cx:pt idx="30740">45.990000000000002</cx:pt>
          <cx:pt idx="30741">45.990000000000002</cx:pt>
          <cx:pt idx="30742">45.990000000000002</cx:pt>
          <cx:pt idx="30743">45.990000000000002</cx:pt>
          <cx:pt idx="30744">45.990000000000002</cx:pt>
          <cx:pt idx="30745">45.990000000000002</cx:pt>
          <cx:pt idx="30746">45.990000000000002</cx:pt>
          <cx:pt idx="30747">45.990000000000002</cx:pt>
          <cx:pt idx="30748">45.990000000000002</cx:pt>
          <cx:pt idx="30749">45.990000000000002</cx:pt>
          <cx:pt idx="30750">45.990000000000002</cx:pt>
          <cx:pt idx="30751">45.990000000000002</cx:pt>
          <cx:pt idx="30752">45.990000000000002</cx:pt>
          <cx:pt idx="30753">45.990000000000002</cx:pt>
          <cx:pt idx="30754">45.990000000000002</cx:pt>
          <cx:pt idx="30755">45.990000000000002</cx:pt>
          <cx:pt idx="30756">45.990000000000002</cx:pt>
          <cx:pt idx="30757">45.990000000000002</cx:pt>
          <cx:pt idx="30758">45.990000000000002</cx:pt>
          <cx:pt idx="30759">45.990000000000002</cx:pt>
          <cx:pt idx="30760">45.990000000000002</cx:pt>
          <cx:pt idx="30761">45.990000000000002</cx:pt>
          <cx:pt idx="30762">45.990000000000002</cx:pt>
          <cx:pt idx="30763">45.990000000000002</cx:pt>
          <cx:pt idx="30764">45.990000000000002</cx:pt>
          <cx:pt idx="30765">45.990000000000002</cx:pt>
          <cx:pt idx="30766">45.990000000000002</cx:pt>
          <cx:pt idx="30767">45.990000000000002</cx:pt>
          <cx:pt idx="30768">45.990000000000002</cx:pt>
          <cx:pt idx="30769">45.990000000000002</cx:pt>
          <cx:pt idx="30770">45.990000000000002</cx:pt>
          <cx:pt idx="30771">45.990000000000002</cx:pt>
          <cx:pt idx="30772">45.990000000000002</cx:pt>
          <cx:pt idx="30773">45.990000000000002</cx:pt>
          <cx:pt idx="30774">45.990000000000002</cx:pt>
          <cx:pt idx="30775">45.990000000000002</cx:pt>
          <cx:pt idx="30776">45.990000000000002</cx:pt>
          <cx:pt idx="30777">45.990000000000002</cx:pt>
          <cx:pt idx="30778">45.990000000000002</cx:pt>
          <cx:pt idx="30779">45.990000000000002</cx:pt>
          <cx:pt idx="30780">45.990000000000002</cx:pt>
          <cx:pt idx="30781">45.990000000000002</cx:pt>
          <cx:pt idx="30782">45.990000000000002</cx:pt>
          <cx:pt idx="30783">45.990000000000002</cx:pt>
          <cx:pt idx="30784">45.990000000000002</cx:pt>
          <cx:pt idx="30785">45.990000000000002</cx:pt>
          <cx:pt idx="30786">45.990000000000002</cx:pt>
          <cx:pt idx="30787">45.990000000000002</cx:pt>
          <cx:pt idx="30788">45.990000000000002</cx:pt>
          <cx:pt idx="30789">45.990000000000002</cx:pt>
          <cx:pt idx="30790">45.990000000000002</cx:pt>
          <cx:pt idx="30791">45.990000000000002</cx:pt>
          <cx:pt idx="30792">45.990000000000002</cx:pt>
          <cx:pt idx="30793">45.990000000000002</cx:pt>
          <cx:pt idx="30794">45.990000000000002</cx:pt>
          <cx:pt idx="30795">45.990000000000002</cx:pt>
          <cx:pt idx="30796">45.990000000000002</cx:pt>
          <cx:pt idx="30797">45.990000000000002</cx:pt>
          <cx:pt idx="30798">45.990000000000002</cx:pt>
          <cx:pt idx="30799">45.990000000000002</cx:pt>
          <cx:pt idx="30800">45.990000000000002</cx:pt>
          <cx:pt idx="30801">45.990000000000002</cx:pt>
          <cx:pt idx="30802">45.990000000000002</cx:pt>
          <cx:pt idx="30803">45.990000000000002</cx:pt>
          <cx:pt idx="30804">45.990000000000002</cx:pt>
          <cx:pt idx="30805">45.990000000000002</cx:pt>
          <cx:pt idx="30806">45.990000000000002</cx:pt>
          <cx:pt idx="30807">45.990000000000002</cx:pt>
          <cx:pt idx="30808">45.990000000000002</cx:pt>
          <cx:pt idx="30809">45.990000000000002</cx:pt>
          <cx:pt idx="30810">45.990000000000002</cx:pt>
          <cx:pt idx="30811">45.990000000000002</cx:pt>
          <cx:pt idx="30812">45.990000000000002</cx:pt>
          <cx:pt idx="30813">45.990000000000002</cx:pt>
          <cx:pt idx="30814">45.990000000000002</cx:pt>
          <cx:pt idx="30815">45.990000000000002</cx:pt>
          <cx:pt idx="30816">45.990000000000002</cx:pt>
          <cx:pt idx="30817">45.990000000000002</cx:pt>
          <cx:pt idx="30818">45.990000000000002</cx:pt>
          <cx:pt idx="30819">45.990000000000002</cx:pt>
          <cx:pt idx="30820">45.990000000000002</cx:pt>
          <cx:pt idx="30821">45.990000000000002</cx:pt>
          <cx:pt idx="30822">45.990000000000002</cx:pt>
          <cx:pt idx="30823">45.990000000000002</cx:pt>
          <cx:pt idx="30824">45.990000000000002</cx:pt>
          <cx:pt idx="30825">45.990000000000002</cx:pt>
          <cx:pt idx="30826">45.990000000000002</cx:pt>
          <cx:pt idx="30827">45.990000000000002</cx:pt>
          <cx:pt idx="30828">45.990000000000002</cx:pt>
          <cx:pt idx="30829">45.990000000000002</cx:pt>
          <cx:pt idx="30830">45.990000000000002</cx:pt>
          <cx:pt idx="30831">45.990000000000002</cx:pt>
          <cx:pt idx="30832">45.990000000000002</cx:pt>
          <cx:pt idx="30833">45.990000000000002</cx:pt>
          <cx:pt idx="30834">45.990000000000002</cx:pt>
          <cx:pt idx="30835">45.990000000000002</cx:pt>
          <cx:pt idx="30836">45.990000000000002</cx:pt>
          <cx:pt idx="30837">45.990000000000002</cx:pt>
          <cx:pt idx="30838">45.990000000000002</cx:pt>
          <cx:pt idx="30839">45.990000000000002</cx:pt>
          <cx:pt idx="30840">45.990000000000002</cx:pt>
          <cx:pt idx="30841">45.990000000000002</cx:pt>
          <cx:pt idx="30842">45.990000000000002</cx:pt>
          <cx:pt idx="30843">45.990000000000002</cx:pt>
          <cx:pt idx="30844">45.990000000000002</cx:pt>
          <cx:pt idx="30845">45.990000000000002</cx:pt>
          <cx:pt idx="30846">45.990000000000002</cx:pt>
          <cx:pt idx="30847">45.990000000000002</cx:pt>
          <cx:pt idx="30848">45.990000000000002</cx:pt>
          <cx:pt idx="30849">45.990000000000002</cx:pt>
          <cx:pt idx="30850">45.990000000000002</cx:pt>
          <cx:pt idx="30851">45.990000000000002</cx:pt>
          <cx:pt idx="30852">45.990000000000002</cx:pt>
          <cx:pt idx="30853">45.990000000000002</cx:pt>
          <cx:pt idx="30854">45.990000000000002</cx:pt>
          <cx:pt idx="30855">45.990000000000002</cx:pt>
          <cx:pt idx="30856">45.990000000000002</cx:pt>
          <cx:pt idx="30857">45.990000000000002</cx:pt>
          <cx:pt idx="30858">45.990000000000002</cx:pt>
          <cx:pt idx="30859">45.990000000000002</cx:pt>
          <cx:pt idx="30860">45.990000000000002</cx:pt>
          <cx:pt idx="30861">45.990000000000002</cx:pt>
          <cx:pt idx="30862">45.990000000000002</cx:pt>
          <cx:pt idx="30863">45.990000000000002</cx:pt>
          <cx:pt idx="30864">45.990000000000002</cx:pt>
          <cx:pt idx="30865">45.990000000000002</cx:pt>
          <cx:pt idx="30866">45.990000000000002</cx:pt>
          <cx:pt idx="30867">45.990000000000002</cx:pt>
          <cx:pt idx="30868">45.990000000000002</cx:pt>
          <cx:pt idx="30869">45.990000000000002</cx:pt>
          <cx:pt idx="30870">45.990000000000002</cx:pt>
          <cx:pt idx="30871">45.990000000000002</cx:pt>
          <cx:pt idx="30872">45.990000000000002</cx:pt>
          <cx:pt idx="30873">45.990000000000002</cx:pt>
          <cx:pt idx="30874">45.990000000000002</cx:pt>
          <cx:pt idx="30875">45.990000000000002</cx:pt>
          <cx:pt idx="30876">45.990000000000002</cx:pt>
          <cx:pt idx="30877">45.990000000000002</cx:pt>
          <cx:pt idx="30878">45.990000000000002</cx:pt>
          <cx:pt idx="30879">45.990000000000002</cx:pt>
          <cx:pt idx="30880">45.990000000000002</cx:pt>
          <cx:pt idx="30881">45.990000000000002</cx:pt>
          <cx:pt idx="30882">45.990000000000002</cx:pt>
          <cx:pt idx="30883">45.990000000000002</cx:pt>
          <cx:pt idx="30884">45.990000000000002</cx:pt>
          <cx:pt idx="30885">45.990000000000002</cx:pt>
          <cx:pt idx="30886">45.990000000000002</cx:pt>
          <cx:pt idx="30887">45.990000000000002</cx:pt>
          <cx:pt idx="30888">45.990000000000002</cx:pt>
          <cx:pt idx="30889">45.990000000000002</cx:pt>
          <cx:pt idx="30890">45.990000000000002</cx:pt>
          <cx:pt idx="30891">45.990000000000002</cx:pt>
          <cx:pt idx="30892">45.990000000000002</cx:pt>
          <cx:pt idx="30893">45.990000000000002</cx:pt>
          <cx:pt idx="30894">45.990000000000002</cx:pt>
          <cx:pt idx="30895">45.990000000000002</cx:pt>
          <cx:pt idx="30896">45.990000000000002</cx:pt>
          <cx:pt idx="30897">45.990000000000002</cx:pt>
          <cx:pt idx="30898">45.990000000000002</cx:pt>
          <cx:pt idx="30899">45.990000000000002</cx:pt>
          <cx:pt idx="30900">45.990000000000002</cx:pt>
          <cx:pt idx="30901">45.990000000000002</cx:pt>
          <cx:pt idx="30902">45.990000000000002</cx:pt>
          <cx:pt idx="30903">45.990000000000002</cx:pt>
          <cx:pt idx="30904">45.990000000000002</cx:pt>
          <cx:pt idx="30905">45.990000000000002</cx:pt>
          <cx:pt idx="30906">45.990000000000002</cx:pt>
          <cx:pt idx="30907">45.990000000000002</cx:pt>
          <cx:pt idx="30908">45.990000000000002</cx:pt>
          <cx:pt idx="30909">45.990000000000002</cx:pt>
          <cx:pt idx="30910">45.990000000000002</cx:pt>
          <cx:pt idx="30911">45.990000000000002</cx:pt>
          <cx:pt idx="30912">45.990000000000002</cx:pt>
          <cx:pt idx="30913">45.990000000000002</cx:pt>
          <cx:pt idx="30914">45.990000000000002</cx:pt>
          <cx:pt idx="30915">45.990000000000002</cx:pt>
          <cx:pt idx="30916">45.990000000000002</cx:pt>
          <cx:pt idx="30917">45.990000000000002</cx:pt>
          <cx:pt idx="30918">45.990000000000002</cx:pt>
          <cx:pt idx="30919">45.990000000000002</cx:pt>
          <cx:pt idx="30920">45.990000000000002</cx:pt>
          <cx:pt idx="30921">45.990000000000002</cx:pt>
          <cx:pt idx="30922">45.990000000000002</cx:pt>
          <cx:pt idx="30923">45.990000000000002</cx:pt>
          <cx:pt idx="30924">45.990000000000002</cx:pt>
          <cx:pt idx="30925">45.990000000000002</cx:pt>
          <cx:pt idx="30926">45.990000000000002</cx:pt>
          <cx:pt idx="30927">45.990000000000002</cx:pt>
          <cx:pt idx="30928">45.990000000000002</cx:pt>
          <cx:pt idx="30929">45.990000000000002</cx:pt>
          <cx:pt idx="30930">45.990000000000002</cx:pt>
          <cx:pt idx="30931">45.990000000000002</cx:pt>
          <cx:pt idx="30932">45.990000000000002</cx:pt>
          <cx:pt idx="30933">45.990000000000002</cx:pt>
          <cx:pt idx="30934">45.990000000000002</cx:pt>
          <cx:pt idx="30935">45.990000000000002</cx:pt>
          <cx:pt idx="30936">45.990000000000002</cx:pt>
          <cx:pt idx="30937">45.990000000000002</cx:pt>
          <cx:pt idx="30938">45.990000000000002</cx:pt>
          <cx:pt idx="30939">45.990000000000002</cx:pt>
          <cx:pt idx="30940">45.990000000000002</cx:pt>
          <cx:pt idx="30941">45.990000000000002</cx:pt>
          <cx:pt idx="30942">45.990000000000002</cx:pt>
          <cx:pt idx="30943">45.990000000000002</cx:pt>
          <cx:pt idx="30944">45.990000000000002</cx:pt>
          <cx:pt idx="30945">45.990000000000002</cx:pt>
          <cx:pt idx="30946">45.990000000000002</cx:pt>
          <cx:pt idx="30947">45.990000000000002</cx:pt>
          <cx:pt idx="30948">45.990000000000002</cx:pt>
          <cx:pt idx="30949">45.990000000000002</cx:pt>
          <cx:pt idx="30950">45.990000000000002</cx:pt>
          <cx:pt idx="30951">45.990000000000002</cx:pt>
          <cx:pt idx="30952">45.990000000000002</cx:pt>
          <cx:pt idx="30953">45.990000000000002</cx:pt>
          <cx:pt idx="30954">45.990000000000002</cx:pt>
          <cx:pt idx="30955">45.990000000000002</cx:pt>
          <cx:pt idx="30956">45.990000000000002</cx:pt>
          <cx:pt idx="30957">45.990000000000002</cx:pt>
          <cx:pt idx="30958">45.990000000000002</cx:pt>
          <cx:pt idx="30959">45.990000000000002</cx:pt>
          <cx:pt idx="30960">45.990000000000002</cx:pt>
          <cx:pt idx="30961">45.990000000000002</cx:pt>
          <cx:pt idx="30962">45.990000000000002</cx:pt>
          <cx:pt idx="30963">45.990000000000002</cx:pt>
          <cx:pt idx="30964">45.990000000000002</cx:pt>
          <cx:pt idx="30965">45.990000000000002</cx:pt>
          <cx:pt idx="30966">45.990000000000002</cx:pt>
          <cx:pt idx="30967">45.990000000000002</cx:pt>
          <cx:pt idx="30968">45.990000000000002</cx:pt>
          <cx:pt idx="30969">45.990000000000002</cx:pt>
          <cx:pt idx="30970">45.990000000000002</cx:pt>
          <cx:pt idx="30971">45.990000000000002</cx:pt>
          <cx:pt idx="30972">45.990000000000002</cx:pt>
          <cx:pt idx="30973">45.990000000000002</cx:pt>
          <cx:pt idx="30974">45.990000000000002</cx:pt>
          <cx:pt idx="30975">45.990000000000002</cx:pt>
          <cx:pt idx="30976">45.990000000000002</cx:pt>
          <cx:pt idx="30977">45.990000000000002</cx:pt>
          <cx:pt idx="30978">45.990000000000002</cx:pt>
          <cx:pt idx="30979">45.990000000000002</cx:pt>
          <cx:pt idx="30980">45.990000000000002</cx:pt>
          <cx:pt idx="30981">45.990000000000002</cx:pt>
          <cx:pt idx="30982">45.990000000000002</cx:pt>
          <cx:pt idx="30983">45.990000000000002</cx:pt>
          <cx:pt idx="30984">45.990000000000002</cx:pt>
          <cx:pt idx="30985">45.990000000000002</cx:pt>
          <cx:pt idx="30986">45.990000000000002</cx:pt>
          <cx:pt idx="30987">45.990000000000002</cx:pt>
          <cx:pt idx="30988">45.990000000000002</cx:pt>
          <cx:pt idx="30989">45.990000000000002</cx:pt>
          <cx:pt idx="30990">45.990000000000002</cx:pt>
          <cx:pt idx="30991">45.990000000000002</cx:pt>
          <cx:pt idx="30992">45.990000000000002</cx:pt>
          <cx:pt idx="30993">45.990000000000002</cx:pt>
          <cx:pt idx="30994">45.990000000000002</cx:pt>
          <cx:pt idx="30995">45.990000000000002</cx:pt>
          <cx:pt idx="30996">45.990000000000002</cx:pt>
          <cx:pt idx="30997">45.990000000000002</cx:pt>
          <cx:pt idx="30998">45.990000000000002</cx:pt>
          <cx:pt idx="30999">45.990000000000002</cx:pt>
          <cx:pt idx="31000">45.990000000000002</cx:pt>
          <cx:pt idx="31001">45.990000000000002</cx:pt>
          <cx:pt idx="31002">45.990000000000002</cx:pt>
          <cx:pt idx="31003">45.990000000000002</cx:pt>
          <cx:pt idx="31004">45.990000000000002</cx:pt>
          <cx:pt idx="31005">45.990000000000002</cx:pt>
          <cx:pt idx="31006">45.990000000000002</cx:pt>
          <cx:pt idx="31007">45.990000000000002</cx:pt>
          <cx:pt idx="31008">45.990000000000002</cx:pt>
          <cx:pt idx="31009">45.990000000000002</cx:pt>
          <cx:pt idx="31010">45.990000000000002</cx:pt>
          <cx:pt idx="31011">45.990000000000002</cx:pt>
          <cx:pt idx="31012">45.990000000000002</cx:pt>
          <cx:pt idx="31013">45.990000000000002</cx:pt>
          <cx:pt idx="31014">45.990000000000002</cx:pt>
          <cx:pt idx="31015">45.990000000000002</cx:pt>
          <cx:pt idx="31016">45.990000000000002</cx:pt>
          <cx:pt idx="31017">45.990000000000002</cx:pt>
          <cx:pt idx="31018">45.990000000000002</cx:pt>
          <cx:pt idx="31019">45.990000000000002</cx:pt>
          <cx:pt idx="31020">45.990000000000002</cx:pt>
          <cx:pt idx="31021">45.990000000000002</cx:pt>
          <cx:pt idx="31022">45.990000000000002</cx:pt>
          <cx:pt idx="31023">45.990000000000002</cx:pt>
          <cx:pt idx="31024">45.990000000000002</cx:pt>
          <cx:pt idx="31025">45.990000000000002</cx:pt>
          <cx:pt idx="31026">45.990000000000002</cx:pt>
          <cx:pt idx="31027">45.990000000000002</cx:pt>
          <cx:pt idx="31028">45.990000000000002</cx:pt>
          <cx:pt idx="31029">45.990000000000002</cx:pt>
          <cx:pt idx="31030">45.990000000000002</cx:pt>
          <cx:pt idx="31031">45.990000000000002</cx:pt>
          <cx:pt idx="31032">45.990000000000002</cx:pt>
          <cx:pt idx="31033">45.990000000000002</cx:pt>
          <cx:pt idx="31034">45.990000000000002</cx:pt>
          <cx:pt idx="31035">45.990000000000002</cx:pt>
          <cx:pt idx="31036">45.990000000000002</cx:pt>
          <cx:pt idx="31037">45.990000000000002</cx:pt>
          <cx:pt idx="31038">45.990000000000002</cx:pt>
          <cx:pt idx="31039">45.990000000000002</cx:pt>
          <cx:pt idx="31040">45.990000000000002</cx:pt>
          <cx:pt idx="31041">45.990000000000002</cx:pt>
          <cx:pt idx="31042">45.990000000000002</cx:pt>
          <cx:pt idx="31043">45.990000000000002</cx:pt>
          <cx:pt idx="31044">45.990000000000002</cx:pt>
          <cx:pt idx="31045">45.990000000000002</cx:pt>
          <cx:pt idx="31046">45.990000000000002</cx:pt>
          <cx:pt idx="31047">45.990000000000002</cx:pt>
          <cx:pt idx="31048">45.990000000000002</cx:pt>
          <cx:pt idx="31049">45.990000000000002</cx:pt>
          <cx:pt idx="31050">45.990000000000002</cx:pt>
          <cx:pt idx="31051">45.990000000000002</cx:pt>
          <cx:pt idx="31052">45.990000000000002</cx:pt>
          <cx:pt idx="31053">45.990000000000002</cx:pt>
          <cx:pt idx="31054">45.990000000000002</cx:pt>
          <cx:pt idx="31055">45.990000000000002</cx:pt>
          <cx:pt idx="31056">45.990000000000002</cx:pt>
          <cx:pt idx="31057">45.990000000000002</cx:pt>
          <cx:pt idx="31058">45.990000000000002</cx:pt>
          <cx:pt idx="31059">45.990000000000002</cx:pt>
          <cx:pt idx="31060">45.990000000000002</cx:pt>
          <cx:pt idx="31061">45.990000000000002</cx:pt>
          <cx:pt idx="31062">45.990000000000002</cx:pt>
          <cx:pt idx="31063">45.990000000000002</cx:pt>
          <cx:pt idx="31064">45.990000000000002</cx:pt>
          <cx:pt idx="31065">45.990000000000002</cx:pt>
          <cx:pt idx="31066">45.990000000000002</cx:pt>
          <cx:pt idx="31067">45.990000000000002</cx:pt>
          <cx:pt idx="31068">45.990000000000002</cx:pt>
          <cx:pt idx="31069">45.990000000000002</cx:pt>
          <cx:pt idx="31070">45.990000000000002</cx:pt>
          <cx:pt idx="31071">45.990000000000002</cx:pt>
          <cx:pt idx="31072">45.990000000000002</cx:pt>
          <cx:pt idx="31073">45.990000000000002</cx:pt>
          <cx:pt idx="31074">45.990000000000002</cx:pt>
          <cx:pt idx="31075">45.990000000000002</cx:pt>
          <cx:pt idx="31076">45.990000000000002</cx:pt>
          <cx:pt idx="31077">45.990000000000002</cx:pt>
          <cx:pt idx="31078">45.990000000000002</cx:pt>
          <cx:pt idx="31079">45.990000000000002</cx:pt>
          <cx:pt idx="31080">45.990000000000002</cx:pt>
          <cx:pt idx="31081">45.990000000000002</cx:pt>
          <cx:pt idx="31082">45.990000000000002</cx:pt>
          <cx:pt idx="31083">45.990000000000002</cx:pt>
          <cx:pt idx="31084">45.990000000000002</cx:pt>
          <cx:pt idx="31085">45.990000000000002</cx:pt>
          <cx:pt idx="31086">45.990000000000002</cx:pt>
          <cx:pt idx="31087">45.990000000000002</cx:pt>
          <cx:pt idx="31088">45.990000000000002</cx:pt>
          <cx:pt idx="31089">45.990000000000002</cx:pt>
          <cx:pt idx="31090">45.990000000000002</cx:pt>
          <cx:pt idx="31091">45.990000000000002</cx:pt>
          <cx:pt idx="31092">45.990000000000002</cx:pt>
          <cx:pt idx="31093">45.990000000000002</cx:pt>
          <cx:pt idx="31094">45.990000000000002</cx:pt>
          <cx:pt idx="31095">45.990000000000002</cx:pt>
          <cx:pt idx="31096">45.990000000000002</cx:pt>
          <cx:pt idx="31097">45.990000000000002</cx:pt>
          <cx:pt idx="31098">45.990000000000002</cx:pt>
          <cx:pt idx="31099">45.990000000000002</cx:pt>
          <cx:pt idx="31100">45.990000000000002</cx:pt>
          <cx:pt idx="31101">45.990000000000002</cx:pt>
          <cx:pt idx="31102">45.990000000000002</cx:pt>
          <cx:pt idx="31103">45.990000000000002</cx:pt>
          <cx:pt idx="31104">45.990000000000002</cx:pt>
          <cx:pt idx="31105">45.990000000000002</cx:pt>
          <cx:pt idx="31106">45.990000000000002</cx:pt>
          <cx:pt idx="31107">45.990000000000002</cx:pt>
          <cx:pt idx="31108">45.990000000000002</cx:pt>
          <cx:pt idx="31109">45.990000000000002</cx:pt>
          <cx:pt idx="31110">45.990000000000002</cx:pt>
          <cx:pt idx="31111">45.990000000000002</cx:pt>
          <cx:pt idx="31112">45.990000000000002</cx:pt>
          <cx:pt idx="31113">45.990000000000002</cx:pt>
          <cx:pt idx="31114">45.990000000000002</cx:pt>
          <cx:pt idx="31115">45.990000000000002</cx:pt>
          <cx:pt idx="31116">45.990000000000002</cx:pt>
          <cx:pt idx="31117">45.990000000000002</cx:pt>
          <cx:pt idx="31118">45.990000000000002</cx:pt>
          <cx:pt idx="31119">45.990000000000002</cx:pt>
          <cx:pt idx="31120">45.990000000000002</cx:pt>
          <cx:pt idx="31121">45.990000000000002</cx:pt>
          <cx:pt idx="31122">45.990000000000002</cx:pt>
          <cx:pt idx="31123">45.990000000000002</cx:pt>
          <cx:pt idx="31124">45.990000000000002</cx:pt>
          <cx:pt idx="31125">45.990000000000002</cx:pt>
          <cx:pt idx="31126">45.990000000000002</cx:pt>
          <cx:pt idx="31127">45.990000000000002</cx:pt>
          <cx:pt idx="31128">45.990000000000002</cx:pt>
          <cx:pt idx="31129">45.990000000000002</cx:pt>
          <cx:pt idx="31130">45.990000000000002</cx:pt>
          <cx:pt idx="31131">45.990000000000002</cx:pt>
          <cx:pt idx="31132">45.990000000000002</cx:pt>
          <cx:pt idx="31133">45.990000000000002</cx:pt>
          <cx:pt idx="31134">45.990000000000002</cx:pt>
          <cx:pt idx="31135">45.990000000000002</cx:pt>
          <cx:pt idx="31136">45.990000000000002</cx:pt>
          <cx:pt idx="31137">45.990000000000002</cx:pt>
          <cx:pt idx="31138">45.990000000000002</cx:pt>
          <cx:pt idx="31139">45.990000000000002</cx:pt>
          <cx:pt idx="31140">45.990000000000002</cx:pt>
          <cx:pt idx="31141">45.990000000000002</cx:pt>
          <cx:pt idx="31142">45.990000000000002</cx:pt>
          <cx:pt idx="31143">45.990000000000002</cx:pt>
          <cx:pt idx="31144">45.990000000000002</cx:pt>
          <cx:pt idx="31145">45.990000000000002</cx:pt>
          <cx:pt idx="31146">45.990000000000002</cx:pt>
          <cx:pt idx="31147">45.990000000000002</cx:pt>
          <cx:pt idx="31148">45.990000000000002</cx:pt>
          <cx:pt idx="31149">45.990000000000002</cx:pt>
          <cx:pt idx="31150">45.990000000000002</cx:pt>
          <cx:pt idx="31151">45.990000000000002</cx:pt>
          <cx:pt idx="31152">45.990000000000002</cx:pt>
          <cx:pt idx="31153">45.990000000000002</cx:pt>
          <cx:pt idx="31154">45.990000000000002</cx:pt>
          <cx:pt idx="31155">45.990000000000002</cx:pt>
          <cx:pt idx="31156">45.990000000000002</cx:pt>
          <cx:pt idx="31157">45.990000000000002</cx:pt>
          <cx:pt idx="31158">45.990000000000002</cx:pt>
          <cx:pt idx="31159">45.990000000000002</cx:pt>
          <cx:pt idx="31160">45.990000000000002</cx:pt>
          <cx:pt idx="31161">45.990000000000002</cx:pt>
          <cx:pt idx="31162">45.990000000000002</cx:pt>
          <cx:pt idx="31163">45.990000000000002</cx:pt>
          <cx:pt idx="31164">45.990000000000002</cx:pt>
          <cx:pt idx="31165">45.990000000000002</cx:pt>
          <cx:pt idx="31166">45.990000000000002</cx:pt>
          <cx:pt idx="31167">45.990000000000002</cx:pt>
          <cx:pt idx="31168">45.990000000000002</cx:pt>
          <cx:pt idx="31169">45.990000000000002</cx:pt>
          <cx:pt idx="31170">45.990000000000002</cx:pt>
          <cx:pt idx="31171">45.990000000000002</cx:pt>
          <cx:pt idx="31172">45.990000000000002</cx:pt>
          <cx:pt idx="31173">45.990000000000002</cx:pt>
          <cx:pt idx="31174">45.990000000000002</cx:pt>
          <cx:pt idx="31175">45.990000000000002</cx:pt>
          <cx:pt idx="31176">45.990000000000002</cx:pt>
          <cx:pt idx="31177">45.990000000000002</cx:pt>
          <cx:pt idx="31178">45.990000000000002</cx:pt>
          <cx:pt idx="31179">45.990000000000002</cx:pt>
          <cx:pt idx="31180">45.990000000000002</cx:pt>
          <cx:pt idx="31181">45.990000000000002</cx:pt>
          <cx:pt idx="31182">45.990000000000002</cx:pt>
          <cx:pt idx="31183">45.990000000000002</cx:pt>
          <cx:pt idx="31184">45.990000000000002</cx:pt>
          <cx:pt idx="31185">45.990000000000002</cx:pt>
          <cx:pt idx="31186">45.990000000000002</cx:pt>
          <cx:pt idx="31187">45.990000000000002</cx:pt>
          <cx:pt idx="31188">45.990000000000002</cx:pt>
          <cx:pt idx="31189">45.990000000000002</cx:pt>
          <cx:pt idx="31190">45.990000000000002</cx:pt>
          <cx:pt idx="31191">45.990000000000002</cx:pt>
          <cx:pt idx="31192">45.990000000000002</cx:pt>
          <cx:pt idx="31193">45.990000000000002</cx:pt>
          <cx:pt idx="31194">45.990000000000002</cx:pt>
          <cx:pt idx="31195">45.990000000000002</cx:pt>
          <cx:pt idx="31196">45.990000000000002</cx:pt>
          <cx:pt idx="31197">45.990000000000002</cx:pt>
          <cx:pt idx="31198">45.990000000000002</cx:pt>
          <cx:pt idx="31199">45.990000000000002</cx:pt>
          <cx:pt idx="31200">45.990000000000002</cx:pt>
          <cx:pt idx="31201">45.990000000000002</cx:pt>
          <cx:pt idx="31202">45.990000000000002</cx:pt>
          <cx:pt idx="31203">45.990000000000002</cx:pt>
          <cx:pt idx="31204">45.990000000000002</cx:pt>
          <cx:pt idx="31205">45.990000000000002</cx:pt>
          <cx:pt idx="31206">45.990000000000002</cx:pt>
          <cx:pt idx="31207">45.990000000000002</cx:pt>
          <cx:pt idx="31208">45.990000000000002</cx:pt>
          <cx:pt idx="31209">45.990000000000002</cx:pt>
          <cx:pt idx="31210">45.990000000000002</cx:pt>
          <cx:pt idx="31211">45.990000000000002</cx:pt>
          <cx:pt idx="31212">45.990000000000002</cx:pt>
          <cx:pt idx="31213">45.990000000000002</cx:pt>
          <cx:pt idx="31214">45.990000000000002</cx:pt>
          <cx:pt idx="31215">45.990000000000002</cx:pt>
          <cx:pt idx="31216">45.990000000000002</cx:pt>
          <cx:pt idx="31217">45.990000000000002</cx:pt>
          <cx:pt idx="31218">45.990000000000002</cx:pt>
          <cx:pt idx="31219">45.990000000000002</cx:pt>
          <cx:pt idx="31220">45.990000000000002</cx:pt>
          <cx:pt idx="31221">45.990000000000002</cx:pt>
          <cx:pt idx="31222">45.990000000000002</cx:pt>
          <cx:pt idx="31223">45.990000000000002</cx:pt>
          <cx:pt idx="31224">45.990000000000002</cx:pt>
          <cx:pt idx="31225">45.990000000000002</cx:pt>
          <cx:pt idx="31226">45.990000000000002</cx:pt>
          <cx:pt idx="31227">45.990000000000002</cx:pt>
          <cx:pt idx="31228">45.990000000000002</cx:pt>
          <cx:pt idx="31229">45.990000000000002</cx:pt>
          <cx:pt idx="31230">45.990000000000002</cx:pt>
          <cx:pt idx="31231">45.990000000000002</cx:pt>
          <cx:pt idx="31232">45.990000000000002</cx:pt>
          <cx:pt idx="31233">45.990000000000002</cx:pt>
          <cx:pt idx="31234">45.990000000000002</cx:pt>
          <cx:pt idx="31235">45.990000000000002</cx:pt>
          <cx:pt idx="31236">45.990000000000002</cx:pt>
          <cx:pt idx="31237">45.990000000000002</cx:pt>
          <cx:pt idx="31238">45.990000000000002</cx:pt>
          <cx:pt idx="31239">45.990000000000002</cx:pt>
          <cx:pt idx="31240">45.990000000000002</cx:pt>
          <cx:pt idx="31241">45.990000000000002</cx:pt>
          <cx:pt idx="31242">45.990000000000002</cx:pt>
          <cx:pt idx="31243">45.990000000000002</cx:pt>
          <cx:pt idx="31244">45.990000000000002</cx:pt>
          <cx:pt idx="31245">45.990000000000002</cx:pt>
          <cx:pt idx="31246">45.990000000000002</cx:pt>
          <cx:pt idx="31247">45.990000000000002</cx:pt>
          <cx:pt idx="31248">45.990000000000002</cx:pt>
          <cx:pt idx="31249">45.990000000000002</cx:pt>
          <cx:pt idx="31250">45.990000000000002</cx:pt>
          <cx:pt idx="31251">45.990000000000002</cx:pt>
          <cx:pt idx="31252">45.990000000000002</cx:pt>
          <cx:pt idx="31253">45.990000000000002</cx:pt>
          <cx:pt idx="31254">45.990000000000002</cx:pt>
          <cx:pt idx="31255">45.990000000000002</cx:pt>
          <cx:pt idx="31256">45.990000000000002</cx:pt>
          <cx:pt idx="31257">45.990000000000002</cx:pt>
          <cx:pt idx="31258">45.990000000000002</cx:pt>
          <cx:pt idx="31259">45.990000000000002</cx:pt>
          <cx:pt idx="31260">45.990000000000002</cx:pt>
          <cx:pt idx="31261">45.990000000000002</cx:pt>
          <cx:pt idx="31262">45.990000000000002</cx:pt>
          <cx:pt idx="31263">45.990000000000002</cx:pt>
          <cx:pt idx="31264">45.990000000000002</cx:pt>
          <cx:pt idx="31265">45.990000000000002</cx:pt>
          <cx:pt idx="31266">45.990000000000002</cx:pt>
          <cx:pt idx="31267">45.990000000000002</cx:pt>
          <cx:pt idx="31268">45.990000000000002</cx:pt>
          <cx:pt idx="31269">45.990000000000002</cx:pt>
          <cx:pt idx="31270">45.990000000000002</cx:pt>
          <cx:pt idx="31271">45.990000000000002</cx:pt>
          <cx:pt idx="31272">45.990000000000002</cx:pt>
          <cx:pt idx="31273">45.990000000000002</cx:pt>
          <cx:pt idx="31274">45.990000000000002</cx:pt>
          <cx:pt idx="31275">45.990000000000002</cx:pt>
          <cx:pt idx="31276">45.990000000000002</cx:pt>
          <cx:pt idx="31277">45.990000000000002</cx:pt>
          <cx:pt idx="31278">45.990000000000002</cx:pt>
          <cx:pt idx="31279">45.990000000000002</cx:pt>
          <cx:pt idx="31280">45.990000000000002</cx:pt>
          <cx:pt idx="31281">45.990000000000002</cx:pt>
          <cx:pt idx="31282">45.990000000000002</cx:pt>
          <cx:pt idx="31283">45.990000000000002</cx:pt>
          <cx:pt idx="31284">45.990000000000002</cx:pt>
          <cx:pt idx="31285">45.990000000000002</cx:pt>
          <cx:pt idx="31286">45.990000000000002</cx:pt>
          <cx:pt idx="31287">45.990000000000002</cx:pt>
          <cx:pt idx="31288">45.990000000000002</cx:pt>
          <cx:pt idx="31289">45.990000000000002</cx:pt>
          <cx:pt idx="31290">45.990000000000002</cx:pt>
          <cx:pt idx="31291">45.990000000000002</cx:pt>
          <cx:pt idx="31292">45.990000000000002</cx:pt>
          <cx:pt idx="31293">45.990000000000002</cx:pt>
          <cx:pt idx="31294">45.990000000000002</cx:pt>
          <cx:pt idx="31295">45.990000000000002</cx:pt>
          <cx:pt idx="31296">45.990000000000002</cx:pt>
          <cx:pt idx="31297">45.990000000000002</cx:pt>
          <cx:pt idx="31298">45.990000000000002</cx:pt>
          <cx:pt idx="31299">45.990000000000002</cx:pt>
          <cx:pt idx="31300">45.990000000000002</cx:pt>
          <cx:pt idx="31301">45.990000000000002</cx:pt>
          <cx:pt idx="31302">45.990000000000002</cx:pt>
          <cx:pt idx="31303">45.990000000000002</cx:pt>
          <cx:pt idx="31304">45.990000000000002</cx:pt>
          <cx:pt idx="31305">45.990000000000002</cx:pt>
          <cx:pt idx="31306">45.990000000000002</cx:pt>
          <cx:pt idx="31307">45.990000000000002</cx:pt>
          <cx:pt idx="31308">45.990000000000002</cx:pt>
          <cx:pt idx="31309">45.990000000000002</cx:pt>
          <cx:pt idx="31310">45.990000000000002</cx:pt>
          <cx:pt idx="31311">45.990000000000002</cx:pt>
          <cx:pt idx="31312">45.990000000000002</cx:pt>
          <cx:pt idx="31313">45.990000000000002</cx:pt>
          <cx:pt idx="31314">45.990000000000002</cx:pt>
          <cx:pt idx="31315">45.990000000000002</cx:pt>
          <cx:pt idx="31316">45.990000000000002</cx:pt>
          <cx:pt idx="31317">45.990000000000002</cx:pt>
          <cx:pt idx="31318">45.990000000000002</cx:pt>
          <cx:pt idx="31319">45.990000000000002</cx:pt>
          <cx:pt idx="31320">45.990000000000002</cx:pt>
          <cx:pt idx="31321">45.990000000000002</cx:pt>
          <cx:pt idx="31322">45.990000000000002</cx:pt>
          <cx:pt idx="31323">45.990000000000002</cx:pt>
          <cx:pt idx="31324">45.990000000000002</cx:pt>
          <cx:pt idx="31325">45.990000000000002</cx:pt>
          <cx:pt idx="31326">45.990000000000002</cx:pt>
          <cx:pt idx="31327">45.990000000000002</cx:pt>
          <cx:pt idx="31328">45.990000000000002</cx:pt>
          <cx:pt idx="31329">45.990000000000002</cx:pt>
          <cx:pt idx="31330">45.990000000000002</cx:pt>
          <cx:pt idx="31331">45.990000000000002</cx:pt>
          <cx:pt idx="31332">45.990000000000002</cx:pt>
          <cx:pt idx="31333">45.990000000000002</cx:pt>
          <cx:pt idx="31334">45.990000000000002</cx:pt>
          <cx:pt idx="31335">45.990000000000002</cx:pt>
          <cx:pt idx="31336">45.990000000000002</cx:pt>
          <cx:pt idx="31337">45.990000000000002</cx:pt>
          <cx:pt idx="31338">45.990000000000002</cx:pt>
          <cx:pt idx="31339">45.990000000000002</cx:pt>
          <cx:pt idx="31340">45.990000000000002</cx:pt>
          <cx:pt idx="31341">45.990000000000002</cx:pt>
          <cx:pt idx="31342">45.990000000000002</cx:pt>
          <cx:pt idx="31343">45.990000000000002</cx:pt>
          <cx:pt idx="31344">45.990000000000002</cx:pt>
          <cx:pt idx="31345">45.990000000000002</cx:pt>
          <cx:pt idx="31346">45.990000000000002</cx:pt>
          <cx:pt idx="31347">45.990000000000002</cx:pt>
          <cx:pt idx="31348">45.990000000000002</cx:pt>
          <cx:pt idx="31349">45.990000000000002</cx:pt>
          <cx:pt idx="31350">45.990000000000002</cx:pt>
          <cx:pt idx="31351">45.990000000000002</cx:pt>
          <cx:pt idx="31352">45.990000000000002</cx:pt>
          <cx:pt idx="31353">45.990000000000002</cx:pt>
          <cx:pt idx="31354">45.990000000000002</cx:pt>
          <cx:pt idx="31355">45.990000000000002</cx:pt>
          <cx:pt idx="31356">45.990000000000002</cx:pt>
          <cx:pt idx="31357">45.990000000000002</cx:pt>
          <cx:pt idx="31358">45.990000000000002</cx:pt>
          <cx:pt idx="31359">45.990000000000002</cx:pt>
          <cx:pt idx="31360">45.990000000000002</cx:pt>
          <cx:pt idx="31361">45.990000000000002</cx:pt>
          <cx:pt idx="31362">45.990000000000002</cx:pt>
          <cx:pt idx="31363">45.990000000000002</cx:pt>
          <cx:pt idx="31364">45.990000000000002</cx:pt>
          <cx:pt idx="31365">45.990000000000002</cx:pt>
          <cx:pt idx="31366">45.990000000000002</cx:pt>
          <cx:pt idx="31367">45.990000000000002</cx:pt>
          <cx:pt idx="31368">45.990000000000002</cx:pt>
          <cx:pt idx="31369">45.990000000000002</cx:pt>
          <cx:pt idx="31370">45.990000000000002</cx:pt>
          <cx:pt idx="31371">45.990000000000002</cx:pt>
          <cx:pt idx="31372">45.990000000000002</cx:pt>
          <cx:pt idx="31373">45.990000000000002</cx:pt>
          <cx:pt idx="31374">45.990000000000002</cx:pt>
          <cx:pt idx="31375">45.990000000000002</cx:pt>
          <cx:pt idx="31376">45.990000000000002</cx:pt>
          <cx:pt idx="31377">45.990000000000002</cx:pt>
          <cx:pt idx="31378">45.990000000000002</cx:pt>
          <cx:pt idx="31379">45.990000000000002</cx:pt>
          <cx:pt idx="31380">45.990000000000002</cx:pt>
          <cx:pt idx="31381">45.990000000000002</cx:pt>
          <cx:pt idx="31382">45.990000000000002</cx:pt>
          <cx:pt idx="31383">45.990000000000002</cx:pt>
          <cx:pt idx="31384">45.990000000000002</cx:pt>
          <cx:pt idx="31385">45.990000000000002</cx:pt>
          <cx:pt idx="31386">45.990000000000002</cx:pt>
          <cx:pt idx="31387">45.990000000000002</cx:pt>
          <cx:pt idx="31388">45.990000000000002</cx:pt>
          <cx:pt idx="31389">45.990000000000002</cx:pt>
          <cx:pt idx="31390">45.990000000000002</cx:pt>
          <cx:pt idx="31391">45.990000000000002</cx:pt>
          <cx:pt idx="31392">45.990000000000002</cx:pt>
          <cx:pt idx="31393">45.990000000000002</cx:pt>
          <cx:pt idx="31394">45.990000000000002</cx:pt>
          <cx:pt idx="31395">45.990000000000002</cx:pt>
          <cx:pt idx="31396">45.990000000000002</cx:pt>
          <cx:pt idx="31397">45.990000000000002</cx:pt>
          <cx:pt idx="31398">45.990000000000002</cx:pt>
          <cx:pt idx="31399">45.990000000000002</cx:pt>
          <cx:pt idx="31400">45.990000000000002</cx:pt>
          <cx:pt idx="31401">45.990000000000002</cx:pt>
          <cx:pt idx="31402">45.990000000000002</cx:pt>
          <cx:pt idx="31403">45.990000000000002</cx:pt>
          <cx:pt idx="31404">45.990000000000002</cx:pt>
          <cx:pt idx="31405">45.990000000000002</cx:pt>
          <cx:pt idx="31406">45.990000000000002</cx:pt>
          <cx:pt idx="31407">45.990000000000002</cx:pt>
          <cx:pt idx="31408">45.990000000000002</cx:pt>
          <cx:pt idx="31409">45.990000000000002</cx:pt>
          <cx:pt idx="31410">45.990000000000002</cx:pt>
          <cx:pt idx="31411">45.990000000000002</cx:pt>
          <cx:pt idx="31412">45.990000000000002</cx:pt>
          <cx:pt idx="31413">45.990000000000002</cx:pt>
          <cx:pt idx="31414">45.990000000000002</cx:pt>
          <cx:pt idx="31415">45.990000000000002</cx:pt>
          <cx:pt idx="31416">45.990000000000002</cx:pt>
          <cx:pt idx="31417">45.990000000000002</cx:pt>
          <cx:pt idx="31418">45.990000000000002</cx:pt>
          <cx:pt idx="31419">45.990000000000002</cx:pt>
          <cx:pt idx="31420">45.990000000000002</cx:pt>
          <cx:pt idx="31421">45.990000000000002</cx:pt>
          <cx:pt idx="31422">45.990000000000002</cx:pt>
          <cx:pt idx="31423">45.990000000000002</cx:pt>
          <cx:pt idx="31424">45.990000000000002</cx:pt>
          <cx:pt idx="31425">45.990000000000002</cx:pt>
          <cx:pt idx="31426">45.990000000000002</cx:pt>
          <cx:pt idx="31427">45.990000000000002</cx:pt>
          <cx:pt idx="31428">45.990000000000002</cx:pt>
          <cx:pt idx="31429">45.990000000000002</cx:pt>
          <cx:pt idx="31430">45.990000000000002</cx:pt>
          <cx:pt idx="31431">45.990000000000002</cx:pt>
          <cx:pt idx="31432">45.990000000000002</cx:pt>
          <cx:pt idx="31433">45.990000000000002</cx:pt>
          <cx:pt idx="31434">45.990000000000002</cx:pt>
          <cx:pt idx="31435">45.990000000000002</cx:pt>
          <cx:pt idx="31436">45.990000000000002</cx:pt>
          <cx:pt idx="31437">45.990000000000002</cx:pt>
          <cx:pt idx="31438">45.990000000000002</cx:pt>
          <cx:pt idx="31439">45.990000000000002</cx:pt>
          <cx:pt idx="31440">45.990000000000002</cx:pt>
          <cx:pt idx="31441">45.990000000000002</cx:pt>
          <cx:pt idx="31442">45.990000000000002</cx:pt>
          <cx:pt idx="31443">45.990000000000002</cx:pt>
          <cx:pt idx="31444">45.990000000000002</cx:pt>
          <cx:pt idx="31445">45.990000000000002</cx:pt>
          <cx:pt idx="31446">45.990000000000002</cx:pt>
          <cx:pt idx="31447">45.990000000000002</cx:pt>
          <cx:pt idx="31448">45.990000000000002</cx:pt>
          <cx:pt idx="31449">45.990000000000002</cx:pt>
          <cx:pt idx="31450">45.990000000000002</cx:pt>
          <cx:pt idx="31451">45.990000000000002</cx:pt>
          <cx:pt idx="31452">45.990000000000002</cx:pt>
          <cx:pt idx="31453">45.990000000000002</cx:pt>
          <cx:pt idx="31454">45.990000000000002</cx:pt>
          <cx:pt idx="31455">45.990000000000002</cx:pt>
          <cx:pt idx="31456">45.990000000000002</cx:pt>
          <cx:pt idx="31457">45.990000000000002</cx:pt>
          <cx:pt idx="31458">45.990000000000002</cx:pt>
          <cx:pt idx="31459">45.990000000000002</cx:pt>
          <cx:pt idx="31460">45.990000000000002</cx:pt>
          <cx:pt idx="31461">45.990000000000002</cx:pt>
          <cx:pt idx="31462">45.990000000000002</cx:pt>
          <cx:pt idx="31463">45.990000000000002</cx:pt>
          <cx:pt idx="31464">45.990000000000002</cx:pt>
          <cx:pt idx="31465">45.990000000000002</cx:pt>
          <cx:pt idx="31466">45.990000000000002</cx:pt>
          <cx:pt idx="31467">45.990000000000002</cx:pt>
          <cx:pt idx="31468">45.990000000000002</cx:pt>
          <cx:pt idx="31469">45.990000000000002</cx:pt>
          <cx:pt idx="31470">45.990000000000002</cx:pt>
          <cx:pt idx="31471">45.990000000000002</cx:pt>
          <cx:pt idx="31472">45.990000000000002</cx:pt>
          <cx:pt idx="31473">45.990000000000002</cx:pt>
          <cx:pt idx="31474">45.990000000000002</cx:pt>
          <cx:pt idx="31475">45.990000000000002</cx:pt>
          <cx:pt idx="31476">45.990000000000002</cx:pt>
          <cx:pt idx="31477">45.990000000000002</cx:pt>
          <cx:pt idx="31478">45.990000000000002</cx:pt>
          <cx:pt idx="31479">45.990000000000002</cx:pt>
          <cx:pt idx="31480">45.990000000000002</cx:pt>
          <cx:pt idx="31481">45.990000000000002</cx:pt>
          <cx:pt idx="31482">45.990000000000002</cx:pt>
          <cx:pt idx="31483">45.990000000000002</cx:pt>
          <cx:pt idx="31484">45.990000000000002</cx:pt>
          <cx:pt idx="31485">45.990000000000002</cx:pt>
          <cx:pt idx="31486">45.990000000000002</cx:pt>
          <cx:pt idx="31487">45.990000000000002</cx:pt>
          <cx:pt idx="31488">45.990000000000002</cx:pt>
          <cx:pt idx="31489">45.990000000000002</cx:pt>
          <cx:pt idx="31490">45.990000000000002</cx:pt>
          <cx:pt idx="31491">45.990000000000002</cx:pt>
          <cx:pt idx="31492">45.990000000000002</cx:pt>
          <cx:pt idx="31493">45.990000000000002</cx:pt>
          <cx:pt idx="31494">45.990000000000002</cx:pt>
          <cx:pt idx="31495">45.990000000000002</cx:pt>
          <cx:pt idx="31496">45.990000000000002</cx:pt>
          <cx:pt idx="31497">45.990000000000002</cx:pt>
          <cx:pt idx="31498">45.990000000000002</cx:pt>
          <cx:pt idx="31499">45.990000000000002</cx:pt>
          <cx:pt idx="31500">45.990000000000002</cx:pt>
          <cx:pt idx="31501">45.990000000000002</cx:pt>
          <cx:pt idx="31502">45.990000000000002</cx:pt>
          <cx:pt idx="31503">45.990000000000002</cx:pt>
          <cx:pt idx="31504">45.990000000000002</cx:pt>
          <cx:pt idx="31505">45.990000000000002</cx:pt>
          <cx:pt idx="31506">45.990000000000002</cx:pt>
          <cx:pt idx="31507">45.990000000000002</cx:pt>
          <cx:pt idx="31508">45.990000000000002</cx:pt>
          <cx:pt idx="31509">45.990000000000002</cx:pt>
          <cx:pt idx="31510">45.990000000000002</cx:pt>
          <cx:pt idx="31511">45.990000000000002</cx:pt>
          <cx:pt idx="31512">45.990000000000002</cx:pt>
          <cx:pt idx="31513">45.990000000000002</cx:pt>
          <cx:pt idx="31514">45.990000000000002</cx:pt>
          <cx:pt idx="31515">45.990000000000002</cx:pt>
          <cx:pt idx="31516">45.990000000000002</cx:pt>
          <cx:pt idx="31517">45.990000000000002</cx:pt>
          <cx:pt idx="31518">45.990000000000002</cx:pt>
          <cx:pt idx="31519">45.990000000000002</cx:pt>
          <cx:pt idx="31520">45.990000000000002</cx:pt>
          <cx:pt idx="31521">45.990000000000002</cx:pt>
          <cx:pt idx="31522">45.990000000000002</cx:pt>
          <cx:pt idx="31523">45.990000000000002</cx:pt>
          <cx:pt idx="31524">45.990000000000002</cx:pt>
          <cx:pt idx="31525">45.990000000000002</cx:pt>
          <cx:pt idx="31526">45.990000000000002</cx:pt>
          <cx:pt idx="31527">45.990000000000002</cx:pt>
          <cx:pt idx="31528">45.990000000000002</cx:pt>
          <cx:pt idx="31529">45.990000000000002</cx:pt>
          <cx:pt idx="31530">45.990000000000002</cx:pt>
          <cx:pt idx="31531">45.990000000000002</cx:pt>
          <cx:pt idx="31532">45.990000000000002</cx:pt>
          <cx:pt idx="31533">45.990000000000002</cx:pt>
          <cx:pt idx="31534">45.990000000000002</cx:pt>
          <cx:pt idx="31535">45.990000000000002</cx:pt>
          <cx:pt idx="31536">45.990000000000002</cx:pt>
          <cx:pt idx="31537">45.990000000000002</cx:pt>
          <cx:pt idx="31538">45.990000000000002</cx:pt>
          <cx:pt idx="31539">45.990000000000002</cx:pt>
          <cx:pt idx="31540">45.990000000000002</cx:pt>
          <cx:pt idx="31541">45.990000000000002</cx:pt>
          <cx:pt idx="31542">45.990000000000002</cx:pt>
          <cx:pt idx="31543">45.990000000000002</cx:pt>
          <cx:pt idx="31544">45.990000000000002</cx:pt>
          <cx:pt idx="31545">45.990000000000002</cx:pt>
          <cx:pt idx="31546">45.990000000000002</cx:pt>
          <cx:pt idx="31547">45.990000000000002</cx:pt>
          <cx:pt idx="31548">45.990000000000002</cx:pt>
          <cx:pt idx="31549">45.990000000000002</cx:pt>
          <cx:pt idx="31550">45.990000000000002</cx:pt>
          <cx:pt idx="31551">45.990000000000002</cx:pt>
          <cx:pt idx="31552">45.990000000000002</cx:pt>
          <cx:pt idx="31553">45.990000000000002</cx:pt>
          <cx:pt idx="31554">45.990000000000002</cx:pt>
          <cx:pt idx="31555">45.990000000000002</cx:pt>
          <cx:pt idx="31556">45.990000000000002</cx:pt>
          <cx:pt idx="31557">45.990000000000002</cx:pt>
          <cx:pt idx="31558">45.990000000000002</cx:pt>
          <cx:pt idx="31559">45.990000000000002</cx:pt>
          <cx:pt idx="31560">45.990000000000002</cx:pt>
          <cx:pt idx="31561">45.990000000000002</cx:pt>
          <cx:pt idx="31562">45.990000000000002</cx:pt>
          <cx:pt idx="31563">45.990000000000002</cx:pt>
          <cx:pt idx="31564">45.990000000000002</cx:pt>
          <cx:pt idx="31565">45.990000000000002</cx:pt>
          <cx:pt idx="31566">45.990000000000002</cx:pt>
          <cx:pt idx="31567">45.990000000000002</cx:pt>
          <cx:pt idx="31568">45.990000000000002</cx:pt>
          <cx:pt idx="31569">45.990000000000002</cx:pt>
          <cx:pt idx="31570">45.990000000000002</cx:pt>
          <cx:pt idx="31571">45.990000000000002</cx:pt>
          <cx:pt idx="31572">45.990000000000002</cx:pt>
          <cx:pt idx="31573">45.990000000000002</cx:pt>
          <cx:pt idx="31574">45.990000000000002</cx:pt>
          <cx:pt idx="31575">45.990000000000002</cx:pt>
          <cx:pt idx="31576">45.990000000000002</cx:pt>
          <cx:pt idx="31577">45.990000000000002</cx:pt>
          <cx:pt idx="31578">45.990000000000002</cx:pt>
          <cx:pt idx="31579">45.990000000000002</cx:pt>
          <cx:pt idx="31580">45.990000000000002</cx:pt>
          <cx:pt idx="31581">45.990000000000002</cx:pt>
          <cx:pt idx="31582">45.990000000000002</cx:pt>
          <cx:pt idx="31583">45.990000000000002</cx:pt>
          <cx:pt idx="31584">45.990000000000002</cx:pt>
          <cx:pt idx="31585">45.990000000000002</cx:pt>
          <cx:pt idx="31586">45.990000000000002</cx:pt>
          <cx:pt idx="31587">45.990000000000002</cx:pt>
          <cx:pt idx="31588">45.990000000000002</cx:pt>
          <cx:pt idx="31589">45.990000000000002</cx:pt>
          <cx:pt idx="31590">45.990000000000002</cx:pt>
          <cx:pt idx="31591">45.990000000000002</cx:pt>
          <cx:pt idx="31592">45.990000000000002</cx:pt>
          <cx:pt idx="31593">45.990000000000002</cx:pt>
          <cx:pt idx="31594">45.990000000000002</cx:pt>
          <cx:pt idx="31595">45.990000000000002</cx:pt>
          <cx:pt idx="31596">45.990000000000002</cx:pt>
          <cx:pt idx="31597">45.990000000000002</cx:pt>
          <cx:pt idx="31598">45.990000000000002</cx:pt>
          <cx:pt idx="31599">45.990000000000002</cx:pt>
          <cx:pt idx="31600">45.990000000000002</cx:pt>
          <cx:pt idx="31601">45.990000000000002</cx:pt>
          <cx:pt idx="31602">45.990000000000002</cx:pt>
          <cx:pt idx="31603">45.990000000000002</cx:pt>
          <cx:pt idx="31604">45.990000000000002</cx:pt>
          <cx:pt idx="31605">45.990000000000002</cx:pt>
          <cx:pt idx="31606">45.990000000000002</cx:pt>
          <cx:pt idx="31607">45.990000000000002</cx:pt>
          <cx:pt idx="31608">45.990000000000002</cx:pt>
          <cx:pt idx="31609">45.990000000000002</cx:pt>
          <cx:pt idx="31610">45.990000000000002</cx:pt>
          <cx:pt idx="31611">45.990000000000002</cx:pt>
          <cx:pt idx="31612">45.990000000000002</cx:pt>
          <cx:pt idx="31613">45.990000000000002</cx:pt>
          <cx:pt idx="31614">45.990000000000002</cx:pt>
          <cx:pt idx="31615">45.990000000000002</cx:pt>
          <cx:pt idx="31616">45.990000000000002</cx:pt>
          <cx:pt idx="31617">45.990000000000002</cx:pt>
          <cx:pt idx="31618">45.990000000000002</cx:pt>
          <cx:pt idx="31619">45.990000000000002</cx:pt>
          <cx:pt idx="31620">45.990000000000002</cx:pt>
          <cx:pt idx="31621">45.990000000000002</cx:pt>
          <cx:pt idx="31622">45.990000000000002</cx:pt>
          <cx:pt idx="31623">45.990000000000002</cx:pt>
          <cx:pt idx="31624">45.990000000000002</cx:pt>
          <cx:pt idx="31625">45.990000000000002</cx:pt>
          <cx:pt idx="31626">45.990000000000002</cx:pt>
          <cx:pt idx="31627">45.990000000000002</cx:pt>
          <cx:pt idx="31628">45.990000000000002</cx:pt>
          <cx:pt idx="31629">45.990000000000002</cx:pt>
          <cx:pt idx="31630">45.990000000000002</cx:pt>
          <cx:pt idx="31631">45.990000000000002</cx:pt>
          <cx:pt idx="31632">45.990000000000002</cx:pt>
          <cx:pt idx="31633">45.990000000000002</cx:pt>
          <cx:pt idx="31634">45.990000000000002</cx:pt>
          <cx:pt idx="31635">45.990000000000002</cx:pt>
          <cx:pt idx="31636">45.990000000000002</cx:pt>
          <cx:pt idx="31637">45.990000000000002</cx:pt>
          <cx:pt idx="31638">45.990000000000002</cx:pt>
          <cx:pt idx="31639">45.990000000000002</cx:pt>
          <cx:pt idx="31640">45.990000000000002</cx:pt>
          <cx:pt idx="31641">45.990000000000002</cx:pt>
          <cx:pt idx="31642">45.990000000000002</cx:pt>
          <cx:pt idx="31643">45.990000000000002</cx:pt>
          <cx:pt idx="31644">45.990000000000002</cx:pt>
          <cx:pt idx="31645">45.990000000000002</cx:pt>
          <cx:pt idx="31646">45.990000000000002</cx:pt>
          <cx:pt idx="31647">45.990000000000002</cx:pt>
          <cx:pt idx="31648">45.990000000000002</cx:pt>
          <cx:pt idx="31649">45.990000000000002</cx:pt>
          <cx:pt idx="31650">45.990000000000002</cx:pt>
          <cx:pt idx="31651">45.990000000000002</cx:pt>
          <cx:pt idx="31652">45.990000000000002</cx:pt>
          <cx:pt idx="31653">45.990000000000002</cx:pt>
          <cx:pt idx="31654">45.990000000000002</cx:pt>
          <cx:pt idx="31655">45.990000000000002</cx:pt>
          <cx:pt idx="31656">45.990000000000002</cx:pt>
          <cx:pt idx="31657">45.990000000000002</cx:pt>
          <cx:pt idx="31658">45.990000000000002</cx:pt>
          <cx:pt idx="31659">45.990000000000002</cx:pt>
          <cx:pt idx="31660">45.990000000000002</cx:pt>
          <cx:pt idx="31661">45.990000000000002</cx:pt>
          <cx:pt idx="31662">45.990000000000002</cx:pt>
          <cx:pt idx="31663">45.990000000000002</cx:pt>
          <cx:pt idx="31664">45.990000000000002</cx:pt>
          <cx:pt idx="31665">45.990000000000002</cx:pt>
          <cx:pt idx="31666">45.990000000000002</cx:pt>
          <cx:pt idx="31667">45.990000000000002</cx:pt>
          <cx:pt idx="31668">45.990000000000002</cx:pt>
          <cx:pt idx="31669">45.990000000000002</cx:pt>
          <cx:pt idx="31670">45.990000000000002</cx:pt>
          <cx:pt idx="31671">45.990000000000002</cx:pt>
          <cx:pt idx="31672">45.990000000000002</cx:pt>
          <cx:pt idx="31673">45.990000000000002</cx:pt>
          <cx:pt idx="31674">45.990000000000002</cx:pt>
          <cx:pt idx="31675">45.990000000000002</cx:pt>
          <cx:pt idx="31676">45.990000000000002</cx:pt>
          <cx:pt idx="31677">45.990000000000002</cx:pt>
          <cx:pt idx="31678">45.990000000000002</cx:pt>
          <cx:pt idx="31679">45.990000000000002</cx:pt>
          <cx:pt idx="31680">45.990000000000002</cx:pt>
          <cx:pt idx="31681">45.990000000000002</cx:pt>
          <cx:pt idx="31682">45.990000000000002</cx:pt>
          <cx:pt idx="31683">45.990000000000002</cx:pt>
          <cx:pt idx="31684">45.990000000000002</cx:pt>
          <cx:pt idx="31685">45.990000000000002</cx:pt>
          <cx:pt idx="31686">45.990000000000002</cx:pt>
          <cx:pt idx="31687">45.990000000000002</cx:pt>
          <cx:pt idx="31688">45.990000000000002</cx:pt>
          <cx:pt idx="31689">45.990000000000002</cx:pt>
          <cx:pt idx="31690">45.990000000000002</cx:pt>
          <cx:pt idx="31691">45.990000000000002</cx:pt>
          <cx:pt idx="31692">45.990000000000002</cx:pt>
          <cx:pt idx="31693">45.990000000000002</cx:pt>
          <cx:pt idx="31694">45.990000000000002</cx:pt>
          <cx:pt idx="31695">45.990000000000002</cx:pt>
          <cx:pt idx="31696">45.990000000000002</cx:pt>
          <cx:pt idx="31697">45.990000000000002</cx:pt>
          <cx:pt idx="31698">45.990000000000002</cx:pt>
          <cx:pt idx="31699">45.990000000000002</cx:pt>
          <cx:pt idx="31700">45.990000000000002</cx:pt>
          <cx:pt idx="31701">45.990000000000002</cx:pt>
          <cx:pt idx="31702">45.990000000000002</cx:pt>
          <cx:pt idx="31703">45.990000000000002</cx:pt>
          <cx:pt idx="31704">45.990000000000002</cx:pt>
          <cx:pt idx="31705">45.990000000000002</cx:pt>
          <cx:pt idx="31706">45.990000000000002</cx:pt>
          <cx:pt idx="31707">45.990000000000002</cx:pt>
          <cx:pt idx="31708">45.990000000000002</cx:pt>
          <cx:pt idx="31709">45.990000000000002</cx:pt>
          <cx:pt idx="31710">45.990000000000002</cx:pt>
          <cx:pt idx="31711">45.990000000000002</cx:pt>
          <cx:pt idx="31712">45.990000000000002</cx:pt>
          <cx:pt idx="31713">45.990000000000002</cx:pt>
          <cx:pt idx="31714">45.990000000000002</cx:pt>
          <cx:pt idx="31715">45.990000000000002</cx:pt>
          <cx:pt idx="31716">45.990000000000002</cx:pt>
          <cx:pt idx="31717">45.990000000000002</cx:pt>
          <cx:pt idx="31718">45.990000000000002</cx:pt>
          <cx:pt idx="31719">45.990000000000002</cx:pt>
          <cx:pt idx="31720">45.990000000000002</cx:pt>
          <cx:pt idx="31721">45.990000000000002</cx:pt>
          <cx:pt idx="31722">45.990000000000002</cx:pt>
          <cx:pt idx="31723">45.990000000000002</cx:pt>
          <cx:pt idx="31724">45.990000000000002</cx:pt>
          <cx:pt idx="31725">45.990000000000002</cx:pt>
          <cx:pt idx="31726">45.990000000000002</cx:pt>
          <cx:pt idx="31727">45.990000000000002</cx:pt>
          <cx:pt idx="31728">45.990000000000002</cx:pt>
          <cx:pt idx="31729">45.990000000000002</cx:pt>
          <cx:pt idx="31730">45.990000000000002</cx:pt>
          <cx:pt idx="31731">45.990000000000002</cx:pt>
          <cx:pt idx="31732">45.990000000000002</cx:pt>
          <cx:pt idx="31733">45.990000000000002</cx:pt>
          <cx:pt idx="31734">45.990000000000002</cx:pt>
          <cx:pt idx="31735">45.990000000000002</cx:pt>
          <cx:pt idx="31736">45.990000000000002</cx:pt>
          <cx:pt idx="31737">45.990000000000002</cx:pt>
          <cx:pt idx="31738">45.990000000000002</cx:pt>
          <cx:pt idx="31739">45.990000000000002</cx:pt>
          <cx:pt idx="31740">45.990000000000002</cx:pt>
          <cx:pt idx="31741">45.990000000000002</cx:pt>
          <cx:pt idx="31742">45.990000000000002</cx:pt>
          <cx:pt idx="31743">45.990000000000002</cx:pt>
          <cx:pt idx="31744">45.990000000000002</cx:pt>
          <cx:pt idx="31745">45.990000000000002</cx:pt>
          <cx:pt idx="31746">45.990000000000002</cx:pt>
          <cx:pt idx="31747">45.990000000000002</cx:pt>
          <cx:pt idx="31748">45.990000000000002</cx:pt>
          <cx:pt idx="31749">45.990000000000002</cx:pt>
          <cx:pt idx="31750">45.990000000000002</cx:pt>
          <cx:pt idx="31751">45.990000000000002</cx:pt>
          <cx:pt idx="31752">45.990000000000002</cx:pt>
          <cx:pt idx="31753">45.990000000000002</cx:pt>
          <cx:pt idx="31754">45.990000000000002</cx:pt>
          <cx:pt idx="31755">45.990000000000002</cx:pt>
          <cx:pt idx="31756">45.990000000000002</cx:pt>
          <cx:pt idx="31757">45.990000000000002</cx:pt>
          <cx:pt idx="31758">45.990000000000002</cx:pt>
          <cx:pt idx="31759">45.990000000000002</cx:pt>
          <cx:pt idx="31760">45.990000000000002</cx:pt>
          <cx:pt idx="31761">45.990000000000002</cx:pt>
          <cx:pt idx="31762">45.990000000000002</cx:pt>
          <cx:pt idx="31763">45.990000000000002</cx:pt>
          <cx:pt idx="31764">45.990000000000002</cx:pt>
          <cx:pt idx="31765">45.990000000000002</cx:pt>
          <cx:pt idx="31766">45.990000000000002</cx:pt>
          <cx:pt idx="31767">45.990000000000002</cx:pt>
          <cx:pt idx="31768">45.990000000000002</cx:pt>
          <cx:pt idx="31769">45.990000000000002</cx:pt>
          <cx:pt idx="31770">45.990000000000002</cx:pt>
          <cx:pt idx="31771">45.990000000000002</cx:pt>
          <cx:pt idx="31772">45.990000000000002</cx:pt>
          <cx:pt idx="31773">45.990000000000002</cx:pt>
          <cx:pt idx="31774">45.990000000000002</cx:pt>
          <cx:pt idx="31775">45.990000000000002</cx:pt>
          <cx:pt idx="31776">45.990000000000002</cx:pt>
          <cx:pt idx="31777">45.990000000000002</cx:pt>
          <cx:pt idx="31778">45.990000000000002</cx:pt>
          <cx:pt idx="31779">45.990000000000002</cx:pt>
          <cx:pt idx="31780">45.990000000000002</cx:pt>
          <cx:pt idx="31781">45.990000000000002</cx:pt>
          <cx:pt idx="31782">45.990000000000002</cx:pt>
          <cx:pt idx="31783">45.990000000000002</cx:pt>
          <cx:pt idx="31784">45.990000000000002</cx:pt>
          <cx:pt idx="31785">45.990000000000002</cx:pt>
          <cx:pt idx="31786">45.990000000000002</cx:pt>
          <cx:pt idx="31787">45.990000000000002</cx:pt>
          <cx:pt idx="31788">45.990000000000002</cx:pt>
          <cx:pt idx="31789">45.990000000000002</cx:pt>
          <cx:pt idx="31790">45.990000000000002</cx:pt>
          <cx:pt idx="31791">45.990000000000002</cx:pt>
          <cx:pt idx="31792">45.990000000000002</cx:pt>
          <cx:pt idx="31793">45.990000000000002</cx:pt>
          <cx:pt idx="31794">45.990000000000002</cx:pt>
          <cx:pt idx="31795">45.990000000000002</cx:pt>
          <cx:pt idx="31796">45.990000000000002</cx:pt>
          <cx:pt idx="31797">45.990000000000002</cx:pt>
          <cx:pt idx="31798">45.990000000000002</cx:pt>
          <cx:pt idx="31799">45.990000000000002</cx:pt>
          <cx:pt idx="31800">45.990000000000002</cx:pt>
          <cx:pt idx="31801">45.990000000000002</cx:pt>
          <cx:pt idx="31802">45.990000000000002</cx:pt>
          <cx:pt idx="31803">45.990000000000002</cx:pt>
          <cx:pt idx="31804">45.990000000000002</cx:pt>
          <cx:pt idx="31805">45.990000000000002</cx:pt>
          <cx:pt idx="31806">45.990000000000002</cx:pt>
          <cx:pt idx="31807">45.990000000000002</cx:pt>
          <cx:pt idx="31808">45.990000000000002</cx:pt>
          <cx:pt idx="31809">45.990000000000002</cx:pt>
          <cx:pt idx="31810">45.990000000000002</cx:pt>
          <cx:pt idx="31811">45.990000000000002</cx:pt>
          <cx:pt idx="31812">45.990000000000002</cx:pt>
          <cx:pt idx="31813">45.990000000000002</cx:pt>
          <cx:pt idx="31814">45.990000000000002</cx:pt>
          <cx:pt idx="31815">45.990000000000002</cx:pt>
          <cx:pt idx="31816">45.990000000000002</cx:pt>
          <cx:pt idx="31817">45.990000000000002</cx:pt>
          <cx:pt idx="31818">45.990000000000002</cx:pt>
          <cx:pt idx="31819">45.990000000000002</cx:pt>
          <cx:pt idx="31820">45.990000000000002</cx:pt>
          <cx:pt idx="31821">45.990000000000002</cx:pt>
          <cx:pt idx="31822">45.990000000000002</cx:pt>
          <cx:pt idx="31823">45.990000000000002</cx:pt>
          <cx:pt idx="31824">45.990000000000002</cx:pt>
          <cx:pt idx="31825">45.990000000000002</cx:pt>
          <cx:pt idx="31826">45.990000000000002</cx:pt>
          <cx:pt idx="31827">45.990000000000002</cx:pt>
          <cx:pt idx="31828">45.990000000000002</cx:pt>
          <cx:pt idx="31829">45.990000000000002</cx:pt>
          <cx:pt idx="31830">45.990000000000002</cx:pt>
          <cx:pt idx="31831">45.990000000000002</cx:pt>
          <cx:pt idx="31832">45.990000000000002</cx:pt>
          <cx:pt idx="31833">45.990000000000002</cx:pt>
          <cx:pt idx="31834">45.990000000000002</cx:pt>
          <cx:pt idx="31835">45.990000000000002</cx:pt>
          <cx:pt idx="31836">45.990000000000002</cx:pt>
          <cx:pt idx="31837">45.990000000000002</cx:pt>
          <cx:pt idx="31838">45.990000000000002</cx:pt>
          <cx:pt idx="31839">45.990000000000002</cx:pt>
          <cx:pt idx="31840">45.990000000000002</cx:pt>
          <cx:pt idx="31841">45.990000000000002</cx:pt>
          <cx:pt idx="31842">45.990000000000002</cx:pt>
          <cx:pt idx="31843">45.990000000000002</cx:pt>
          <cx:pt idx="31844">45.990000000000002</cx:pt>
          <cx:pt idx="31845">45.990000000000002</cx:pt>
          <cx:pt idx="31846">45.990000000000002</cx:pt>
          <cx:pt idx="31847">45.990000000000002</cx:pt>
          <cx:pt idx="31848">45.990000000000002</cx:pt>
          <cx:pt idx="31849">45.990000000000002</cx:pt>
          <cx:pt idx="31850">45.990000000000002</cx:pt>
          <cx:pt idx="31851">45.990000000000002</cx:pt>
          <cx:pt idx="31852">45.990000000000002</cx:pt>
          <cx:pt idx="31853">45.990000000000002</cx:pt>
          <cx:pt idx="31854">45.990000000000002</cx:pt>
          <cx:pt idx="31855">45.990000000000002</cx:pt>
          <cx:pt idx="31856">45.990000000000002</cx:pt>
          <cx:pt idx="31857">45.990000000000002</cx:pt>
          <cx:pt idx="31858">45.990000000000002</cx:pt>
          <cx:pt idx="31859">45.990000000000002</cx:pt>
          <cx:pt idx="31860">45.990000000000002</cx:pt>
          <cx:pt idx="31861">45.990000000000002</cx:pt>
          <cx:pt idx="31862">45.990000000000002</cx:pt>
          <cx:pt idx="31863">45.990000000000002</cx:pt>
          <cx:pt idx="31864">45.990000000000002</cx:pt>
          <cx:pt idx="31865">45.990000000000002</cx:pt>
          <cx:pt idx="31866">45.990000000000002</cx:pt>
          <cx:pt idx="31867">45.990000000000002</cx:pt>
          <cx:pt idx="31868">45.990000000000002</cx:pt>
          <cx:pt idx="31869">45.990000000000002</cx:pt>
          <cx:pt idx="31870">45.990000000000002</cx:pt>
          <cx:pt idx="31871">45.990000000000002</cx:pt>
          <cx:pt idx="31872">45.990000000000002</cx:pt>
          <cx:pt idx="31873">45.990000000000002</cx:pt>
          <cx:pt idx="31874">45.990000000000002</cx:pt>
          <cx:pt idx="31875">45.990000000000002</cx:pt>
          <cx:pt idx="31876">45.990000000000002</cx:pt>
          <cx:pt idx="31877">45.990000000000002</cx:pt>
          <cx:pt idx="31878">45.990000000000002</cx:pt>
          <cx:pt idx="31879">45.990000000000002</cx:pt>
          <cx:pt idx="31880">45.990000000000002</cx:pt>
          <cx:pt idx="31881">45.990000000000002</cx:pt>
          <cx:pt idx="31882">45.990000000000002</cx:pt>
          <cx:pt idx="31883">45.990000000000002</cx:pt>
          <cx:pt idx="31884">45.990000000000002</cx:pt>
          <cx:pt idx="31885">45.990000000000002</cx:pt>
          <cx:pt idx="31886">45.990000000000002</cx:pt>
          <cx:pt idx="31887">45.990000000000002</cx:pt>
          <cx:pt idx="31888">45.990000000000002</cx:pt>
          <cx:pt idx="31889">45.990000000000002</cx:pt>
          <cx:pt idx="31890">45.990000000000002</cx:pt>
          <cx:pt idx="31891">45.990000000000002</cx:pt>
          <cx:pt idx="31892">45.990000000000002</cx:pt>
          <cx:pt idx="31893">45.990000000000002</cx:pt>
          <cx:pt idx="31894">45.990000000000002</cx:pt>
          <cx:pt idx="31895">45.990000000000002</cx:pt>
          <cx:pt idx="31896">45.990000000000002</cx:pt>
          <cx:pt idx="31897">45.990000000000002</cx:pt>
          <cx:pt idx="31898">45.990000000000002</cx:pt>
          <cx:pt idx="31899">45.990000000000002</cx:pt>
          <cx:pt idx="31900">45.990000000000002</cx:pt>
          <cx:pt idx="31901">45.990000000000002</cx:pt>
          <cx:pt idx="31902">45.990000000000002</cx:pt>
          <cx:pt idx="31903">45.990000000000002</cx:pt>
          <cx:pt idx="31904">45.990000000000002</cx:pt>
          <cx:pt idx="31905">45.990000000000002</cx:pt>
          <cx:pt idx="31906">45.990000000000002</cx:pt>
          <cx:pt idx="31907">45.990000000000002</cx:pt>
          <cx:pt idx="31908">45.990000000000002</cx:pt>
          <cx:pt idx="31909">45.990000000000002</cx:pt>
          <cx:pt idx="31910">45.990000000000002</cx:pt>
          <cx:pt idx="31911">45.990000000000002</cx:pt>
          <cx:pt idx="31912">45.990000000000002</cx:pt>
          <cx:pt idx="31913">45.990000000000002</cx:pt>
          <cx:pt idx="31914">45.990000000000002</cx:pt>
          <cx:pt idx="31915">45.990000000000002</cx:pt>
          <cx:pt idx="31916">45.990000000000002</cx:pt>
          <cx:pt idx="31917">45.990000000000002</cx:pt>
          <cx:pt idx="31918">45.990000000000002</cx:pt>
          <cx:pt idx="31919">45.990000000000002</cx:pt>
          <cx:pt idx="31920">45.990000000000002</cx:pt>
          <cx:pt idx="31921">45.990000000000002</cx:pt>
          <cx:pt idx="31922">45.990000000000002</cx:pt>
          <cx:pt idx="31923">45.990000000000002</cx:pt>
          <cx:pt idx="31924">45.990000000000002</cx:pt>
          <cx:pt idx="31925">45.990000000000002</cx:pt>
          <cx:pt idx="31926">45.990000000000002</cx:pt>
          <cx:pt idx="31927">45.990000000000002</cx:pt>
          <cx:pt idx="31928">45.990000000000002</cx:pt>
          <cx:pt idx="31929">45.990000000000002</cx:pt>
          <cx:pt idx="31930">45.990000000000002</cx:pt>
          <cx:pt idx="31931">45.990000000000002</cx:pt>
          <cx:pt idx="31932">45.990000000000002</cx:pt>
          <cx:pt idx="31933">45.990000000000002</cx:pt>
          <cx:pt idx="31934">45.990000000000002</cx:pt>
          <cx:pt idx="31935">45.990000000000002</cx:pt>
          <cx:pt idx="31936">45.990000000000002</cx:pt>
          <cx:pt idx="31937">45.990000000000002</cx:pt>
          <cx:pt idx="31938">45.990000000000002</cx:pt>
          <cx:pt idx="31939">45.990000000000002</cx:pt>
          <cx:pt idx="31940">45.990000000000002</cx:pt>
          <cx:pt idx="31941">45.990000000000002</cx:pt>
          <cx:pt idx="31942">45.990000000000002</cx:pt>
          <cx:pt idx="31943">45.990000000000002</cx:pt>
          <cx:pt idx="31944">45.990000000000002</cx:pt>
          <cx:pt idx="31945">45.990000000000002</cx:pt>
          <cx:pt idx="31946">45.990000000000002</cx:pt>
          <cx:pt idx="31947">45.990000000000002</cx:pt>
          <cx:pt idx="31948">45.990000000000002</cx:pt>
          <cx:pt idx="31949">45.990000000000002</cx:pt>
          <cx:pt idx="31950">45.990000000000002</cx:pt>
          <cx:pt idx="31951">45.990000000000002</cx:pt>
          <cx:pt idx="31952">45.990000000000002</cx:pt>
          <cx:pt idx="31953">45.990000000000002</cx:pt>
          <cx:pt idx="31954">45.990000000000002</cx:pt>
          <cx:pt idx="31955">45.990000000000002</cx:pt>
          <cx:pt idx="31956">45.990000000000002</cx:pt>
          <cx:pt idx="31957">45.990000000000002</cx:pt>
          <cx:pt idx="31958">45.990000000000002</cx:pt>
          <cx:pt idx="31959">45.990000000000002</cx:pt>
          <cx:pt idx="31960">45.990000000000002</cx:pt>
          <cx:pt idx="31961">45.990000000000002</cx:pt>
          <cx:pt idx="31962">45.990000000000002</cx:pt>
          <cx:pt idx="31963">45.990000000000002</cx:pt>
          <cx:pt idx="31964">45.990000000000002</cx:pt>
          <cx:pt idx="31965">45.990000000000002</cx:pt>
          <cx:pt idx="31966">45.990000000000002</cx:pt>
          <cx:pt idx="31967">45.990000000000002</cx:pt>
          <cx:pt idx="31968">45.990000000000002</cx:pt>
          <cx:pt idx="31969">45.990000000000002</cx:pt>
          <cx:pt idx="31970">45.990000000000002</cx:pt>
          <cx:pt idx="31971">45.990000000000002</cx:pt>
          <cx:pt idx="31972">45.990000000000002</cx:pt>
          <cx:pt idx="31973">45.990000000000002</cx:pt>
          <cx:pt idx="31974">45.990000000000002</cx:pt>
          <cx:pt idx="31975">45.990000000000002</cx:pt>
          <cx:pt idx="31976">45.990000000000002</cx:pt>
          <cx:pt idx="31977">45.990000000000002</cx:pt>
          <cx:pt idx="31978">45.990000000000002</cx:pt>
          <cx:pt idx="31979">45.990000000000002</cx:pt>
          <cx:pt idx="31980">45.990000000000002</cx:pt>
          <cx:pt idx="31981">45.990000000000002</cx:pt>
          <cx:pt idx="31982">45.990000000000002</cx:pt>
          <cx:pt idx="31983">45.990000000000002</cx:pt>
          <cx:pt idx="31984">45.990000000000002</cx:pt>
          <cx:pt idx="31985">45.990000000000002</cx:pt>
          <cx:pt idx="31986">45.990000000000002</cx:pt>
          <cx:pt idx="31987">45.990000000000002</cx:pt>
          <cx:pt idx="31988">45.990000000000002</cx:pt>
          <cx:pt idx="31989">45.990000000000002</cx:pt>
          <cx:pt idx="31990">45.990000000000002</cx:pt>
          <cx:pt idx="31991">45.990000000000002</cx:pt>
          <cx:pt idx="31992">45.990000000000002</cx:pt>
          <cx:pt idx="31993">45.990000000000002</cx:pt>
          <cx:pt idx="31994">45.990000000000002</cx:pt>
          <cx:pt idx="31995">45.990000000000002</cx:pt>
          <cx:pt idx="31996">45.990000000000002</cx:pt>
          <cx:pt idx="31997">45.990000000000002</cx:pt>
          <cx:pt idx="31998">45.990000000000002</cx:pt>
          <cx:pt idx="31999">45.990000000000002</cx:pt>
          <cx:pt idx="32000">45.990000000000002</cx:pt>
          <cx:pt idx="32001">45.990000000000002</cx:pt>
          <cx:pt idx="32002">45.990000000000002</cx:pt>
          <cx:pt idx="32003">45.990000000000002</cx:pt>
          <cx:pt idx="32004">45.990000000000002</cx:pt>
          <cx:pt idx="32005">45.990000000000002</cx:pt>
          <cx:pt idx="32006">45.990000000000002</cx:pt>
          <cx:pt idx="32007">45.990000000000002</cx:pt>
          <cx:pt idx="32008">45.990000000000002</cx:pt>
          <cx:pt idx="32009">45.990000000000002</cx:pt>
          <cx:pt idx="32010">45.990000000000002</cx:pt>
          <cx:pt idx="32011">45.990000000000002</cx:pt>
          <cx:pt idx="32012">45.990000000000002</cx:pt>
          <cx:pt idx="32013">45.990000000000002</cx:pt>
          <cx:pt idx="32014">45.990000000000002</cx:pt>
          <cx:pt idx="32015">45.990000000000002</cx:pt>
          <cx:pt idx="32016">45.990000000000002</cx:pt>
          <cx:pt idx="32017">45.990000000000002</cx:pt>
          <cx:pt idx="32018">45.990000000000002</cx:pt>
          <cx:pt idx="32019">45.990000000000002</cx:pt>
          <cx:pt idx="32020">45.990000000000002</cx:pt>
          <cx:pt idx="32021">45.990000000000002</cx:pt>
          <cx:pt idx="32022">45.990000000000002</cx:pt>
          <cx:pt idx="32023">45.990000000000002</cx:pt>
          <cx:pt idx="32024">45.990000000000002</cx:pt>
          <cx:pt idx="32025">45.990000000000002</cx:pt>
          <cx:pt idx="32026">45.990000000000002</cx:pt>
          <cx:pt idx="32027">45.990000000000002</cx:pt>
          <cx:pt idx="32028">45.990000000000002</cx:pt>
          <cx:pt idx="32029">45.990000000000002</cx:pt>
          <cx:pt idx="32030">45.990000000000002</cx:pt>
          <cx:pt idx="32031">45.990000000000002</cx:pt>
          <cx:pt idx="32032">45.990000000000002</cx:pt>
          <cx:pt idx="32033">45.990000000000002</cx:pt>
          <cx:pt idx="32034">45.990000000000002</cx:pt>
          <cx:pt idx="32035">45.990000000000002</cx:pt>
          <cx:pt idx="32036">45.990000000000002</cx:pt>
          <cx:pt idx="32037">45.990000000000002</cx:pt>
          <cx:pt idx="32038">45.990000000000002</cx:pt>
          <cx:pt idx="32039">45.990000000000002</cx:pt>
          <cx:pt idx="32040">45.990000000000002</cx:pt>
          <cx:pt idx="32041">45.990000000000002</cx:pt>
          <cx:pt idx="32042">45.990000000000002</cx:pt>
          <cx:pt idx="32043">45.990000000000002</cx:pt>
          <cx:pt idx="32044">45.990000000000002</cx:pt>
          <cx:pt idx="32045">45.990000000000002</cx:pt>
          <cx:pt idx="32046">45.990000000000002</cx:pt>
          <cx:pt idx="32047">45.990000000000002</cx:pt>
          <cx:pt idx="32048">45.990000000000002</cx:pt>
          <cx:pt idx="32049">45.990000000000002</cx:pt>
          <cx:pt idx="32050">45.990000000000002</cx:pt>
          <cx:pt idx="32051">45.990000000000002</cx:pt>
          <cx:pt idx="32052">45.990000000000002</cx:pt>
          <cx:pt idx="32053">45.990000000000002</cx:pt>
          <cx:pt idx="32054">45.990000000000002</cx:pt>
          <cx:pt idx="32055">45.990000000000002</cx:pt>
          <cx:pt idx="32056">45.990000000000002</cx:pt>
          <cx:pt idx="32057">45.990000000000002</cx:pt>
          <cx:pt idx="32058">45.990000000000002</cx:pt>
          <cx:pt idx="32059">45.990000000000002</cx:pt>
          <cx:pt idx="32060">45.990000000000002</cx:pt>
          <cx:pt idx="32061">45.990000000000002</cx:pt>
          <cx:pt idx="32062">45.990000000000002</cx:pt>
          <cx:pt idx="32063">45.990000000000002</cx:pt>
          <cx:pt idx="32064">45.990000000000002</cx:pt>
          <cx:pt idx="32065">45.990000000000002</cx:pt>
          <cx:pt idx="32066">45.990000000000002</cx:pt>
          <cx:pt idx="32067">45.990000000000002</cx:pt>
          <cx:pt idx="32068">45.990000000000002</cx:pt>
          <cx:pt idx="32069">45.990000000000002</cx:pt>
          <cx:pt idx="32070">45.990000000000002</cx:pt>
          <cx:pt idx="32071">45.990000000000002</cx:pt>
          <cx:pt idx="32072">45.990000000000002</cx:pt>
          <cx:pt idx="32073">45.990000000000002</cx:pt>
          <cx:pt idx="32074">45.990000000000002</cx:pt>
          <cx:pt idx="32075">45.990000000000002</cx:pt>
          <cx:pt idx="32076">45.990000000000002</cx:pt>
          <cx:pt idx="32077">45.990000000000002</cx:pt>
          <cx:pt idx="32078">45.990000000000002</cx:pt>
          <cx:pt idx="32079">45.990000000000002</cx:pt>
          <cx:pt idx="32080">45.990000000000002</cx:pt>
          <cx:pt idx="32081">45.990000000000002</cx:pt>
          <cx:pt idx="32082">45.990000000000002</cx:pt>
          <cx:pt idx="32083">45.990000000000002</cx:pt>
          <cx:pt idx="32084">45.990000000000002</cx:pt>
          <cx:pt idx="32085">45.990000000000002</cx:pt>
          <cx:pt idx="32086">45.990000000000002</cx:pt>
          <cx:pt idx="32087">45.990000000000002</cx:pt>
          <cx:pt idx="32088">45.990000000000002</cx:pt>
          <cx:pt idx="32089">45.990000000000002</cx:pt>
          <cx:pt idx="32090">45.990000000000002</cx:pt>
          <cx:pt idx="32091">45.990000000000002</cx:pt>
          <cx:pt idx="32092">45.990000000000002</cx:pt>
          <cx:pt idx="32093">45.990000000000002</cx:pt>
          <cx:pt idx="32094">45.990000000000002</cx:pt>
          <cx:pt idx="32095">45.990000000000002</cx:pt>
          <cx:pt idx="32096">45.990000000000002</cx:pt>
          <cx:pt idx="32097">45.990000000000002</cx:pt>
          <cx:pt idx="32098">45.990000000000002</cx:pt>
          <cx:pt idx="32099">45.990000000000002</cx:pt>
          <cx:pt idx="32100">45.990000000000002</cx:pt>
          <cx:pt idx="32101">45.990000000000002</cx:pt>
          <cx:pt idx="32102">45.990000000000002</cx:pt>
          <cx:pt idx="32103">45.990000000000002</cx:pt>
          <cx:pt idx="32104">45.990000000000002</cx:pt>
          <cx:pt idx="32105">45.990000000000002</cx:pt>
          <cx:pt idx="32106">45.990000000000002</cx:pt>
          <cx:pt idx="32107">45.990000000000002</cx:pt>
          <cx:pt idx="32108">45.990000000000002</cx:pt>
          <cx:pt idx="32109">45.990000000000002</cx:pt>
          <cx:pt idx="32110">45.990000000000002</cx:pt>
          <cx:pt idx="32111">45.990000000000002</cx:pt>
          <cx:pt idx="32112">45.990000000000002</cx:pt>
          <cx:pt idx="32113">45.990000000000002</cx:pt>
          <cx:pt idx="32114">45.990000000000002</cx:pt>
          <cx:pt idx="32115">45.990000000000002</cx:pt>
          <cx:pt idx="32116">45.990000000000002</cx:pt>
          <cx:pt idx="32117">45.990000000000002</cx:pt>
          <cx:pt idx="32118">45.990000000000002</cx:pt>
          <cx:pt idx="32119">45.990000000000002</cx:pt>
          <cx:pt idx="32120">45.990000000000002</cx:pt>
          <cx:pt idx="32121">45.990000000000002</cx:pt>
          <cx:pt idx="32122">45.990000000000002</cx:pt>
          <cx:pt idx="32123">45.990000000000002</cx:pt>
          <cx:pt idx="32124">45.990000000000002</cx:pt>
          <cx:pt idx="32125">45.990000000000002</cx:pt>
          <cx:pt idx="32126">45.990000000000002</cx:pt>
          <cx:pt idx="32127">45.990000000000002</cx:pt>
          <cx:pt idx="32128">45.990000000000002</cx:pt>
          <cx:pt idx="32129">45.990000000000002</cx:pt>
          <cx:pt idx="32130">45.990000000000002</cx:pt>
          <cx:pt idx="32131">45.990000000000002</cx:pt>
          <cx:pt idx="32132">45.990000000000002</cx:pt>
          <cx:pt idx="32133">45.990000000000002</cx:pt>
          <cx:pt idx="32134">45.990000000000002</cx:pt>
          <cx:pt idx="32135">45.990000000000002</cx:pt>
          <cx:pt idx="32136">45.990000000000002</cx:pt>
          <cx:pt idx="32137">45.990000000000002</cx:pt>
          <cx:pt idx="32138">45.990000000000002</cx:pt>
          <cx:pt idx="32139">45.990000000000002</cx:pt>
          <cx:pt idx="32140">45.990000000000002</cx:pt>
          <cx:pt idx="32141">45.990000000000002</cx:pt>
          <cx:pt idx="32142">45.990000000000002</cx:pt>
          <cx:pt idx="32143">45.990000000000002</cx:pt>
          <cx:pt idx="32144">45.990000000000002</cx:pt>
          <cx:pt idx="32145">45.990000000000002</cx:pt>
          <cx:pt idx="32146">45.990000000000002</cx:pt>
          <cx:pt idx="32147">45.990000000000002</cx:pt>
          <cx:pt idx="32148">45.990000000000002</cx:pt>
          <cx:pt idx="32149">45.990000000000002</cx:pt>
          <cx:pt idx="32150">45.990000000000002</cx:pt>
          <cx:pt idx="32151">45.990000000000002</cx:pt>
          <cx:pt idx="32152">45.990000000000002</cx:pt>
          <cx:pt idx="32153">45.990000000000002</cx:pt>
          <cx:pt idx="32154">45.990000000000002</cx:pt>
          <cx:pt idx="32155">45.990000000000002</cx:pt>
          <cx:pt idx="32156">45.990000000000002</cx:pt>
          <cx:pt idx="32157">45.990000000000002</cx:pt>
          <cx:pt idx="32158">45.990000000000002</cx:pt>
          <cx:pt idx="32159">45.990000000000002</cx:pt>
          <cx:pt idx="32160">45.990000000000002</cx:pt>
          <cx:pt idx="32161">45.990000000000002</cx:pt>
          <cx:pt idx="32162">45.990000000000002</cx:pt>
          <cx:pt idx="32163">45.990000000000002</cx:pt>
          <cx:pt idx="32164">45.990000000000002</cx:pt>
          <cx:pt idx="32165">45.990000000000002</cx:pt>
          <cx:pt idx="32166">45.990000000000002</cx:pt>
          <cx:pt idx="32167">45.990000000000002</cx:pt>
          <cx:pt idx="32168">45.990000000000002</cx:pt>
          <cx:pt idx="32169">45.990000000000002</cx:pt>
          <cx:pt idx="32170">45.990000000000002</cx:pt>
          <cx:pt idx="32171">45.990000000000002</cx:pt>
          <cx:pt idx="32172">45.990000000000002</cx:pt>
          <cx:pt idx="32173">45.990000000000002</cx:pt>
          <cx:pt idx="32174">45.990000000000002</cx:pt>
          <cx:pt idx="32175">45.990000000000002</cx:pt>
          <cx:pt idx="32176">45.990000000000002</cx:pt>
          <cx:pt idx="32177">45.990000000000002</cx:pt>
          <cx:pt idx="32178">45.990000000000002</cx:pt>
          <cx:pt idx="32179">45.990000000000002</cx:pt>
          <cx:pt idx="32180">45.990000000000002</cx:pt>
          <cx:pt idx="32181">45.990000000000002</cx:pt>
          <cx:pt idx="32182">45.990000000000002</cx:pt>
          <cx:pt idx="32183">45.990000000000002</cx:pt>
          <cx:pt idx="32184">45.990000000000002</cx:pt>
          <cx:pt idx="32185">45.990000000000002</cx:pt>
          <cx:pt idx="32186">45.990000000000002</cx:pt>
          <cx:pt idx="32187">45.990000000000002</cx:pt>
          <cx:pt idx="32188">45.990000000000002</cx:pt>
          <cx:pt idx="32189">45.990000000000002</cx:pt>
          <cx:pt idx="32190">45.990000000000002</cx:pt>
          <cx:pt idx="32191">45.990000000000002</cx:pt>
          <cx:pt idx="32192">45.990000000000002</cx:pt>
          <cx:pt idx="32193">45.990000000000002</cx:pt>
          <cx:pt idx="32194">45.990000000000002</cx:pt>
          <cx:pt idx="32195">45.990000000000002</cx:pt>
          <cx:pt idx="32196">45.990000000000002</cx:pt>
          <cx:pt idx="32197">45.990000000000002</cx:pt>
          <cx:pt idx="32198">45.990000000000002</cx:pt>
          <cx:pt idx="32199">45.990000000000002</cx:pt>
          <cx:pt idx="32200">45.990000000000002</cx:pt>
          <cx:pt idx="32201">45.990000000000002</cx:pt>
          <cx:pt idx="32202">45.990000000000002</cx:pt>
          <cx:pt idx="32203">45.990000000000002</cx:pt>
          <cx:pt idx="32204">45.990000000000002</cx:pt>
          <cx:pt idx="32205">45.990000000000002</cx:pt>
          <cx:pt idx="32206">45.990000000000002</cx:pt>
          <cx:pt idx="32207">45.990000000000002</cx:pt>
          <cx:pt idx="32208">45.990000000000002</cx:pt>
          <cx:pt idx="32209">45.990000000000002</cx:pt>
          <cx:pt idx="32210">45.990000000000002</cx:pt>
          <cx:pt idx="32211">45.990000000000002</cx:pt>
          <cx:pt idx="32212">45.990000000000002</cx:pt>
          <cx:pt idx="32213">45.990000000000002</cx:pt>
          <cx:pt idx="32214">45.990000000000002</cx:pt>
          <cx:pt idx="32215">45.990000000000002</cx:pt>
          <cx:pt idx="32216">45.990000000000002</cx:pt>
          <cx:pt idx="32217">45.990000000000002</cx:pt>
          <cx:pt idx="32218">45.990000000000002</cx:pt>
          <cx:pt idx="32219">45.990000000000002</cx:pt>
          <cx:pt idx="32220">45.990000000000002</cx:pt>
          <cx:pt idx="32221">45.990000000000002</cx:pt>
          <cx:pt idx="32222">45.990000000000002</cx:pt>
          <cx:pt idx="32223">45.990000000000002</cx:pt>
          <cx:pt idx="32224">45.990000000000002</cx:pt>
          <cx:pt idx="32225">45.990000000000002</cx:pt>
          <cx:pt idx="32226">45.990000000000002</cx:pt>
          <cx:pt idx="32227">45.990000000000002</cx:pt>
          <cx:pt idx="32228">45.990000000000002</cx:pt>
          <cx:pt idx="32229">45.990000000000002</cx:pt>
          <cx:pt idx="32230">45.990000000000002</cx:pt>
          <cx:pt idx="32231">45.990000000000002</cx:pt>
          <cx:pt idx="32232">45.990000000000002</cx:pt>
          <cx:pt idx="32233">45.990000000000002</cx:pt>
          <cx:pt idx="32234">45.990000000000002</cx:pt>
          <cx:pt idx="32235">45.990000000000002</cx:pt>
          <cx:pt idx="32236">45.990000000000002</cx:pt>
          <cx:pt idx="32237">45.990000000000002</cx:pt>
          <cx:pt idx="32238">45.990000000000002</cx:pt>
          <cx:pt idx="32239">45.990000000000002</cx:pt>
          <cx:pt idx="32240">45.990000000000002</cx:pt>
          <cx:pt idx="32241">45.990000000000002</cx:pt>
          <cx:pt idx="32242">45.990000000000002</cx:pt>
          <cx:pt idx="32243">45.990000000000002</cx:pt>
          <cx:pt idx="32244">45.990000000000002</cx:pt>
          <cx:pt idx="32245">45.990000000000002</cx:pt>
          <cx:pt idx="32246">45.990000000000002</cx:pt>
          <cx:pt idx="32247">45.990000000000002</cx:pt>
          <cx:pt idx="32248">45.990000000000002</cx:pt>
          <cx:pt idx="32249">45.990000000000002</cx:pt>
          <cx:pt idx="32250">45.990000000000002</cx:pt>
          <cx:pt idx="32251">45.990000000000002</cx:pt>
          <cx:pt idx="32252">45.990000000000002</cx:pt>
          <cx:pt idx="32253">45.990000000000002</cx:pt>
          <cx:pt idx="32254">45.990000000000002</cx:pt>
          <cx:pt idx="32255">45.990000000000002</cx:pt>
          <cx:pt idx="32256">45.990000000000002</cx:pt>
          <cx:pt idx="32257">45.990000000000002</cx:pt>
          <cx:pt idx="32258">45.990000000000002</cx:pt>
          <cx:pt idx="32259">45.990000000000002</cx:pt>
          <cx:pt idx="32260">45.990000000000002</cx:pt>
          <cx:pt idx="32261">45.990000000000002</cx:pt>
          <cx:pt idx="32262">45.990000000000002</cx:pt>
          <cx:pt idx="32263">45.990000000000002</cx:pt>
          <cx:pt idx="32264">45.990000000000002</cx:pt>
          <cx:pt idx="32265">45.990000000000002</cx:pt>
          <cx:pt idx="32266">45.990000000000002</cx:pt>
          <cx:pt idx="32267">45.990000000000002</cx:pt>
          <cx:pt idx="32268">45.990000000000002</cx:pt>
          <cx:pt idx="32269">45.990000000000002</cx:pt>
          <cx:pt idx="32270">45.990000000000002</cx:pt>
          <cx:pt idx="32271">45.990000000000002</cx:pt>
          <cx:pt idx="32272">45.990000000000002</cx:pt>
          <cx:pt idx="32273">45.990000000000002</cx:pt>
          <cx:pt idx="32274">45.990000000000002</cx:pt>
          <cx:pt idx="32275">45.990000000000002</cx:pt>
          <cx:pt idx="32276">45.990000000000002</cx:pt>
          <cx:pt idx="32277">45.990000000000002</cx:pt>
          <cx:pt idx="32278">45.990000000000002</cx:pt>
          <cx:pt idx="32279">45.990000000000002</cx:pt>
          <cx:pt idx="32280">45.990000000000002</cx:pt>
          <cx:pt idx="32281">45.990000000000002</cx:pt>
          <cx:pt idx="32282">45.990000000000002</cx:pt>
          <cx:pt idx="32283">45.990000000000002</cx:pt>
          <cx:pt idx="32284">45.990000000000002</cx:pt>
          <cx:pt idx="32285">45.990000000000002</cx:pt>
          <cx:pt idx="32286">45.990000000000002</cx:pt>
          <cx:pt idx="32287">45.990000000000002</cx:pt>
          <cx:pt idx="32288">45.990000000000002</cx:pt>
          <cx:pt idx="32289">45.990000000000002</cx:pt>
          <cx:pt idx="32290">45.990000000000002</cx:pt>
          <cx:pt idx="32291">45.990000000000002</cx:pt>
          <cx:pt idx="32292">45.990000000000002</cx:pt>
          <cx:pt idx="32293">45.990000000000002</cx:pt>
          <cx:pt idx="32294">45.990000000000002</cx:pt>
          <cx:pt idx="32295">45.990000000000002</cx:pt>
          <cx:pt idx="32296">45.990000000000002</cx:pt>
          <cx:pt idx="32297">45.990000000000002</cx:pt>
          <cx:pt idx="32298">45.990000000000002</cx:pt>
          <cx:pt idx="32299">45.990000000000002</cx:pt>
          <cx:pt idx="32300">45.990000000000002</cx:pt>
          <cx:pt idx="32301">45.990000000000002</cx:pt>
          <cx:pt idx="32302">45.990000000000002</cx:pt>
          <cx:pt idx="32303">45.990000000000002</cx:pt>
          <cx:pt idx="32304">45.990000000000002</cx:pt>
          <cx:pt idx="32305">45.990000000000002</cx:pt>
          <cx:pt idx="32306">45.990000000000002</cx:pt>
          <cx:pt idx="32307">45.990000000000002</cx:pt>
          <cx:pt idx="32308">45.990000000000002</cx:pt>
          <cx:pt idx="32309">45.990000000000002</cx:pt>
          <cx:pt idx="32310">45.990000000000002</cx:pt>
          <cx:pt idx="32311">45.990000000000002</cx:pt>
          <cx:pt idx="32312">45.990000000000002</cx:pt>
          <cx:pt idx="32313">45.990000000000002</cx:pt>
          <cx:pt idx="32314">45.990000000000002</cx:pt>
          <cx:pt idx="32315">45.990000000000002</cx:pt>
          <cx:pt idx="32316">45.990000000000002</cx:pt>
          <cx:pt idx="32317">45.990000000000002</cx:pt>
          <cx:pt idx="32318">45.990000000000002</cx:pt>
          <cx:pt idx="32319">45.990000000000002</cx:pt>
          <cx:pt idx="32320">45.990000000000002</cx:pt>
          <cx:pt idx="32321">45.990000000000002</cx:pt>
          <cx:pt idx="32322">45.990000000000002</cx:pt>
          <cx:pt idx="32323">45.990000000000002</cx:pt>
          <cx:pt idx="32324">45.990000000000002</cx:pt>
          <cx:pt idx="32325">45.990000000000002</cx:pt>
          <cx:pt idx="32326">45.990000000000002</cx:pt>
          <cx:pt idx="32327">45.990000000000002</cx:pt>
          <cx:pt idx="32328">45.990000000000002</cx:pt>
          <cx:pt idx="32329">45.990000000000002</cx:pt>
          <cx:pt idx="32330">45.990000000000002</cx:pt>
          <cx:pt idx="32331">45.990000000000002</cx:pt>
          <cx:pt idx="32332">45.990000000000002</cx:pt>
          <cx:pt idx="32333">45.990000000000002</cx:pt>
          <cx:pt idx="32334">45.990000000000002</cx:pt>
          <cx:pt idx="32335">45.990000000000002</cx:pt>
          <cx:pt idx="32336">45.990000000000002</cx:pt>
          <cx:pt idx="32337">45.990000000000002</cx:pt>
          <cx:pt idx="32338">45.990000000000002</cx:pt>
          <cx:pt idx="32339">45.990000000000002</cx:pt>
          <cx:pt idx="32340">45.990000000000002</cx:pt>
          <cx:pt idx="32341">45.990000000000002</cx:pt>
          <cx:pt idx="32342">45.990000000000002</cx:pt>
          <cx:pt idx="32343">45.990000000000002</cx:pt>
          <cx:pt idx="32344">45.990000000000002</cx:pt>
          <cx:pt idx="32345">45.990000000000002</cx:pt>
          <cx:pt idx="32346">45.990000000000002</cx:pt>
          <cx:pt idx="32347">45.990000000000002</cx:pt>
          <cx:pt idx="32348">45.990000000000002</cx:pt>
          <cx:pt idx="32349">45.990000000000002</cx:pt>
          <cx:pt idx="32350">45.990000000000002</cx:pt>
          <cx:pt idx="32351">45.990000000000002</cx:pt>
          <cx:pt idx="32352">45.990000000000002</cx:pt>
          <cx:pt idx="32353">45.990000000000002</cx:pt>
          <cx:pt idx="32354">45.990000000000002</cx:pt>
          <cx:pt idx="32355">45.990000000000002</cx:pt>
          <cx:pt idx="32356">45.990000000000002</cx:pt>
          <cx:pt idx="32357">45.990000000000002</cx:pt>
          <cx:pt idx="32358">45.990000000000002</cx:pt>
          <cx:pt idx="32359">45.990000000000002</cx:pt>
          <cx:pt idx="32360">45.990000000000002</cx:pt>
          <cx:pt idx="32361">45.990000000000002</cx:pt>
          <cx:pt idx="32362">45.990000000000002</cx:pt>
          <cx:pt idx="32363">45.990000000000002</cx:pt>
          <cx:pt idx="32364">45.990000000000002</cx:pt>
          <cx:pt idx="32365">45.990000000000002</cx:pt>
          <cx:pt idx="32366">45.990000000000002</cx:pt>
          <cx:pt idx="32367">45.990000000000002</cx:pt>
          <cx:pt idx="32368">45.990000000000002</cx:pt>
          <cx:pt idx="32369">45.990000000000002</cx:pt>
          <cx:pt idx="32370">45.990000000000002</cx:pt>
          <cx:pt idx="32371">45.990000000000002</cx:pt>
          <cx:pt idx="32372">45.990000000000002</cx:pt>
          <cx:pt idx="32373">45.990000000000002</cx:pt>
          <cx:pt idx="32374">45.990000000000002</cx:pt>
          <cx:pt idx="32375">45.990000000000002</cx:pt>
          <cx:pt idx="32376">45.990000000000002</cx:pt>
          <cx:pt idx="32377">45.990000000000002</cx:pt>
          <cx:pt idx="32378">45.990000000000002</cx:pt>
          <cx:pt idx="32379">45.990000000000002</cx:pt>
          <cx:pt idx="32380">45.990000000000002</cx:pt>
          <cx:pt idx="32381">45.990000000000002</cx:pt>
          <cx:pt idx="32382">45.990000000000002</cx:pt>
          <cx:pt idx="32383">45.990000000000002</cx:pt>
          <cx:pt idx="32384">45.990000000000002</cx:pt>
          <cx:pt idx="32385">45.990000000000002</cx:pt>
          <cx:pt idx="32386">45.990000000000002</cx:pt>
          <cx:pt idx="32387">45.990000000000002</cx:pt>
          <cx:pt idx="32388">45.990000000000002</cx:pt>
          <cx:pt idx="32389">45.990000000000002</cx:pt>
          <cx:pt idx="32390">45.990000000000002</cx:pt>
          <cx:pt idx="32391">45.990000000000002</cx:pt>
          <cx:pt idx="32392">45.990000000000002</cx:pt>
          <cx:pt idx="32393">45.990000000000002</cx:pt>
          <cx:pt idx="32394">45.990000000000002</cx:pt>
          <cx:pt idx="32395">45.990000000000002</cx:pt>
          <cx:pt idx="32396">45.990000000000002</cx:pt>
          <cx:pt idx="32397">45.990000000000002</cx:pt>
          <cx:pt idx="32398">45.990000000000002</cx:pt>
          <cx:pt idx="32399">45.990000000000002</cx:pt>
          <cx:pt idx="32400">45.990000000000002</cx:pt>
          <cx:pt idx="32401">45.990000000000002</cx:pt>
          <cx:pt idx="32402">45.990000000000002</cx:pt>
          <cx:pt idx="32403">45.990000000000002</cx:pt>
          <cx:pt idx="32404">45.990000000000002</cx:pt>
          <cx:pt idx="32405">45.990000000000002</cx:pt>
          <cx:pt idx="32406">45.990000000000002</cx:pt>
          <cx:pt idx="32407">45.990000000000002</cx:pt>
          <cx:pt idx="32408">45.990000000000002</cx:pt>
          <cx:pt idx="32409">45.990000000000002</cx:pt>
          <cx:pt idx="32410">45.990000000000002</cx:pt>
          <cx:pt idx="32411">45.990000000000002</cx:pt>
          <cx:pt idx="32412">45.990000000000002</cx:pt>
          <cx:pt idx="32413">45.990000000000002</cx:pt>
          <cx:pt idx="32414">45.990000000000002</cx:pt>
          <cx:pt idx="32415">45.990000000000002</cx:pt>
          <cx:pt idx="32416">45.990000000000002</cx:pt>
          <cx:pt idx="32417">45.990000000000002</cx:pt>
          <cx:pt idx="32418">45.990000000000002</cx:pt>
          <cx:pt idx="32419">45.990000000000002</cx:pt>
          <cx:pt idx="32420">45.990000000000002</cx:pt>
          <cx:pt idx="32421">45.990000000000002</cx:pt>
          <cx:pt idx="32422">45.990000000000002</cx:pt>
          <cx:pt idx="32423">45.990000000000002</cx:pt>
          <cx:pt idx="32424">45.990000000000002</cx:pt>
          <cx:pt idx="32425">45.990000000000002</cx:pt>
          <cx:pt idx="32426">45.990000000000002</cx:pt>
          <cx:pt idx="32427">45.990000000000002</cx:pt>
          <cx:pt idx="32428">45.990000000000002</cx:pt>
          <cx:pt idx="32429">45.990000000000002</cx:pt>
          <cx:pt idx="32430">45.990000000000002</cx:pt>
          <cx:pt idx="32431">45.990000000000002</cx:pt>
          <cx:pt idx="32432">45.990000000000002</cx:pt>
          <cx:pt idx="32433">45.990000000000002</cx:pt>
          <cx:pt idx="32434">45.990000000000002</cx:pt>
          <cx:pt idx="32435">45.990000000000002</cx:pt>
          <cx:pt idx="32436">45.990000000000002</cx:pt>
          <cx:pt idx="32437">45.990000000000002</cx:pt>
          <cx:pt idx="32438">45.990000000000002</cx:pt>
          <cx:pt idx="32439">45.990000000000002</cx:pt>
          <cx:pt idx="32440">45.990000000000002</cx:pt>
          <cx:pt idx="32441">45.990000000000002</cx:pt>
          <cx:pt idx="32442">45.990000000000002</cx:pt>
          <cx:pt idx="32443">45.990000000000002</cx:pt>
          <cx:pt idx="32444">45.990000000000002</cx:pt>
          <cx:pt idx="32445">45.990000000000002</cx:pt>
          <cx:pt idx="32446">45.990000000000002</cx:pt>
          <cx:pt idx="32447">45.990000000000002</cx:pt>
          <cx:pt idx="32448">45.990000000000002</cx:pt>
          <cx:pt idx="32449">45.990000000000002</cx:pt>
          <cx:pt idx="32450">45.990000000000002</cx:pt>
          <cx:pt idx="32451">45.990000000000002</cx:pt>
          <cx:pt idx="32452">45.990000000000002</cx:pt>
          <cx:pt idx="32453">45.990000000000002</cx:pt>
          <cx:pt idx="32454">45.990000000000002</cx:pt>
          <cx:pt idx="32455">45.990000000000002</cx:pt>
          <cx:pt idx="32456">45.990000000000002</cx:pt>
          <cx:pt idx="32457">45.990000000000002</cx:pt>
          <cx:pt idx="32458">45.990000000000002</cx:pt>
          <cx:pt idx="32459">45.990000000000002</cx:pt>
          <cx:pt idx="32460">45.990000000000002</cx:pt>
          <cx:pt idx="32461">45.990000000000002</cx:pt>
          <cx:pt idx="32462">45.990000000000002</cx:pt>
          <cx:pt idx="32463">45.990000000000002</cx:pt>
          <cx:pt idx="32464">45.990000000000002</cx:pt>
          <cx:pt idx="32465">45.990000000000002</cx:pt>
          <cx:pt idx="32466">45.990000000000002</cx:pt>
          <cx:pt idx="32467">45.990000000000002</cx:pt>
          <cx:pt idx="32468">45.990000000000002</cx:pt>
          <cx:pt idx="32469">45.990000000000002</cx:pt>
          <cx:pt idx="32470">45.990000000000002</cx:pt>
          <cx:pt idx="32471">45.990000000000002</cx:pt>
          <cx:pt idx="32472">45.990000000000002</cx:pt>
          <cx:pt idx="32473">45.990000000000002</cx:pt>
          <cx:pt idx="32474">45.990000000000002</cx:pt>
          <cx:pt idx="32475">45.990000000000002</cx:pt>
          <cx:pt idx="32476">45.990000000000002</cx:pt>
          <cx:pt idx="32477">45.990000000000002</cx:pt>
          <cx:pt idx="32478">45.990000000000002</cx:pt>
          <cx:pt idx="32479">45.990000000000002</cx:pt>
          <cx:pt idx="32480">45.990000000000002</cx:pt>
          <cx:pt idx="32481">45.990000000000002</cx:pt>
          <cx:pt idx="32482">45.990000000000002</cx:pt>
          <cx:pt idx="32483">45.990000000000002</cx:pt>
          <cx:pt idx="32484">45.990000000000002</cx:pt>
          <cx:pt idx="32485">45.990000000000002</cx:pt>
          <cx:pt idx="32486">45.990000000000002</cx:pt>
          <cx:pt idx="32487">45.990000000000002</cx:pt>
          <cx:pt idx="32488">45.990000000000002</cx:pt>
          <cx:pt idx="32489">45.990000000000002</cx:pt>
          <cx:pt idx="32490">45.990000000000002</cx:pt>
          <cx:pt idx="32491">45.990000000000002</cx:pt>
          <cx:pt idx="32492">45.990000000000002</cx:pt>
          <cx:pt idx="32493">45.990000000000002</cx:pt>
          <cx:pt idx="32494">45.990000000000002</cx:pt>
          <cx:pt idx="32495">45.990000000000002</cx:pt>
          <cx:pt idx="32496">45.990000000000002</cx:pt>
          <cx:pt idx="32497">45.990000000000002</cx:pt>
          <cx:pt idx="32498">45.990000000000002</cx:pt>
          <cx:pt idx="32499">45.990000000000002</cx:pt>
          <cx:pt idx="32500">45.990000000000002</cx:pt>
          <cx:pt idx="32501">45.990000000000002</cx:pt>
          <cx:pt idx="32502">45.990000000000002</cx:pt>
          <cx:pt idx="32503">45.990000000000002</cx:pt>
          <cx:pt idx="32504">45.990000000000002</cx:pt>
          <cx:pt idx="32505">45.990000000000002</cx:pt>
          <cx:pt idx="32506">45.990000000000002</cx:pt>
          <cx:pt idx="32507">45.990000000000002</cx:pt>
          <cx:pt idx="32508">45.990000000000002</cx:pt>
          <cx:pt idx="32509">45.990000000000002</cx:pt>
          <cx:pt idx="32510">45.990000000000002</cx:pt>
          <cx:pt idx="32511">45.990000000000002</cx:pt>
          <cx:pt idx="32512">45.990000000000002</cx:pt>
          <cx:pt idx="32513">45.990000000000002</cx:pt>
          <cx:pt idx="32514">45.990000000000002</cx:pt>
          <cx:pt idx="32515">45.990000000000002</cx:pt>
          <cx:pt idx="32516">45.990000000000002</cx:pt>
          <cx:pt idx="32517">45.990000000000002</cx:pt>
          <cx:pt idx="32518">45.990000000000002</cx:pt>
          <cx:pt idx="32519">45.990000000000002</cx:pt>
          <cx:pt idx="32520">45.990000000000002</cx:pt>
          <cx:pt idx="32521">45.990000000000002</cx:pt>
          <cx:pt idx="32522">45.990000000000002</cx:pt>
          <cx:pt idx="32523">45.990000000000002</cx:pt>
          <cx:pt idx="32524">45.990000000000002</cx:pt>
          <cx:pt idx="32525">45.990000000000002</cx:pt>
          <cx:pt idx="32526">45.990000000000002</cx:pt>
          <cx:pt idx="32527">45.990000000000002</cx:pt>
          <cx:pt idx="32528">45.990000000000002</cx:pt>
          <cx:pt idx="32529">45.990000000000002</cx:pt>
          <cx:pt idx="32530">45.990000000000002</cx:pt>
          <cx:pt idx="32531">45.990000000000002</cx:pt>
          <cx:pt idx="32532">45.990000000000002</cx:pt>
          <cx:pt idx="32533">45.990000000000002</cx:pt>
          <cx:pt idx="32534">45.990000000000002</cx:pt>
          <cx:pt idx="32535">45.990000000000002</cx:pt>
          <cx:pt idx="32536">45.990000000000002</cx:pt>
          <cx:pt idx="32537">45.990000000000002</cx:pt>
          <cx:pt idx="32538">45.990000000000002</cx:pt>
          <cx:pt idx="32539">45.990000000000002</cx:pt>
          <cx:pt idx="32540">45.990000000000002</cx:pt>
          <cx:pt idx="32541">45.990000000000002</cx:pt>
          <cx:pt idx="32542">45.990000000000002</cx:pt>
          <cx:pt idx="32543">45.990000000000002</cx:pt>
          <cx:pt idx="32544">45.990000000000002</cx:pt>
          <cx:pt idx="32545">45.990000000000002</cx:pt>
          <cx:pt idx="32546">45.990000000000002</cx:pt>
          <cx:pt idx="32547">45.990000000000002</cx:pt>
          <cx:pt idx="32548">45.990000000000002</cx:pt>
          <cx:pt idx="32549">45.990000000000002</cx:pt>
          <cx:pt idx="32550">45.990000000000002</cx:pt>
          <cx:pt idx="32551">45.990000000000002</cx:pt>
          <cx:pt idx="32552">45.990000000000002</cx:pt>
          <cx:pt idx="32553">45.990000000000002</cx:pt>
          <cx:pt idx="32554">45.990000000000002</cx:pt>
          <cx:pt idx="32555">45.990000000000002</cx:pt>
          <cx:pt idx="32556">45.990000000000002</cx:pt>
          <cx:pt idx="32557">45.990000000000002</cx:pt>
          <cx:pt idx="32558">45.990000000000002</cx:pt>
          <cx:pt idx="32559">45.990000000000002</cx:pt>
          <cx:pt idx="32560">45.990000000000002</cx:pt>
          <cx:pt idx="32561">45.990000000000002</cx:pt>
          <cx:pt idx="32562">45.990000000000002</cx:pt>
          <cx:pt idx="32563">45.990000000000002</cx:pt>
          <cx:pt idx="32564">45.990000000000002</cx:pt>
          <cx:pt idx="32565">45.990000000000002</cx:pt>
          <cx:pt idx="32566">45.990000000000002</cx:pt>
          <cx:pt idx="32567">45.990000000000002</cx:pt>
          <cx:pt idx="32568">45.990000000000002</cx:pt>
          <cx:pt idx="32569">45.990000000000002</cx:pt>
          <cx:pt idx="32570">45.990000000000002</cx:pt>
          <cx:pt idx="32571">45.990000000000002</cx:pt>
          <cx:pt idx="32572">45.990000000000002</cx:pt>
          <cx:pt idx="32573">45.990000000000002</cx:pt>
          <cx:pt idx="32574">45.990000000000002</cx:pt>
          <cx:pt idx="32575">45.990000000000002</cx:pt>
          <cx:pt idx="32576">45.990000000000002</cx:pt>
          <cx:pt idx="32577">45.990000000000002</cx:pt>
          <cx:pt idx="32578">45.990000000000002</cx:pt>
          <cx:pt idx="32579">45.990000000000002</cx:pt>
          <cx:pt idx="32580">45.990000000000002</cx:pt>
          <cx:pt idx="32581">45.990000000000002</cx:pt>
          <cx:pt idx="32582">45.990000000000002</cx:pt>
          <cx:pt idx="32583">45.990000000000002</cx:pt>
          <cx:pt idx="32584">45.990000000000002</cx:pt>
          <cx:pt idx="32585">45.990000000000002</cx:pt>
          <cx:pt idx="32586">45.990000000000002</cx:pt>
          <cx:pt idx="32587">45.990000000000002</cx:pt>
          <cx:pt idx="32588">45.990000000000002</cx:pt>
          <cx:pt idx="32589">45.990000000000002</cx:pt>
          <cx:pt idx="32590">45.990000000000002</cx:pt>
          <cx:pt idx="32591">45.990000000000002</cx:pt>
          <cx:pt idx="32592">45.990000000000002</cx:pt>
          <cx:pt idx="32593">45.990000000000002</cx:pt>
          <cx:pt idx="32594">45.990000000000002</cx:pt>
          <cx:pt idx="32595">45.990000000000002</cx:pt>
          <cx:pt idx="32596">45.990000000000002</cx:pt>
          <cx:pt idx="32597">45.990000000000002</cx:pt>
          <cx:pt idx="32598">45.990000000000002</cx:pt>
          <cx:pt idx="32599">45.990000000000002</cx:pt>
          <cx:pt idx="32600">45.990000000000002</cx:pt>
          <cx:pt idx="32601">45.990000000000002</cx:pt>
          <cx:pt idx="32602">45.990000000000002</cx:pt>
          <cx:pt idx="32603">45.990000000000002</cx:pt>
          <cx:pt idx="32604">45.990000000000002</cx:pt>
          <cx:pt idx="32605">45.990000000000002</cx:pt>
          <cx:pt idx="32606">45.990000000000002</cx:pt>
          <cx:pt idx="32607">45.990000000000002</cx:pt>
          <cx:pt idx="32608">45.990000000000002</cx:pt>
          <cx:pt idx="32609">45.990000000000002</cx:pt>
          <cx:pt idx="32610">45.990000000000002</cx:pt>
          <cx:pt idx="32611">45.990000000000002</cx:pt>
          <cx:pt idx="32612">45.990000000000002</cx:pt>
          <cx:pt idx="32613">45.990000000000002</cx:pt>
          <cx:pt idx="32614">45.990000000000002</cx:pt>
          <cx:pt idx="32615">45.990000000000002</cx:pt>
          <cx:pt idx="32616">45.990000000000002</cx:pt>
          <cx:pt idx="32617">45.990000000000002</cx:pt>
          <cx:pt idx="32618">45.990000000000002</cx:pt>
          <cx:pt idx="32619">45.990000000000002</cx:pt>
          <cx:pt idx="32620">45.990000000000002</cx:pt>
          <cx:pt idx="32621">45.990000000000002</cx:pt>
          <cx:pt idx="32622">45.990000000000002</cx:pt>
          <cx:pt idx="32623">45.990000000000002</cx:pt>
          <cx:pt idx="32624">45.990000000000002</cx:pt>
          <cx:pt idx="32625">45.990000000000002</cx:pt>
          <cx:pt idx="32626">45.990000000000002</cx:pt>
          <cx:pt idx="32627">45.990000000000002</cx:pt>
          <cx:pt idx="32628">45.990000000000002</cx:pt>
          <cx:pt idx="32629">45.990000000000002</cx:pt>
          <cx:pt idx="32630">45.990000000000002</cx:pt>
          <cx:pt idx="32631">45.990000000000002</cx:pt>
          <cx:pt idx="32632">45.990000000000002</cx:pt>
          <cx:pt idx="32633">45.990000000000002</cx:pt>
          <cx:pt idx="32634">45.990000000000002</cx:pt>
          <cx:pt idx="32635">45.990000000000002</cx:pt>
          <cx:pt idx="32636">45.990000000000002</cx:pt>
          <cx:pt idx="32637">45.990000000000002</cx:pt>
          <cx:pt idx="32638">45.990000000000002</cx:pt>
          <cx:pt idx="32639">45.990000000000002</cx:pt>
          <cx:pt idx="32640">45.990000000000002</cx:pt>
          <cx:pt idx="32641">45.990000000000002</cx:pt>
          <cx:pt idx="32642">45.990000000000002</cx:pt>
          <cx:pt idx="32643">45.990000000000002</cx:pt>
          <cx:pt idx="32644">45.990000000000002</cx:pt>
          <cx:pt idx="32645">45.990000000000002</cx:pt>
          <cx:pt idx="32646">45.990000000000002</cx:pt>
          <cx:pt idx="32647">45.990000000000002</cx:pt>
          <cx:pt idx="32648">45.990000000000002</cx:pt>
          <cx:pt idx="32649">45.990000000000002</cx:pt>
          <cx:pt idx="32650">45.990000000000002</cx:pt>
          <cx:pt idx="32651">45.990000000000002</cx:pt>
          <cx:pt idx="32652">45.990000000000002</cx:pt>
          <cx:pt idx="32653">45.990000000000002</cx:pt>
          <cx:pt idx="32654">45.990000000000002</cx:pt>
          <cx:pt idx="32655">45.990000000000002</cx:pt>
          <cx:pt idx="32656">45.990000000000002</cx:pt>
          <cx:pt idx="32657">45.990000000000002</cx:pt>
          <cx:pt idx="32658">45.990000000000002</cx:pt>
          <cx:pt idx="32659">45.990000000000002</cx:pt>
          <cx:pt idx="32660">45.990000000000002</cx:pt>
          <cx:pt idx="32661">45.990000000000002</cx:pt>
          <cx:pt idx="32662">45.990000000000002</cx:pt>
          <cx:pt idx="32663">45.990000000000002</cx:pt>
          <cx:pt idx="32664">45.990000000000002</cx:pt>
          <cx:pt idx="32665">45.990000000000002</cx:pt>
          <cx:pt idx="32666">45.990000000000002</cx:pt>
          <cx:pt idx="32667">45.990000000000002</cx:pt>
          <cx:pt idx="32668">45.990000000000002</cx:pt>
          <cx:pt idx="32669">45.990000000000002</cx:pt>
          <cx:pt idx="32670">45.990000000000002</cx:pt>
          <cx:pt idx="32671">45.990000000000002</cx:pt>
          <cx:pt idx="32672">45.990000000000002</cx:pt>
          <cx:pt idx="32673">45.990000000000002</cx:pt>
          <cx:pt idx="32674">45.990000000000002</cx:pt>
          <cx:pt idx="32675">45.990000000000002</cx:pt>
          <cx:pt idx="32676">45.990000000000002</cx:pt>
          <cx:pt idx="32677">45.990000000000002</cx:pt>
          <cx:pt idx="32678">45.990000000000002</cx:pt>
          <cx:pt idx="32679">45.990000000000002</cx:pt>
          <cx:pt idx="32680">45.990000000000002</cx:pt>
          <cx:pt idx="32681">45.990000000000002</cx:pt>
          <cx:pt idx="32682">45.990000000000002</cx:pt>
          <cx:pt idx="32683">45.990000000000002</cx:pt>
          <cx:pt idx="32684">45.990000000000002</cx:pt>
          <cx:pt idx="32685">45.990000000000002</cx:pt>
          <cx:pt idx="32686">45.990000000000002</cx:pt>
          <cx:pt idx="32687">45.990000000000002</cx:pt>
          <cx:pt idx="32688">45.990000000000002</cx:pt>
          <cx:pt idx="32689">45.990000000000002</cx:pt>
          <cx:pt idx="32690">45.990000000000002</cx:pt>
          <cx:pt idx="32691">45.990000000000002</cx:pt>
          <cx:pt idx="32692">45.990000000000002</cx:pt>
          <cx:pt idx="32693">45.990000000000002</cx:pt>
          <cx:pt idx="32694">45.990000000000002</cx:pt>
          <cx:pt idx="32695">45.990000000000002</cx:pt>
          <cx:pt idx="32696">45.990000000000002</cx:pt>
          <cx:pt idx="32697">45.990000000000002</cx:pt>
          <cx:pt idx="32698">45.990000000000002</cx:pt>
          <cx:pt idx="32699">45.990000000000002</cx:pt>
          <cx:pt idx="32700">45.990000000000002</cx:pt>
          <cx:pt idx="32701">45.990000000000002</cx:pt>
          <cx:pt idx="32702">45.990000000000002</cx:pt>
          <cx:pt idx="32703">45.990000000000002</cx:pt>
          <cx:pt idx="32704">45.990000000000002</cx:pt>
          <cx:pt idx="32705">45.990000000000002</cx:pt>
          <cx:pt idx="32706">45.990000000000002</cx:pt>
          <cx:pt idx="32707">45.990000000000002</cx:pt>
          <cx:pt idx="32708">45.990000000000002</cx:pt>
          <cx:pt idx="32709">45.990000000000002</cx:pt>
          <cx:pt idx="32710">45.990000000000002</cx:pt>
          <cx:pt idx="32711">45.990000000000002</cx:pt>
          <cx:pt idx="32712">45.990000000000002</cx:pt>
          <cx:pt idx="32713">45.990000000000002</cx:pt>
          <cx:pt idx="32714">45.990000000000002</cx:pt>
          <cx:pt idx="32715">45.990000000000002</cx:pt>
          <cx:pt idx="32716">45.990000000000002</cx:pt>
          <cx:pt idx="32717">45.990000000000002</cx:pt>
          <cx:pt idx="32718">45.990000000000002</cx:pt>
          <cx:pt idx="32719">45.990000000000002</cx:pt>
          <cx:pt idx="32720">45.990000000000002</cx:pt>
          <cx:pt idx="32721">45.990000000000002</cx:pt>
          <cx:pt idx="32722">45.990000000000002</cx:pt>
          <cx:pt idx="32723">45.990000000000002</cx:pt>
          <cx:pt idx="32724">45.990000000000002</cx:pt>
          <cx:pt idx="32725">45.990000000000002</cx:pt>
          <cx:pt idx="32726">45.990000000000002</cx:pt>
          <cx:pt idx="32727">45.990000000000002</cx:pt>
          <cx:pt idx="32728">45.990000000000002</cx:pt>
          <cx:pt idx="32729">45.990000000000002</cx:pt>
          <cx:pt idx="32730">45.990000000000002</cx:pt>
          <cx:pt idx="32731">45.990000000000002</cx:pt>
          <cx:pt idx="32732">45.990000000000002</cx:pt>
          <cx:pt idx="32733">45.990000000000002</cx:pt>
          <cx:pt idx="32734">45.990000000000002</cx:pt>
          <cx:pt idx="32735">45.990000000000002</cx:pt>
          <cx:pt idx="32736">45.990000000000002</cx:pt>
          <cx:pt idx="32737">45.990000000000002</cx:pt>
          <cx:pt idx="32738">45.990000000000002</cx:pt>
          <cx:pt idx="32739">45.990000000000002</cx:pt>
          <cx:pt idx="32740">45.990000000000002</cx:pt>
          <cx:pt idx="32741">45.990000000000002</cx:pt>
          <cx:pt idx="32742">45.990000000000002</cx:pt>
          <cx:pt idx="32743">45.990000000000002</cx:pt>
          <cx:pt idx="32744">45.990000000000002</cx:pt>
          <cx:pt idx="32745">45.990000000000002</cx:pt>
          <cx:pt idx="32746">45.990000000000002</cx:pt>
          <cx:pt idx="32747">45.990000000000002</cx:pt>
          <cx:pt idx="32748">45.990000000000002</cx:pt>
          <cx:pt idx="32749">45.990000000000002</cx:pt>
          <cx:pt idx="32750">45.990000000000002</cx:pt>
          <cx:pt idx="32751">45.990000000000002</cx:pt>
          <cx:pt idx="32752">45.990000000000002</cx:pt>
          <cx:pt idx="32753">45.990000000000002</cx:pt>
          <cx:pt idx="32754">45.990000000000002</cx:pt>
          <cx:pt idx="32755">45.990000000000002</cx:pt>
          <cx:pt idx="32756">45.990000000000002</cx:pt>
          <cx:pt idx="32757">45.990000000000002</cx:pt>
          <cx:pt idx="32758">45.990000000000002</cx:pt>
          <cx:pt idx="32759">45.990000000000002</cx:pt>
          <cx:pt idx="32760">45.990000000000002</cx:pt>
          <cx:pt idx="32761">45.990000000000002</cx:pt>
          <cx:pt idx="32762">45.990000000000002</cx:pt>
          <cx:pt idx="32763">45.990000000000002</cx:pt>
          <cx:pt idx="32764">45.990000000000002</cx:pt>
          <cx:pt idx="32765">45.990000000000002</cx:pt>
          <cx:pt idx="32766">45.990000000000002</cx:pt>
          <cx:pt idx="32767">45.990000000000002</cx:pt>
          <cx:pt idx="32768">45.990000000000002</cx:pt>
          <cx:pt idx="32769">45.990000000000002</cx:pt>
          <cx:pt idx="32770">45.990000000000002</cx:pt>
          <cx:pt idx="32771">45.990000000000002</cx:pt>
          <cx:pt idx="32772">45.990000000000002</cx:pt>
          <cx:pt idx="32773">45.990000000000002</cx:pt>
          <cx:pt idx="32774">45.990000000000002</cx:pt>
          <cx:pt idx="32775">45.990000000000002</cx:pt>
          <cx:pt idx="32776">45.990000000000002</cx:pt>
          <cx:pt idx="32777">45.990000000000002</cx:pt>
          <cx:pt idx="32778">45.990000000000002</cx:pt>
          <cx:pt idx="32779">45.990000000000002</cx:pt>
          <cx:pt idx="32780">45.990000000000002</cx:pt>
          <cx:pt idx="32781">45.990000000000002</cx:pt>
          <cx:pt idx="32782">45.990000000000002</cx:pt>
          <cx:pt idx="32783">45.990000000000002</cx:pt>
          <cx:pt idx="32784">45.990000000000002</cx:pt>
          <cx:pt idx="32785">45.990000000000002</cx:pt>
          <cx:pt idx="32786">45.990000000000002</cx:pt>
          <cx:pt idx="32787">45.990000000000002</cx:pt>
          <cx:pt idx="32788">45.990000000000002</cx:pt>
          <cx:pt idx="32789">45.990000000000002</cx:pt>
          <cx:pt idx="32790">45.990000000000002</cx:pt>
          <cx:pt idx="32791">45.990000000000002</cx:pt>
          <cx:pt idx="32792">45.990000000000002</cx:pt>
          <cx:pt idx="32793">45.990000000000002</cx:pt>
          <cx:pt idx="32794">45.990000000000002</cx:pt>
          <cx:pt idx="32795">45.990000000000002</cx:pt>
          <cx:pt idx="32796">45.990000000000002</cx:pt>
          <cx:pt idx="32797">45.990000000000002</cx:pt>
          <cx:pt idx="32798">45.990000000000002</cx:pt>
          <cx:pt idx="32799">45.990000000000002</cx:pt>
          <cx:pt idx="32800">45.990000000000002</cx:pt>
          <cx:pt idx="32801">45.990000000000002</cx:pt>
          <cx:pt idx="32802">45.990000000000002</cx:pt>
          <cx:pt idx="32803">45.990000000000002</cx:pt>
          <cx:pt idx="32804">45.990000000000002</cx:pt>
          <cx:pt idx="32805">45.990000000000002</cx:pt>
          <cx:pt idx="32806">45.990000000000002</cx:pt>
          <cx:pt idx="32807">45.990000000000002</cx:pt>
          <cx:pt idx="32808">45.990000000000002</cx:pt>
          <cx:pt idx="32809">45.990000000000002</cx:pt>
          <cx:pt idx="32810">45.990000000000002</cx:pt>
          <cx:pt idx="32811">45.990000000000002</cx:pt>
          <cx:pt idx="32812">45.990000000000002</cx:pt>
          <cx:pt idx="32813">45.990000000000002</cx:pt>
          <cx:pt idx="32814">45.990000000000002</cx:pt>
          <cx:pt idx="32815">45.990000000000002</cx:pt>
          <cx:pt idx="32816">45.990000000000002</cx:pt>
          <cx:pt idx="32817">45.990000000000002</cx:pt>
          <cx:pt idx="32818">45.990000000000002</cx:pt>
          <cx:pt idx="32819">45.990000000000002</cx:pt>
          <cx:pt idx="32820">45.990000000000002</cx:pt>
          <cx:pt idx="32821">45.990000000000002</cx:pt>
          <cx:pt idx="32822">45.990000000000002</cx:pt>
          <cx:pt idx="32823">45.990000000000002</cx:pt>
          <cx:pt idx="32824">45.990000000000002</cx:pt>
          <cx:pt idx="32825">45.990000000000002</cx:pt>
          <cx:pt idx="32826">45.990000000000002</cx:pt>
          <cx:pt idx="32827">45.990000000000002</cx:pt>
          <cx:pt idx="32828">45.990000000000002</cx:pt>
          <cx:pt idx="32829">45.990000000000002</cx:pt>
          <cx:pt idx="32830">45.990000000000002</cx:pt>
          <cx:pt idx="32831">45.990000000000002</cx:pt>
          <cx:pt idx="32832">45.990000000000002</cx:pt>
          <cx:pt idx="32833">45.990000000000002</cx:pt>
          <cx:pt idx="32834">45.990000000000002</cx:pt>
          <cx:pt idx="32835">45.990000000000002</cx:pt>
          <cx:pt idx="32836">45.990000000000002</cx:pt>
          <cx:pt idx="32837">45.990000000000002</cx:pt>
          <cx:pt idx="32838">45.990000000000002</cx:pt>
          <cx:pt idx="32839">45.990000000000002</cx:pt>
          <cx:pt idx="32840">45.990000000000002</cx:pt>
          <cx:pt idx="32841">45.990000000000002</cx:pt>
          <cx:pt idx="32842">45.990000000000002</cx:pt>
          <cx:pt idx="32843">45.990000000000002</cx:pt>
          <cx:pt idx="32844">45.990000000000002</cx:pt>
          <cx:pt idx="32845">45.990000000000002</cx:pt>
          <cx:pt idx="32846">45.990000000000002</cx:pt>
          <cx:pt idx="32847">45.990000000000002</cx:pt>
          <cx:pt idx="32848">45.990000000000002</cx:pt>
          <cx:pt idx="32849">45.990000000000002</cx:pt>
          <cx:pt idx="32850">45.990000000000002</cx:pt>
          <cx:pt idx="32851">45.990000000000002</cx:pt>
          <cx:pt idx="32852">45.990000000000002</cx:pt>
          <cx:pt idx="32853">45.990000000000002</cx:pt>
          <cx:pt idx="32854">45.990000000000002</cx:pt>
          <cx:pt idx="32855">45.990000000000002</cx:pt>
          <cx:pt idx="32856">45.990000000000002</cx:pt>
          <cx:pt idx="32857">45.990000000000002</cx:pt>
          <cx:pt idx="32858">45.990000000000002</cx:pt>
          <cx:pt idx="32859">45.990000000000002</cx:pt>
          <cx:pt idx="32860">45.990000000000002</cx:pt>
          <cx:pt idx="32861">45.990000000000002</cx:pt>
          <cx:pt idx="32862">45.990000000000002</cx:pt>
          <cx:pt idx="32863">45.990000000000002</cx:pt>
          <cx:pt idx="32864">45.990000000000002</cx:pt>
          <cx:pt idx="32865">45.990000000000002</cx:pt>
          <cx:pt idx="32866">45.990000000000002</cx:pt>
          <cx:pt idx="32867">45.990000000000002</cx:pt>
          <cx:pt idx="32868">45.990000000000002</cx:pt>
          <cx:pt idx="32869">45.990000000000002</cx:pt>
          <cx:pt idx="32870">45.990000000000002</cx:pt>
          <cx:pt idx="32871">45.990000000000002</cx:pt>
          <cx:pt idx="32872">45.990000000000002</cx:pt>
          <cx:pt idx="32873">45.990000000000002</cx:pt>
          <cx:pt idx="32874">45.990000000000002</cx:pt>
          <cx:pt idx="32875">45.990000000000002</cx:pt>
          <cx:pt idx="32876">45.990000000000002</cx:pt>
          <cx:pt idx="32877">45.990000000000002</cx:pt>
          <cx:pt idx="32878">45.990000000000002</cx:pt>
          <cx:pt idx="32879">45.990000000000002</cx:pt>
          <cx:pt idx="32880">45.990000000000002</cx:pt>
          <cx:pt idx="32881">45.990000000000002</cx:pt>
          <cx:pt idx="32882">45.990000000000002</cx:pt>
          <cx:pt idx="32883">45.990000000000002</cx:pt>
          <cx:pt idx="32884">45.990000000000002</cx:pt>
          <cx:pt idx="32885">45.990000000000002</cx:pt>
          <cx:pt idx="32886">45.990000000000002</cx:pt>
          <cx:pt idx="32887">45.990000000000002</cx:pt>
          <cx:pt idx="32888">45.990000000000002</cx:pt>
          <cx:pt idx="32889">45.990000000000002</cx:pt>
          <cx:pt idx="32890">45.990000000000002</cx:pt>
          <cx:pt idx="32891">45.990000000000002</cx:pt>
          <cx:pt idx="32892">45.990000000000002</cx:pt>
          <cx:pt idx="32893">45.990000000000002</cx:pt>
          <cx:pt idx="32894">45.990000000000002</cx:pt>
          <cx:pt idx="32895">45.990000000000002</cx:pt>
          <cx:pt idx="32896">45.990000000000002</cx:pt>
          <cx:pt idx="32897">45.990000000000002</cx:pt>
          <cx:pt idx="32898">45.990000000000002</cx:pt>
          <cx:pt idx="32899">45.990000000000002</cx:pt>
          <cx:pt idx="32900">45.990000000000002</cx:pt>
          <cx:pt idx="32901">45.990000000000002</cx:pt>
          <cx:pt idx="32902">45.990000000000002</cx:pt>
          <cx:pt idx="32903">45.990000000000002</cx:pt>
          <cx:pt idx="32904">45.990000000000002</cx:pt>
          <cx:pt idx="32905">45.990000000000002</cx:pt>
          <cx:pt idx="32906">45.990000000000002</cx:pt>
          <cx:pt idx="32907">45.990000000000002</cx:pt>
          <cx:pt idx="32908">45.990000000000002</cx:pt>
          <cx:pt idx="32909">45.990000000000002</cx:pt>
          <cx:pt idx="32910">45.990000000000002</cx:pt>
          <cx:pt idx="32911">45.990000000000002</cx:pt>
          <cx:pt idx="32912">45.990000000000002</cx:pt>
          <cx:pt idx="32913">45.990000000000002</cx:pt>
          <cx:pt idx="32914">45.990000000000002</cx:pt>
          <cx:pt idx="32915">45.990000000000002</cx:pt>
          <cx:pt idx="32916">45.990000000000002</cx:pt>
          <cx:pt idx="32917">45.990000000000002</cx:pt>
          <cx:pt idx="32918">45.990000000000002</cx:pt>
          <cx:pt idx="32919">45.990000000000002</cx:pt>
          <cx:pt idx="32920">45.990000000000002</cx:pt>
          <cx:pt idx="32921">45.990000000000002</cx:pt>
          <cx:pt idx="32922">45.990000000000002</cx:pt>
          <cx:pt idx="32923">45.990000000000002</cx:pt>
          <cx:pt idx="32924">45.990000000000002</cx:pt>
          <cx:pt idx="32925">45.990000000000002</cx:pt>
          <cx:pt idx="32926">45.990000000000002</cx:pt>
          <cx:pt idx="32927">45.990000000000002</cx:pt>
          <cx:pt idx="32928">45.990000000000002</cx:pt>
          <cx:pt idx="32929">45.990000000000002</cx:pt>
          <cx:pt idx="32930">45.990000000000002</cx:pt>
          <cx:pt idx="32931">45.990000000000002</cx:pt>
          <cx:pt idx="32932">45.990000000000002</cx:pt>
          <cx:pt idx="32933">45.990000000000002</cx:pt>
          <cx:pt idx="32934">45.990000000000002</cx:pt>
          <cx:pt idx="32935">45.990000000000002</cx:pt>
          <cx:pt idx="32936">45.990000000000002</cx:pt>
          <cx:pt idx="32937">45.990000000000002</cx:pt>
          <cx:pt idx="32938">45.990000000000002</cx:pt>
          <cx:pt idx="32939">45.990000000000002</cx:pt>
          <cx:pt idx="32940">45.990000000000002</cx:pt>
          <cx:pt idx="32941">45.990000000000002</cx:pt>
          <cx:pt idx="32942">45.990000000000002</cx:pt>
          <cx:pt idx="32943">45.990000000000002</cx:pt>
          <cx:pt idx="32944">45.990000000000002</cx:pt>
          <cx:pt idx="32945">45.990000000000002</cx:pt>
          <cx:pt idx="32946">45.990000000000002</cx:pt>
          <cx:pt idx="32947">45.990000000000002</cx:pt>
          <cx:pt idx="32948">45.990000000000002</cx:pt>
          <cx:pt idx="32949">45.990000000000002</cx:pt>
          <cx:pt idx="32950">45.990000000000002</cx:pt>
          <cx:pt idx="32951">45.990000000000002</cx:pt>
          <cx:pt idx="32952">45.990000000000002</cx:pt>
          <cx:pt idx="32953">45.990000000000002</cx:pt>
          <cx:pt idx="32954">45.990000000000002</cx:pt>
          <cx:pt idx="32955">45.990000000000002</cx:pt>
          <cx:pt idx="32956">45.990000000000002</cx:pt>
          <cx:pt idx="32957">45.990000000000002</cx:pt>
          <cx:pt idx="32958">45.990000000000002</cx:pt>
          <cx:pt idx="32959">45.990000000000002</cx:pt>
          <cx:pt idx="32960">45.990000000000002</cx:pt>
          <cx:pt idx="32961">45.990000000000002</cx:pt>
          <cx:pt idx="32962">45.990000000000002</cx:pt>
          <cx:pt idx="32963">45.990000000000002</cx:pt>
          <cx:pt idx="32964">45.990000000000002</cx:pt>
          <cx:pt idx="32965">45.990000000000002</cx:pt>
          <cx:pt idx="32966">45.990000000000002</cx:pt>
          <cx:pt idx="32967">45.990000000000002</cx:pt>
          <cx:pt idx="32968">45.990000000000002</cx:pt>
          <cx:pt idx="32969">45.990000000000002</cx:pt>
          <cx:pt idx="32970">45.990000000000002</cx:pt>
          <cx:pt idx="32971">45.990000000000002</cx:pt>
          <cx:pt idx="32972">45.990000000000002</cx:pt>
          <cx:pt idx="32973">45.990000000000002</cx:pt>
          <cx:pt idx="32974">45.990000000000002</cx:pt>
          <cx:pt idx="32975">45.990000000000002</cx:pt>
          <cx:pt idx="32976">45.990000000000002</cx:pt>
          <cx:pt idx="32977">45.990000000000002</cx:pt>
          <cx:pt idx="32978">45.990000000000002</cx:pt>
          <cx:pt idx="32979">45.990000000000002</cx:pt>
          <cx:pt idx="32980">45.990000000000002</cx:pt>
          <cx:pt idx="32981">45.990000000000002</cx:pt>
          <cx:pt idx="32982">45.990000000000002</cx:pt>
          <cx:pt idx="32983">45.990000000000002</cx:pt>
          <cx:pt idx="32984">45.990000000000002</cx:pt>
          <cx:pt idx="32985">45.990000000000002</cx:pt>
          <cx:pt idx="32986">45.990000000000002</cx:pt>
          <cx:pt idx="32987">45.990000000000002</cx:pt>
          <cx:pt idx="32988">45.990000000000002</cx:pt>
          <cx:pt idx="32989">45.990000000000002</cx:pt>
          <cx:pt idx="32990">45.990000000000002</cx:pt>
          <cx:pt idx="32991">45.990000000000002</cx:pt>
          <cx:pt idx="32992">45.990000000000002</cx:pt>
          <cx:pt idx="32993">45.990000000000002</cx:pt>
          <cx:pt idx="32994">45.990000000000002</cx:pt>
          <cx:pt idx="32995">45.990000000000002</cx:pt>
          <cx:pt idx="32996">45.990000000000002</cx:pt>
          <cx:pt idx="32997">45.990000000000002</cx:pt>
          <cx:pt idx="32998">45.990000000000002</cx:pt>
          <cx:pt idx="32999">45.990000000000002</cx:pt>
          <cx:pt idx="33000">45.990000000000002</cx:pt>
          <cx:pt idx="33001">45.990000000000002</cx:pt>
          <cx:pt idx="33002">45.990000000000002</cx:pt>
          <cx:pt idx="33003">45.990000000000002</cx:pt>
          <cx:pt idx="33004">45.990000000000002</cx:pt>
          <cx:pt idx="33005">45.990000000000002</cx:pt>
          <cx:pt idx="33006">45.990000000000002</cx:pt>
          <cx:pt idx="33007">45.990000000000002</cx:pt>
          <cx:pt idx="33008">45.990000000000002</cx:pt>
          <cx:pt idx="33009">45.990000000000002</cx:pt>
          <cx:pt idx="33010">45.990000000000002</cx:pt>
          <cx:pt idx="33011">45.990000000000002</cx:pt>
          <cx:pt idx="33012">45.990000000000002</cx:pt>
          <cx:pt idx="33013">45.990000000000002</cx:pt>
          <cx:pt idx="33014">45.990000000000002</cx:pt>
          <cx:pt idx="33015">45.990000000000002</cx:pt>
          <cx:pt idx="33016">45.990000000000002</cx:pt>
          <cx:pt idx="33017">45.990000000000002</cx:pt>
          <cx:pt idx="33018">45.990000000000002</cx:pt>
          <cx:pt idx="33019">45.990000000000002</cx:pt>
          <cx:pt idx="33020">45.990000000000002</cx:pt>
          <cx:pt idx="33021">45.990000000000002</cx:pt>
          <cx:pt idx="33022">45.990000000000002</cx:pt>
          <cx:pt idx="33023">45.990000000000002</cx:pt>
          <cx:pt idx="33024">45.990000000000002</cx:pt>
          <cx:pt idx="33025">45.990000000000002</cx:pt>
          <cx:pt idx="33026">45.990000000000002</cx:pt>
          <cx:pt idx="33027">45.990000000000002</cx:pt>
          <cx:pt idx="33028">45.990000000000002</cx:pt>
          <cx:pt idx="33029">45.990000000000002</cx:pt>
          <cx:pt idx="33030">45.990000000000002</cx:pt>
          <cx:pt idx="33031">45.990000000000002</cx:pt>
          <cx:pt idx="33032">45.990000000000002</cx:pt>
          <cx:pt idx="33033">45.990000000000002</cx:pt>
          <cx:pt idx="33034">45.990000000000002</cx:pt>
          <cx:pt idx="33035">45.990000000000002</cx:pt>
          <cx:pt idx="33036">45.990000000000002</cx:pt>
          <cx:pt idx="33037">45.990000000000002</cx:pt>
          <cx:pt idx="33038">45.990000000000002</cx:pt>
          <cx:pt idx="33039">45.990000000000002</cx:pt>
          <cx:pt idx="33040">45.990000000000002</cx:pt>
          <cx:pt idx="33041">45.990000000000002</cx:pt>
          <cx:pt idx="33042">45.990000000000002</cx:pt>
          <cx:pt idx="33043">45.990000000000002</cx:pt>
          <cx:pt idx="33044">45.990000000000002</cx:pt>
          <cx:pt idx="33045">45.990000000000002</cx:pt>
          <cx:pt idx="33046">45.990000000000002</cx:pt>
          <cx:pt idx="33047">45.990000000000002</cx:pt>
          <cx:pt idx="33048">45.990000000000002</cx:pt>
          <cx:pt idx="33049">45.990000000000002</cx:pt>
          <cx:pt idx="33050">45.990000000000002</cx:pt>
          <cx:pt idx="33051">45.990000000000002</cx:pt>
          <cx:pt idx="33052">45.990000000000002</cx:pt>
          <cx:pt idx="33053">45.990000000000002</cx:pt>
          <cx:pt idx="33054">45.990000000000002</cx:pt>
          <cx:pt idx="33055">45.990000000000002</cx:pt>
          <cx:pt idx="33056">45.990000000000002</cx:pt>
          <cx:pt idx="33057">45.990000000000002</cx:pt>
          <cx:pt idx="33058">45.990000000000002</cx:pt>
          <cx:pt idx="33059">45.990000000000002</cx:pt>
          <cx:pt idx="33060">45.990000000000002</cx:pt>
          <cx:pt idx="33061">45.990000000000002</cx:pt>
          <cx:pt idx="33062">45.990000000000002</cx:pt>
          <cx:pt idx="33063">45.990000000000002</cx:pt>
          <cx:pt idx="33064">45.990000000000002</cx:pt>
          <cx:pt idx="33065">45.990000000000002</cx:pt>
          <cx:pt idx="33066">45.990000000000002</cx:pt>
          <cx:pt idx="33067">45.990000000000002</cx:pt>
          <cx:pt idx="33068">45.990000000000002</cx:pt>
          <cx:pt idx="33069">45.990000000000002</cx:pt>
          <cx:pt idx="33070">45.990000000000002</cx:pt>
          <cx:pt idx="33071">45.990000000000002</cx:pt>
          <cx:pt idx="33072">45.990000000000002</cx:pt>
          <cx:pt idx="33073">45.990000000000002</cx:pt>
          <cx:pt idx="33074">45.990000000000002</cx:pt>
          <cx:pt idx="33075">45.990000000000002</cx:pt>
          <cx:pt idx="33076">45.990000000000002</cx:pt>
          <cx:pt idx="33077">45.990000000000002</cx:pt>
          <cx:pt idx="33078">45.990000000000002</cx:pt>
          <cx:pt idx="33079">45.990000000000002</cx:pt>
          <cx:pt idx="33080">45.990000000000002</cx:pt>
          <cx:pt idx="33081">45.990000000000002</cx:pt>
          <cx:pt idx="33082">45.990000000000002</cx:pt>
          <cx:pt idx="33083">45.990000000000002</cx:pt>
          <cx:pt idx="33084">45.990000000000002</cx:pt>
          <cx:pt idx="33085">45.990000000000002</cx:pt>
          <cx:pt idx="33086">45.990000000000002</cx:pt>
          <cx:pt idx="33087">45.990000000000002</cx:pt>
          <cx:pt idx="33088">45.990000000000002</cx:pt>
          <cx:pt idx="33089">45.990000000000002</cx:pt>
          <cx:pt idx="33090">45.990000000000002</cx:pt>
          <cx:pt idx="33091">45.990000000000002</cx:pt>
          <cx:pt idx="33092">45.990000000000002</cx:pt>
          <cx:pt idx="33093">45.990000000000002</cx:pt>
          <cx:pt idx="33094">45.990000000000002</cx:pt>
          <cx:pt idx="33095">45.990000000000002</cx:pt>
          <cx:pt idx="33096">45.990000000000002</cx:pt>
          <cx:pt idx="33097">45.990000000000002</cx:pt>
          <cx:pt idx="33098">45.990000000000002</cx:pt>
          <cx:pt idx="33099">45.990000000000002</cx:pt>
          <cx:pt idx="33100">45.990000000000002</cx:pt>
          <cx:pt idx="33101">45.990000000000002</cx:pt>
          <cx:pt idx="33102">45.990000000000002</cx:pt>
          <cx:pt idx="33103">45.990000000000002</cx:pt>
          <cx:pt idx="33104">45.990000000000002</cx:pt>
          <cx:pt idx="33105">45.990000000000002</cx:pt>
          <cx:pt idx="33106">45.990000000000002</cx:pt>
          <cx:pt idx="33107">45.990000000000002</cx:pt>
          <cx:pt idx="33108">45.990000000000002</cx:pt>
          <cx:pt idx="33109">45.990000000000002</cx:pt>
          <cx:pt idx="33110">45.990000000000002</cx:pt>
          <cx:pt idx="33111">45.990000000000002</cx:pt>
          <cx:pt idx="33112">45.990000000000002</cx:pt>
          <cx:pt idx="33113">45.990000000000002</cx:pt>
          <cx:pt idx="33114">45.990000000000002</cx:pt>
          <cx:pt idx="33115">45.990000000000002</cx:pt>
          <cx:pt idx="33116">45.990000000000002</cx:pt>
          <cx:pt idx="33117">45.990000000000002</cx:pt>
          <cx:pt idx="33118">45.990000000000002</cx:pt>
          <cx:pt idx="33119">45.990000000000002</cx:pt>
          <cx:pt idx="33120">45.990000000000002</cx:pt>
          <cx:pt idx="33121">45.990000000000002</cx:pt>
          <cx:pt idx="33122">45.990000000000002</cx:pt>
          <cx:pt idx="33123">45.990000000000002</cx:pt>
          <cx:pt idx="33124">45.990000000000002</cx:pt>
          <cx:pt idx="33125">45.990000000000002</cx:pt>
          <cx:pt idx="33126">45.990000000000002</cx:pt>
          <cx:pt idx="33127">45.990000000000002</cx:pt>
          <cx:pt idx="33128">45.990000000000002</cx:pt>
          <cx:pt idx="33129">45.990000000000002</cx:pt>
          <cx:pt idx="33130">45.990000000000002</cx:pt>
          <cx:pt idx="33131">45.990000000000002</cx:pt>
          <cx:pt idx="33132">45.990000000000002</cx:pt>
          <cx:pt idx="33133">45.990000000000002</cx:pt>
          <cx:pt idx="33134">45.990000000000002</cx:pt>
          <cx:pt idx="33135">45.990000000000002</cx:pt>
          <cx:pt idx="33136">45.990000000000002</cx:pt>
          <cx:pt idx="33137">45.990000000000002</cx:pt>
          <cx:pt idx="33138">45.990000000000002</cx:pt>
          <cx:pt idx="33139">45.990000000000002</cx:pt>
          <cx:pt idx="33140">45.990000000000002</cx:pt>
          <cx:pt idx="33141">45.990000000000002</cx:pt>
          <cx:pt idx="33142">45.990000000000002</cx:pt>
          <cx:pt idx="33143">45.990000000000002</cx:pt>
          <cx:pt idx="33144">45.990000000000002</cx:pt>
          <cx:pt idx="33145">45.990000000000002</cx:pt>
          <cx:pt idx="33146">45.990000000000002</cx:pt>
          <cx:pt idx="33147">45.990000000000002</cx:pt>
          <cx:pt idx="33148">45.990000000000002</cx:pt>
          <cx:pt idx="33149">45.990000000000002</cx:pt>
          <cx:pt idx="33150">45.990000000000002</cx:pt>
          <cx:pt idx="33151">45.990000000000002</cx:pt>
          <cx:pt idx="33152">45.990000000000002</cx:pt>
          <cx:pt idx="33153">45.990000000000002</cx:pt>
          <cx:pt idx="33154">45.990000000000002</cx:pt>
          <cx:pt idx="33155">45.990000000000002</cx:pt>
          <cx:pt idx="33156">45.990000000000002</cx:pt>
          <cx:pt idx="33157">45.990000000000002</cx:pt>
          <cx:pt idx="33158">45.990000000000002</cx:pt>
          <cx:pt idx="33159">45.990000000000002</cx:pt>
          <cx:pt idx="33160">45.990000000000002</cx:pt>
          <cx:pt idx="33161">45.990000000000002</cx:pt>
          <cx:pt idx="33162">45.990000000000002</cx:pt>
          <cx:pt idx="33163">45.990000000000002</cx:pt>
          <cx:pt idx="33164">45.990000000000002</cx:pt>
          <cx:pt idx="33165">45.990000000000002</cx:pt>
          <cx:pt idx="33166">45.990000000000002</cx:pt>
          <cx:pt idx="33167">45.990000000000002</cx:pt>
          <cx:pt idx="33168">45.990000000000002</cx:pt>
          <cx:pt idx="33169">45.990000000000002</cx:pt>
          <cx:pt idx="33170">45.990000000000002</cx:pt>
          <cx:pt idx="33171">45.990000000000002</cx:pt>
          <cx:pt idx="33172">45.990000000000002</cx:pt>
          <cx:pt idx="33173">45.990000000000002</cx:pt>
          <cx:pt idx="33174">45.990000000000002</cx:pt>
          <cx:pt idx="33175">45.990000000000002</cx:pt>
          <cx:pt idx="33176">45.990000000000002</cx:pt>
          <cx:pt idx="33177">45.990000000000002</cx:pt>
          <cx:pt idx="33178">45.990000000000002</cx:pt>
          <cx:pt idx="33179">45.990000000000002</cx:pt>
          <cx:pt idx="33180">45.990000000000002</cx:pt>
          <cx:pt idx="33181">45.990000000000002</cx:pt>
          <cx:pt idx="33182">45.990000000000002</cx:pt>
          <cx:pt idx="33183">45.990000000000002</cx:pt>
          <cx:pt idx="33184">45.990000000000002</cx:pt>
          <cx:pt idx="33185">45.990000000000002</cx:pt>
          <cx:pt idx="33186">45.990000000000002</cx:pt>
          <cx:pt idx="33187">45.990000000000002</cx:pt>
          <cx:pt idx="33188">45.990000000000002</cx:pt>
          <cx:pt idx="33189">45.990000000000002</cx:pt>
          <cx:pt idx="33190">45.990000000000002</cx:pt>
          <cx:pt idx="33191">45.990000000000002</cx:pt>
          <cx:pt idx="33192">45.990000000000002</cx:pt>
          <cx:pt idx="33193">45.990000000000002</cx:pt>
          <cx:pt idx="33194">45.990000000000002</cx:pt>
          <cx:pt idx="33195">45.990000000000002</cx:pt>
          <cx:pt idx="33196">45.990000000000002</cx:pt>
          <cx:pt idx="33197">45.990000000000002</cx:pt>
          <cx:pt idx="33198">45.990000000000002</cx:pt>
          <cx:pt idx="33199">45.990000000000002</cx:pt>
          <cx:pt idx="33200">45.990000000000002</cx:pt>
          <cx:pt idx="33201">45.990000000000002</cx:pt>
          <cx:pt idx="33202">45.990000000000002</cx:pt>
          <cx:pt idx="33203">45.990000000000002</cx:pt>
          <cx:pt idx="33204">45.990000000000002</cx:pt>
          <cx:pt idx="33205">45.990000000000002</cx:pt>
          <cx:pt idx="33206">45.990000000000002</cx:pt>
          <cx:pt idx="33207">45.990000000000002</cx:pt>
          <cx:pt idx="33208">45.990000000000002</cx:pt>
          <cx:pt idx="33209">45.990000000000002</cx:pt>
          <cx:pt idx="33210">45.990000000000002</cx:pt>
          <cx:pt idx="33211">45.990000000000002</cx:pt>
          <cx:pt idx="33212">45.990000000000002</cx:pt>
          <cx:pt idx="33213">45.990000000000002</cx:pt>
          <cx:pt idx="33214">45.990000000000002</cx:pt>
          <cx:pt idx="33215">45.990000000000002</cx:pt>
          <cx:pt idx="33216">45.990000000000002</cx:pt>
          <cx:pt idx="33217">45.990000000000002</cx:pt>
          <cx:pt idx="33218">45.990000000000002</cx:pt>
          <cx:pt idx="33219">45.990000000000002</cx:pt>
          <cx:pt idx="33220">45.990000000000002</cx:pt>
          <cx:pt idx="33221">45.990000000000002</cx:pt>
          <cx:pt idx="33222">45.990000000000002</cx:pt>
          <cx:pt idx="33223">45.990000000000002</cx:pt>
          <cx:pt idx="33224">45.990000000000002</cx:pt>
          <cx:pt idx="33225">45.990000000000002</cx:pt>
          <cx:pt idx="33226">45.990000000000002</cx:pt>
          <cx:pt idx="33227">45.990000000000002</cx:pt>
          <cx:pt idx="33228">45.990000000000002</cx:pt>
          <cx:pt idx="33229">45.990000000000002</cx:pt>
          <cx:pt idx="33230">45.990000000000002</cx:pt>
          <cx:pt idx="33231">45.990000000000002</cx:pt>
          <cx:pt idx="33232">45.990000000000002</cx:pt>
          <cx:pt idx="33233">45.990000000000002</cx:pt>
          <cx:pt idx="33234">45.990000000000002</cx:pt>
          <cx:pt idx="33235">45.990000000000002</cx:pt>
          <cx:pt idx="33236">45.990000000000002</cx:pt>
          <cx:pt idx="33237">45.990000000000002</cx:pt>
          <cx:pt idx="33238">45.990000000000002</cx:pt>
          <cx:pt idx="33239">45.990000000000002</cx:pt>
          <cx:pt idx="33240">45.990000000000002</cx:pt>
          <cx:pt idx="33241">45.990000000000002</cx:pt>
          <cx:pt idx="33242">45.990000000000002</cx:pt>
          <cx:pt idx="33243">45.990000000000002</cx:pt>
          <cx:pt idx="33244">45.990000000000002</cx:pt>
          <cx:pt idx="33245">45.990000000000002</cx:pt>
          <cx:pt idx="33246">45.990000000000002</cx:pt>
          <cx:pt idx="33247">45.990000000000002</cx:pt>
          <cx:pt idx="33248">45.990000000000002</cx:pt>
          <cx:pt idx="33249">45.990000000000002</cx:pt>
          <cx:pt idx="33250">45.990000000000002</cx:pt>
          <cx:pt idx="33251">45.990000000000002</cx:pt>
          <cx:pt idx="33252">45.990000000000002</cx:pt>
          <cx:pt idx="33253">45.990000000000002</cx:pt>
          <cx:pt idx="33254">45.990000000000002</cx:pt>
          <cx:pt idx="33255">45.990000000000002</cx:pt>
          <cx:pt idx="33256">45.990000000000002</cx:pt>
          <cx:pt idx="33257">45.990000000000002</cx:pt>
          <cx:pt idx="33258">45.990000000000002</cx:pt>
          <cx:pt idx="33259">45.990000000000002</cx:pt>
          <cx:pt idx="33260">45.990000000000002</cx:pt>
          <cx:pt idx="33261">45.990000000000002</cx:pt>
          <cx:pt idx="33262">45.990000000000002</cx:pt>
          <cx:pt idx="33263">45.990000000000002</cx:pt>
          <cx:pt idx="33264">45.990000000000002</cx:pt>
          <cx:pt idx="33265">45.990000000000002</cx:pt>
          <cx:pt idx="33266">45.990000000000002</cx:pt>
          <cx:pt idx="33267">45.990000000000002</cx:pt>
          <cx:pt idx="33268">45.990000000000002</cx:pt>
          <cx:pt idx="33269">45.990000000000002</cx:pt>
          <cx:pt idx="33270">45.990000000000002</cx:pt>
          <cx:pt idx="33271">45.990000000000002</cx:pt>
          <cx:pt idx="33272">45.990000000000002</cx:pt>
          <cx:pt idx="33273">45.990000000000002</cx:pt>
          <cx:pt idx="33274">45.990000000000002</cx:pt>
          <cx:pt idx="33275">45.990000000000002</cx:pt>
          <cx:pt idx="33276">45.990000000000002</cx:pt>
          <cx:pt idx="33277">45.990000000000002</cx:pt>
          <cx:pt idx="33278">45.990000000000002</cx:pt>
          <cx:pt idx="33279">45.990000000000002</cx:pt>
          <cx:pt idx="33280">45.990000000000002</cx:pt>
          <cx:pt idx="33281">45.990000000000002</cx:pt>
          <cx:pt idx="33282">45.990000000000002</cx:pt>
          <cx:pt idx="33283">45.990000000000002</cx:pt>
          <cx:pt idx="33284">45.990000000000002</cx:pt>
          <cx:pt idx="33285">45.990000000000002</cx:pt>
          <cx:pt idx="33286">45.990000000000002</cx:pt>
          <cx:pt idx="33287">45.990000000000002</cx:pt>
          <cx:pt idx="33288">45.990000000000002</cx:pt>
          <cx:pt idx="33289">45.990000000000002</cx:pt>
          <cx:pt idx="33290">45.990000000000002</cx:pt>
          <cx:pt idx="33291">45.990000000000002</cx:pt>
          <cx:pt idx="33292">45.990000000000002</cx:pt>
          <cx:pt idx="33293">45.990000000000002</cx:pt>
          <cx:pt idx="33294">45.990000000000002</cx:pt>
          <cx:pt idx="33295">45.990000000000002</cx:pt>
          <cx:pt idx="33296">45.990000000000002</cx:pt>
          <cx:pt idx="33297">45.990000000000002</cx:pt>
          <cx:pt idx="33298">45.990000000000002</cx:pt>
          <cx:pt idx="33299">45.990000000000002</cx:pt>
          <cx:pt idx="33300">45.990000000000002</cx:pt>
          <cx:pt idx="33301">45.990000000000002</cx:pt>
          <cx:pt idx="33302">45.990000000000002</cx:pt>
          <cx:pt idx="33303">45.990000000000002</cx:pt>
          <cx:pt idx="33304">45.990000000000002</cx:pt>
          <cx:pt idx="33305">45.990000000000002</cx:pt>
          <cx:pt idx="33306">45.990000000000002</cx:pt>
          <cx:pt idx="33307">45.990000000000002</cx:pt>
          <cx:pt idx="33308">45.990000000000002</cx:pt>
          <cx:pt idx="33309">45.990000000000002</cx:pt>
          <cx:pt idx="33310">45.990000000000002</cx:pt>
          <cx:pt idx="33311">45.990000000000002</cx:pt>
          <cx:pt idx="33312">45.990000000000002</cx:pt>
          <cx:pt idx="33313">45.990000000000002</cx:pt>
          <cx:pt idx="33314">45.990000000000002</cx:pt>
          <cx:pt idx="33315">45.990000000000002</cx:pt>
          <cx:pt idx="33316">45.990000000000002</cx:pt>
          <cx:pt idx="33317">45.990000000000002</cx:pt>
          <cx:pt idx="33318">45.990000000000002</cx:pt>
          <cx:pt idx="33319">45.990000000000002</cx:pt>
          <cx:pt idx="33320">45.990000000000002</cx:pt>
          <cx:pt idx="33321">45.990000000000002</cx:pt>
          <cx:pt idx="33322">45.990000000000002</cx:pt>
          <cx:pt idx="33323">45.990000000000002</cx:pt>
          <cx:pt idx="33324">45.990000000000002</cx:pt>
          <cx:pt idx="33325">45.990000000000002</cx:pt>
          <cx:pt idx="33326">45.990000000000002</cx:pt>
          <cx:pt idx="33327">45.990000000000002</cx:pt>
          <cx:pt idx="33328">45.990000000000002</cx:pt>
          <cx:pt idx="33329">45.990000000000002</cx:pt>
          <cx:pt idx="33330">45.990000000000002</cx:pt>
          <cx:pt idx="33331">45.990000000000002</cx:pt>
          <cx:pt idx="33332">45.990000000000002</cx:pt>
          <cx:pt idx="33333">45.990000000000002</cx:pt>
          <cx:pt idx="33334">45.990000000000002</cx:pt>
          <cx:pt idx="33335">45.990000000000002</cx:pt>
          <cx:pt idx="33336">45.990000000000002</cx:pt>
          <cx:pt idx="33337">45.990000000000002</cx:pt>
          <cx:pt idx="33338">45.990000000000002</cx:pt>
          <cx:pt idx="33339">45.990000000000002</cx:pt>
          <cx:pt idx="33340">45.990000000000002</cx:pt>
          <cx:pt idx="33341">45.990000000000002</cx:pt>
          <cx:pt idx="33342">45.990000000000002</cx:pt>
          <cx:pt idx="33343">45.990000000000002</cx:pt>
          <cx:pt idx="33344">45.990000000000002</cx:pt>
          <cx:pt idx="33345">45.990000000000002</cx:pt>
          <cx:pt idx="33346">45.990000000000002</cx:pt>
          <cx:pt idx="33347">45.990000000000002</cx:pt>
          <cx:pt idx="33348">45.990000000000002</cx:pt>
          <cx:pt idx="33349">45.990000000000002</cx:pt>
          <cx:pt idx="33350">45.990000000000002</cx:pt>
          <cx:pt idx="33351">45.990000000000002</cx:pt>
          <cx:pt idx="33352">45.990000000000002</cx:pt>
          <cx:pt idx="33353">45.990000000000002</cx:pt>
          <cx:pt idx="33354">45.990000000000002</cx:pt>
          <cx:pt idx="33355">45.990000000000002</cx:pt>
          <cx:pt idx="33356">45.990000000000002</cx:pt>
          <cx:pt idx="33357">45.990000000000002</cx:pt>
          <cx:pt idx="33358">45.990000000000002</cx:pt>
          <cx:pt idx="33359">45.990000000000002</cx:pt>
          <cx:pt idx="33360">45.990000000000002</cx:pt>
          <cx:pt idx="33361">45.990000000000002</cx:pt>
          <cx:pt idx="33362">45.990000000000002</cx:pt>
          <cx:pt idx="33363">45.990000000000002</cx:pt>
          <cx:pt idx="33364">45.990000000000002</cx:pt>
          <cx:pt idx="33365">45.990000000000002</cx:pt>
          <cx:pt idx="33366">45.990000000000002</cx:pt>
          <cx:pt idx="33367">45.990000000000002</cx:pt>
          <cx:pt idx="33368">45.990000000000002</cx:pt>
          <cx:pt idx="33369">45.990000000000002</cx:pt>
          <cx:pt idx="33370">45.990000000000002</cx:pt>
          <cx:pt idx="33371">45.990000000000002</cx:pt>
          <cx:pt idx="33372">45.990000000000002</cx:pt>
          <cx:pt idx="33373">45.990000000000002</cx:pt>
          <cx:pt idx="33374">45.990000000000002</cx:pt>
          <cx:pt idx="33375">45.990000000000002</cx:pt>
          <cx:pt idx="33376">45.990000000000002</cx:pt>
          <cx:pt idx="33377">45.990000000000002</cx:pt>
          <cx:pt idx="33378">45.990000000000002</cx:pt>
          <cx:pt idx="33379">45.990000000000002</cx:pt>
          <cx:pt idx="33380">45.990000000000002</cx:pt>
          <cx:pt idx="33381">45.990000000000002</cx:pt>
          <cx:pt idx="33382">45.990000000000002</cx:pt>
          <cx:pt idx="33383">45.990000000000002</cx:pt>
          <cx:pt idx="33384">45.990000000000002</cx:pt>
          <cx:pt idx="33385">45.990000000000002</cx:pt>
          <cx:pt idx="33386">45.990000000000002</cx:pt>
          <cx:pt idx="33387">45.990000000000002</cx:pt>
          <cx:pt idx="33388">45.990000000000002</cx:pt>
          <cx:pt idx="33389">45.990000000000002</cx:pt>
          <cx:pt idx="33390">45.990000000000002</cx:pt>
          <cx:pt idx="33391">45.990000000000002</cx:pt>
          <cx:pt idx="33392">45.990000000000002</cx:pt>
          <cx:pt idx="33393">45.990000000000002</cx:pt>
          <cx:pt idx="33394">45.990000000000002</cx:pt>
          <cx:pt idx="33395">45.990000000000002</cx:pt>
          <cx:pt idx="33396">45.990000000000002</cx:pt>
          <cx:pt idx="33397">45.990000000000002</cx:pt>
          <cx:pt idx="33398">45.990000000000002</cx:pt>
          <cx:pt idx="33399">45.990000000000002</cx:pt>
          <cx:pt idx="33400">45.990000000000002</cx:pt>
          <cx:pt idx="33401">45.990000000000002</cx:pt>
          <cx:pt idx="33402">45.990000000000002</cx:pt>
          <cx:pt idx="33403">45.990000000000002</cx:pt>
          <cx:pt idx="33404">45.990000000000002</cx:pt>
          <cx:pt idx="33405">45.990000000000002</cx:pt>
          <cx:pt idx="33406">45.990000000000002</cx:pt>
          <cx:pt idx="33407">45.990000000000002</cx:pt>
          <cx:pt idx="33408">45.990000000000002</cx:pt>
          <cx:pt idx="33409">45.990000000000002</cx:pt>
          <cx:pt idx="33410">45.990000000000002</cx:pt>
          <cx:pt idx="33411">45.990000000000002</cx:pt>
          <cx:pt idx="33412">45.990000000000002</cx:pt>
          <cx:pt idx="33413">45.990000000000002</cx:pt>
          <cx:pt idx="33414">45.990000000000002</cx:pt>
          <cx:pt idx="33415">45.990000000000002</cx:pt>
          <cx:pt idx="33416">45.990000000000002</cx:pt>
          <cx:pt idx="33417">45.990000000000002</cx:pt>
          <cx:pt idx="33418">45.990000000000002</cx:pt>
          <cx:pt idx="33419">45.990000000000002</cx:pt>
          <cx:pt idx="33420">45.990000000000002</cx:pt>
          <cx:pt idx="33421">45.990000000000002</cx:pt>
          <cx:pt idx="33422">45.990000000000002</cx:pt>
          <cx:pt idx="33423">45.990000000000002</cx:pt>
          <cx:pt idx="33424">45.990000000000002</cx:pt>
          <cx:pt idx="33425">45.990000000000002</cx:pt>
          <cx:pt idx="33426">45.990000000000002</cx:pt>
          <cx:pt idx="33427">45.990000000000002</cx:pt>
          <cx:pt idx="33428">45.990000000000002</cx:pt>
          <cx:pt idx="33429">45.990000000000002</cx:pt>
          <cx:pt idx="33430">45.990000000000002</cx:pt>
          <cx:pt idx="33431">45.990000000000002</cx:pt>
          <cx:pt idx="33432">45.990000000000002</cx:pt>
          <cx:pt idx="33433">45.990000000000002</cx:pt>
          <cx:pt idx="33434">45.990000000000002</cx:pt>
          <cx:pt idx="33435">45.990000000000002</cx:pt>
          <cx:pt idx="33436">45.990000000000002</cx:pt>
          <cx:pt idx="33437">45.990000000000002</cx:pt>
          <cx:pt idx="33438">45.990000000000002</cx:pt>
          <cx:pt idx="33439">45.990000000000002</cx:pt>
          <cx:pt idx="33440">45.990000000000002</cx:pt>
          <cx:pt idx="33441">45.990000000000002</cx:pt>
          <cx:pt idx="33442">45.990000000000002</cx:pt>
          <cx:pt idx="33443">45.990000000000002</cx:pt>
          <cx:pt idx="33444">45.990000000000002</cx:pt>
          <cx:pt idx="33445">45.990000000000002</cx:pt>
          <cx:pt idx="33446">45.990000000000002</cx:pt>
          <cx:pt idx="33447">45.990000000000002</cx:pt>
          <cx:pt idx="33448">45.990000000000002</cx:pt>
          <cx:pt idx="33449">45.990000000000002</cx:pt>
          <cx:pt idx="33450">45.990000000000002</cx:pt>
          <cx:pt idx="33451">45.990000000000002</cx:pt>
          <cx:pt idx="33452">45.990000000000002</cx:pt>
          <cx:pt idx="33453">45.990000000000002</cx:pt>
          <cx:pt idx="33454">45.990000000000002</cx:pt>
          <cx:pt idx="33455">45.990000000000002</cx:pt>
          <cx:pt idx="33456">45.990000000000002</cx:pt>
          <cx:pt idx="33457">45.990000000000002</cx:pt>
          <cx:pt idx="33458">45.990000000000002</cx:pt>
          <cx:pt idx="33459">45.990000000000002</cx:pt>
          <cx:pt idx="33460">45.990000000000002</cx:pt>
          <cx:pt idx="33461">45.990000000000002</cx:pt>
          <cx:pt idx="33462">45.990000000000002</cx:pt>
          <cx:pt idx="33463">45.990000000000002</cx:pt>
          <cx:pt idx="33464">45.990000000000002</cx:pt>
          <cx:pt idx="33465">45.990000000000002</cx:pt>
          <cx:pt idx="33466">45.990000000000002</cx:pt>
          <cx:pt idx="33467">45.990000000000002</cx:pt>
          <cx:pt idx="33468">45.990000000000002</cx:pt>
          <cx:pt idx="33469">45.990000000000002</cx:pt>
          <cx:pt idx="33470">45.990000000000002</cx:pt>
          <cx:pt idx="33471">45.990000000000002</cx:pt>
          <cx:pt idx="33472">45.990000000000002</cx:pt>
          <cx:pt idx="33473">45.990000000000002</cx:pt>
          <cx:pt idx="33474">45.990000000000002</cx:pt>
          <cx:pt idx="33475">45.990000000000002</cx:pt>
          <cx:pt idx="33476">45.990000000000002</cx:pt>
          <cx:pt idx="33477">45.990000000000002</cx:pt>
          <cx:pt idx="33478">45.990000000000002</cx:pt>
          <cx:pt idx="33479">45.990000000000002</cx:pt>
          <cx:pt idx="33480">45.990000000000002</cx:pt>
          <cx:pt idx="33481">45.990000000000002</cx:pt>
          <cx:pt idx="33482">45.990000000000002</cx:pt>
          <cx:pt idx="33483">45.990000000000002</cx:pt>
          <cx:pt idx="33484">45.990000000000002</cx:pt>
          <cx:pt idx="33485">45.990000000000002</cx:pt>
          <cx:pt idx="33486">45.990000000000002</cx:pt>
          <cx:pt idx="33487">45.990000000000002</cx:pt>
          <cx:pt idx="33488">45.990000000000002</cx:pt>
          <cx:pt idx="33489">45.990000000000002</cx:pt>
          <cx:pt idx="33490">45.990000000000002</cx:pt>
          <cx:pt idx="33491">45.990000000000002</cx:pt>
          <cx:pt idx="33492">45.990000000000002</cx:pt>
          <cx:pt idx="33493">45.990000000000002</cx:pt>
          <cx:pt idx="33494">45.990000000000002</cx:pt>
          <cx:pt idx="33495">45.990000000000002</cx:pt>
          <cx:pt idx="33496">45.990000000000002</cx:pt>
          <cx:pt idx="33497">45.990000000000002</cx:pt>
          <cx:pt idx="33498">45.990000000000002</cx:pt>
          <cx:pt idx="33499">45.990000000000002</cx:pt>
          <cx:pt idx="33500">45.990000000000002</cx:pt>
          <cx:pt idx="33501">45.990000000000002</cx:pt>
          <cx:pt idx="33502">45.990000000000002</cx:pt>
          <cx:pt idx="33503">45.990000000000002</cx:pt>
          <cx:pt idx="33504">45.990000000000002</cx:pt>
          <cx:pt idx="33505">45.990000000000002</cx:pt>
          <cx:pt idx="33506">45.990000000000002</cx:pt>
          <cx:pt idx="33507">45.990000000000002</cx:pt>
          <cx:pt idx="33508">45.990000000000002</cx:pt>
          <cx:pt idx="33509">45.990000000000002</cx:pt>
          <cx:pt idx="33510">45.990000000000002</cx:pt>
          <cx:pt idx="33511">45.990000000000002</cx:pt>
          <cx:pt idx="33512">45.990000000000002</cx:pt>
          <cx:pt idx="33513">45.990000000000002</cx:pt>
          <cx:pt idx="33514">45.990000000000002</cx:pt>
          <cx:pt idx="33515">45.990000000000002</cx:pt>
          <cx:pt idx="33516">45.990000000000002</cx:pt>
          <cx:pt idx="33517">45.990000000000002</cx:pt>
          <cx:pt idx="33518">45.990000000000002</cx:pt>
          <cx:pt idx="33519">45.990000000000002</cx:pt>
          <cx:pt idx="33520">45.990000000000002</cx:pt>
          <cx:pt idx="33521">45.990000000000002</cx:pt>
          <cx:pt idx="33522">45.990000000000002</cx:pt>
          <cx:pt idx="33523">45.990000000000002</cx:pt>
          <cx:pt idx="33524">45.990000000000002</cx:pt>
          <cx:pt idx="33525">45.990000000000002</cx:pt>
          <cx:pt idx="33526">45.990000000000002</cx:pt>
          <cx:pt idx="33527">45.990000000000002</cx:pt>
          <cx:pt idx="33528">45.990000000000002</cx:pt>
          <cx:pt idx="33529">45.990000000000002</cx:pt>
          <cx:pt idx="33530">45.990000000000002</cx:pt>
          <cx:pt idx="33531">45.990000000000002</cx:pt>
          <cx:pt idx="33532">45.990000000000002</cx:pt>
          <cx:pt idx="33533">45.990000000000002</cx:pt>
          <cx:pt idx="33534">45.990000000000002</cx:pt>
          <cx:pt idx="33535">45.990000000000002</cx:pt>
          <cx:pt idx="33536">45.990000000000002</cx:pt>
          <cx:pt idx="33537">45.990000000000002</cx:pt>
          <cx:pt idx="33538">45.990000000000002</cx:pt>
          <cx:pt idx="33539">45.990000000000002</cx:pt>
          <cx:pt idx="33540">45.990000000000002</cx:pt>
          <cx:pt idx="33541">45.990000000000002</cx:pt>
          <cx:pt idx="33542">45.990000000000002</cx:pt>
          <cx:pt idx="33543">45.990000000000002</cx:pt>
          <cx:pt idx="33544">45.990000000000002</cx:pt>
          <cx:pt idx="33545">45.990000000000002</cx:pt>
          <cx:pt idx="33546">45.990000000000002</cx:pt>
          <cx:pt idx="33547">45.990000000000002</cx:pt>
          <cx:pt idx="33548">45.990000000000002</cx:pt>
          <cx:pt idx="33549">45.990000000000002</cx:pt>
          <cx:pt idx="33550">45.990000000000002</cx:pt>
          <cx:pt idx="33551">45.990000000000002</cx:pt>
          <cx:pt idx="33552">45.990000000000002</cx:pt>
          <cx:pt idx="33553">45.990000000000002</cx:pt>
          <cx:pt idx="33554">45.990000000000002</cx:pt>
          <cx:pt idx="33555">45.990000000000002</cx:pt>
          <cx:pt idx="33556">45.990000000000002</cx:pt>
          <cx:pt idx="33557">45.990000000000002</cx:pt>
          <cx:pt idx="33558">45.990000000000002</cx:pt>
          <cx:pt idx="33559">45.990000000000002</cx:pt>
          <cx:pt idx="33560">45.990000000000002</cx:pt>
          <cx:pt idx="33561">45.990000000000002</cx:pt>
          <cx:pt idx="33562">45.990000000000002</cx:pt>
          <cx:pt idx="33563">45.990000000000002</cx:pt>
          <cx:pt idx="33564">45.990000000000002</cx:pt>
          <cx:pt idx="33565">45.990000000000002</cx:pt>
          <cx:pt idx="33566">45.990000000000002</cx:pt>
          <cx:pt idx="33567">45.990000000000002</cx:pt>
          <cx:pt idx="33568">45.990000000000002</cx:pt>
          <cx:pt idx="33569">45.990000000000002</cx:pt>
          <cx:pt idx="33570">45.990000000000002</cx:pt>
          <cx:pt idx="33571">45.990000000000002</cx:pt>
          <cx:pt idx="33572">45.990000000000002</cx:pt>
          <cx:pt idx="33573">45.990000000000002</cx:pt>
          <cx:pt idx="33574">45.990000000000002</cx:pt>
          <cx:pt idx="33575">45.990000000000002</cx:pt>
          <cx:pt idx="33576">45.990000000000002</cx:pt>
          <cx:pt idx="33577">45.990000000000002</cx:pt>
          <cx:pt idx="33578">45.990000000000002</cx:pt>
          <cx:pt idx="33579">45.990000000000002</cx:pt>
          <cx:pt idx="33580">45.990000000000002</cx:pt>
          <cx:pt idx="33581">45.990000000000002</cx:pt>
          <cx:pt idx="33582">45.990000000000002</cx:pt>
          <cx:pt idx="33583">45.990000000000002</cx:pt>
          <cx:pt idx="33584">45.990000000000002</cx:pt>
          <cx:pt idx="33585">45.990000000000002</cx:pt>
          <cx:pt idx="33586">45.990000000000002</cx:pt>
          <cx:pt idx="33587">45.990000000000002</cx:pt>
          <cx:pt idx="33588">45.990000000000002</cx:pt>
          <cx:pt idx="33589">45.990000000000002</cx:pt>
          <cx:pt idx="33590">45.990000000000002</cx:pt>
          <cx:pt idx="33591">45.990000000000002</cx:pt>
          <cx:pt idx="33592">45.990000000000002</cx:pt>
          <cx:pt idx="33593">45.990000000000002</cx:pt>
          <cx:pt idx="33594">45.990000000000002</cx:pt>
          <cx:pt idx="33595">45.990000000000002</cx:pt>
          <cx:pt idx="33596">45.990000000000002</cx:pt>
          <cx:pt idx="33597">45.990000000000002</cx:pt>
          <cx:pt idx="33598">45.990000000000002</cx:pt>
          <cx:pt idx="33599">45.990000000000002</cx:pt>
          <cx:pt idx="33600">45.990000000000002</cx:pt>
          <cx:pt idx="33601">45.990000000000002</cx:pt>
          <cx:pt idx="33602">45.990000000000002</cx:pt>
          <cx:pt idx="33603">45.990000000000002</cx:pt>
          <cx:pt idx="33604">45.990000000000002</cx:pt>
          <cx:pt idx="33605">45.990000000000002</cx:pt>
          <cx:pt idx="33606">45.990000000000002</cx:pt>
          <cx:pt idx="33607">45.990000000000002</cx:pt>
          <cx:pt idx="33608">45.990000000000002</cx:pt>
          <cx:pt idx="33609">45.990000000000002</cx:pt>
          <cx:pt idx="33610">45.990000000000002</cx:pt>
          <cx:pt idx="33611">45.990000000000002</cx:pt>
          <cx:pt idx="33612">45.990000000000002</cx:pt>
          <cx:pt idx="33613">45.990000000000002</cx:pt>
          <cx:pt idx="33614">45.990000000000002</cx:pt>
          <cx:pt idx="33615">45.990000000000002</cx:pt>
          <cx:pt idx="33616">45.990000000000002</cx:pt>
          <cx:pt idx="33617">45.990000000000002</cx:pt>
          <cx:pt idx="33618">45.990000000000002</cx:pt>
          <cx:pt idx="33619">45.990000000000002</cx:pt>
          <cx:pt idx="33620">45.990000000000002</cx:pt>
          <cx:pt idx="33621">45.990000000000002</cx:pt>
          <cx:pt idx="33622">45.990000000000002</cx:pt>
          <cx:pt idx="33623">45.990000000000002</cx:pt>
          <cx:pt idx="33624">45.990000000000002</cx:pt>
          <cx:pt idx="33625">45.990000000000002</cx:pt>
          <cx:pt idx="33626">45.990000000000002</cx:pt>
          <cx:pt idx="33627">45.990000000000002</cx:pt>
          <cx:pt idx="33628">45.990000000000002</cx:pt>
          <cx:pt idx="33629">45.990000000000002</cx:pt>
          <cx:pt idx="33630">45.990000000000002</cx:pt>
          <cx:pt idx="33631">45.990000000000002</cx:pt>
          <cx:pt idx="33632">45.990000000000002</cx:pt>
          <cx:pt idx="33633">45.990000000000002</cx:pt>
          <cx:pt idx="33634">45.990000000000002</cx:pt>
          <cx:pt idx="33635">45.990000000000002</cx:pt>
          <cx:pt idx="33636">45.990000000000002</cx:pt>
          <cx:pt idx="33637">45.990000000000002</cx:pt>
          <cx:pt idx="33638">45.990000000000002</cx:pt>
          <cx:pt idx="33639">45.990000000000002</cx:pt>
          <cx:pt idx="33640">45.990000000000002</cx:pt>
          <cx:pt idx="33641">45.990000000000002</cx:pt>
          <cx:pt idx="33642">45.990000000000002</cx:pt>
          <cx:pt idx="33643">45.990000000000002</cx:pt>
          <cx:pt idx="33644">45.990000000000002</cx:pt>
          <cx:pt idx="33645">45.990000000000002</cx:pt>
          <cx:pt idx="33646">45.990000000000002</cx:pt>
          <cx:pt idx="33647">45.990000000000002</cx:pt>
          <cx:pt idx="33648">45.990000000000002</cx:pt>
          <cx:pt idx="33649">45.990000000000002</cx:pt>
          <cx:pt idx="33650">45.990000000000002</cx:pt>
          <cx:pt idx="33651">45.990000000000002</cx:pt>
          <cx:pt idx="33652">45.990000000000002</cx:pt>
          <cx:pt idx="33653">45.990000000000002</cx:pt>
          <cx:pt idx="33654">45.990000000000002</cx:pt>
          <cx:pt idx="33655">45.990000000000002</cx:pt>
          <cx:pt idx="33656">45.990000000000002</cx:pt>
          <cx:pt idx="33657">45.990000000000002</cx:pt>
          <cx:pt idx="33658">45.990000000000002</cx:pt>
          <cx:pt idx="33659">45.990000000000002</cx:pt>
          <cx:pt idx="33660">45.990000000000002</cx:pt>
          <cx:pt idx="33661">45.990000000000002</cx:pt>
          <cx:pt idx="33662">45.990000000000002</cx:pt>
          <cx:pt idx="33663">45.990000000000002</cx:pt>
          <cx:pt idx="33664">45.990000000000002</cx:pt>
          <cx:pt idx="33665">45.990000000000002</cx:pt>
          <cx:pt idx="33666">45.990000000000002</cx:pt>
          <cx:pt idx="33667">45.990000000000002</cx:pt>
          <cx:pt idx="33668">45.990000000000002</cx:pt>
          <cx:pt idx="33669">45.990000000000002</cx:pt>
          <cx:pt idx="33670">45.990000000000002</cx:pt>
          <cx:pt idx="33671">45.990000000000002</cx:pt>
          <cx:pt idx="33672">45.990000000000002</cx:pt>
          <cx:pt idx="33673">45.990000000000002</cx:pt>
          <cx:pt idx="33674">45.990000000000002</cx:pt>
          <cx:pt idx="33675">45.990000000000002</cx:pt>
          <cx:pt idx="33676">45.990000000000002</cx:pt>
          <cx:pt idx="33677">45.990000000000002</cx:pt>
          <cx:pt idx="33678">45.990000000000002</cx:pt>
          <cx:pt idx="33679">45.990000000000002</cx:pt>
          <cx:pt idx="33680">45.990000000000002</cx:pt>
          <cx:pt idx="33681">45.990000000000002</cx:pt>
          <cx:pt idx="33682">45.990000000000002</cx:pt>
          <cx:pt idx="33683">45.990000000000002</cx:pt>
          <cx:pt idx="33684">45.990000000000002</cx:pt>
          <cx:pt idx="33685">45.990000000000002</cx:pt>
          <cx:pt idx="33686">45.990000000000002</cx:pt>
          <cx:pt idx="33687">45.990000000000002</cx:pt>
          <cx:pt idx="33688">45.990000000000002</cx:pt>
          <cx:pt idx="33689">45.990000000000002</cx:pt>
          <cx:pt idx="33690">45.990000000000002</cx:pt>
          <cx:pt idx="33691">45.990000000000002</cx:pt>
          <cx:pt idx="33692">45.990000000000002</cx:pt>
          <cx:pt idx="33693">45.990000000000002</cx:pt>
          <cx:pt idx="33694">45.990000000000002</cx:pt>
          <cx:pt idx="33695">45.990000000000002</cx:pt>
          <cx:pt idx="33696">45.990000000000002</cx:pt>
          <cx:pt idx="33697">45.990000000000002</cx:pt>
          <cx:pt idx="33698">45.990000000000002</cx:pt>
          <cx:pt idx="33699">45.990000000000002</cx:pt>
          <cx:pt idx="33700">45.990000000000002</cx:pt>
          <cx:pt idx="33701">45.990000000000002</cx:pt>
          <cx:pt idx="33702">45.990000000000002</cx:pt>
          <cx:pt idx="33703">45.990000000000002</cx:pt>
          <cx:pt idx="33704">45.990000000000002</cx:pt>
          <cx:pt idx="33705">45.990000000000002</cx:pt>
          <cx:pt idx="33706">45.990000000000002</cx:pt>
          <cx:pt idx="33707">45.990000000000002</cx:pt>
          <cx:pt idx="33708">45.990000000000002</cx:pt>
          <cx:pt idx="33709">45.990000000000002</cx:pt>
          <cx:pt idx="33710">45.990000000000002</cx:pt>
          <cx:pt idx="33711">45.990000000000002</cx:pt>
          <cx:pt idx="33712">45.990000000000002</cx:pt>
          <cx:pt idx="33713">45.990000000000002</cx:pt>
          <cx:pt idx="33714">45.990000000000002</cx:pt>
          <cx:pt idx="33715">45.990000000000002</cx:pt>
          <cx:pt idx="33716">45.990000000000002</cx:pt>
          <cx:pt idx="33717">45.990000000000002</cx:pt>
          <cx:pt idx="33718">45.990000000000002</cx:pt>
          <cx:pt idx="33719">45.990000000000002</cx:pt>
          <cx:pt idx="33720">45.990000000000002</cx:pt>
          <cx:pt idx="33721">45.990000000000002</cx:pt>
          <cx:pt idx="33722">45.990000000000002</cx:pt>
          <cx:pt idx="33723">45.990000000000002</cx:pt>
          <cx:pt idx="33724">45.990000000000002</cx:pt>
          <cx:pt idx="33725">45.990000000000002</cx:pt>
          <cx:pt idx="33726">45.990000000000002</cx:pt>
          <cx:pt idx="33727">45.990000000000002</cx:pt>
          <cx:pt idx="33728">45.990000000000002</cx:pt>
          <cx:pt idx="33729">45.990000000000002</cx:pt>
          <cx:pt idx="33730">45.990000000000002</cx:pt>
          <cx:pt idx="33731">45.990000000000002</cx:pt>
          <cx:pt idx="33732">45.990000000000002</cx:pt>
          <cx:pt idx="33733">45.990000000000002</cx:pt>
          <cx:pt idx="33734">45.990000000000002</cx:pt>
          <cx:pt idx="33735">45.990000000000002</cx:pt>
          <cx:pt idx="33736">45.990000000000002</cx:pt>
          <cx:pt idx="33737">45.990000000000002</cx:pt>
          <cx:pt idx="33738">45.990000000000002</cx:pt>
          <cx:pt idx="33739">45.990000000000002</cx:pt>
          <cx:pt idx="33740">45.990000000000002</cx:pt>
          <cx:pt idx="33741">45.990000000000002</cx:pt>
          <cx:pt idx="33742">45.990000000000002</cx:pt>
          <cx:pt idx="33743">45.990000000000002</cx:pt>
          <cx:pt idx="33744">45.990000000000002</cx:pt>
          <cx:pt idx="33745">45.990000000000002</cx:pt>
          <cx:pt idx="33746">45.990000000000002</cx:pt>
          <cx:pt idx="33747">45.990000000000002</cx:pt>
          <cx:pt idx="33748">45.990000000000002</cx:pt>
          <cx:pt idx="33749">45.990000000000002</cx:pt>
          <cx:pt idx="33750">45.990000000000002</cx:pt>
          <cx:pt idx="33751">45.990000000000002</cx:pt>
          <cx:pt idx="33752">45.990000000000002</cx:pt>
          <cx:pt idx="33753">45.990000000000002</cx:pt>
          <cx:pt idx="33754">45.990000000000002</cx:pt>
          <cx:pt idx="33755">45.990000000000002</cx:pt>
          <cx:pt idx="33756">45.990000000000002</cx:pt>
          <cx:pt idx="33757">45.990000000000002</cx:pt>
          <cx:pt idx="33758">45.990000000000002</cx:pt>
          <cx:pt idx="33759">45.990000000000002</cx:pt>
          <cx:pt idx="33760">45.990000000000002</cx:pt>
          <cx:pt idx="33761">45.990000000000002</cx:pt>
          <cx:pt idx="33762">45.990000000000002</cx:pt>
          <cx:pt idx="33763">45.990000000000002</cx:pt>
          <cx:pt idx="33764">45.990000000000002</cx:pt>
          <cx:pt idx="33765">45.990000000000002</cx:pt>
          <cx:pt idx="33766">45.990000000000002</cx:pt>
          <cx:pt idx="33767">45.990000000000002</cx:pt>
          <cx:pt idx="33768">45.990000000000002</cx:pt>
          <cx:pt idx="33769">45.990000000000002</cx:pt>
          <cx:pt idx="33770">45.990000000000002</cx:pt>
          <cx:pt idx="33771">45.990000000000002</cx:pt>
          <cx:pt idx="33772">45.990000000000002</cx:pt>
          <cx:pt idx="33773">45.990000000000002</cx:pt>
          <cx:pt idx="33774">45.990000000000002</cx:pt>
          <cx:pt idx="33775">45.990000000000002</cx:pt>
          <cx:pt idx="33776">45.990000000000002</cx:pt>
          <cx:pt idx="33777">45.990000000000002</cx:pt>
          <cx:pt idx="33778">45.990000000000002</cx:pt>
          <cx:pt idx="33779">45.990000000000002</cx:pt>
          <cx:pt idx="33780">45.990000000000002</cx:pt>
          <cx:pt idx="33781">45.990000000000002</cx:pt>
          <cx:pt idx="33782">45.990000000000002</cx:pt>
          <cx:pt idx="33783">45.990000000000002</cx:pt>
          <cx:pt idx="33784">45.990000000000002</cx:pt>
          <cx:pt idx="33785">45.990000000000002</cx:pt>
          <cx:pt idx="33786">45.990000000000002</cx:pt>
          <cx:pt idx="33787">45.990000000000002</cx:pt>
          <cx:pt idx="33788">45.990000000000002</cx:pt>
          <cx:pt idx="33789">45.990000000000002</cx:pt>
          <cx:pt idx="33790">45.990000000000002</cx:pt>
          <cx:pt idx="33791">45.990000000000002</cx:pt>
          <cx:pt idx="33792">45.990000000000002</cx:pt>
          <cx:pt idx="33793">45.990000000000002</cx:pt>
          <cx:pt idx="33794">45.990000000000002</cx:pt>
          <cx:pt idx="33795">45.990000000000002</cx:pt>
          <cx:pt idx="33796">45.990000000000002</cx:pt>
          <cx:pt idx="33797">45.990000000000002</cx:pt>
          <cx:pt idx="33798">45.990000000000002</cx:pt>
          <cx:pt idx="33799">45.990000000000002</cx:pt>
          <cx:pt idx="33800">45.990000000000002</cx:pt>
          <cx:pt idx="33801">45.990000000000002</cx:pt>
          <cx:pt idx="33802">45.990000000000002</cx:pt>
          <cx:pt idx="33803">45.990000000000002</cx:pt>
          <cx:pt idx="33804">45.990000000000002</cx:pt>
          <cx:pt idx="33805">45.990000000000002</cx:pt>
          <cx:pt idx="33806">45.990000000000002</cx:pt>
          <cx:pt idx="33807">45.990000000000002</cx:pt>
          <cx:pt idx="33808">45.990000000000002</cx:pt>
          <cx:pt idx="33809">45.990000000000002</cx:pt>
          <cx:pt idx="33810">45.990000000000002</cx:pt>
          <cx:pt idx="33811">45.990000000000002</cx:pt>
          <cx:pt idx="33812">45.990000000000002</cx:pt>
          <cx:pt idx="33813">45.990000000000002</cx:pt>
          <cx:pt idx="33814">45.990000000000002</cx:pt>
          <cx:pt idx="33815">45.990000000000002</cx:pt>
          <cx:pt idx="33816">45.990000000000002</cx:pt>
          <cx:pt idx="33817">45.990000000000002</cx:pt>
          <cx:pt idx="33818">45.990000000000002</cx:pt>
          <cx:pt idx="33819">45.990000000000002</cx:pt>
          <cx:pt idx="33820">45.990000000000002</cx:pt>
          <cx:pt idx="33821">45.990000000000002</cx:pt>
          <cx:pt idx="33822">45.990000000000002</cx:pt>
          <cx:pt idx="33823">45.990000000000002</cx:pt>
          <cx:pt idx="33824">45.990000000000002</cx:pt>
          <cx:pt idx="33825">45.990000000000002</cx:pt>
          <cx:pt idx="33826">45.990000000000002</cx:pt>
          <cx:pt idx="33827">45.990000000000002</cx:pt>
          <cx:pt idx="33828">45.990000000000002</cx:pt>
          <cx:pt idx="33829">45.990000000000002</cx:pt>
          <cx:pt idx="33830">45.990000000000002</cx:pt>
          <cx:pt idx="33831">45.990000000000002</cx:pt>
          <cx:pt idx="33832">45.990000000000002</cx:pt>
          <cx:pt idx="33833">45.990000000000002</cx:pt>
          <cx:pt idx="33834">45.990000000000002</cx:pt>
          <cx:pt idx="33835">45.990000000000002</cx:pt>
          <cx:pt idx="33836">45.990000000000002</cx:pt>
          <cx:pt idx="33837">45.990000000000002</cx:pt>
          <cx:pt idx="33838">45.990000000000002</cx:pt>
          <cx:pt idx="33839">45.990000000000002</cx:pt>
          <cx:pt idx="33840">45.990000000000002</cx:pt>
          <cx:pt idx="33841">45.990000000000002</cx:pt>
          <cx:pt idx="33842">45.990000000000002</cx:pt>
          <cx:pt idx="33843">45.990000000000002</cx:pt>
          <cx:pt idx="33844">45.990000000000002</cx:pt>
          <cx:pt idx="33845">45.990000000000002</cx:pt>
          <cx:pt idx="33846">45.990000000000002</cx:pt>
          <cx:pt idx="33847">45.990000000000002</cx:pt>
          <cx:pt idx="33848">45.990000000000002</cx:pt>
          <cx:pt idx="33849">45.990000000000002</cx:pt>
          <cx:pt idx="33850">45.990000000000002</cx:pt>
          <cx:pt idx="33851">45.990000000000002</cx:pt>
          <cx:pt idx="33852">45.990000000000002</cx:pt>
          <cx:pt idx="33853">45.990000000000002</cx:pt>
          <cx:pt idx="33854">45.990000000000002</cx:pt>
          <cx:pt idx="33855">45.990000000000002</cx:pt>
          <cx:pt idx="33856">45.990000000000002</cx:pt>
          <cx:pt idx="33857">45.990000000000002</cx:pt>
          <cx:pt idx="33858">45.990000000000002</cx:pt>
          <cx:pt idx="33859">45.990000000000002</cx:pt>
          <cx:pt idx="33860">45.990000000000002</cx:pt>
          <cx:pt idx="33861">45.990000000000002</cx:pt>
          <cx:pt idx="33862">45.990000000000002</cx:pt>
          <cx:pt idx="33863">45.990000000000002</cx:pt>
          <cx:pt idx="33864">45.990000000000002</cx:pt>
          <cx:pt idx="33865">45.990000000000002</cx:pt>
          <cx:pt idx="33866">45.990000000000002</cx:pt>
          <cx:pt idx="33867">45.990000000000002</cx:pt>
          <cx:pt idx="33868">45.990000000000002</cx:pt>
          <cx:pt idx="33869">45.990000000000002</cx:pt>
          <cx:pt idx="33870">45.990000000000002</cx:pt>
          <cx:pt idx="33871">45.990000000000002</cx:pt>
          <cx:pt idx="33872">45.990000000000002</cx:pt>
          <cx:pt idx="33873">45.990000000000002</cx:pt>
          <cx:pt idx="33874">45.990000000000002</cx:pt>
          <cx:pt idx="33875">45.990000000000002</cx:pt>
          <cx:pt idx="33876">45.990000000000002</cx:pt>
          <cx:pt idx="33877">45.990000000000002</cx:pt>
          <cx:pt idx="33878">45.990000000000002</cx:pt>
          <cx:pt idx="33879">45.990000000000002</cx:pt>
          <cx:pt idx="33880">45.990000000000002</cx:pt>
          <cx:pt idx="33881">45.990000000000002</cx:pt>
          <cx:pt idx="33882">45.990000000000002</cx:pt>
          <cx:pt idx="33883">45.990000000000002</cx:pt>
          <cx:pt idx="33884">45.990000000000002</cx:pt>
          <cx:pt idx="33885">45.990000000000002</cx:pt>
          <cx:pt idx="33886">45.990000000000002</cx:pt>
          <cx:pt idx="33887">45.990000000000002</cx:pt>
          <cx:pt idx="33888">45.990000000000002</cx:pt>
          <cx:pt idx="33889">45.990000000000002</cx:pt>
          <cx:pt idx="33890">45.990000000000002</cx:pt>
          <cx:pt idx="33891">45.990000000000002</cx:pt>
          <cx:pt idx="33892">45.990000000000002</cx:pt>
          <cx:pt idx="33893">45.990000000000002</cx:pt>
          <cx:pt idx="33894">45.990000000000002</cx:pt>
          <cx:pt idx="33895">45.990000000000002</cx:pt>
          <cx:pt idx="33896">45.990000000000002</cx:pt>
          <cx:pt idx="33897">45.990000000000002</cx:pt>
          <cx:pt idx="33898">45.990000000000002</cx:pt>
          <cx:pt idx="33899">45.990000000000002</cx:pt>
          <cx:pt idx="33900">45.990000000000002</cx:pt>
          <cx:pt idx="33901">45.990000000000002</cx:pt>
          <cx:pt idx="33902">45.990000000000002</cx:pt>
          <cx:pt idx="33903">45.990000000000002</cx:pt>
          <cx:pt idx="33904">45.990000000000002</cx:pt>
          <cx:pt idx="33905">45.990000000000002</cx:pt>
          <cx:pt idx="33906">45.990000000000002</cx:pt>
          <cx:pt idx="33907">45.990000000000002</cx:pt>
          <cx:pt idx="33908">45.990000000000002</cx:pt>
          <cx:pt idx="33909">45.990000000000002</cx:pt>
          <cx:pt idx="33910">45.990000000000002</cx:pt>
          <cx:pt idx="33911">45.990000000000002</cx:pt>
          <cx:pt idx="33912">45.990000000000002</cx:pt>
          <cx:pt idx="33913">45.990000000000002</cx:pt>
          <cx:pt idx="33914">45.990000000000002</cx:pt>
          <cx:pt idx="33915">45.990000000000002</cx:pt>
          <cx:pt idx="33916">45.990000000000002</cx:pt>
          <cx:pt idx="33917">45.990000000000002</cx:pt>
          <cx:pt idx="33918">45.990000000000002</cx:pt>
          <cx:pt idx="33919">45.990000000000002</cx:pt>
          <cx:pt idx="33920">45.990000000000002</cx:pt>
          <cx:pt idx="33921">45.990000000000002</cx:pt>
          <cx:pt idx="33922">45.990000000000002</cx:pt>
          <cx:pt idx="33923">45.990000000000002</cx:pt>
          <cx:pt idx="33924">45.990000000000002</cx:pt>
          <cx:pt idx="33925">45.990000000000002</cx:pt>
          <cx:pt idx="33926">45.990000000000002</cx:pt>
          <cx:pt idx="33927">45.990000000000002</cx:pt>
          <cx:pt idx="33928">45.990000000000002</cx:pt>
          <cx:pt idx="33929">45.990000000000002</cx:pt>
          <cx:pt idx="33930">45.990000000000002</cx:pt>
          <cx:pt idx="33931">45.990000000000002</cx:pt>
          <cx:pt idx="33932">45.990000000000002</cx:pt>
          <cx:pt idx="33933">45.990000000000002</cx:pt>
          <cx:pt idx="33934">45.990000000000002</cx:pt>
          <cx:pt idx="33935">45.990000000000002</cx:pt>
          <cx:pt idx="33936">45.990000000000002</cx:pt>
          <cx:pt idx="33937">45.990000000000002</cx:pt>
          <cx:pt idx="33938">45.990000000000002</cx:pt>
          <cx:pt idx="33939">45.990000000000002</cx:pt>
          <cx:pt idx="33940">45.990000000000002</cx:pt>
          <cx:pt idx="33941">45.990000000000002</cx:pt>
          <cx:pt idx="33942">45.990000000000002</cx:pt>
          <cx:pt idx="33943">45.990000000000002</cx:pt>
          <cx:pt idx="33944">45.990000000000002</cx:pt>
          <cx:pt idx="33945">45.990000000000002</cx:pt>
          <cx:pt idx="33946">45.990000000000002</cx:pt>
          <cx:pt idx="33947">45.990000000000002</cx:pt>
          <cx:pt idx="33948">45.990000000000002</cx:pt>
          <cx:pt idx="33949">45.990000000000002</cx:pt>
          <cx:pt idx="33950">45.990000000000002</cx:pt>
          <cx:pt idx="33951">45.990000000000002</cx:pt>
          <cx:pt idx="33952">45.990000000000002</cx:pt>
          <cx:pt idx="33953">45.990000000000002</cx:pt>
          <cx:pt idx="33954">45.990000000000002</cx:pt>
          <cx:pt idx="33955">45.990000000000002</cx:pt>
          <cx:pt idx="33956">45.990000000000002</cx:pt>
          <cx:pt idx="33957">45.990000000000002</cx:pt>
          <cx:pt idx="33958">45.990000000000002</cx:pt>
          <cx:pt idx="33959">45.990000000000002</cx:pt>
          <cx:pt idx="33960">45.990000000000002</cx:pt>
          <cx:pt idx="33961">45.990000000000002</cx:pt>
          <cx:pt idx="33962">45.990000000000002</cx:pt>
          <cx:pt idx="33963">45.990000000000002</cx:pt>
          <cx:pt idx="33964">45.990000000000002</cx:pt>
          <cx:pt idx="33965">45.990000000000002</cx:pt>
          <cx:pt idx="33966">45.990000000000002</cx:pt>
          <cx:pt idx="33967">45.990000000000002</cx:pt>
          <cx:pt idx="33968">45.990000000000002</cx:pt>
          <cx:pt idx="33969">45.990000000000002</cx:pt>
          <cx:pt idx="33970">45.990000000000002</cx:pt>
          <cx:pt idx="33971">45.990000000000002</cx:pt>
          <cx:pt idx="33972">45.990000000000002</cx:pt>
          <cx:pt idx="33973">45.990000000000002</cx:pt>
          <cx:pt idx="33974">45.990000000000002</cx:pt>
          <cx:pt idx="33975">45.990000000000002</cx:pt>
          <cx:pt idx="33976">45.990000000000002</cx:pt>
          <cx:pt idx="33977">45.990000000000002</cx:pt>
          <cx:pt idx="33978">45.990000000000002</cx:pt>
          <cx:pt idx="33979">45.990000000000002</cx:pt>
          <cx:pt idx="33980">45.990000000000002</cx:pt>
          <cx:pt idx="33981">45.990000000000002</cx:pt>
          <cx:pt idx="33982">45.990000000000002</cx:pt>
          <cx:pt idx="33983">45.990000000000002</cx:pt>
          <cx:pt idx="33984">45.990000000000002</cx:pt>
          <cx:pt idx="33985">45.990000000000002</cx:pt>
          <cx:pt idx="33986">45.990000000000002</cx:pt>
          <cx:pt idx="33987">45.990000000000002</cx:pt>
          <cx:pt idx="33988">45.990000000000002</cx:pt>
          <cx:pt idx="33989">45.990000000000002</cx:pt>
          <cx:pt idx="33990">45.990000000000002</cx:pt>
          <cx:pt idx="33991">45.990000000000002</cx:pt>
          <cx:pt idx="33992">45.990000000000002</cx:pt>
          <cx:pt idx="33993">45.990000000000002</cx:pt>
          <cx:pt idx="33994">45.990000000000002</cx:pt>
          <cx:pt idx="33995">45.990000000000002</cx:pt>
          <cx:pt idx="33996">45.990000000000002</cx:pt>
          <cx:pt idx="33997">45.990000000000002</cx:pt>
          <cx:pt idx="33998">45.990000000000002</cx:pt>
          <cx:pt idx="33999">45.990000000000002</cx:pt>
          <cx:pt idx="34000">45.990000000000002</cx:pt>
          <cx:pt idx="34001">45.990000000000002</cx:pt>
          <cx:pt idx="34002">45.990000000000002</cx:pt>
          <cx:pt idx="34003">45.990000000000002</cx:pt>
          <cx:pt idx="34004">45.990000000000002</cx:pt>
          <cx:pt idx="34005">45.990000000000002</cx:pt>
          <cx:pt idx="34006">45.990000000000002</cx:pt>
          <cx:pt idx="34007">45.990000000000002</cx:pt>
          <cx:pt idx="34008">45.990000000000002</cx:pt>
          <cx:pt idx="34009">45.990000000000002</cx:pt>
          <cx:pt idx="34010">45.990000000000002</cx:pt>
          <cx:pt idx="34011">45.990000000000002</cx:pt>
          <cx:pt idx="34012">45.990000000000002</cx:pt>
          <cx:pt idx="34013">45.990000000000002</cx:pt>
          <cx:pt idx="34014">45.990000000000002</cx:pt>
          <cx:pt idx="34015">45.990000000000002</cx:pt>
          <cx:pt idx="34016">45.990000000000002</cx:pt>
          <cx:pt idx="34017">45.990000000000002</cx:pt>
          <cx:pt idx="34018">45.990000000000002</cx:pt>
          <cx:pt idx="34019">45.990000000000002</cx:pt>
          <cx:pt idx="34020">45.990000000000002</cx:pt>
          <cx:pt idx="34021">45.990000000000002</cx:pt>
          <cx:pt idx="34022">45.990000000000002</cx:pt>
          <cx:pt idx="34023">45.990000000000002</cx:pt>
          <cx:pt idx="34024">45.990000000000002</cx:pt>
          <cx:pt idx="34025">45.990000000000002</cx:pt>
          <cx:pt idx="34026">45.990000000000002</cx:pt>
          <cx:pt idx="34027">45.990000000000002</cx:pt>
          <cx:pt idx="34028">45.990000000000002</cx:pt>
          <cx:pt idx="34029">45.990000000000002</cx:pt>
          <cx:pt idx="34030">45.990000000000002</cx:pt>
          <cx:pt idx="34031">45.990000000000002</cx:pt>
          <cx:pt idx="34032">45.990000000000002</cx:pt>
          <cx:pt idx="34033">45.990000000000002</cx:pt>
          <cx:pt idx="34034">45.990000000000002</cx:pt>
          <cx:pt idx="34035">45.990000000000002</cx:pt>
          <cx:pt idx="34036">45.990000000000002</cx:pt>
          <cx:pt idx="34037">45.990000000000002</cx:pt>
          <cx:pt idx="34038">45.990000000000002</cx:pt>
          <cx:pt idx="34039">45.990000000000002</cx:pt>
          <cx:pt idx="34040">45.990000000000002</cx:pt>
          <cx:pt idx="34041">45.990000000000002</cx:pt>
          <cx:pt idx="34042">45.990000000000002</cx:pt>
          <cx:pt idx="34043">45.990000000000002</cx:pt>
          <cx:pt idx="34044">45.990000000000002</cx:pt>
          <cx:pt idx="34045">45.990000000000002</cx:pt>
          <cx:pt idx="34046">45.990000000000002</cx:pt>
          <cx:pt idx="34047">45.990000000000002</cx:pt>
          <cx:pt idx="34048">45.990000000000002</cx:pt>
          <cx:pt idx="34049">45.990000000000002</cx:pt>
          <cx:pt idx="34050">45.990000000000002</cx:pt>
          <cx:pt idx="34051">45.990000000000002</cx:pt>
          <cx:pt idx="34052">45.990000000000002</cx:pt>
          <cx:pt idx="34053">45.990000000000002</cx:pt>
          <cx:pt idx="34054">45.990000000000002</cx:pt>
          <cx:pt idx="34055">45.990000000000002</cx:pt>
          <cx:pt idx="34056">45.990000000000002</cx:pt>
          <cx:pt idx="34057">45.990000000000002</cx:pt>
          <cx:pt idx="34058">45.990000000000002</cx:pt>
          <cx:pt idx="34059">45.990000000000002</cx:pt>
          <cx:pt idx="34060">45.990000000000002</cx:pt>
          <cx:pt idx="34061">45.990000000000002</cx:pt>
          <cx:pt idx="34062">45.990000000000002</cx:pt>
          <cx:pt idx="34063">45.990000000000002</cx:pt>
          <cx:pt idx="34064">45.990000000000002</cx:pt>
          <cx:pt idx="34065">45.990000000000002</cx:pt>
          <cx:pt idx="34066">45.990000000000002</cx:pt>
          <cx:pt idx="34067">45.990000000000002</cx:pt>
          <cx:pt idx="34068">45.990000000000002</cx:pt>
          <cx:pt idx="34069">45.990000000000002</cx:pt>
          <cx:pt idx="34070">45.990000000000002</cx:pt>
          <cx:pt idx="34071">45.990000000000002</cx:pt>
          <cx:pt idx="34072">45.990000000000002</cx:pt>
          <cx:pt idx="34073">45.990000000000002</cx:pt>
          <cx:pt idx="34074">45.990000000000002</cx:pt>
          <cx:pt idx="34075">45.990000000000002</cx:pt>
          <cx:pt idx="34076">45.990000000000002</cx:pt>
          <cx:pt idx="34077">45.990000000000002</cx:pt>
          <cx:pt idx="34078">45.990000000000002</cx:pt>
          <cx:pt idx="34079">45.990000000000002</cx:pt>
          <cx:pt idx="34080">45.990000000000002</cx:pt>
          <cx:pt idx="34081">45.990000000000002</cx:pt>
          <cx:pt idx="34082">45.990000000000002</cx:pt>
          <cx:pt idx="34083">45.990000000000002</cx:pt>
          <cx:pt idx="34084">45.990000000000002</cx:pt>
          <cx:pt idx="34085">45.990000000000002</cx:pt>
          <cx:pt idx="34086">45.990000000000002</cx:pt>
          <cx:pt idx="34087">45.990000000000002</cx:pt>
          <cx:pt idx="34088">45.990000000000002</cx:pt>
          <cx:pt idx="34089">45.990000000000002</cx:pt>
          <cx:pt idx="34090">45.990000000000002</cx:pt>
          <cx:pt idx="34091">45.990000000000002</cx:pt>
          <cx:pt idx="34092">45.990000000000002</cx:pt>
          <cx:pt idx="34093">45.990000000000002</cx:pt>
          <cx:pt idx="34094">45.990000000000002</cx:pt>
          <cx:pt idx="34095">45.990000000000002</cx:pt>
          <cx:pt idx="34096">45.990000000000002</cx:pt>
          <cx:pt idx="34097">45.990000000000002</cx:pt>
          <cx:pt idx="34098">45.990000000000002</cx:pt>
          <cx:pt idx="34099">45.990000000000002</cx:pt>
          <cx:pt idx="34100">45.990000000000002</cx:pt>
          <cx:pt idx="34101">45.990000000000002</cx:pt>
          <cx:pt idx="34102">45.990000000000002</cx:pt>
          <cx:pt idx="34103">45.990000000000002</cx:pt>
          <cx:pt idx="34104">45.990000000000002</cx:pt>
          <cx:pt idx="34105">45.990000000000002</cx:pt>
          <cx:pt idx="34106">45.990000000000002</cx:pt>
          <cx:pt idx="34107">45.990000000000002</cx:pt>
          <cx:pt idx="34108">45.990000000000002</cx:pt>
          <cx:pt idx="34109">45.990000000000002</cx:pt>
          <cx:pt idx="34110">45.990000000000002</cx:pt>
          <cx:pt idx="34111">45.990000000000002</cx:pt>
          <cx:pt idx="34112">45.990000000000002</cx:pt>
          <cx:pt idx="34113">45.990000000000002</cx:pt>
          <cx:pt idx="34114">45.990000000000002</cx:pt>
          <cx:pt idx="34115">45.990000000000002</cx:pt>
          <cx:pt idx="34116">45.990000000000002</cx:pt>
          <cx:pt idx="34117">45.990000000000002</cx:pt>
          <cx:pt idx="34118">45.990000000000002</cx:pt>
          <cx:pt idx="34119">45.990000000000002</cx:pt>
          <cx:pt idx="34120">45.990000000000002</cx:pt>
          <cx:pt idx="34121">45.990000000000002</cx:pt>
          <cx:pt idx="34122">45.990000000000002</cx:pt>
          <cx:pt idx="34123">45.990000000000002</cx:pt>
          <cx:pt idx="34124">45.990000000000002</cx:pt>
          <cx:pt idx="34125">45.990000000000002</cx:pt>
          <cx:pt idx="34126">45.990000000000002</cx:pt>
          <cx:pt idx="34127">45.990000000000002</cx:pt>
          <cx:pt idx="34128">45.990000000000002</cx:pt>
          <cx:pt idx="34129">45.990000000000002</cx:pt>
          <cx:pt idx="34130">45.990000000000002</cx:pt>
          <cx:pt idx="34131">45.990000000000002</cx:pt>
          <cx:pt idx="34132">45.990000000000002</cx:pt>
          <cx:pt idx="34133">45.990000000000002</cx:pt>
          <cx:pt idx="34134">45.990000000000002</cx:pt>
          <cx:pt idx="34135">45.990000000000002</cx:pt>
          <cx:pt idx="34136">45.990000000000002</cx:pt>
          <cx:pt idx="34137">45.990000000000002</cx:pt>
          <cx:pt idx="34138">45.990000000000002</cx:pt>
          <cx:pt idx="34139">45.990000000000002</cx:pt>
          <cx:pt idx="34140">45.990000000000002</cx:pt>
          <cx:pt idx="34141">45.990000000000002</cx:pt>
          <cx:pt idx="34142">45.990000000000002</cx:pt>
          <cx:pt idx="34143">45.990000000000002</cx:pt>
          <cx:pt idx="34144">45.990000000000002</cx:pt>
          <cx:pt idx="34145">45.990000000000002</cx:pt>
          <cx:pt idx="34146">45.990000000000002</cx:pt>
          <cx:pt idx="34147">45.990000000000002</cx:pt>
          <cx:pt idx="34148">45.990000000000002</cx:pt>
          <cx:pt idx="34149">45.990000000000002</cx:pt>
          <cx:pt idx="34150">45.990000000000002</cx:pt>
          <cx:pt idx="34151">45.990000000000002</cx:pt>
          <cx:pt idx="34152">45.990000000000002</cx:pt>
          <cx:pt idx="34153">45.990000000000002</cx:pt>
          <cx:pt idx="34154">45.990000000000002</cx:pt>
          <cx:pt idx="34155">45.990000000000002</cx:pt>
          <cx:pt idx="34156">45.990000000000002</cx:pt>
          <cx:pt idx="34157">45.990000000000002</cx:pt>
          <cx:pt idx="34158">45.990000000000002</cx:pt>
          <cx:pt idx="34159">45.990000000000002</cx:pt>
          <cx:pt idx="34160">45.990000000000002</cx:pt>
          <cx:pt idx="34161">45.990000000000002</cx:pt>
          <cx:pt idx="34162">45.990000000000002</cx:pt>
          <cx:pt idx="34163">45.990000000000002</cx:pt>
          <cx:pt idx="34164">45.990000000000002</cx:pt>
          <cx:pt idx="34165">45.990000000000002</cx:pt>
          <cx:pt idx="34166">45.990000000000002</cx:pt>
          <cx:pt idx="34167">45.990000000000002</cx:pt>
          <cx:pt idx="34168">45.990000000000002</cx:pt>
          <cx:pt idx="34169">45.990000000000002</cx:pt>
          <cx:pt idx="34170">45.990000000000002</cx:pt>
          <cx:pt idx="34171">45.990000000000002</cx:pt>
          <cx:pt idx="34172">45.990000000000002</cx:pt>
          <cx:pt idx="34173">45.990000000000002</cx:pt>
          <cx:pt idx="34174">45.990000000000002</cx:pt>
          <cx:pt idx="34175">45.990000000000002</cx:pt>
          <cx:pt idx="34176">45.990000000000002</cx:pt>
          <cx:pt idx="34177">45.990000000000002</cx:pt>
          <cx:pt idx="34178">45.990000000000002</cx:pt>
          <cx:pt idx="34179">45.990000000000002</cx:pt>
          <cx:pt idx="34180">45.990000000000002</cx:pt>
          <cx:pt idx="34181">45.990000000000002</cx:pt>
          <cx:pt idx="34182">45.990000000000002</cx:pt>
          <cx:pt idx="34183">45.990000000000002</cx:pt>
          <cx:pt idx="34184">45.990000000000002</cx:pt>
          <cx:pt idx="34185">45.990000000000002</cx:pt>
          <cx:pt idx="34186">45.990000000000002</cx:pt>
          <cx:pt idx="34187">45.990000000000002</cx:pt>
          <cx:pt idx="34188">45.990000000000002</cx:pt>
          <cx:pt idx="34189">45.990000000000002</cx:pt>
          <cx:pt idx="34190">45.990000000000002</cx:pt>
          <cx:pt idx="34191">45.990000000000002</cx:pt>
          <cx:pt idx="34192">45.990000000000002</cx:pt>
          <cx:pt idx="34193">45.990000000000002</cx:pt>
          <cx:pt idx="34194">45.990000000000002</cx:pt>
          <cx:pt idx="34195">45.990000000000002</cx:pt>
          <cx:pt idx="34196">45.990000000000002</cx:pt>
          <cx:pt idx="34197">45.990000000000002</cx:pt>
          <cx:pt idx="34198">45.990000000000002</cx:pt>
          <cx:pt idx="34199">45.990000000000002</cx:pt>
          <cx:pt idx="34200">45.990000000000002</cx:pt>
          <cx:pt idx="34201">45.990000000000002</cx:pt>
          <cx:pt idx="34202">45.990000000000002</cx:pt>
          <cx:pt idx="34203">45.990000000000002</cx:pt>
          <cx:pt idx="34204">45.990000000000002</cx:pt>
          <cx:pt idx="34205">45.990000000000002</cx:pt>
          <cx:pt idx="34206">45.990000000000002</cx:pt>
          <cx:pt idx="34207">45.990000000000002</cx:pt>
          <cx:pt idx="34208">45.990000000000002</cx:pt>
          <cx:pt idx="34209">45.990000000000002</cx:pt>
          <cx:pt idx="34210">45.990000000000002</cx:pt>
          <cx:pt idx="34211">45.990000000000002</cx:pt>
          <cx:pt idx="34212">45.990000000000002</cx:pt>
          <cx:pt idx="34213">45.990000000000002</cx:pt>
          <cx:pt idx="34214">45.990000000000002</cx:pt>
          <cx:pt idx="34215">45.990000000000002</cx:pt>
          <cx:pt idx="34216">45.990000000000002</cx:pt>
          <cx:pt idx="34217">45.990000000000002</cx:pt>
          <cx:pt idx="34218">45.990000000000002</cx:pt>
          <cx:pt idx="34219">45.990000000000002</cx:pt>
          <cx:pt idx="34220">45.990000000000002</cx:pt>
          <cx:pt idx="34221">45.990000000000002</cx:pt>
          <cx:pt idx="34222">45.990000000000002</cx:pt>
          <cx:pt idx="34223">45.990000000000002</cx:pt>
          <cx:pt idx="34224">45.990000000000002</cx:pt>
          <cx:pt idx="34225">45.990000000000002</cx:pt>
          <cx:pt idx="34226">45.990000000000002</cx:pt>
          <cx:pt idx="34227">45.990000000000002</cx:pt>
          <cx:pt idx="34228">45.990000000000002</cx:pt>
          <cx:pt idx="34229">45.990000000000002</cx:pt>
          <cx:pt idx="34230">45.990000000000002</cx:pt>
          <cx:pt idx="34231">45.990000000000002</cx:pt>
          <cx:pt idx="34232">45.990000000000002</cx:pt>
          <cx:pt idx="34233">45.990000000000002</cx:pt>
          <cx:pt idx="34234">45.990000000000002</cx:pt>
          <cx:pt idx="34235">45.990000000000002</cx:pt>
          <cx:pt idx="34236">45.990000000000002</cx:pt>
          <cx:pt idx="34237">45.990000000000002</cx:pt>
          <cx:pt idx="34238">45.990000000000002</cx:pt>
          <cx:pt idx="34239">45.990000000000002</cx:pt>
          <cx:pt idx="34240">45.990000000000002</cx:pt>
          <cx:pt idx="34241">45.990000000000002</cx:pt>
          <cx:pt idx="34242">45.990000000000002</cx:pt>
          <cx:pt idx="34243">45.990000000000002</cx:pt>
          <cx:pt idx="34244">45.990000000000002</cx:pt>
          <cx:pt idx="34245">45.990000000000002</cx:pt>
          <cx:pt idx="34246">45.990000000000002</cx:pt>
          <cx:pt idx="34247">45.990000000000002</cx:pt>
          <cx:pt idx="34248">45.990000000000002</cx:pt>
          <cx:pt idx="34249">45.990000000000002</cx:pt>
          <cx:pt idx="34250">45.990000000000002</cx:pt>
          <cx:pt idx="34251">45.990000000000002</cx:pt>
          <cx:pt idx="34252">45.990000000000002</cx:pt>
          <cx:pt idx="34253">45.990000000000002</cx:pt>
          <cx:pt idx="34254">45.990000000000002</cx:pt>
          <cx:pt idx="34255">45.990000000000002</cx:pt>
          <cx:pt idx="34256">45.990000000000002</cx:pt>
          <cx:pt idx="34257">45.990000000000002</cx:pt>
          <cx:pt idx="34258">45.990000000000002</cx:pt>
          <cx:pt idx="34259">45.990000000000002</cx:pt>
          <cx:pt idx="34260">45.990000000000002</cx:pt>
          <cx:pt idx="34261">45.990000000000002</cx:pt>
          <cx:pt idx="34262">45.990000000000002</cx:pt>
          <cx:pt idx="34263">45.990000000000002</cx:pt>
          <cx:pt idx="34264">45.990000000000002</cx:pt>
          <cx:pt idx="34265">45.990000000000002</cx:pt>
          <cx:pt idx="34266">45.990000000000002</cx:pt>
          <cx:pt idx="34267">45.990000000000002</cx:pt>
          <cx:pt idx="34268">45.990000000000002</cx:pt>
          <cx:pt idx="34269">45.990000000000002</cx:pt>
          <cx:pt idx="34270">45.990000000000002</cx:pt>
          <cx:pt idx="34271">45.990000000000002</cx:pt>
          <cx:pt idx="34272">45.990000000000002</cx:pt>
          <cx:pt idx="34273">45.990000000000002</cx:pt>
          <cx:pt idx="34274">45.990000000000002</cx:pt>
          <cx:pt idx="34275">45.990000000000002</cx:pt>
          <cx:pt idx="34276">45.990000000000002</cx:pt>
          <cx:pt idx="34277">45.990000000000002</cx:pt>
          <cx:pt idx="34278">45.990000000000002</cx:pt>
          <cx:pt idx="34279">45.990000000000002</cx:pt>
          <cx:pt idx="34280">45.990000000000002</cx:pt>
          <cx:pt idx="34281">45.990000000000002</cx:pt>
          <cx:pt idx="34282">45.990000000000002</cx:pt>
          <cx:pt idx="34283">45.990000000000002</cx:pt>
          <cx:pt idx="34284">45.990000000000002</cx:pt>
          <cx:pt idx="34285">45.990000000000002</cx:pt>
          <cx:pt idx="34286">45.990000000000002</cx:pt>
          <cx:pt idx="34287">45.990000000000002</cx:pt>
          <cx:pt idx="34288">45.990000000000002</cx:pt>
          <cx:pt idx="34289">45.990000000000002</cx:pt>
          <cx:pt idx="34290">45.990000000000002</cx:pt>
          <cx:pt idx="34291">45.990000000000002</cx:pt>
          <cx:pt idx="34292">45.990000000000002</cx:pt>
          <cx:pt idx="34293">45.990000000000002</cx:pt>
          <cx:pt idx="34294">45.990000000000002</cx:pt>
          <cx:pt idx="34295">45.990000000000002</cx:pt>
          <cx:pt idx="34296">45.990000000000002</cx:pt>
          <cx:pt idx="34297">45.990000000000002</cx:pt>
          <cx:pt idx="34298">45.990000000000002</cx:pt>
          <cx:pt idx="34299">45.990000000000002</cx:pt>
          <cx:pt idx="34300">45.990000000000002</cx:pt>
          <cx:pt idx="34301">45.990000000000002</cx:pt>
          <cx:pt idx="34302">45.990000000000002</cx:pt>
          <cx:pt idx="34303">45.990000000000002</cx:pt>
          <cx:pt idx="34304">45.990000000000002</cx:pt>
          <cx:pt idx="34305">45.990000000000002</cx:pt>
          <cx:pt idx="34306">45.990000000000002</cx:pt>
          <cx:pt idx="34307">45.990000000000002</cx:pt>
          <cx:pt idx="34308">45.990000000000002</cx:pt>
          <cx:pt idx="34309">45.990000000000002</cx:pt>
          <cx:pt idx="34310">45.990000000000002</cx:pt>
          <cx:pt idx="34311">45.990000000000002</cx:pt>
          <cx:pt idx="34312">45.990000000000002</cx:pt>
          <cx:pt idx="34313">45.990000000000002</cx:pt>
          <cx:pt idx="34314">45.990000000000002</cx:pt>
          <cx:pt idx="34315">45.990000000000002</cx:pt>
          <cx:pt idx="34316">45.990000000000002</cx:pt>
          <cx:pt idx="34317">45.990000000000002</cx:pt>
          <cx:pt idx="34318">45.990000000000002</cx:pt>
          <cx:pt idx="34319">45.990000000000002</cx:pt>
          <cx:pt idx="34320">45.990000000000002</cx:pt>
          <cx:pt idx="34321">45.990000000000002</cx:pt>
          <cx:pt idx="34322">45.990000000000002</cx:pt>
          <cx:pt idx="34323">45.990000000000002</cx:pt>
          <cx:pt idx="34324">45.990000000000002</cx:pt>
          <cx:pt idx="34325">45.990000000000002</cx:pt>
          <cx:pt idx="34326">45.990000000000002</cx:pt>
          <cx:pt idx="34327">45.990000000000002</cx:pt>
          <cx:pt idx="34328">45.990000000000002</cx:pt>
          <cx:pt idx="34329">45.990000000000002</cx:pt>
          <cx:pt idx="34330">45.990000000000002</cx:pt>
          <cx:pt idx="34331">45.990000000000002</cx:pt>
          <cx:pt idx="34332">45.990000000000002</cx:pt>
          <cx:pt idx="34333">45.990000000000002</cx:pt>
          <cx:pt idx="34334">45.990000000000002</cx:pt>
          <cx:pt idx="34335">45.990000000000002</cx:pt>
          <cx:pt idx="34336">45.990000000000002</cx:pt>
          <cx:pt idx="34337">45.990000000000002</cx:pt>
          <cx:pt idx="34338">45.990000000000002</cx:pt>
          <cx:pt idx="34339">45.990000000000002</cx:pt>
          <cx:pt idx="34340">45.990000000000002</cx:pt>
          <cx:pt idx="34341">45.990000000000002</cx:pt>
          <cx:pt idx="34342">45.990000000000002</cx:pt>
          <cx:pt idx="34343">45.990000000000002</cx:pt>
          <cx:pt idx="34344">45.990000000000002</cx:pt>
          <cx:pt idx="34345">45.990000000000002</cx:pt>
          <cx:pt idx="34346">45.990000000000002</cx:pt>
          <cx:pt idx="34347">45.990000000000002</cx:pt>
          <cx:pt idx="34348">45.990000000000002</cx:pt>
          <cx:pt idx="34349">45.990000000000002</cx:pt>
          <cx:pt idx="34350">45.990000000000002</cx:pt>
          <cx:pt idx="34351">45.990000000000002</cx:pt>
          <cx:pt idx="34352">45.990000000000002</cx:pt>
          <cx:pt idx="34353">45.990000000000002</cx:pt>
          <cx:pt idx="34354">45.990000000000002</cx:pt>
          <cx:pt idx="34355">45.990000000000002</cx:pt>
          <cx:pt idx="34356">45.990000000000002</cx:pt>
          <cx:pt idx="34357">45.990000000000002</cx:pt>
          <cx:pt idx="34358">45.990000000000002</cx:pt>
          <cx:pt idx="34359">45.990000000000002</cx:pt>
          <cx:pt idx="34360">45.990000000000002</cx:pt>
          <cx:pt idx="34361">45.990000000000002</cx:pt>
          <cx:pt idx="34362">45.990000000000002</cx:pt>
          <cx:pt idx="34363">45.990000000000002</cx:pt>
          <cx:pt idx="34364">45.990000000000002</cx:pt>
          <cx:pt idx="34365">45.990000000000002</cx:pt>
          <cx:pt idx="34366">45.990000000000002</cx:pt>
          <cx:pt idx="34367">45.990000000000002</cx:pt>
          <cx:pt idx="34368">45.990000000000002</cx:pt>
          <cx:pt idx="34369">45.990000000000002</cx:pt>
          <cx:pt idx="34370">45.990000000000002</cx:pt>
          <cx:pt idx="34371">45.990000000000002</cx:pt>
          <cx:pt idx="34372">45.990000000000002</cx:pt>
          <cx:pt idx="34373">45.990000000000002</cx:pt>
          <cx:pt idx="34374">45.990000000000002</cx:pt>
          <cx:pt idx="34375">45.990000000000002</cx:pt>
          <cx:pt idx="34376">45.990000000000002</cx:pt>
          <cx:pt idx="34377">45.990000000000002</cx:pt>
          <cx:pt idx="34378">45.990000000000002</cx:pt>
          <cx:pt idx="34379">45.990000000000002</cx:pt>
          <cx:pt idx="34380">45.990000000000002</cx:pt>
          <cx:pt idx="34381">45.990000000000002</cx:pt>
          <cx:pt idx="34382">45.990000000000002</cx:pt>
          <cx:pt idx="34383">45.990000000000002</cx:pt>
          <cx:pt idx="34384">45.990000000000002</cx:pt>
          <cx:pt idx="34385">45.990000000000002</cx:pt>
          <cx:pt idx="34386">45.990000000000002</cx:pt>
          <cx:pt idx="34387">45.990000000000002</cx:pt>
          <cx:pt idx="34388">45.990000000000002</cx:pt>
          <cx:pt idx="34389">45.990000000000002</cx:pt>
          <cx:pt idx="34390">45.990000000000002</cx:pt>
          <cx:pt idx="34391">45.990000000000002</cx:pt>
          <cx:pt idx="34392">45.990000000000002</cx:pt>
          <cx:pt idx="34393">45.990000000000002</cx:pt>
          <cx:pt idx="34394">45.990000000000002</cx:pt>
          <cx:pt idx="34395">45.990000000000002</cx:pt>
          <cx:pt idx="34396">45.990000000000002</cx:pt>
          <cx:pt idx="34397">45.990000000000002</cx:pt>
          <cx:pt idx="34398">45.990000000000002</cx:pt>
          <cx:pt idx="34399">45.990000000000002</cx:pt>
          <cx:pt idx="34400">45.990000000000002</cx:pt>
          <cx:pt idx="34401">45.990000000000002</cx:pt>
          <cx:pt idx="34402">45.990000000000002</cx:pt>
          <cx:pt idx="34403">45.990000000000002</cx:pt>
          <cx:pt idx="34404">45.990000000000002</cx:pt>
          <cx:pt idx="34405">45.990000000000002</cx:pt>
          <cx:pt idx="34406">45.990000000000002</cx:pt>
          <cx:pt idx="34407">45.990000000000002</cx:pt>
          <cx:pt idx="34408">45.990000000000002</cx:pt>
          <cx:pt idx="34409">45.990000000000002</cx:pt>
          <cx:pt idx="34410">45.990000000000002</cx:pt>
          <cx:pt idx="34411">45.990000000000002</cx:pt>
          <cx:pt idx="34412">45.990000000000002</cx:pt>
          <cx:pt idx="34413">45.990000000000002</cx:pt>
          <cx:pt idx="34414">45.990000000000002</cx:pt>
          <cx:pt idx="34415">45.990000000000002</cx:pt>
          <cx:pt idx="34416">45.990000000000002</cx:pt>
          <cx:pt idx="34417">45.990000000000002</cx:pt>
          <cx:pt idx="34418">45.990000000000002</cx:pt>
          <cx:pt idx="34419">45.990000000000002</cx:pt>
          <cx:pt idx="34420">45.990000000000002</cx:pt>
          <cx:pt idx="34421">45.990000000000002</cx:pt>
          <cx:pt idx="34422">45.990000000000002</cx:pt>
          <cx:pt idx="34423">45.990000000000002</cx:pt>
          <cx:pt idx="34424">45.990000000000002</cx:pt>
          <cx:pt idx="34425">45.990000000000002</cx:pt>
          <cx:pt idx="34426">45.990000000000002</cx:pt>
          <cx:pt idx="34427">45.990000000000002</cx:pt>
          <cx:pt idx="34428">45.990000000000002</cx:pt>
          <cx:pt idx="34429">45.990000000000002</cx:pt>
          <cx:pt idx="34430">45.990000000000002</cx:pt>
          <cx:pt idx="34431">45.990000000000002</cx:pt>
          <cx:pt idx="34432">45.990000000000002</cx:pt>
          <cx:pt idx="34433">45.990000000000002</cx:pt>
          <cx:pt idx="34434">45.990000000000002</cx:pt>
          <cx:pt idx="34435">45.990000000000002</cx:pt>
          <cx:pt idx="34436">45.990000000000002</cx:pt>
          <cx:pt idx="34437">45.990000000000002</cx:pt>
          <cx:pt idx="34438">45.990000000000002</cx:pt>
          <cx:pt idx="34439">45.990000000000002</cx:pt>
          <cx:pt idx="34440">45.990000000000002</cx:pt>
          <cx:pt idx="34441">45.990000000000002</cx:pt>
          <cx:pt idx="34442">45.990000000000002</cx:pt>
          <cx:pt idx="34443">45.990000000000002</cx:pt>
          <cx:pt idx="34444">45.990000000000002</cx:pt>
          <cx:pt idx="34445">45.990000000000002</cx:pt>
          <cx:pt idx="34446">45.990000000000002</cx:pt>
          <cx:pt idx="34447">45.990000000000002</cx:pt>
          <cx:pt idx="34448">45.990000000000002</cx:pt>
          <cx:pt idx="34449">45.990000000000002</cx:pt>
          <cx:pt idx="34450">45.990000000000002</cx:pt>
          <cx:pt idx="34451">45.990000000000002</cx:pt>
          <cx:pt idx="34452">45.990000000000002</cx:pt>
          <cx:pt idx="34453">45.990000000000002</cx:pt>
          <cx:pt idx="34454">45.990000000000002</cx:pt>
          <cx:pt idx="34455">45.990000000000002</cx:pt>
          <cx:pt idx="34456">45.990000000000002</cx:pt>
          <cx:pt idx="34457">45.990000000000002</cx:pt>
          <cx:pt idx="34458">45.990000000000002</cx:pt>
          <cx:pt idx="34459">45.990000000000002</cx:pt>
          <cx:pt idx="34460">45.990000000000002</cx:pt>
          <cx:pt idx="34461">45.990000000000002</cx:pt>
          <cx:pt idx="34462">45.990000000000002</cx:pt>
          <cx:pt idx="34463">45.990000000000002</cx:pt>
          <cx:pt idx="34464">45.990000000000002</cx:pt>
          <cx:pt idx="34465">45.990000000000002</cx:pt>
          <cx:pt idx="34466">45.990000000000002</cx:pt>
          <cx:pt idx="34467">45.990000000000002</cx:pt>
          <cx:pt idx="34468">45.990000000000002</cx:pt>
          <cx:pt idx="34469">45.990000000000002</cx:pt>
          <cx:pt idx="34470">45.990000000000002</cx:pt>
          <cx:pt idx="34471">45.990000000000002</cx:pt>
          <cx:pt idx="34472">45.990000000000002</cx:pt>
          <cx:pt idx="34473">45.990000000000002</cx:pt>
          <cx:pt idx="34474">45.990000000000002</cx:pt>
          <cx:pt idx="34475">45.990000000000002</cx:pt>
          <cx:pt idx="34476">45.990000000000002</cx:pt>
          <cx:pt idx="34477">45.990000000000002</cx:pt>
          <cx:pt idx="34478">45.990000000000002</cx:pt>
          <cx:pt idx="34479">45.990000000000002</cx:pt>
          <cx:pt idx="34480">45.990000000000002</cx:pt>
          <cx:pt idx="34481">45.990000000000002</cx:pt>
          <cx:pt idx="34482">45.990000000000002</cx:pt>
          <cx:pt idx="34483">45.990000000000002</cx:pt>
          <cx:pt idx="34484">45.990000000000002</cx:pt>
          <cx:pt idx="34485">45.990000000000002</cx:pt>
          <cx:pt idx="34486">45.990000000000002</cx:pt>
          <cx:pt idx="34487">45.990000000000002</cx:pt>
          <cx:pt idx="34488">45.990000000000002</cx:pt>
          <cx:pt idx="34489">45.990000000000002</cx:pt>
          <cx:pt idx="34490">45.990000000000002</cx:pt>
          <cx:pt idx="34491">45.990000000000002</cx:pt>
          <cx:pt idx="34492">45.990000000000002</cx:pt>
          <cx:pt idx="34493">45.990000000000002</cx:pt>
          <cx:pt idx="34494">45.990000000000002</cx:pt>
          <cx:pt idx="34495">45.990000000000002</cx:pt>
          <cx:pt idx="34496">45.990000000000002</cx:pt>
          <cx:pt idx="34497">45.990000000000002</cx:pt>
          <cx:pt idx="34498">45.990000000000002</cx:pt>
          <cx:pt idx="34499">45.990000000000002</cx:pt>
          <cx:pt idx="34500">45.990000000000002</cx:pt>
          <cx:pt idx="34501">45.990000000000002</cx:pt>
          <cx:pt idx="34502">45.990000000000002</cx:pt>
          <cx:pt idx="34503">45.990000000000002</cx:pt>
          <cx:pt idx="34504">45.990000000000002</cx:pt>
          <cx:pt idx="34505">45.990000000000002</cx:pt>
          <cx:pt idx="34506">45.990000000000002</cx:pt>
          <cx:pt idx="34507">45.990000000000002</cx:pt>
          <cx:pt idx="34508">45.990000000000002</cx:pt>
          <cx:pt idx="34509">45.990000000000002</cx:pt>
          <cx:pt idx="34510">45.990000000000002</cx:pt>
          <cx:pt idx="34511">45.990000000000002</cx:pt>
          <cx:pt idx="34512">45.990000000000002</cx:pt>
          <cx:pt idx="34513">45.990000000000002</cx:pt>
          <cx:pt idx="34514">45.990000000000002</cx:pt>
          <cx:pt idx="34515">45.990000000000002</cx:pt>
          <cx:pt idx="34516">45.990000000000002</cx:pt>
          <cx:pt idx="34517">45.990000000000002</cx:pt>
          <cx:pt idx="34518">45.990000000000002</cx:pt>
          <cx:pt idx="34519">45.990000000000002</cx:pt>
          <cx:pt idx="34520">45.990000000000002</cx:pt>
          <cx:pt idx="34521">45.990000000000002</cx:pt>
          <cx:pt idx="34522">45.990000000000002</cx:pt>
          <cx:pt idx="34523">45.990000000000002</cx:pt>
          <cx:pt idx="34524">45.990000000000002</cx:pt>
          <cx:pt idx="34525">45.990000000000002</cx:pt>
          <cx:pt idx="34526">45.990000000000002</cx:pt>
          <cx:pt idx="34527">45.990000000000002</cx:pt>
          <cx:pt idx="34528">45.990000000000002</cx:pt>
          <cx:pt idx="34529">45.990000000000002</cx:pt>
          <cx:pt idx="34530">45.990000000000002</cx:pt>
          <cx:pt idx="34531">45.990000000000002</cx:pt>
          <cx:pt idx="34532">45.990000000000002</cx:pt>
          <cx:pt idx="34533">45.990000000000002</cx:pt>
          <cx:pt idx="34534">45.990000000000002</cx:pt>
          <cx:pt idx="34535">45.990000000000002</cx:pt>
          <cx:pt idx="34536">45.990000000000002</cx:pt>
          <cx:pt idx="34537">45.990000000000002</cx:pt>
          <cx:pt idx="34538">45.990000000000002</cx:pt>
          <cx:pt idx="34539">45.990000000000002</cx:pt>
          <cx:pt idx="34540">45.990000000000002</cx:pt>
          <cx:pt idx="34541">45.990000000000002</cx:pt>
          <cx:pt idx="34542">45.990000000000002</cx:pt>
          <cx:pt idx="34543">45.990000000000002</cx:pt>
          <cx:pt idx="34544">45.990000000000002</cx:pt>
          <cx:pt idx="34545">45.990000000000002</cx:pt>
          <cx:pt idx="34546">45.990000000000002</cx:pt>
          <cx:pt idx="34547">45.990000000000002</cx:pt>
          <cx:pt idx="34548">45.990000000000002</cx:pt>
          <cx:pt idx="34549">45.990000000000002</cx:pt>
          <cx:pt idx="34550">45.990000000000002</cx:pt>
          <cx:pt idx="34551">45.990000000000002</cx:pt>
          <cx:pt idx="34552">45.990000000000002</cx:pt>
          <cx:pt idx="34553">45.990000000000002</cx:pt>
          <cx:pt idx="34554">45.990000000000002</cx:pt>
          <cx:pt idx="34555">45.990000000000002</cx:pt>
          <cx:pt idx="34556">45.990000000000002</cx:pt>
          <cx:pt idx="34557">45.990000000000002</cx:pt>
          <cx:pt idx="34558">45.990000000000002</cx:pt>
          <cx:pt idx="34559">45.990000000000002</cx:pt>
          <cx:pt idx="34560">45.990000000000002</cx:pt>
          <cx:pt idx="34561">45.990000000000002</cx:pt>
          <cx:pt idx="34562">45.990000000000002</cx:pt>
          <cx:pt idx="34563">45.990000000000002</cx:pt>
          <cx:pt idx="34564">45.990000000000002</cx:pt>
          <cx:pt idx="34565">45.990000000000002</cx:pt>
          <cx:pt idx="34566">45.990000000000002</cx:pt>
          <cx:pt idx="34567">45.990000000000002</cx:pt>
          <cx:pt idx="34568">45.990000000000002</cx:pt>
          <cx:pt idx="34569">45.990000000000002</cx:pt>
          <cx:pt idx="34570">45.990000000000002</cx:pt>
          <cx:pt idx="34571">45.990000000000002</cx:pt>
          <cx:pt idx="34572">45.990000000000002</cx:pt>
          <cx:pt idx="34573">45.990000000000002</cx:pt>
          <cx:pt idx="34574">45.990000000000002</cx:pt>
          <cx:pt idx="34575">45.990000000000002</cx:pt>
          <cx:pt idx="34576">45.990000000000002</cx:pt>
          <cx:pt idx="34577">45.990000000000002</cx:pt>
          <cx:pt idx="34578">45.990000000000002</cx:pt>
          <cx:pt idx="34579">45.990000000000002</cx:pt>
          <cx:pt idx="34580">45.990000000000002</cx:pt>
          <cx:pt idx="34581">45.990000000000002</cx:pt>
          <cx:pt idx="34582">45.990000000000002</cx:pt>
          <cx:pt idx="34583">45.990000000000002</cx:pt>
          <cx:pt idx="34584">45.990000000000002</cx:pt>
          <cx:pt idx="34585">45.990000000000002</cx:pt>
          <cx:pt idx="34586">45.990000000000002</cx:pt>
          <cx:pt idx="34587">45.990000000000002</cx:pt>
          <cx:pt idx="34588">45.990000000000002</cx:pt>
          <cx:pt idx="34589">45.990000000000002</cx:pt>
          <cx:pt idx="34590">45.990000000000002</cx:pt>
          <cx:pt idx="34591">45.990000000000002</cx:pt>
          <cx:pt idx="34592">45.990000000000002</cx:pt>
          <cx:pt idx="34593">45.990000000000002</cx:pt>
          <cx:pt idx="34594">45.990000000000002</cx:pt>
          <cx:pt idx="34595">45.990000000000002</cx:pt>
          <cx:pt idx="34596">45.990000000000002</cx:pt>
          <cx:pt idx="34597">45.990000000000002</cx:pt>
          <cx:pt idx="34598">45.990000000000002</cx:pt>
          <cx:pt idx="34599">45.990000000000002</cx:pt>
          <cx:pt idx="34600">45.990000000000002</cx:pt>
          <cx:pt idx="34601">45.990000000000002</cx:pt>
          <cx:pt idx="34602">45.990000000000002</cx:pt>
          <cx:pt idx="34603">45.990000000000002</cx:pt>
          <cx:pt idx="34604">45.990000000000002</cx:pt>
          <cx:pt idx="34605">45.990000000000002</cx:pt>
          <cx:pt idx="34606">45.990000000000002</cx:pt>
          <cx:pt idx="34607">45.990000000000002</cx:pt>
          <cx:pt idx="34608">45.990000000000002</cx:pt>
          <cx:pt idx="34609">45.990000000000002</cx:pt>
          <cx:pt idx="34610">45.990000000000002</cx:pt>
          <cx:pt idx="34611">45.990000000000002</cx:pt>
          <cx:pt idx="34612">45.990000000000002</cx:pt>
          <cx:pt idx="34613">45.990000000000002</cx:pt>
          <cx:pt idx="34614">45.990000000000002</cx:pt>
          <cx:pt idx="34615">45.990000000000002</cx:pt>
          <cx:pt idx="34616">45.990000000000002</cx:pt>
          <cx:pt idx="34617">45.990000000000002</cx:pt>
          <cx:pt idx="34618">45.990000000000002</cx:pt>
          <cx:pt idx="34619">45.990000000000002</cx:pt>
          <cx:pt idx="34620">45.990000000000002</cx:pt>
          <cx:pt idx="34621">45.990000000000002</cx:pt>
          <cx:pt idx="34622">45.990000000000002</cx:pt>
          <cx:pt idx="34623">45.990000000000002</cx:pt>
          <cx:pt idx="34624">45.990000000000002</cx:pt>
          <cx:pt idx="34625">45.990000000000002</cx:pt>
          <cx:pt idx="34626">45.990000000000002</cx:pt>
          <cx:pt idx="34627">45.990000000000002</cx:pt>
          <cx:pt idx="34628">45.990000000000002</cx:pt>
          <cx:pt idx="34629">45.990000000000002</cx:pt>
          <cx:pt idx="34630">45.990000000000002</cx:pt>
          <cx:pt idx="34631">45.990000000000002</cx:pt>
          <cx:pt idx="34632">45.990000000000002</cx:pt>
          <cx:pt idx="34633">45.990000000000002</cx:pt>
          <cx:pt idx="34634">45.990000000000002</cx:pt>
          <cx:pt idx="34635">45.990000000000002</cx:pt>
          <cx:pt idx="34636">45.990000000000002</cx:pt>
          <cx:pt idx="34637">45.990000000000002</cx:pt>
          <cx:pt idx="34638">45.990000000000002</cx:pt>
          <cx:pt idx="34639">45.990000000000002</cx:pt>
          <cx:pt idx="34640">45.990000000000002</cx:pt>
          <cx:pt idx="34641">45.990000000000002</cx:pt>
          <cx:pt idx="34642">45.990000000000002</cx:pt>
          <cx:pt idx="34643">45.990000000000002</cx:pt>
          <cx:pt idx="34644">45.990000000000002</cx:pt>
          <cx:pt idx="34645">45.990000000000002</cx:pt>
          <cx:pt idx="34646">45.990000000000002</cx:pt>
          <cx:pt idx="34647">45.990000000000002</cx:pt>
          <cx:pt idx="34648">45.990000000000002</cx:pt>
          <cx:pt idx="34649">45.990000000000002</cx:pt>
          <cx:pt idx="34650">45.990000000000002</cx:pt>
          <cx:pt idx="34651">45.990000000000002</cx:pt>
          <cx:pt idx="34652">45.990000000000002</cx:pt>
          <cx:pt idx="34653">45.990000000000002</cx:pt>
          <cx:pt idx="34654">45.990000000000002</cx:pt>
          <cx:pt idx="34655">45.990000000000002</cx:pt>
          <cx:pt idx="34656">45.990000000000002</cx:pt>
          <cx:pt idx="34657">45.990000000000002</cx:pt>
          <cx:pt idx="34658">45.990000000000002</cx:pt>
          <cx:pt idx="34659">45.990000000000002</cx:pt>
          <cx:pt idx="34660">45.990000000000002</cx:pt>
          <cx:pt idx="34661">45.990000000000002</cx:pt>
          <cx:pt idx="34662">45.990000000000002</cx:pt>
          <cx:pt idx="34663">45.990000000000002</cx:pt>
          <cx:pt idx="34664">45.990000000000002</cx:pt>
          <cx:pt idx="34665">45.990000000000002</cx:pt>
          <cx:pt idx="34666">45.990000000000002</cx:pt>
          <cx:pt idx="34667">45.990000000000002</cx:pt>
          <cx:pt idx="34668">45.990000000000002</cx:pt>
          <cx:pt idx="34669">45.990000000000002</cx:pt>
          <cx:pt idx="34670">45.990000000000002</cx:pt>
          <cx:pt idx="34671">45.990000000000002</cx:pt>
          <cx:pt idx="34672">45.990000000000002</cx:pt>
          <cx:pt idx="34673">45.990000000000002</cx:pt>
          <cx:pt idx="34674">45.990000000000002</cx:pt>
          <cx:pt idx="34675">45.990000000000002</cx:pt>
          <cx:pt idx="34676">45.990000000000002</cx:pt>
          <cx:pt idx="34677">45.990000000000002</cx:pt>
          <cx:pt idx="34678">45.990000000000002</cx:pt>
          <cx:pt idx="34679">45.990000000000002</cx:pt>
          <cx:pt idx="34680">45.990000000000002</cx:pt>
          <cx:pt idx="34681">45.990000000000002</cx:pt>
          <cx:pt idx="34682">45.990000000000002</cx:pt>
          <cx:pt idx="34683">45.990000000000002</cx:pt>
          <cx:pt idx="34684">45.990000000000002</cx:pt>
          <cx:pt idx="34685">45.990000000000002</cx:pt>
          <cx:pt idx="34686">45.990000000000002</cx:pt>
          <cx:pt idx="34687">45.990000000000002</cx:pt>
          <cx:pt idx="34688">45.990000000000002</cx:pt>
          <cx:pt idx="34689">45.990000000000002</cx:pt>
          <cx:pt idx="34690">45.990000000000002</cx:pt>
          <cx:pt idx="34691">45.990000000000002</cx:pt>
          <cx:pt idx="34692">45.990000000000002</cx:pt>
          <cx:pt idx="34693">45.990000000000002</cx:pt>
          <cx:pt idx="34694">45.990000000000002</cx:pt>
          <cx:pt idx="34695">45.990000000000002</cx:pt>
          <cx:pt idx="34696">45.990000000000002</cx:pt>
          <cx:pt idx="34697">45.990000000000002</cx:pt>
          <cx:pt idx="34698">45.990000000000002</cx:pt>
          <cx:pt idx="34699">45.990000000000002</cx:pt>
          <cx:pt idx="34700">45.990000000000002</cx:pt>
          <cx:pt idx="34701">45.990000000000002</cx:pt>
          <cx:pt idx="34702">45.990000000000002</cx:pt>
          <cx:pt idx="34703">45.990000000000002</cx:pt>
          <cx:pt idx="34704">45.990000000000002</cx:pt>
          <cx:pt idx="34705">45.990000000000002</cx:pt>
          <cx:pt idx="34706">45.990000000000002</cx:pt>
          <cx:pt idx="34707">45.990000000000002</cx:pt>
          <cx:pt idx="34708">45.990000000000002</cx:pt>
          <cx:pt idx="34709">45.990000000000002</cx:pt>
          <cx:pt idx="34710">45.990000000000002</cx:pt>
          <cx:pt idx="34711">45.990000000000002</cx:pt>
          <cx:pt idx="34712">45.990000000000002</cx:pt>
          <cx:pt idx="34713">45.990000000000002</cx:pt>
          <cx:pt idx="34714">45.990000000000002</cx:pt>
          <cx:pt idx="34715">45.990000000000002</cx:pt>
          <cx:pt idx="34716">45.990000000000002</cx:pt>
          <cx:pt idx="34717">45.990000000000002</cx:pt>
          <cx:pt idx="34718">45.990000000000002</cx:pt>
          <cx:pt idx="34719">45.990000000000002</cx:pt>
          <cx:pt idx="34720">45.990000000000002</cx:pt>
          <cx:pt idx="34721">45.990000000000002</cx:pt>
          <cx:pt idx="34722">45.990000000000002</cx:pt>
          <cx:pt idx="34723">45.990000000000002</cx:pt>
          <cx:pt idx="34724">45.990000000000002</cx:pt>
          <cx:pt idx="34725">45.990000000000002</cx:pt>
          <cx:pt idx="34726">45.990000000000002</cx:pt>
          <cx:pt idx="34727">45.990000000000002</cx:pt>
          <cx:pt idx="34728">45.990000000000002</cx:pt>
          <cx:pt idx="34729">45.990000000000002</cx:pt>
          <cx:pt idx="34730">45.990000000000002</cx:pt>
          <cx:pt idx="34731">45.990000000000002</cx:pt>
          <cx:pt idx="34732">45.990000000000002</cx:pt>
          <cx:pt idx="34733">45.990000000000002</cx:pt>
          <cx:pt idx="34734">45.990000000000002</cx:pt>
          <cx:pt idx="34735">45.990000000000002</cx:pt>
          <cx:pt idx="34736">45.990000000000002</cx:pt>
          <cx:pt idx="34737">45.990000000000002</cx:pt>
          <cx:pt idx="34738">45.990000000000002</cx:pt>
          <cx:pt idx="34739">45.990000000000002</cx:pt>
          <cx:pt idx="34740">45.990000000000002</cx:pt>
          <cx:pt idx="34741">45.990000000000002</cx:pt>
          <cx:pt idx="34742">45.990000000000002</cx:pt>
          <cx:pt idx="34743">45.990000000000002</cx:pt>
          <cx:pt idx="34744">45.990000000000002</cx:pt>
          <cx:pt idx="34745">45.990000000000002</cx:pt>
          <cx:pt idx="34746">45.990000000000002</cx:pt>
          <cx:pt idx="34747">45.990000000000002</cx:pt>
          <cx:pt idx="34748">45.990000000000002</cx:pt>
          <cx:pt idx="34749">45.990000000000002</cx:pt>
          <cx:pt idx="34750">45.990000000000002</cx:pt>
          <cx:pt idx="34751">45.990000000000002</cx:pt>
          <cx:pt idx="34752">45.990000000000002</cx:pt>
          <cx:pt idx="34753">45.990000000000002</cx:pt>
          <cx:pt idx="34754">45.990000000000002</cx:pt>
          <cx:pt idx="34755">45.990000000000002</cx:pt>
          <cx:pt idx="34756">45.990000000000002</cx:pt>
          <cx:pt idx="34757">45.990000000000002</cx:pt>
          <cx:pt idx="34758">45.990000000000002</cx:pt>
          <cx:pt idx="34759">45.990000000000002</cx:pt>
          <cx:pt idx="34760">45.990000000000002</cx:pt>
          <cx:pt idx="34761">45.990000000000002</cx:pt>
          <cx:pt idx="34762">45.990000000000002</cx:pt>
          <cx:pt idx="34763">45.990000000000002</cx:pt>
          <cx:pt idx="34764">45.990000000000002</cx:pt>
          <cx:pt idx="34765">45.990000000000002</cx:pt>
          <cx:pt idx="34766">45.990000000000002</cx:pt>
          <cx:pt idx="34767">45.990000000000002</cx:pt>
          <cx:pt idx="34768">45.990000000000002</cx:pt>
          <cx:pt idx="34769">45.990000000000002</cx:pt>
          <cx:pt idx="34770">45.990000000000002</cx:pt>
          <cx:pt idx="34771">45.990000000000002</cx:pt>
          <cx:pt idx="34772">45.990000000000002</cx:pt>
          <cx:pt idx="34773">45.990000000000002</cx:pt>
          <cx:pt idx="34774">45.990000000000002</cx:pt>
          <cx:pt idx="34775">45.990000000000002</cx:pt>
          <cx:pt idx="34776">45.990000000000002</cx:pt>
          <cx:pt idx="34777">45.990000000000002</cx:pt>
          <cx:pt idx="34778">45.990000000000002</cx:pt>
          <cx:pt idx="34779">45.990000000000002</cx:pt>
          <cx:pt idx="34780">45.990000000000002</cx:pt>
          <cx:pt idx="34781">45.990000000000002</cx:pt>
          <cx:pt idx="34782">45.990000000000002</cx:pt>
          <cx:pt idx="34783">45.990000000000002</cx:pt>
          <cx:pt idx="34784">45.990000000000002</cx:pt>
          <cx:pt idx="34785">45.990000000000002</cx:pt>
          <cx:pt idx="34786">45.990000000000002</cx:pt>
          <cx:pt idx="34787">45.990000000000002</cx:pt>
          <cx:pt idx="34788">45.990000000000002</cx:pt>
          <cx:pt idx="34789">45.990000000000002</cx:pt>
          <cx:pt idx="34790">45.990000000000002</cx:pt>
          <cx:pt idx="34791">45.990000000000002</cx:pt>
          <cx:pt idx="34792">45.990000000000002</cx:pt>
          <cx:pt idx="34793">45.990000000000002</cx:pt>
          <cx:pt idx="34794">45.990000000000002</cx:pt>
          <cx:pt idx="34795">45.990000000000002</cx:pt>
          <cx:pt idx="34796">45.990000000000002</cx:pt>
          <cx:pt idx="34797">45.990000000000002</cx:pt>
          <cx:pt idx="34798">45.990000000000002</cx:pt>
          <cx:pt idx="34799">45.990000000000002</cx:pt>
          <cx:pt idx="34800">45.990000000000002</cx:pt>
          <cx:pt idx="34801">45.990000000000002</cx:pt>
          <cx:pt idx="34802">45.990000000000002</cx:pt>
          <cx:pt idx="34803">45.990000000000002</cx:pt>
          <cx:pt idx="34804">45.990000000000002</cx:pt>
          <cx:pt idx="34805">45.990000000000002</cx:pt>
          <cx:pt idx="34806">45.990000000000002</cx:pt>
          <cx:pt idx="34807">45.990000000000002</cx:pt>
          <cx:pt idx="34808">45.990000000000002</cx:pt>
          <cx:pt idx="34809">45.990000000000002</cx:pt>
          <cx:pt idx="34810">45.990000000000002</cx:pt>
          <cx:pt idx="34811">45.990000000000002</cx:pt>
          <cx:pt idx="34812">45.990000000000002</cx:pt>
          <cx:pt idx="34813">45.990000000000002</cx:pt>
          <cx:pt idx="34814">45.990000000000002</cx:pt>
          <cx:pt idx="34815">45.990000000000002</cx:pt>
          <cx:pt idx="34816">45.990000000000002</cx:pt>
          <cx:pt idx="34817">45.990000000000002</cx:pt>
          <cx:pt idx="34818">45.990000000000002</cx:pt>
          <cx:pt idx="34819">45.990000000000002</cx:pt>
          <cx:pt idx="34820">45.990000000000002</cx:pt>
          <cx:pt idx="34821">45.990000000000002</cx:pt>
          <cx:pt idx="34822">45.990000000000002</cx:pt>
          <cx:pt idx="34823">45.990000000000002</cx:pt>
          <cx:pt idx="34824">45.990000000000002</cx:pt>
          <cx:pt idx="34825">45.990000000000002</cx:pt>
          <cx:pt idx="34826">45.990000000000002</cx:pt>
          <cx:pt idx="34827">45.990000000000002</cx:pt>
          <cx:pt idx="34828">45.990000000000002</cx:pt>
          <cx:pt idx="34829">45.990000000000002</cx:pt>
          <cx:pt idx="34830">45.990000000000002</cx:pt>
          <cx:pt idx="34831">45.990000000000002</cx:pt>
          <cx:pt idx="34832">45.990000000000002</cx:pt>
          <cx:pt idx="34833">45.990000000000002</cx:pt>
          <cx:pt idx="34834">45.990000000000002</cx:pt>
          <cx:pt idx="34835">45.990000000000002</cx:pt>
          <cx:pt idx="34836">45.990000000000002</cx:pt>
          <cx:pt idx="34837">45.990000000000002</cx:pt>
          <cx:pt idx="34838">45.990000000000002</cx:pt>
          <cx:pt idx="34839">45.990000000000002</cx:pt>
          <cx:pt idx="34840">45.990000000000002</cx:pt>
          <cx:pt idx="34841">45.990000000000002</cx:pt>
          <cx:pt idx="34842">45.990000000000002</cx:pt>
          <cx:pt idx="34843">45.990000000000002</cx:pt>
          <cx:pt idx="34844">45.990000000000002</cx:pt>
          <cx:pt idx="34845">45.990000000000002</cx:pt>
          <cx:pt idx="34846">45.990000000000002</cx:pt>
          <cx:pt idx="34847">45.990000000000002</cx:pt>
          <cx:pt idx="34848">45.990000000000002</cx:pt>
          <cx:pt idx="34849">45.990000000000002</cx:pt>
          <cx:pt idx="34850">45.990000000000002</cx:pt>
          <cx:pt idx="34851">45.990000000000002</cx:pt>
          <cx:pt idx="34852">45.990000000000002</cx:pt>
          <cx:pt idx="34853">45.990000000000002</cx:pt>
          <cx:pt idx="34854">45.990000000000002</cx:pt>
          <cx:pt idx="34855">45.990000000000002</cx:pt>
          <cx:pt idx="34856">45.990000000000002</cx:pt>
          <cx:pt idx="34857">45.990000000000002</cx:pt>
          <cx:pt idx="34858">45.990000000000002</cx:pt>
          <cx:pt idx="34859">45.990000000000002</cx:pt>
          <cx:pt idx="34860">45.990000000000002</cx:pt>
          <cx:pt idx="34861">45.990000000000002</cx:pt>
          <cx:pt idx="34862">45.990000000000002</cx:pt>
          <cx:pt idx="34863">45.990000000000002</cx:pt>
          <cx:pt idx="34864">45.990000000000002</cx:pt>
          <cx:pt idx="34865">45.990000000000002</cx:pt>
          <cx:pt idx="34866">45.990000000000002</cx:pt>
          <cx:pt idx="34867">45.990000000000002</cx:pt>
          <cx:pt idx="34868">45.990000000000002</cx:pt>
          <cx:pt idx="34869">45.990000000000002</cx:pt>
          <cx:pt idx="34870">45.990000000000002</cx:pt>
          <cx:pt idx="34871">45.990000000000002</cx:pt>
          <cx:pt idx="34872">45.990000000000002</cx:pt>
          <cx:pt idx="34873">45.990000000000002</cx:pt>
          <cx:pt idx="34874">45.990000000000002</cx:pt>
          <cx:pt idx="34875">45.990000000000002</cx:pt>
          <cx:pt idx="34876">45.990000000000002</cx:pt>
          <cx:pt idx="34877">45.990000000000002</cx:pt>
          <cx:pt idx="34878">45.990000000000002</cx:pt>
          <cx:pt idx="34879">45.990000000000002</cx:pt>
          <cx:pt idx="34880">45.990000000000002</cx:pt>
          <cx:pt idx="34881">45.990000000000002</cx:pt>
          <cx:pt idx="34882">45.990000000000002</cx:pt>
          <cx:pt idx="34883">45.990000000000002</cx:pt>
          <cx:pt idx="34884">45.990000000000002</cx:pt>
          <cx:pt idx="34885">45.990000000000002</cx:pt>
          <cx:pt idx="34886">45.990000000000002</cx:pt>
          <cx:pt idx="34887">45.990000000000002</cx:pt>
          <cx:pt idx="34888">45.990000000000002</cx:pt>
          <cx:pt idx="34889">45.990000000000002</cx:pt>
          <cx:pt idx="34890">45.990000000000002</cx:pt>
          <cx:pt idx="34891">45.990000000000002</cx:pt>
          <cx:pt idx="34892">45.990000000000002</cx:pt>
          <cx:pt idx="34893">45.990000000000002</cx:pt>
          <cx:pt idx="34894">45.990000000000002</cx:pt>
          <cx:pt idx="34895">45.990000000000002</cx:pt>
          <cx:pt idx="34896">45.990000000000002</cx:pt>
          <cx:pt idx="34897">45.990000000000002</cx:pt>
          <cx:pt idx="34898">45.990000000000002</cx:pt>
          <cx:pt idx="34899">45.990000000000002</cx:pt>
          <cx:pt idx="34900">45.990000000000002</cx:pt>
          <cx:pt idx="34901">45.990000000000002</cx:pt>
          <cx:pt idx="34902">45.990000000000002</cx:pt>
          <cx:pt idx="34903">45.990000000000002</cx:pt>
          <cx:pt idx="34904">45.990000000000002</cx:pt>
          <cx:pt idx="34905">45.990000000000002</cx:pt>
          <cx:pt idx="34906">45.990000000000002</cx:pt>
          <cx:pt idx="34907">45.990000000000002</cx:pt>
          <cx:pt idx="34908">45.990000000000002</cx:pt>
          <cx:pt idx="34909">45.990000000000002</cx:pt>
          <cx:pt idx="34910">45.990000000000002</cx:pt>
          <cx:pt idx="34911">45.990000000000002</cx:pt>
          <cx:pt idx="34912">45.990000000000002</cx:pt>
          <cx:pt idx="34913">45.990000000000002</cx:pt>
          <cx:pt idx="34914">45.990000000000002</cx:pt>
          <cx:pt idx="34915">45.990000000000002</cx:pt>
          <cx:pt idx="34916">45.990000000000002</cx:pt>
          <cx:pt idx="34917">45.990000000000002</cx:pt>
          <cx:pt idx="34918">45.990000000000002</cx:pt>
          <cx:pt idx="34919">45.990000000000002</cx:pt>
          <cx:pt idx="34920">45.990000000000002</cx:pt>
          <cx:pt idx="34921">45.990000000000002</cx:pt>
          <cx:pt idx="34922">45.990000000000002</cx:pt>
          <cx:pt idx="34923">45.990000000000002</cx:pt>
          <cx:pt idx="34924">45.990000000000002</cx:pt>
          <cx:pt idx="34925">45.990000000000002</cx:pt>
          <cx:pt idx="34926">45.990000000000002</cx:pt>
          <cx:pt idx="34927">45.990000000000002</cx:pt>
          <cx:pt idx="34928">45.990000000000002</cx:pt>
          <cx:pt idx="34929">45.990000000000002</cx:pt>
          <cx:pt idx="34930">45.990000000000002</cx:pt>
          <cx:pt idx="34931">45.990000000000002</cx:pt>
          <cx:pt idx="34932">45.990000000000002</cx:pt>
          <cx:pt idx="34933">45.990000000000002</cx:pt>
          <cx:pt idx="34934">45.990000000000002</cx:pt>
          <cx:pt idx="34935">45.990000000000002</cx:pt>
          <cx:pt idx="34936">45.990000000000002</cx:pt>
          <cx:pt idx="34937">45.990000000000002</cx:pt>
          <cx:pt idx="34938">45.990000000000002</cx:pt>
          <cx:pt idx="34939">45.990000000000002</cx:pt>
          <cx:pt idx="34940">45.990000000000002</cx:pt>
          <cx:pt idx="34941">45.990000000000002</cx:pt>
          <cx:pt idx="34942">45.990000000000002</cx:pt>
          <cx:pt idx="34943">45.990000000000002</cx:pt>
          <cx:pt idx="34944">45.990000000000002</cx:pt>
          <cx:pt idx="34945">45.990000000000002</cx:pt>
          <cx:pt idx="34946">45.990000000000002</cx:pt>
          <cx:pt idx="34947">45.990000000000002</cx:pt>
          <cx:pt idx="34948">45.990000000000002</cx:pt>
          <cx:pt idx="34949">45.990000000000002</cx:pt>
          <cx:pt idx="34950">45.990000000000002</cx:pt>
          <cx:pt idx="34951">45.990000000000002</cx:pt>
          <cx:pt idx="34952">45.990000000000002</cx:pt>
          <cx:pt idx="34953">45.990000000000002</cx:pt>
          <cx:pt idx="34954">45.990000000000002</cx:pt>
          <cx:pt idx="34955">45.990000000000002</cx:pt>
          <cx:pt idx="34956">45.990000000000002</cx:pt>
          <cx:pt idx="34957">45.990000000000002</cx:pt>
          <cx:pt idx="34958">45.990000000000002</cx:pt>
          <cx:pt idx="34959">45.990000000000002</cx:pt>
          <cx:pt idx="34960">45.990000000000002</cx:pt>
          <cx:pt idx="34961">45.990000000000002</cx:pt>
          <cx:pt idx="34962">45.990000000000002</cx:pt>
          <cx:pt idx="34963">45.990000000000002</cx:pt>
          <cx:pt idx="34964">45.990000000000002</cx:pt>
          <cx:pt idx="34965">45.990000000000002</cx:pt>
          <cx:pt idx="34966">45.990000000000002</cx:pt>
          <cx:pt idx="34967">45.990000000000002</cx:pt>
          <cx:pt idx="34968">45.990000000000002</cx:pt>
          <cx:pt idx="34969">45.990000000000002</cx:pt>
          <cx:pt idx="34970">45.990000000000002</cx:pt>
          <cx:pt idx="34971">45.990000000000002</cx:pt>
          <cx:pt idx="34972">45.990000000000002</cx:pt>
          <cx:pt idx="34973">45.990000000000002</cx:pt>
          <cx:pt idx="34974">45.990000000000002</cx:pt>
          <cx:pt idx="34975">45.990000000000002</cx:pt>
          <cx:pt idx="34976">45.990000000000002</cx:pt>
          <cx:pt idx="34977">45.990000000000002</cx:pt>
          <cx:pt idx="34978">45.990000000000002</cx:pt>
          <cx:pt idx="34979">45.990000000000002</cx:pt>
          <cx:pt idx="34980">45.990000000000002</cx:pt>
          <cx:pt idx="34981">45.990000000000002</cx:pt>
          <cx:pt idx="34982">45.990000000000002</cx:pt>
          <cx:pt idx="34983">45.990000000000002</cx:pt>
          <cx:pt idx="34984">45.990000000000002</cx:pt>
          <cx:pt idx="34985">45.990000000000002</cx:pt>
          <cx:pt idx="34986">45.990000000000002</cx:pt>
          <cx:pt idx="34987">45.990000000000002</cx:pt>
          <cx:pt idx="34988">45.990000000000002</cx:pt>
          <cx:pt idx="34989">45.990000000000002</cx:pt>
          <cx:pt idx="34990">45.990000000000002</cx:pt>
          <cx:pt idx="34991">45.990000000000002</cx:pt>
          <cx:pt idx="34992">45.990000000000002</cx:pt>
          <cx:pt idx="34993">45.990000000000002</cx:pt>
          <cx:pt idx="34994">45.990000000000002</cx:pt>
          <cx:pt idx="34995">45.990000000000002</cx:pt>
          <cx:pt idx="34996">45.990000000000002</cx:pt>
          <cx:pt idx="34997">45.990000000000002</cx:pt>
          <cx:pt idx="34998">45.990000000000002</cx:pt>
          <cx:pt idx="34999">45.990000000000002</cx:pt>
          <cx:pt idx="35000">45.990000000000002</cx:pt>
          <cx:pt idx="35001">45.990000000000002</cx:pt>
          <cx:pt idx="35002">45.990000000000002</cx:pt>
          <cx:pt idx="35003">45.990000000000002</cx:pt>
          <cx:pt idx="35004">45.990000000000002</cx:pt>
          <cx:pt idx="35005">45.990000000000002</cx:pt>
          <cx:pt idx="35006">45.990000000000002</cx:pt>
          <cx:pt idx="35007">29.989999999999998</cx:pt>
          <cx:pt idx="35008">29.989999999999998</cx:pt>
          <cx:pt idx="35009">29.989999999999998</cx:pt>
          <cx:pt idx="35010">29.989999999999998</cx:pt>
          <cx:pt idx="35011">29.989999999999998</cx:pt>
          <cx:pt idx="35012">29.989999999999998</cx:pt>
          <cx:pt idx="35013">29.989999999999998</cx:pt>
          <cx:pt idx="35014">29.989999999999998</cx:pt>
          <cx:pt idx="35015">29.989999999999998</cx:pt>
          <cx:pt idx="35016">29.989999999999998</cx:pt>
          <cx:pt idx="35017">29.989999999999998</cx:pt>
          <cx:pt idx="35018">29.989999999999998</cx:pt>
          <cx:pt idx="35019">29.989999999999998</cx:pt>
          <cx:pt idx="35020">29.989999999999998</cx:pt>
          <cx:pt idx="35021">29.989999999999998</cx:pt>
          <cx:pt idx="35022">29.989999999999998</cx:pt>
          <cx:pt idx="35023">29.989999999999998</cx:pt>
          <cx:pt idx="35024">29.989999999999998</cx:pt>
          <cx:pt idx="35025">29.989999999999998</cx:pt>
          <cx:pt idx="35026">29.989999999999998</cx:pt>
          <cx:pt idx="35027">29.989999999999998</cx:pt>
          <cx:pt idx="35028">29.989999999999998</cx:pt>
          <cx:pt idx="35029">29.989999999999998</cx:pt>
          <cx:pt idx="35030">29.989999999999998</cx:pt>
          <cx:pt idx="35031">29.989999999999998</cx:pt>
          <cx:pt idx="35032">29.989999999999998</cx:pt>
          <cx:pt idx="35033">29.989999999999998</cx:pt>
          <cx:pt idx="35034">29.989999999999998</cx:pt>
          <cx:pt idx="35035">29.989999999999998</cx:pt>
          <cx:pt idx="35036">29.989999999999998</cx:pt>
          <cx:pt idx="35037">29.989999999999998</cx:pt>
          <cx:pt idx="35038">29.989999999999998</cx:pt>
          <cx:pt idx="35039">29.989999999999998</cx:pt>
          <cx:pt idx="35040">29.989999999999998</cx:pt>
          <cx:pt idx="35041">29.989999999999998</cx:pt>
          <cx:pt idx="35042">29.989999999999998</cx:pt>
          <cx:pt idx="35043">29.989999999999998</cx:pt>
          <cx:pt idx="35044">29.989999999999998</cx:pt>
          <cx:pt idx="35045">29.989999999999998</cx:pt>
          <cx:pt idx="35046">29.989999999999998</cx:pt>
          <cx:pt idx="35047">29.989999999999998</cx:pt>
          <cx:pt idx="35048">29.989999999999998</cx:pt>
          <cx:pt idx="35049">29.989999999999998</cx:pt>
          <cx:pt idx="35050">29.989999999999998</cx:pt>
          <cx:pt idx="35051">29.989999999999998</cx:pt>
          <cx:pt idx="35052">29.989999999999998</cx:pt>
          <cx:pt idx="35053">29.989999999999998</cx:pt>
          <cx:pt idx="35054">29.989999999999998</cx:pt>
          <cx:pt idx="35055">29.989999999999998</cx:pt>
          <cx:pt idx="35056">29.989999999999998</cx:pt>
          <cx:pt idx="35057">29.989999999999998</cx:pt>
          <cx:pt idx="35058">29.989999999999998</cx:pt>
          <cx:pt idx="35059">29.989999999999998</cx:pt>
          <cx:pt idx="35060">29.989999999999998</cx:pt>
          <cx:pt idx="35061">29.989999999999998</cx:pt>
          <cx:pt idx="35062">29.989999999999998</cx:pt>
          <cx:pt idx="35063">29.989999999999998</cx:pt>
          <cx:pt idx="35064">29.989999999999998</cx:pt>
          <cx:pt idx="35065">29.989999999999998</cx:pt>
          <cx:pt idx="35066">29.989999999999998</cx:pt>
          <cx:pt idx="35067">29.989999999999998</cx:pt>
          <cx:pt idx="35068">29.989999999999998</cx:pt>
          <cx:pt idx="35069">29.989999999999998</cx:pt>
          <cx:pt idx="35070">29.989999999999998</cx:pt>
          <cx:pt idx="35071">29.989999999999998</cx:pt>
          <cx:pt idx="35072">29.989999999999998</cx:pt>
          <cx:pt idx="35073">29.989999999999998</cx:pt>
          <cx:pt idx="35074">29.989999999999998</cx:pt>
          <cx:pt idx="35075">29.989999999999998</cx:pt>
          <cx:pt idx="35076">29.989999999999998</cx:pt>
          <cx:pt idx="35077">29.989999999999998</cx:pt>
          <cx:pt idx="35078">29.989999999999998</cx:pt>
          <cx:pt idx="35079">29.989999999999998</cx:pt>
          <cx:pt idx="35080">29.989999999999998</cx:pt>
          <cx:pt idx="35081">29.989999999999998</cx:pt>
          <cx:pt idx="35082">29.989999999999998</cx:pt>
          <cx:pt idx="35083">29.989999999999998</cx:pt>
          <cx:pt idx="35084">29.989999999999998</cx:pt>
          <cx:pt idx="35085">29.989999999999998</cx:pt>
          <cx:pt idx="35086">29.989999999999998</cx:pt>
          <cx:pt idx="35087">29.989999999999998</cx:pt>
          <cx:pt idx="35088">29.989999999999998</cx:pt>
          <cx:pt idx="35089">29.989999999999998</cx:pt>
          <cx:pt idx="35090">29.989999999999998</cx:pt>
          <cx:pt idx="35091">29.989999999999998</cx:pt>
          <cx:pt idx="35092">29.989999999999998</cx:pt>
          <cx:pt idx="35093">29.989999999999998</cx:pt>
          <cx:pt idx="35094">29.989999999999998</cx:pt>
          <cx:pt idx="35095">29.989999999999998</cx:pt>
          <cx:pt idx="35096">29.989999999999998</cx:pt>
          <cx:pt idx="35097">29.989999999999998</cx:pt>
          <cx:pt idx="35098">29.989999999999998</cx:pt>
          <cx:pt idx="35099">29.989999999999998</cx:pt>
          <cx:pt idx="35100">29.989999999999998</cx:pt>
          <cx:pt idx="35101">29.989999999999998</cx:pt>
          <cx:pt idx="35102">29.989999999999998</cx:pt>
          <cx:pt idx="35103">29.989999999999998</cx:pt>
          <cx:pt idx="35104">29.989999999999998</cx:pt>
          <cx:pt idx="35105">29.989999999999998</cx:pt>
          <cx:pt idx="35106">29.989999999999998</cx:pt>
          <cx:pt idx="35107">29.989999999999998</cx:pt>
          <cx:pt idx="35108">29.989999999999998</cx:pt>
          <cx:pt idx="35109">29.989999999999998</cx:pt>
          <cx:pt idx="35110">29.989999999999998</cx:pt>
          <cx:pt idx="35111">29.989999999999998</cx:pt>
          <cx:pt idx="35112">29.989999999999998</cx:pt>
          <cx:pt idx="35113">29.989999999999998</cx:pt>
          <cx:pt idx="35114">29.989999999999998</cx:pt>
          <cx:pt idx="35115">29.989999999999998</cx:pt>
          <cx:pt idx="35116">29.989999999999998</cx:pt>
          <cx:pt idx="35117">29.989999999999998</cx:pt>
          <cx:pt idx="35118">29.989999999999998</cx:pt>
          <cx:pt idx="35119">29.989999999999998</cx:pt>
          <cx:pt idx="35120">29.989999999999998</cx:pt>
          <cx:pt idx="35121">29.989999999999998</cx:pt>
          <cx:pt idx="35122">29.989999999999998</cx:pt>
          <cx:pt idx="35123">29.989999999999998</cx:pt>
          <cx:pt idx="35124">29.989999999999998</cx:pt>
          <cx:pt idx="35125">29.989999999999998</cx:pt>
          <cx:pt idx="35126">29.989999999999998</cx:pt>
          <cx:pt idx="35127">29.989999999999998</cx:pt>
          <cx:pt idx="35128">29.989999999999998</cx:pt>
          <cx:pt idx="35129">29.989999999999998</cx:pt>
          <cx:pt idx="35130">29.989999999999998</cx:pt>
          <cx:pt idx="35131">29.989999999999998</cx:pt>
          <cx:pt idx="35132">29.989999999999998</cx:pt>
          <cx:pt idx="35133">29.989999999999998</cx:pt>
          <cx:pt idx="35134">29.989999999999998</cx:pt>
          <cx:pt idx="35135">29.989999999999998</cx:pt>
          <cx:pt idx="35136">29.989999999999998</cx:pt>
          <cx:pt idx="35137">29.989999999999998</cx:pt>
          <cx:pt idx="35138">29.989999999999998</cx:pt>
          <cx:pt idx="35139">29.989999999999998</cx:pt>
          <cx:pt idx="35140">29.989999999999998</cx:pt>
          <cx:pt idx="35141">29.989999999999998</cx:pt>
          <cx:pt idx="35142">29.989999999999998</cx:pt>
          <cx:pt idx="35143">29.989999999999998</cx:pt>
          <cx:pt idx="35144">29.989999999999998</cx:pt>
          <cx:pt idx="35145">29.989999999999998</cx:pt>
          <cx:pt idx="35146">29.989999999999998</cx:pt>
          <cx:pt idx="35147">29.989999999999998</cx:pt>
          <cx:pt idx="35148">29.989999999999998</cx:pt>
          <cx:pt idx="35149">29.989999999999998</cx:pt>
          <cx:pt idx="35150">29.989999999999998</cx:pt>
          <cx:pt idx="35151">29.989999999999998</cx:pt>
          <cx:pt idx="35152">29.989999999999998</cx:pt>
          <cx:pt idx="35153">29.989999999999998</cx:pt>
          <cx:pt idx="35154">29.989999999999998</cx:pt>
          <cx:pt idx="35155">29.989999999999998</cx:pt>
          <cx:pt idx="35156">29.989999999999998</cx:pt>
          <cx:pt idx="35157">29.989999999999998</cx:pt>
          <cx:pt idx="35158">29.989999999999998</cx:pt>
          <cx:pt idx="35159">29.989999999999998</cx:pt>
          <cx:pt idx="35160">29.989999999999998</cx:pt>
          <cx:pt idx="35161">29.989999999999998</cx:pt>
          <cx:pt idx="35162">29.989999999999998</cx:pt>
          <cx:pt idx="35163">29.989999999999998</cx:pt>
          <cx:pt idx="35164">29.989999999999998</cx:pt>
          <cx:pt idx="35165">29.989999999999998</cx:pt>
          <cx:pt idx="35166">29.989999999999998</cx:pt>
          <cx:pt idx="35167">29.989999999999998</cx:pt>
          <cx:pt idx="35168">29.989999999999998</cx:pt>
          <cx:pt idx="35169">29.989999999999998</cx:pt>
          <cx:pt idx="35170">29.989999999999998</cx:pt>
          <cx:pt idx="35171">29.989999999999998</cx:pt>
          <cx:pt idx="35172">29.989999999999998</cx:pt>
          <cx:pt idx="35173">29.989999999999998</cx:pt>
          <cx:pt idx="35174">29.989999999999998</cx:pt>
          <cx:pt idx="35175">29.989999999999998</cx:pt>
          <cx:pt idx="35176">29.989999999999998</cx:pt>
          <cx:pt idx="35177">29.989999999999998</cx:pt>
          <cx:pt idx="35178">29.989999999999998</cx:pt>
          <cx:pt idx="35179">29.989999999999998</cx:pt>
          <cx:pt idx="35180">29.989999999999998</cx:pt>
          <cx:pt idx="35181">29.989999999999998</cx:pt>
          <cx:pt idx="35182">29.989999999999998</cx:pt>
          <cx:pt idx="35183">29.989999999999998</cx:pt>
          <cx:pt idx="35184">29.989999999999998</cx:pt>
          <cx:pt idx="35185">29.989999999999998</cx:pt>
          <cx:pt idx="35186">29.989999999999998</cx:pt>
          <cx:pt idx="35187">29.989999999999998</cx:pt>
          <cx:pt idx="35188">29.989999999999998</cx:pt>
          <cx:pt idx="35189">29.989999999999998</cx:pt>
          <cx:pt idx="35190">29.989999999999998</cx:pt>
          <cx:pt idx="35191">29.989999999999998</cx:pt>
          <cx:pt idx="35192">29.989999999999998</cx:pt>
          <cx:pt idx="35193">29.989999999999998</cx:pt>
          <cx:pt idx="35194">29.989999999999998</cx:pt>
          <cx:pt idx="35195">29.989999999999998</cx:pt>
          <cx:pt idx="35196">29.989999999999998</cx:pt>
          <cx:pt idx="35197">29.989999999999998</cx:pt>
          <cx:pt idx="35198">29.989999999999998</cx:pt>
          <cx:pt idx="35199">29.989999999999998</cx:pt>
          <cx:pt idx="35200">29.989999999999998</cx:pt>
          <cx:pt idx="35201">29.989999999999998</cx:pt>
          <cx:pt idx="35202">29.989999999999998</cx:pt>
          <cx:pt idx="35203">29.989999999999998</cx:pt>
          <cx:pt idx="35204">29.989999999999998</cx:pt>
          <cx:pt idx="35205">29.989999999999998</cx:pt>
          <cx:pt idx="35206">29.989999999999998</cx:pt>
          <cx:pt idx="35207">29.989999999999998</cx:pt>
          <cx:pt idx="35208">29.989999999999998</cx:pt>
          <cx:pt idx="35209">29.989999999999998</cx:pt>
          <cx:pt idx="35210">29.989999999999998</cx:pt>
          <cx:pt idx="35211">29.989999999999998</cx:pt>
          <cx:pt idx="35212">29.989999999999998</cx:pt>
          <cx:pt idx="35213">29.989999999999998</cx:pt>
          <cx:pt idx="35214">29.989999999999998</cx:pt>
          <cx:pt idx="35215">29.989999999999998</cx:pt>
          <cx:pt idx="35216">29.989999999999998</cx:pt>
          <cx:pt idx="35217">29.989999999999998</cx:pt>
          <cx:pt idx="35218">29.989999999999998</cx:pt>
          <cx:pt idx="35219">29.989999999999998</cx:pt>
          <cx:pt idx="35220">29.989999999999998</cx:pt>
          <cx:pt idx="35221">29.989999999999998</cx:pt>
          <cx:pt idx="35222">29.989999999999998</cx:pt>
          <cx:pt idx="35223">29.989999999999998</cx:pt>
          <cx:pt idx="35224">29.989999999999998</cx:pt>
          <cx:pt idx="35225">29.989999999999998</cx:pt>
          <cx:pt idx="35226">29.989999999999998</cx:pt>
          <cx:pt idx="35227">29.989999999999998</cx:pt>
          <cx:pt idx="35228">29.989999999999998</cx:pt>
          <cx:pt idx="35229">29.989999999999998</cx:pt>
          <cx:pt idx="35230">29.989999999999998</cx:pt>
          <cx:pt idx="35231">29.989999999999998</cx:pt>
          <cx:pt idx="35232">29.989999999999998</cx:pt>
          <cx:pt idx="35233">29.989999999999998</cx:pt>
          <cx:pt idx="35234">29.989999999999998</cx:pt>
          <cx:pt idx="35235">29.989999999999998</cx:pt>
          <cx:pt idx="35236">29.989999999999998</cx:pt>
          <cx:pt idx="35237">29.989999999999998</cx:pt>
          <cx:pt idx="35238">29.989999999999998</cx:pt>
          <cx:pt idx="35239">29.989999999999998</cx:pt>
          <cx:pt idx="35240">29.989999999999998</cx:pt>
          <cx:pt idx="35241">29.989999999999998</cx:pt>
          <cx:pt idx="35242">29.989999999999998</cx:pt>
          <cx:pt idx="35243">29.989999999999998</cx:pt>
          <cx:pt idx="35244">29.989999999999998</cx:pt>
          <cx:pt idx="35245">29.989999999999998</cx:pt>
          <cx:pt idx="35246">29.989999999999998</cx:pt>
          <cx:pt idx="35247">29.989999999999998</cx:pt>
          <cx:pt idx="35248">29.989999999999998</cx:pt>
          <cx:pt idx="35249">29.989999999999998</cx:pt>
          <cx:pt idx="35250">29.989999999999998</cx:pt>
          <cx:pt idx="35251">29.989999999999998</cx:pt>
          <cx:pt idx="35252">29.989999999999998</cx:pt>
          <cx:pt idx="35253">29.989999999999998</cx:pt>
          <cx:pt idx="35254">29.989999999999998</cx:pt>
          <cx:pt idx="35255">29.989999999999998</cx:pt>
          <cx:pt idx="35256">29.989999999999998</cx:pt>
          <cx:pt idx="35257">29.989999999999998</cx:pt>
          <cx:pt idx="35258">29.989999999999998</cx:pt>
          <cx:pt idx="35259">29.989999999999998</cx:pt>
          <cx:pt idx="35260">29.989999999999998</cx:pt>
          <cx:pt idx="35261">29.989999999999998</cx:pt>
          <cx:pt idx="35262">29.989999999999998</cx:pt>
          <cx:pt idx="35263">29.989999999999998</cx:pt>
          <cx:pt idx="35264">29.989999999999998</cx:pt>
          <cx:pt idx="35265">29.989999999999998</cx:pt>
          <cx:pt idx="35266">29.989999999999998</cx:pt>
          <cx:pt idx="35267">29.989999999999998</cx:pt>
          <cx:pt idx="35268">29.989999999999998</cx:pt>
          <cx:pt idx="35269">29.989999999999998</cx:pt>
          <cx:pt idx="35270">29.989999999999998</cx:pt>
          <cx:pt idx="35271">29.989999999999998</cx:pt>
          <cx:pt idx="35272">29.989999999999998</cx:pt>
          <cx:pt idx="35273">29.989999999999998</cx:pt>
          <cx:pt idx="35274">29.989999999999998</cx:pt>
          <cx:pt idx="35275">29.989999999999998</cx:pt>
          <cx:pt idx="35276">29.989999999999998</cx:pt>
          <cx:pt idx="35277">29.989999999999998</cx:pt>
          <cx:pt idx="35278">29.989999999999998</cx:pt>
          <cx:pt idx="35279">29.989999999999998</cx:pt>
          <cx:pt idx="35280">29.989999999999998</cx:pt>
          <cx:pt idx="35281">29.989999999999998</cx:pt>
          <cx:pt idx="35282">29.989999999999998</cx:pt>
          <cx:pt idx="35283">29.989999999999998</cx:pt>
          <cx:pt idx="35284">29.989999999999998</cx:pt>
          <cx:pt idx="35285">29.989999999999998</cx:pt>
          <cx:pt idx="35286">29.989999999999998</cx:pt>
          <cx:pt idx="35287">29.989999999999998</cx:pt>
          <cx:pt idx="35288">29.989999999999998</cx:pt>
          <cx:pt idx="35289">29.989999999999998</cx:pt>
          <cx:pt idx="35290">29.989999999999998</cx:pt>
          <cx:pt idx="35291">29.989999999999998</cx:pt>
          <cx:pt idx="35292">29.989999999999998</cx:pt>
          <cx:pt idx="35293">29.989999999999998</cx:pt>
          <cx:pt idx="35294">29.989999999999998</cx:pt>
          <cx:pt idx="35295">29.989999999999998</cx:pt>
          <cx:pt idx="35296">29.989999999999998</cx:pt>
          <cx:pt idx="35297">29.989999999999998</cx:pt>
          <cx:pt idx="35298">29.989999999999998</cx:pt>
          <cx:pt idx="35299">29.989999999999998</cx:pt>
          <cx:pt idx="35300">29.989999999999998</cx:pt>
          <cx:pt idx="35301">29.989999999999998</cx:pt>
          <cx:pt idx="35302">29.989999999999998</cx:pt>
          <cx:pt idx="35303">29.989999999999998</cx:pt>
          <cx:pt idx="35304">29.989999999999998</cx:pt>
          <cx:pt idx="35305">29.989999999999998</cx:pt>
          <cx:pt idx="35306">29.989999999999998</cx:pt>
          <cx:pt idx="35307">29.989999999999998</cx:pt>
          <cx:pt idx="35308">29.989999999999998</cx:pt>
          <cx:pt idx="35309">29.989999999999998</cx:pt>
          <cx:pt idx="35310">29.989999999999998</cx:pt>
          <cx:pt idx="35311">29.989999999999998</cx:pt>
          <cx:pt idx="35312">29.989999999999998</cx:pt>
          <cx:pt idx="35313">29.989999999999998</cx:pt>
          <cx:pt idx="35314">29.989999999999998</cx:pt>
          <cx:pt idx="35315">29.989999999999998</cx:pt>
          <cx:pt idx="35316">29.989999999999998</cx:pt>
          <cx:pt idx="35317">29.989999999999998</cx:pt>
          <cx:pt idx="35318">29.989999999999998</cx:pt>
          <cx:pt idx="35319">29.989999999999998</cx:pt>
          <cx:pt idx="35320">29.989999999999998</cx:pt>
          <cx:pt idx="35321">29.989999999999998</cx:pt>
          <cx:pt idx="35322">29.989999999999998</cx:pt>
          <cx:pt idx="35323">29.989999999999998</cx:pt>
          <cx:pt idx="35324">29.989999999999998</cx:pt>
          <cx:pt idx="35325">29.989999999999998</cx:pt>
          <cx:pt idx="35326">29.989999999999998</cx:pt>
          <cx:pt idx="35327">29.989999999999998</cx:pt>
          <cx:pt idx="35328">29.989999999999998</cx:pt>
          <cx:pt idx="35329">29.989999999999998</cx:pt>
          <cx:pt idx="35330">29.989999999999998</cx:pt>
          <cx:pt idx="35331">29.989999999999998</cx:pt>
          <cx:pt idx="35332">29.989999999999998</cx:pt>
          <cx:pt idx="35333">29.989999999999998</cx:pt>
          <cx:pt idx="35334">29.989999999999998</cx:pt>
          <cx:pt idx="35335">29.989999999999998</cx:pt>
          <cx:pt idx="35336">29.989999999999998</cx:pt>
          <cx:pt idx="35337">29.989999999999998</cx:pt>
          <cx:pt idx="35338">29.989999999999998</cx:pt>
          <cx:pt idx="35339">29.989999999999998</cx:pt>
          <cx:pt idx="35340">29.989999999999998</cx:pt>
          <cx:pt idx="35341">29.989999999999998</cx:pt>
          <cx:pt idx="35342">29.989999999999998</cx:pt>
          <cx:pt idx="35343">29.989999999999998</cx:pt>
          <cx:pt idx="35344">29.989999999999998</cx:pt>
          <cx:pt idx="35345">29.989999999999998</cx:pt>
          <cx:pt idx="35346">29.989999999999998</cx:pt>
          <cx:pt idx="35347">29.989999999999998</cx:pt>
          <cx:pt idx="35348">29.989999999999998</cx:pt>
          <cx:pt idx="35349">29.989999999999998</cx:pt>
          <cx:pt idx="35350">29.989999999999998</cx:pt>
          <cx:pt idx="35351">29.989999999999998</cx:pt>
          <cx:pt idx="35352">29.989999999999998</cx:pt>
          <cx:pt idx="35353">29.989999999999998</cx:pt>
          <cx:pt idx="35354">29.989999999999998</cx:pt>
          <cx:pt idx="35355">29.989999999999998</cx:pt>
          <cx:pt idx="35356">29.989999999999998</cx:pt>
          <cx:pt idx="35357">29.989999999999998</cx:pt>
          <cx:pt idx="35358">29.989999999999998</cx:pt>
          <cx:pt idx="35359">29.989999999999998</cx:pt>
          <cx:pt idx="35360">29.989999999999998</cx:pt>
          <cx:pt idx="35361">29.989999999999998</cx:pt>
          <cx:pt idx="35362">29.989999999999998</cx:pt>
          <cx:pt idx="35363">29.989999999999998</cx:pt>
          <cx:pt idx="35364">29.989999999999998</cx:pt>
          <cx:pt idx="35365">29.989999999999998</cx:pt>
          <cx:pt idx="35366">29.989999999999998</cx:pt>
          <cx:pt idx="35367">29.989999999999998</cx:pt>
          <cx:pt idx="35368">29.989999999999998</cx:pt>
          <cx:pt idx="35369">29.989999999999998</cx:pt>
          <cx:pt idx="35370">29.989999999999998</cx:pt>
          <cx:pt idx="35371">29.989999999999998</cx:pt>
          <cx:pt idx="35372">29.989999999999998</cx:pt>
          <cx:pt idx="35373">29.989999999999998</cx:pt>
          <cx:pt idx="35374">29.989999999999998</cx:pt>
          <cx:pt idx="35375">29.989999999999998</cx:pt>
          <cx:pt idx="35376">29.989999999999998</cx:pt>
          <cx:pt idx="35377">29.989999999999998</cx:pt>
          <cx:pt idx="35378">29.989999999999998</cx:pt>
          <cx:pt idx="35379">29.989999999999998</cx:pt>
          <cx:pt idx="35380">29.989999999999998</cx:pt>
          <cx:pt idx="35381">29.989999999999998</cx:pt>
          <cx:pt idx="35382">29.989999999999998</cx:pt>
          <cx:pt idx="35383">29.989999999999998</cx:pt>
          <cx:pt idx="35384">29.989999999999998</cx:pt>
          <cx:pt idx="35385">29.989999999999998</cx:pt>
          <cx:pt idx="35386">29.989999999999998</cx:pt>
          <cx:pt idx="35387">29.989999999999998</cx:pt>
          <cx:pt idx="35388">29.989999999999998</cx:pt>
          <cx:pt idx="35389">29.989999999999998</cx:pt>
          <cx:pt idx="35390">29.989999999999998</cx:pt>
          <cx:pt idx="35391">29.989999999999998</cx:pt>
          <cx:pt idx="35392">29.989999999999998</cx:pt>
          <cx:pt idx="35393">29.989999999999998</cx:pt>
          <cx:pt idx="35394">29.989999999999998</cx:pt>
          <cx:pt idx="35395">29.989999999999998</cx:pt>
          <cx:pt idx="35396">29.989999999999998</cx:pt>
          <cx:pt idx="35397">29.989999999999998</cx:pt>
          <cx:pt idx="35398">29.989999999999998</cx:pt>
          <cx:pt idx="35399">29.989999999999998</cx:pt>
          <cx:pt idx="35400">29.989999999999998</cx:pt>
          <cx:pt idx="35401">29.989999999999998</cx:pt>
          <cx:pt idx="35402">29.989999999999998</cx:pt>
          <cx:pt idx="35403">29.989999999999998</cx:pt>
          <cx:pt idx="35404">29.989999999999998</cx:pt>
          <cx:pt idx="35405">29.989999999999998</cx:pt>
          <cx:pt idx="35406">29.989999999999998</cx:pt>
          <cx:pt idx="35407">29.989999999999998</cx:pt>
          <cx:pt idx="35408">29.989999999999998</cx:pt>
          <cx:pt idx="35409">29.989999999999998</cx:pt>
          <cx:pt idx="35410">29.989999999999998</cx:pt>
          <cx:pt idx="35411">29.989999999999998</cx:pt>
          <cx:pt idx="35412">29.989999999999998</cx:pt>
          <cx:pt idx="35413">29.989999999999998</cx:pt>
          <cx:pt idx="35414">29.989999999999998</cx:pt>
          <cx:pt idx="35415">29.989999999999998</cx:pt>
          <cx:pt idx="35416">29.989999999999998</cx:pt>
          <cx:pt idx="35417">29.989999999999998</cx:pt>
          <cx:pt idx="35418">29.989999999999998</cx:pt>
          <cx:pt idx="35419">29.989999999999998</cx:pt>
          <cx:pt idx="35420">29.989999999999998</cx:pt>
          <cx:pt idx="35421">29.989999999999998</cx:pt>
          <cx:pt idx="35422">29.989999999999998</cx:pt>
          <cx:pt idx="35423">29.989999999999998</cx:pt>
          <cx:pt idx="35424">29.989999999999998</cx:pt>
          <cx:pt idx="35425">29.989999999999998</cx:pt>
          <cx:pt idx="35426">29.989999999999998</cx:pt>
          <cx:pt idx="35427">29.989999999999998</cx:pt>
          <cx:pt idx="35428">29.989999999999998</cx:pt>
          <cx:pt idx="35429">29.989999999999998</cx:pt>
          <cx:pt idx="35430">29.989999999999998</cx:pt>
          <cx:pt idx="35431">29.989999999999998</cx:pt>
          <cx:pt idx="35432">29.989999999999998</cx:pt>
          <cx:pt idx="35433">29.989999999999998</cx:pt>
          <cx:pt idx="35434">29.989999999999998</cx:pt>
          <cx:pt idx="35435">29.989999999999998</cx:pt>
          <cx:pt idx="35436">29.989999999999998</cx:pt>
          <cx:pt idx="35437">29.989999999999998</cx:pt>
          <cx:pt idx="35438">29.989999999999998</cx:pt>
          <cx:pt idx="35439">29.989999999999998</cx:pt>
          <cx:pt idx="35440">29.989999999999998</cx:pt>
          <cx:pt idx="35441">29.989999999999998</cx:pt>
          <cx:pt idx="35442">29.989999999999998</cx:pt>
          <cx:pt idx="35443">29.989999999999998</cx:pt>
          <cx:pt idx="35444">29.989999999999998</cx:pt>
          <cx:pt idx="35445">29.989999999999998</cx:pt>
          <cx:pt idx="35446">29.989999999999998</cx:pt>
          <cx:pt idx="35447">29.989999999999998</cx:pt>
          <cx:pt idx="35448">29.989999999999998</cx:pt>
          <cx:pt idx="35449">29.989999999999998</cx:pt>
          <cx:pt idx="35450">29.989999999999998</cx:pt>
          <cx:pt idx="35451">29.989999999999998</cx:pt>
          <cx:pt idx="35452">29.989999999999998</cx:pt>
          <cx:pt idx="35453">29.989999999999998</cx:pt>
          <cx:pt idx="35454">29.989999999999998</cx:pt>
          <cx:pt idx="35455">29.989999999999998</cx:pt>
          <cx:pt idx="35456">29.989999999999998</cx:pt>
          <cx:pt idx="35457">29.989999999999998</cx:pt>
          <cx:pt idx="35458">29.989999999999998</cx:pt>
          <cx:pt idx="35459">29.989999999999998</cx:pt>
          <cx:pt idx="35460">29.989999999999998</cx:pt>
          <cx:pt idx="35461">29.989999999999998</cx:pt>
          <cx:pt idx="35462">29.989999999999998</cx:pt>
          <cx:pt idx="35463">29.989999999999998</cx:pt>
          <cx:pt idx="35464">29.989999999999998</cx:pt>
          <cx:pt idx="35465">29.989999999999998</cx:pt>
          <cx:pt idx="35466">29.989999999999998</cx:pt>
          <cx:pt idx="35467">29.989999999999998</cx:pt>
          <cx:pt idx="35468">29.989999999999998</cx:pt>
          <cx:pt idx="35469">29.989999999999998</cx:pt>
          <cx:pt idx="35470">29.989999999999998</cx:pt>
          <cx:pt idx="35471">29.989999999999998</cx:pt>
          <cx:pt idx="35472">29.989999999999998</cx:pt>
          <cx:pt idx="35473">29.989999999999998</cx:pt>
          <cx:pt idx="35474">29.989999999999998</cx:pt>
          <cx:pt idx="35475">29.989999999999998</cx:pt>
          <cx:pt idx="35476">29.989999999999998</cx:pt>
          <cx:pt idx="35477">29.989999999999998</cx:pt>
          <cx:pt idx="35478">29.989999999999998</cx:pt>
          <cx:pt idx="35479">29.989999999999998</cx:pt>
          <cx:pt idx="35480">29.989999999999998</cx:pt>
          <cx:pt idx="35481">29.989999999999998</cx:pt>
          <cx:pt idx="35482">29.989999999999998</cx:pt>
          <cx:pt idx="35483">29.989999999999998</cx:pt>
          <cx:pt idx="35484">29.989999999999998</cx:pt>
          <cx:pt idx="35485">29.989999999999998</cx:pt>
          <cx:pt idx="35486">29.989999999999998</cx:pt>
          <cx:pt idx="35487">29.989999999999998</cx:pt>
          <cx:pt idx="35488">29.989999999999998</cx:pt>
          <cx:pt idx="35489">29.989999999999998</cx:pt>
          <cx:pt idx="35490">29.989999999999998</cx:pt>
          <cx:pt idx="35491">29.989999999999998</cx:pt>
          <cx:pt idx="35492">29.989999999999998</cx:pt>
          <cx:pt idx="35493">29.989999999999998</cx:pt>
          <cx:pt idx="35494">29.989999999999998</cx:pt>
          <cx:pt idx="35495">29.989999999999998</cx:pt>
          <cx:pt idx="35496">29.989999999999998</cx:pt>
          <cx:pt idx="35497">29.989999999999998</cx:pt>
          <cx:pt idx="35498">29.989999999999998</cx:pt>
          <cx:pt idx="35499">29.989999999999998</cx:pt>
          <cx:pt idx="35500">29.989999999999998</cx:pt>
          <cx:pt idx="35501">29.989999999999998</cx:pt>
          <cx:pt idx="35502">29.989999999999998</cx:pt>
          <cx:pt idx="35503">29.989999999999998</cx:pt>
          <cx:pt idx="35504">29.989999999999998</cx:pt>
          <cx:pt idx="35505">29.989999999999998</cx:pt>
          <cx:pt idx="35506">29.989999999999998</cx:pt>
          <cx:pt idx="35507">29.989999999999998</cx:pt>
          <cx:pt idx="35508">29.989999999999998</cx:pt>
          <cx:pt idx="35509">29.989999999999998</cx:pt>
          <cx:pt idx="35510">29.989999999999998</cx:pt>
          <cx:pt idx="35511">29.989999999999998</cx:pt>
          <cx:pt idx="35512">29.989999999999998</cx:pt>
          <cx:pt idx="35513">29.989999999999998</cx:pt>
          <cx:pt idx="35514">29.989999999999998</cx:pt>
          <cx:pt idx="35515">29.989999999999998</cx:pt>
          <cx:pt idx="35516">29.989999999999998</cx:pt>
          <cx:pt idx="35517">29.989999999999998</cx:pt>
          <cx:pt idx="35518">29.989999999999998</cx:pt>
          <cx:pt idx="35519">29.989999999999998</cx:pt>
          <cx:pt idx="35520">29.989999999999998</cx:pt>
          <cx:pt idx="35521">29.989999999999998</cx:pt>
          <cx:pt idx="35522">29.989999999999998</cx:pt>
          <cx:pt idx="35523">29.989999999999998</cx:pt>
          <cx:pt idx="35524">29.989999999999998</cx:pt>
          <cx:pt idx="35525">29.989999999999998</cx:pt>
          <cx:pt idx="35526">29.989999999999998</cx:pt>
          <cx:pt idx="35527">29.989999999999998</cx:pt>
          <cx:pt idx="35528">29.989999999999998</cx:pt>
          <cx:pt idx="35529">29.989999999999998</cx:pt>
          <cx:pt idx="35530">29.989999999999998</cx:pt>
          <cx:pt idx="35531">29.989999999999998</cx:pt>
          <cx:pt idx="35532">29.989999999999998</cx:pt>
          <cx:pt idx="35533">29.989999999999998</cx:pt>
          <cx:pt idx="35534">29.989999999999998</cx:pt>
          <cx:pt idx="35535">29.989999999999998</cx:pt>
          <cx:pt idx="35536">29.989999999999998</cx:pt>
          <cx:pt idx="35537">29.989999999999998</cx:pt>
          <cx:pt idx="35538">29.989999999999998</cx:pt>
          <cx:pt idx="35539">29.989999999999998</cx:pt>
          <cx:pt idx="35540">29.989999999999998</cx:pt>
          <cx:pt idx="35541">29.989999999999998</cx:pt>
          <cx:pt idx="35542">29.989999999999998</cx:pt>
          <cx:pt idx="35543">29.989999999999998</cx:pt>
          <cx:pt idx="35544">29.989999999999998</cx:pt>
          <cx:pt idx="35545">29.989999999999998</cx:pt>
          <cx:pt idx="35546">29.989999999999998</cx:pt>
          <cx:pt idx="35547">29.989999999999998</cx:pt>
          <cx:pt idx="35548">29.989999999999998</cx:pt>
          <cx:pt idx="35549">29.989999999999998</cx:pt>
          <cx:pt idx="35550">29.989999999999998</cx:pt>
          <cx:pt idx="35551">29.989999999999998</cx:pt>
          <cx:pt idx="35552">29.989999999999998</cx:pt>
          <cx:pt idx="35553">29.989999999999998</cx:pt>
          <cx:pt idx="35554">29.989999999999998</cx:pt>
          <cx:pt idx="35555">29.989999999999998</cx:pt>
          <cx:pt idx="35556">29.989999999999998</cx:pt>
          <cx:pt idx="35557">29.989999999999998</cx:pt>
          <cx:pt idx="35558">29.989999999999998</cx:pt>
          <cx:pt idx="35559">29.989999999999998</cx:pt>
          <cx:pt idx="35560">29.989999999999998</cx:pt>
          <cx:pt idx="35561">29.989999999999998</cx:pt>
          <cx:pt idx="35562">29.989999999999998</cx:pt>
          <cx:pt idx="35563">29.989999999999998</cx:pt>
          <cx:pt idx="35564">29.989999999999998</cx:pt>
          <cx:pt idx="35565">29.989999999999998</cx:pt>
          <cx:pt idx="35566">29.989999999999998</cx:pt>
          <cx:pt idx="35567">29.989999999999998</cx:pt>
          <cx:pt idx="35568">29.989999999999998</cx:pt>
          <cx:pt idx="35569">29.989999999999998</cx:pt>
          <cx:pt idx="35570">29.989999999999998</cx:pt>
          <cx:pt idx="35571">29.989999999999998</cx:pt>
          <cx:pt idx="35572">29.989999999999998</cx:pt>
          <cx:pt idx="35573">29.989999999999998</cx:pt>
          <cx:pt idx="35574">29.989999999999998</cx:pt>
          <cx:pt idx="35575">29.989999999999998</cx:pt>
          <cx:pt idx="35576">29.989999999999998</cx:pt>
          <cx:pt idx="35577">29.989999999999998</cx:pt>
          <cx:pt idx="35578">29.989999999999998</cx:pt>
          <cx:pt idx="35579">29.989999999999998</cx:pt>
          <cx:pt idx="35580">29.989999999999998</cx:pt>
          <cx:pt idx="35581">29.989999999999998</cx:pt>
          <cx:pt idx="35582">29.989999999999998</cx:pt>
          <cx:pt idx="35583">29.989999999999998</cx:pt>
          <cx:pt idx="35584">29.989999999999998</cx:pt>
          <cx:pt idx="35585">29.989999999999998</cx:pt>
          <cx:pt idx="35586">29.989999999999998</cx:pt>
          <cx:pt idx="35587">29.989999999999998</cx:pt>
          <cx:pt idx="35588">29.989999999999998</cx:pt>
          <cx:pt idx="35589">29.989999999999998</cx:pt>
          <cx:pt idx="35590">29.989999999999998</cx:pt>
          <cx:pt idx="35591">29.989999999999998</cx:pt>
          <cx:pt idx="35592">29.989999999999998</cx:pt>
          <cx:pt idx="35593">29.989999999999998</cx:pt>
          <cx:pt idx="35594">29.989999999999998</cx:pt>
          <cx:pt idx="35595">29.989999999999998</cx:pt>
          <cx:pt idx="35596">29.989999999999998</cx:pt>
          <cx:pt idx="35597">29.989999999999998</cx:pt>
          <cx:pt idx="35598">29.989999999999998</cx:pt>
          <cx:pt idx="35599">29.989999999999998</cx:pt>
          <cx:pt idx="35600">29.989999999999998</cx:pt>
          <cx:pt idx="35601">29.989999999999998</cx:pt>
          <cx:pt idx="35602">29.989999999999998</cx:pt>
          <cx:pt idx="35603">29.989999999999998</cx:pt>
          <cx:pt idx="35604">29.989999999999998</cx:pt>
          <cx:pt idx="35605">29.989999999999998</cx:pt>
          <cx:pt idx="35606">29.989999999999998</cx:pt>
          <cx:pt idx="35607">29.989999999999998</cx:pt>
          <cx:pt idx="35608">29.989999999999998</cx:pt>
          <cx:pt idx="35609">29.989999999999998</cx:pt>
          <cx:pt idx="35610">29.989999999999998</cx:pt>
          <cx:pt idx="35611">29.989999999999998</cx:pt>
          <cx:pt idx="35612">29.989999999999998</cx:pt>
          <cx:pt idx="35613">29.989999999999998</cx:pt>
          <cx:pt idx="35614">29.989999999999998</cx:pt>
          <cx:pt idx="35615">29.989999999999998</cx:pt>
          <cx:pt idx="35616">29.989999999999998</cx:pt>
          <cx:pt idx="35617">29.989999999999998</cx:pt>
          <cx:pt idx="35618">29.989999999999998</cx:pt>
          <cx:pt idx="35619">29.989999999999998</cx:pt>
          <cx:pt idx="35620">29.989999999999998</cx:pt>
          <cx:pt idx="35621">29.989999999999998</cx:pt>
          <cx:pt idx="35622">29.989999999999998</cx:pt>
          <cx:pt idx="35623">29.989999999999998</cx:pt>
          <cx:pt idx="35624">29.989999999999998</cx:pt>
          <cx:pt idx="35625">29.989999999999998</cx:pt>
          <cx:pt idx="35626">29.989999999999998</cx:pt>
          <cx:pt idx="35627">29.989999999999998</cx:pt>
          <cx:pt idx="35628">29.989999999999998</cx:pt>
          <cx:pt idx="35629">29.989999999999998</cx:pt>
          <cx:pt idx="35630">29.989999999999998</cx:pt>
          <cx:pt idx="35631">29.989999999999998</cx:pt>
          <cx:pt idx="35632">29.989999999999998</cx:pt>
          <cx:pt idx="35633">29.989999999999998</cx:pt>
          <cx:pt idx="35634">29.989999999999998</cx:pt>
          <cx:pt idx="35635">29.989999999999998</cx:pt>
          <cx:pt idx="35636">29.989999999999998</cx:pt>
          <cx:pt idx="35637">29.989999999999998</cx:pt>
          <cx:pt idx="35638">29.989999999999998</cx:pt>
          <cx:pt idx="35639">29.989999999999998</cx:pt>
          <cx:pt idx="35640">29.989999999999998</cx:pt>
          <cx:pt idx="35641">29.989999999999998</cx:pt>
          <cx:pt idx="35642">29.989999999999998</cx:pt>
          <cx:pt idx="35643">29.989999999999998</cx:pt>
          <cx:pt idx="35644">29.989999999999998</cx:pt>
          <cx:pt idx="35645">29.989999999999998</cx:pt>
          <cx:pt idx="35646">29.989999999999998</cx:pt>
          <cx:pt idx="35647">29.989999999999998</cx:pt>
          <cx:pt idx="35648">29.989999999999998</cx:pt>
          <cx:pt idx="35649">29.989999999999998</cx:pt>
          <cx:pt idx="35650">29.989999999999998</cx:pt>
          <cx:pt idx="35651">29.989999999999998</cx:pt>
          <cx:pt idx="35652">29.989999999999998</cx:pt>
          <cx:pt idx="35653">29.989999999999998</cx:pt>
          <cx:pt idx="35654">29.989999999999998</cx:pt>
          <cx:pt idx="35655">29.989999999999998</cx:pt>
          <cx:pt idx="35656">29.989999999999998</cx:pt>
          <cx:pt idx="35657">29.989999999999998</cx:pt>
          <cx:pt idx="35658">29.989999999999998</cx:pt>
          <cx:pt idx="35659">29.989999999999998</cx:pt>
          <cx:pt idx="35660">29.989999999999998</cx:pt>
          <cx:pt idx="35661">29.989999999999998</cx:pt>
          <cx:pt idx="35662">29.989999999999998</cx:pt>
          <cx:pt idx="35663">29.989999999999998</cx:pt>
          <cx:pt idx="35664">29.989999999999998</cx:pt>
          <cx:pt idx="35665">29.989999999999998</cx:pt>
          <cx:pt idx="35666">29.989999999999998</cx:pt>
          <cx:pt idx="35667">29.989999999999998</cx:pt>
          <cx:pt idx="35668">29.989999999999998</cx:pt>
          <cx:pt idx="35669">29.989999999999998</cx:pt>
          <cx:pt idx="35670">29.989999999999998</cx:pt>
          <cx:pt idx="35671">29.989999999999998</cx:pt>
          <cx:pt idx="35672">29.989999999999998</cx:pt>
          <cx:pt idx="35673">29.989999999999998</cx:pt>
          <cx:pt idx="35674">29.989999999999998</cx:pt>
          <cx:pt idx="35675">29.989999999999998</cx:pt>
          <cx:pt idx="35676">29.989999999999998</cx:pt>
          <cx:pt idx="35677">29.989999999999998</cx:pt>
          <cx:pt idx="35678">29.989999999999998</cx:pt>
          <cx:pt idx="35679">29.989999999999998</cx:pt>
          <cx:pt idx="35680">29.989999999999998</cx:pt>
          <cx:pt idx="35681">29.989999999999998</cx:pt>
          <cx:pt idx="35682">29.989999999999998</cx:pt>
          <cx:pt idx="35683">29.989999999999998</cx:pt>
          <cx:pt idx="35684">29.989999999999998</cx:pt>
          <cx:pt idx="35685">29.989999999999998</cx:pt>
          <cx:pt idx="35686">29.989999999999998</cx:pt>
          <cx:pt idx="35687">29.989999999999998</cx:pt>
          <cx:pt idx="35688">29.989999999999998</cx:pt>
          <cx:pt idx="35689">29.989999999999998</cx:pt>
          <cx:pt idx="35690">29.989999999999998</cx:pt>
          <cx:pt idx="35691">29.989999999999998</cx:pt>
          <cx:pt idx="35692">29.989999999999998</cx:pt>
          <cx:pt idx="35693">29.989999999999998</cx:pt>
          <cx:pt idx="35694">29.989999999999998</cx:pt>
          <cx:pt idx="35695">29.989999999999998</cx:pt>
          <cx:pt idx="35696">29.989999999999998</cx:pt>
          <cx:pt idx="35697">29.989999999999998</cx:pt>
          <cx:pt idx="35698">29.989999999999998</cx:pt>
          <cx:pt idx="35699">29.989999999999998</cx:pt>
          <cx:pt idx="35700">29.989999999999998</cx:pt>
          <cx:pt idx="35701">29.989999999999998</cx:pt>
          <cx:pt idx="35702">29.989999999999998</cx:pt>
          <cx:pt idx="35703">29.989999999999998</cx:pt>
          <cx:pt idx="35704">29.989999999999998</cx:pt>
          <cx:pt idx="35705">29.989999999999998</cx:pt>
          <cx:pt idx="35706">29.989999999999998</cx:pt>
          <cx:pt idx="35707">29.989999999999998</cx:pt>
          <cx:pt idx="35708">29.989999999999998</cx:pt>
          <cx:pt idx="35709">29.989999999999998</cx:pt>
          <cx:pt idx="35710">29.989999999999998</cx:pt>
          <cx:pt idx="35711">29.989999999999998</cx:pt>
          <cx:pt idx="35712">29.989999999999998</cx:pt>
          <cx:pt idx="35713">29.989999999999998</cx:pt>
          <cx:pt idx="35714">29.989999999999998</cx:pt>
          <cx:pt idx="35715">29.989999999999998</cx:pt>
          <cx:pt idx="35716">29.989999999999998</cx:pt>
          <cx:pt idx="35717">29.989999999999998</cx:pt>
          <cx:pt idx="35718">29.989999999999998</cx:pt>
          <cx:pt idx="35719">29.989999999999998</cx:pt>
          <cx:pt idx="35720">29.989999999999998</cx:pt>
          <cx:pt idx="35721">29.989999999999998</cx:pt>
          <cx:pt idx="35722">29.989999999999998</cx:pt>
          <cx:pt idx="35723">29.989999999999998</cx:pt>
          <cx:pt idx="35724">29.989999999999998</cx:pt>
          <cx:pt idx="35725">29.989999999999998</cx:pt>
          <cx:pt idx="35726">29.989999999999998</cx:pt>
          <cx:pt idx="35727">29.989999999999998</cx:pt>
          <cx:pt idx="35728">29.989999999999998</cx:pt>
          <cx:pt idx="35729">29.989999999999998</cx:pt>
          <cx:pt idx="35730">29.989999999999998</cx:pt>
          <cx:pt idx="35731">29.989999999999998</cx:pt>
          <cx:pt idx="35732">29.989999999999998</cx:pt>
          <cx:pt idx="35733">29.989999999999998</cx:pt>
          <cx:pt idx="35734">29.989999999999998</cx:pt>
          <cx:pt idx="35735">29.989999999999998</cx:pt>
          <cx:pt idx="35736">29.989999999999998</cx:pt>
          <cx:pt idx="35737">29.989999999999998</cx:pt>
          <cx:pt idx="35738">29.989999999999998</cx:pt>
          <cx:pt idx="35739">29.989999999999998</cx:pt>
          <cx:pt idx="35740">29.989999999999998</cx:pt>
          <cx:pt idx="35741">29.989999999999998</cx:pt>
          <cx:pt idx="35742">29.989999999999998</cx:pt>
          <cx:pt idx="35743">29.989999999999998</cx:pt>
          <cx:pt idx="35744">29.989999999999998</cx:pt>
          <cx:pt idx="35745">29.989999999999998</cx:pt>
          <cx:pt idx="35746">29.989999999999998</cx:pt>
          <cx:pt idx="35747">29.989999999999998</cx:pt>
          <cx:pt idx="35748">29.989999999999998</cx:pt>
          <cx:pt idx="35749">29.989999999999998</cx:pt>
          <cx:pt idx="35750">29.989999999999998</cx:pt>
          <cx:pt idx="35751">29.989999999999998</cx:pt>
          <cx:pt idx="35752">29.989999999999998</cx:pt>
          <cx:pt idx="35753">29.989999999999998</cx:pt>
          <cx:pt idx="35754">29.989999999999998</cx:pt>
          <cx:pt idx="35755">29.989999999999998</cx:pt>
          <cx:pt idx="35756">29.989999999999998</cx:pt>
          <cx:pt idx="35757">29.989999999999998</cx:pt>
          <cx:pt idx="35758">29.989999999999998</cx:pt>
          <cx:pt idx="35759">29.989999999999998</cx:pt>
          <cx:pt idx="35760">29.989999999999998</cx:pt>
          <cx:pt idx="35761">29.989999999999998</cx:pt>
          <cx:pt idx="35762">29.989999999999998</cx:pt>
          <cx:pt idx="35763">29.989999999999998</cx:pt>
          <cx:pt idx="35764">29.989999999999998</cx:pt>
          <cx:pt idx="35765">29.989999999999998</cx:pt>
          <cx:pt idx="35766">29.989999999999998</cx:pt>
          <cx:pt idx="35767">29.989999999999998</cx:pt>
          <cx:pt idx="35768">29.989999999999998</cx:pt>
          <cx:pt idx="35769">29.989999999999998</cx:pt>
          <cx:pt idx="35770">29.989999999999998</cx:pt>
          <cx:pt idx="35771">29.989999999999998</cx:pt>
          <cx:pt idx="35772">29.989999999999998</cx:pt>
          <cx:pt idx="35773">29.989999999999998</cx:pt>
          <cx:pt idx="35774">29.989999999999998</cx:pt>
          <cx:pt idx="35775">29.989999999999998</cx:pt>
          <cx:pt idx="35776">29.989999999999998</cx:pt>
          <cx:pt idx="35777">29.989999999999998</cx:pt>
          <cx:pt idx="35778">29.989999999999998</cx:pt>
          <cx:pt idx="35779">29.989999999999998</cx:pt>
          <cx:pt idx="35780">29.989999999999998</cx:pt>
          <cx:pt idx="35781">29.989999999999998</cx:pt>
          <cx:pt idx="35782">29.989999999999998</cx:pt>
          <cx:pt idx="35783">29.989999999999998</cx:pt>
          <cx:pt idx="35784">29.989999999999998</cx:pt>
          <cx:pt idx="35785">29.989999999999998</cx:pt>
          <cx:pt idx="35786">29.989999999999998</cx:pt>
          <cx:pt idx="35787">29.989999999999998</cx:pt>
          <cx:pt idx="35788">29.989999999999998</cx:pt>
          <cx:pt idx="35789">29.989999999999998</cx:pt>
          <cx:pt idx="35790">29.989999999999998</cx:pt>
          <cx:pt idx="35791">29.989999999999998</cx:pt>
          <cx:pt idx="35792">29.989999999999998</cx:pt>
          <cx:pt idx="35793">29.989999999999998</cx:pt>
          <cx:pt idx="35794">29.989999999999998</cx:pt>
          <cx:pt idx="35795">29.989999999999998</cx:pt>
          <cx:pt idx="35796">29.989999999999998</cx:pt>
          <cx:pt idx="35797">29.989999999999998</cx:pt>
          <cx:pt idx="35798">29.989999999999998</cx:pt>
          <cx:pt idx="35799">29.989999999999998</cx:pt>
          <cx:pt idx="35800">29.989999999999998</cx:pt>
          <cx:pt idx="35801">29.989999999999998</cx:pt>
          <cx:pt idx="35802">29.989999999999998</cx:pt>
          <cx:pt idx="35803">29.989999999999998</cx:pt>
          <cx:pt idx="35804">29.989999999999998</cx:pt>
          <cx:pt idx="35805">29.989999999999998</cx:pt>
          <cx:pt idx="35806">29.989999999999998</cx:pt>
          <cx:pt idx="35807">29.989999999999998</cx:pt>
          <cx:pt idx="35808">29.989999999999998</cx:pt>
          <cx:pt idx="35809">29.989999999999998</cx:pt>
          <cx:pt idx="35810">29.989999999999998</cx:pt>
          <cx:pt idx="35811">29.989999999999998</cx:pt>
          <cx:pt idx="35812">29.989999999999998</cx:pt>
          <cx:pt idx="35813">29.989999999999998</cx:pt>
          <cx:pt idx="35814">29.989999999999998</cx:pt>
          <cx:pt idx="35815">29.989999999999998</cx:pt>
          <cx:pt idx="35816">29.989999999999998</cx:pt>
          <cx:pt idx="35817">29.989999999999998</cx:pt>
          <cx:pt idx="35818">29.989999999999998</cx:pt>
          <cx:pt idx="35819">29.989999999999998</cx:pt>
          <cx:pt idx="35820">29.989999999999998</cx:pt>
          <cx:pt idx="35821">29.989999999999998</cx:pt>
          <cx:pt idx="35822">29.989999999999998</cx:pt>
          <cx:pt idx="35823">29.989999999999998</cx:pt>
          <cx:pt idx="35824">29.989999999999998</cx:pt>
          <cx:pt idx="35825">29.989999999999998</cx:pt>
          <cx:pt idx="35826">29.989999999999998</cx:pt>
          <cx:pt idx="35827">29.989999999999998</cx:pt>
          <cx:pt idx="35828">29.989999999999998</cx:pt>
          <cx:pt idx="35829">29.989999999999998</cx:pt>
          <cx:pt idx="35830">29.989999999999998</cx:pt>
          <cx:pt idx="35831">29.989999999999998</cx:pt>
          <cx:pt idx="35832">29.989999999999998</cx:pt>
          <cx:pt idx="35833">29.989999999999998</cx:pt>
          <cx:pt idx="35834">29.989999999999998</cx:pt>
          <cx:pt idx="35835">29.989999999999998</cx:pt>
          <cx:pt idx="35836">29.989999999999998</cx:pt>
          <cx:pt idx="35837">29.989999999999998</cx:pt>
          <cx:pt idx="35838">29.989999999999998</cx:pt>
          <cx:pt idx="35839">29.989999999999998</cx:pt>
          <cx:pt idx="35840">29.989999999999998</cx:pt>
          <cx:pt idx="35841">29.989999999999998</cx:pt>
          <cx:pt idx="35842">29.989999999999998</cx:pt>
          <cx:pt idx="35843">29.989999999999998</cx:pt>
          <cx:pt idx="35844">29.989999999999998</cx:pt>
          <cx:pt idx="35845">29.989999999999998</cx:pt>
          <cx:pt idx="35846">29.989999999999998</cx:pt>
          <cx:pt idx="35847">29.989999999999998</cx:pt>
          <cx:pt idx="35848">29.989999999999998</cx:pt>
          <cx:pt idx="35849">29.989999999999998</cx:pt>
          <cx:pt idx="35850">29.989999999999998</cx:pt>
          <cx:pt idx="35851">29.989999999999998</cx:pt>
          <cx:pt idx="35852">29.989999999999998</cx:pt>
          <cx:pt idx="35853">29.989999999999998</cx:pt>
          <cx:pt idx="35854">29.989999999999998</cx:pt>
          <cx:pt idx="35855">29.989999999999998</cx:pt>
          <cx:pt idx="35856">29.989999999999998</cx:pt>
          <cx:pt idx="35857">29.989999999999998</cx:pt>
          <cx:pt idx="35858">29.989999999999998</cx:pt>
          <cx:pt idx="35859">29.989999999999998</cx:pt>
          <cx:pt idx="35860">29.989999999999998</cx:pt>
          <cx:pt idx="35861">29.989999999999998</cx:pt>
          <cx:pt idx="35862">29.989999999999998</cx:pt>
          <cx:pt idx="35863">29.989999999999998</cx:pt>
          <cx:pt idx="35864">29.989999999999998</cx:pt>
          <cx:pt idx="35865">29.989999999999998</cx:pt>
          <cx:pt idx="35866">29.989999999999998</cx:pt>
          <cx:pt idx="35867">29.989999999999998</cx:pt>
          <cx:pt idx="35868">29.989999999999998</cx:pt>
          <cx:pt idx="35869">29.989999999999998</cx:pt>
          <cx:pt idx="35870">29.989999999999998</cx:pt>
          <cx:pt idx="35871">29.989999999999998</cx:pt>
          <cx:pt idx="35872">29.989999999999998</cx:pt>
          <cx:pt idx="35873">29.989999999999998</cx:pt>
          <cx:pt idx="35874">29.989999999999998</cx:pt>
          <cx:pt idx="35875">29.989999999999998</cx:pt>
          <cx:pt idx="35876">29.989999999999998</cx:pt>
          <cx:pt idx="35877">29.989999999999998</cx:pt>
          <cx:pt idx="35878">29.989999999999998</cx:pt>
          <cx:pt idx="35879">29.989999999999998</cx:pt>
          <cx:pt idx="35880">29.989999999999998</cx:pt>
          <cx:pt idx="35881">29.989999999999998</cx:pt>
          <cx:pt idx="35882">29.989999999999998</cx:pt>
          <cx:pt idx="35883">29.989999999999998</cx:pt>
          <cx:pt idx="35884">29.989999999999998</cx:pt>
          <cx:pt idx="35885">29.989999999999998</cx:pt>
          <cx:pt idx="35886">29.989999999999998</cx:pt>
          <cx:pt idx="35887">29.989999999999998</cx:pt>
          <cx:pt idx="35888">29.989999999999998</cx:pt>
          <cx:pt idx="35889">29.989999999999998</cx:pt>
          <cx:pt idx="35890">29.989999999999998</cx:pt>
          <cx:pt idx="35891">29.989999999999998</cx:pt>
          <cx:pt idx="35892">29.989999999999998</cx:pt>
          <cx:pt idx="35893">29.989999999999998</cx:pt>
          <cx:pt idx="35894">29.989999999999998</cx:pt>
          <cx:pt idx="35895">29.989999999999998</cx:pt>
          <cx:pt idx="35896">29.989999999999998</cx:pt>
          <cx:pt idx="35897">29.989999999999998</cx:pt>
          <cx:pt idx="35898">29.989999999999998</cx:pt>
          <cx:pt idx="35899">29.989999999999998</cx:pt>
          <cx:pt idx="35900">29.989999999999998</cx:pt>
          <cx:pt idx="35901">29.989999999999998</cx:pt>
          <cx:pt idx="35902">29.989999999999998</cx:pt>
          <cx:pt idx="35903">29.989999999999998</cx:pt>
          <cx:pt idx="35904">29.989999999999998</cx:pt>
          <cx:pt idx="35905">29.989999999999998</cx:pt>
          <cx:pt idx="35906">29.989999999999998</cx:pt>
          <cx:pt idx="35907">29.989999999999998</cx:pt>
          <cx:pt idx="35908">29.989999999999998</cx:pt>
          <cx:pt idx="35909">29.989999999999998</cx:pt>
          <cx:pt idx="35910">29.989999999999998</cx:pt>
          <cx:pt idx="35911">29.989999999999998</cx:pt>
          <cx:pt idx="35912">29.989999999999998</cx:pt>
          <cx:pt idx="35913">29.989999999999998</cx:pt>
          <cx:pt idx="35914">29.989999999999998</cx:pt>
          <cx:pt idx="35915">29.989999999999998</cx:pt>
          <cx:pt idx="35916">29.989999999999998</cx:pt>
          <cx:pt idx="35917">29.989999999999998</cx:pt>
          <cx:pt idx="35918">29.989999999999998</cx:pt>
          <cx:pt idx="35919">29.989999999999998</cx:pt>
          <cx:pt idx="35920">29.989999999999998</cx:pt>
          <cx:pt idx="35921">29.989999999999998</cx:pt>
          <cx:pt idx="35922">29.989999999999998</cx:pt>
          <cx:pt idx="35923">29.989999999999998</cx:pt>
          <cx:pt idx="35924">29.989999999999998</cx:pt>
          <cx:pt idx="35925">29.989999999999998</cx:pt>
          <cx:pt idx="35926">29.989999999999998</cx:pt>
          <cx:pt idx="35927">29.989999999999998</cx:pt>
          <cx:pt idx="35928">29.989999999999998</cx:pt>
          <cx:pt idx="35929">29.989999999999998</cx:pt>
          <cx:pt idx="35930">29.989999999999998</cx:pt>
          <cx:pt idx="35931">29.989999999999998</cx:pt>
          <cx:pt idx="35932">29.989999999999998</cx:pt>
          <cx:pt idx="35933">29.989999999999998</cx:pt>
          <cx:pt idx="35934">29.989999999999998</cx:pt>
          <cx:pt idx="35935">29.989999999999998</cx:pt>
          <cx:pt idx="35936">29.989999999999998</cx:pt>
          <cx:pt idx="35937">29.989999999999998</cx:pt>
          <cx:pt idx="35938">29.989999999999998</cx:pt>
          <cx:pt idx="35939">29.989999999999998</cx:pt>
          <cx:pt idx="35940">29.989999999999998</cx:pt>
          <cx:pt idx="35941">29.989999999999998</cx:pt>
          <cx:pt idx="35942">29.989999999999998</cx:pt>
          <cx:pt idx="35943">29.989999999999998</cx:pt>
          <cx:pt idx="35944">29.989999999999998</cx:pt>
          <cx:pt idx="35945">29.989999999999998</cx:pt>
          <cx:pt idx="35946">29.989999999999998</cx:pt>
          <cx:pt idx="35947">29.989999999999998</cx:pt>
          <cx:pt idx="35948">29.989999999999998</cx:pt>
          <cx:pt idx="35949">29.989999999999998</cx:pt>
          <cx:pt idx="35950">29.989999999999998</cx:pt>
          <cx:pt idx="35951">29.989999999999998</cx:pt>
          <cx:pt idx="35952">29.989999999999998</cx:pt>
          <cx:pt idx="35953">29.989999999999998</cx:pt>
          <cx:pt idx="35954">29.989999999999998</cx:pt>
          <cx:pt idx="35955">29.989999999999998</cx:pt>
          <cx:pt idx="35956">29.989999999999998</cx:pt>
          <cx:pt idx="35957">29.989999999999998</cx:pt>
          <cx:pt idx="35958">29.989999999999998</cx:pt>
          <cx:pt idx="35959">29.989999999999998</cx:pt>
          <cx:pt idx="35960">29.989999999999998</cx:pt>
          <cx:pt idx="35961">29.989999999999998</cx:pt>
          <cx:pt idx="35962">29.989999999999998</cx:pt>
          <cx:pt idx="35963">29.989999999999998</cx:pt>
          <cx:pt idx="35964">29.989999999999998</cx:pt>
          <cx:pt idx="35965">29.989999999999998</cx:pt>
          <cx:pt idx="35966">29.989999999999998</cx:pt>
          <cx:pt idx="35967">29.989999999999998</cx:pt>
          <cx:pt idx="35968">29.989999999999998</cx:pt>
          <cx:pt idx="35969">29.989999999999998</cx:pt>
          <cx:pt idx="35970">29.989999999999998</cx:pt>
          <cx:pt idx="35971">29.989999999999998</cx:pt>
          <cx:pt idx="35972">29.989999999999998</cx:pt>
          <cx:pt idx="35973">29.989999999999998</cx:pt>
          <cx:pt idx="35974">29.989999999999998</cx:pt>
          <cx:pt idx="35975">29.989999999999998</cx:pt>
          <cx:pt idx="35976">29.989999999999998</cx:pt>
          <cx:pt idx="35977">29.989999999999998</cx:pt>
          <cx:pt idx="35978">29.989999999999998</cx:pt>
          <cx:pt idx="35979">29.989999999999998</cx:pt>
          <cx:pt idx="35980">29.989999999999998</cx:pt>
          <cx:pt idx="35981">29.989999999999998</cx:pt>
          <cx:pt idx="35982">29.989999999999998</cx:pt>
          <cx:pt idx="35983">29.989999999999998</cx:pt>
          <cx:pt idx="35984">29.989999999999998</cx:pt>
          <cx:pt idx="35985">29.989999999999998</cx:pt>
          <cx:pt idx="35986">29.989999999999998</cx:pt>
          <cx:pt idx="35987">29.989999999999998</cx:pt>
          <cx:pt idx="35988">29.989999999999998</cx:pt>
          <cx:pt idx="35989">29.989999999999998</cx:pt>
          <cx:pt idx="35990">29.989999999999998</cx:pt>
          <cx:pt idx="35991">29.989999999999998</cx:pt>
          <cx:pt idx="35992">29.989999999999998</cx:pt>
          <cx:pt idx="35993">29.989999999999998</cx:pt>
          <cx:pt idx="35994">29.989999999999998</cx:pt>
          <cx:pt idx="35995">29.989999999999998</cx:pt>
          <cx:pt idx="35996">29.989999999999998</cx:pt>
          <cx:pt idx="35997">29.989999999999998</cx:pt>
          <cx:pt idx="35998">29.989999999999998</cx:pt>
          <cx:pt idx="35999">29.989999999999998</cx:pt>
          <cx:pt idx="36000">29.989999999999998</cx:pt>
          <cx:pt idx="36001">29.989999999999998</cx:pt>
          <cx:pt idx="36002">29.989999999999998</cx:pt>
          <cx:pt idx="36003">29.989999999999998</cx:pt>
          <cx:pt idx="36004">29.989999999999998</cx:pt>
          <cx:pt idx="36005">29.989999999999998</cx:pt>
          <cx:pt idx="36006">29.989999999999998</cx:pt>
          <cx:pt idx="36007">29.989999999999998</cx:pt>
          <cx:pt idx="36008">29.989999999999998</cx:pt>
          <cx:pt idx="36009">29.989999999999998</cx:pt>
          <cx:pt idx="36010">29.989999999999998</cx:pt>
          <cx:pt idx="36011">29.989999999999998</cx:pt>
          <cx:pt idx="36012">29.989999999999998</cx:pt>
          <cx:pt idx="36013">29.989999999999998</cx:pt>
          <cx:pt idx="36014">29.989999999999998</cx:pt>
          <cx:pt idx="36015">29.989999999999998</cx:pt>
          <cx:pt idx="36016">29.989999999999998</cx:pt>
          <cx:pt idx="36017">29.989999999999998</cx:pt>
          <cx:pt idx="36018">29.989999999999998</cx:pt>
          <cx:pt idx="36019">29.989999999999998</cx:pt>
          <cx:pt idx="36020">29.989999999999998</cx:pt>
          <cx:pt idx="36021">29.989999999999998</cx:pt>
          <cx:pt idx="36022">29.989999999999998</cx:pt>
          <cx:pt idx="36023">29.989999999999998</cx:pt>
          <cx:pt idx="36024">29.989999999999998</cx:pt>
          <cx:pt idx="36025">29.989999999999998</cx:pt>
          <cx:pt idx="36026">29.989999999999998</cx:pt>
          <cx:pt idx="36027">29.989999999999998</cx:pt>
          <cx:pt idx="36028">29.989999999999998</cx:pt>
          <cx:pt idx="36029">29.989999999999998</cx:pt>
          <cx:pt idx="36030">29.989999999999998</cx:pt>
          <cx:pt idx="36031">29.989999999999998</cx:pt>
          <cx:pt idx="36032">29.989999999999998</cx:pt>
          <cx:pt idx="36033">29.989999999999998</cx:pt>
          <cx:pt idx="36034">29.989999999999998</cx:pt>
          <cx:pt idx="36035">29.989999999999998</cx:pt>
          <cx:pt idx="36036">29.989999999999998</cx:pt>
          <cx:pt idx="36037">29.989999999999998</cx:pt>
          <cx:pt idx="36038">29.989999999999998</cx:pt>
          <cx:pt idx="36039">29.989999999999998</cx:pt>
          <cx:pt idx="36040">29.989999999999998</cx:pt>
          <cx:pt idx="36041">29.989999999999998</cx:pt>
          <cx:pt idx="36042">29.989999999999998</cx:pt>
          <cx:pt idx="36043">29.989999999999998</cx:pt>
          <cx:pt idx="36044">29.989999999999998</cx:pt>
          <cx:pt idx="36045">29.989999999999998</cx:pt>
          <cx:pt idx="36046">29.989999999999998</cx:pt>
          <cx:pt idx="36047">29.989999999999998</cx:pt>
          <cx:pt idx="36048">29.989999999999998</cx:pt>
          <cx:pt idx="36049">29.989999999999998</cx:pt>
          <cx:pt idx="36050">29.989999999999998</cx:pt>
          <cx:pt idx="36051">29.989999999999998</cx:pt>
          <cx:pt idx="36052">29.989999999999998</cx:pt>
          <cx:pt idx="36053">29.989999999999998</cx:pt>
          <cx:pt idx="36054">29.989999999999998</cx:pt>
          <cx:pt idx="36055">29.989999999999998</cx:pt>
          <cx:pt idx="36056">29.989999999999998</cx:pt>
          <cx:pt idx="36057">29.989999999999998</cx:pt>
          <cx:pt idx="36058">29.989999999999998</cx:pt>
          <cx:pt idx="36059">29.989999999999998</cx:pt>
          <cx:pt idx="36060">29.989999999999998</cx:pt>
          <cx:pt idx="36061">29.989999999999998</cx:pt>
          <cx:pt idx="36062">29.989999999999998</cx:pt>
          <cx:pt idx="36063">29.989999999999998</cx:pt>
          <cx:pt idx="36064">29.989999999999998</cx:pt>
          <cx:pt idx="36065">29.989999999999998</cx:pt>
          <cx:pt idx="36066">29.989999999999998</cx:pt>
          <cx:pt idx="36067">29.989999999999998</cx:pt>
          <cx:pt idx="36068">29.989999999999998</cx:pt>
          <cx:pt idx="36069">29.989999999999998</cx:pt>
          <cx:pt idx="36070">29.989999999999998</cx:pt>
          <cx:pt idx="36071">29.989999999999998</cx:pt>
          <cx:pt idx="36072">29.989999999999998</cx:pt>
          <cx:pt idx="36073">29.989999999999998</cx:pt>
          <cx:pt idx="36074">29.989999999999998</cx:pt>
          <cx:pt idx="36075">29.989999999999998</cx:pt>
          <cx:pt idx="36076">29.989999999999998</cx:pt>
          <cx:pt idx="36077">29.989999999999998</cx:pt>
          <cx:pt idx="36078">29.989999999999998</cx:pt>
          <cx:pt idx="36079">29.989999999999998</cx:pt>
          <cx:pt idx="36080">29.989999999999998</cx:pt>
          <cx:pt idx="36081">29.989999999999998</cx:pt>
          <cx:pt idx="36082">29.989999999999998</cx:pt>
          <cx:pt idx="36083">29.989999999999998</cx:pt>
          <cx:pt idx="36084">29.989999999999998</cx:pt>
          <cx:pt idx="36085">29.989999999999998</cx:pt>
          <cx:pt idx="36086">29.989999999999998</cx:pt>
          <cx:pt idx="36087">29.989999999999998</cx:pt>
          <cx:pt idx="36088">29.989999999999998</cx:pt>
          <cx:pt idx="36089">29.989999999999998</cx:pt>
          <cx:pt idx="36090">29.989999999999998</cx:pt>
          <cx:pt idx="36091">29.989999999999998</cx:pt>
          <cx:pt idx="36092">29.989999999999998</cx:pt>
          <cx:pt idx="36093">29.989999999999998</cx:pt>
          <cx:pt idx="36094">29.989999999999998</cx:pt>
          <cx:pt idx="36095">29.989999999999998</cx:pt>
          <cx:pt idx="36096">29.989999999999998</cx:pt>
          <cx:pt idx="36097">29.989999999999998</cx:pt>
          <cx:pt idx="36098">29.989999999999998</cx:pt>
          <cx:pt idx="36099">29.989999999999998</cx:pt>
          <cx:pt idx="36100">29.989999999999998</cx:pt>
          <cx:pt idx="36101">29.989999999999998</cx:pt>
          <cx:pt idx="36102">29.989999999999998</cx:pt>
          <cx:pt idx="36103">29.989999999999998</cx:pt>
          <cx:pt idx="36104">29.989999999999998</cx:pt>
          <cx:pt idx="36105">29.989999999999998</cx:pt>
          <cx:pt idx="36106">29.989999999999998</cx:pt>
          <cx:pt idx="36107">29.989999999999998</cx:pt>
          <cx:pt idx="36108">29.989999999999998</cx:pt>
          <cx:pt idx="36109">29.989999999999998</cx:pt>
          <cx:pt idx="36110">29.989999999999998</cx:pt>
          <cx:pt idx="36111">29.989999999999998</cx:pt>
          <cx:pt idx="36112">29.989999999999998</cx:pt>
          <cx:pt idx="36113">29.989999999999998</cx:pt>
          <cx:pt idx="36114">29.989999999999998</cx:pt>
          <cx:pt idx="36115">29.989999999999998</cx:pt>
          <cx:pt idx="36116">29.989999999999998</cx:pt>
          <cx:pt idx="36117">29.989999999999998</cx:pt>
          <cx:pt idx="36118">29.989999999999998</cx:pt>
          <cx:pt idx="36119">29.989999999999998</cx:pt>
          <cx:pt idx="36120">29.989999999999998</cx:pt>
          <cx:pt idx="36121">29.989999999999998</cx:pt>
          <cx:pt idx="36122">29.989999999999998</cx:pt>
          <cx:pt idx="36123">29.989999999999998</cx:pt>
          <cx:pt idx="36124">29.989999999999998</cx:pt>
          <cx:pt idx="36125">29.989999999999998</cx:pt>
          <cx:pt idx="36126">29.989999999999998</cx:pt>
          <cx:pt idx="36127">29.989999999999998</cx:pt>
          <cx:pt idx="36128">29.989999999999998</cx:pt>
          <cx:pt idx="36129">29.989999999999998</cx:pt>
          <cx:pt idx="36130">29.989999999999998</cx:pt>
          <cx:pt idx="36131">29.989999999999998</cx:pt>
          <cx:pt idx="36132">29.989999999999998</cx:pt>
          <cx:pt idx="36133">29.989999999999998</cx:pt>
          <cx:pt idx="36134">29.989999999999998</cx:pt>
          <cx:pt idx="36135">29.989999999999998</cx:pt>
          <cx:pt idx="36136">29.989999999999998</cx:pt>
          <cx:pt idx="36137">29.989999999999998</cx:pt>
          <cx:pt idx="36138">29.989999999999998</cx:pt>
          <cx:pt idx="36139">29.989999999999998</cx:pt>
          <cx:pt idx="36140">29.989999999999998</cx:pt>
          <cx:pt idx="36141">29.989999999999998</cx:pt>
          <cx:pt idx="36142">29.989999999999998</cx:pt>
          <cx:pt idx="36143">29.989999999999998</cx:pt>
          <cx:pt idx="36144">29.989999999999998</cx:pt>
          <cx:pt idx="36145">29.989999999999998</cx:pt>
          <cx:pt idx="36146">29.989999999999998</cx:pt>
          <cx:pt idx="36147">29.989999999999998</cx:pt>
          <cx:pt idx="36148">29.989999999999998</cx:pt>
          <cx:pt idx="36149">29.989999999999998</cx:pt>
          <cx:pt idx="36150">29.989999999999998</cx:pt>
          <cx:pt idx="36151">29.989999999999998</cx:pt>
          <cx:pt idx="36152">29.989999999999998</cx:pt>
          <cx:pt idx="36153">29.989999999999998</cx:pt>
          <cx:pt idx="36154">29.989999999999998</cx:pt>
          <cx:pt idx="36155">29.989999999999998</cx:pt>
          <cx:pt idx="36156">29.989999999999998</cx:pt>
          <cx:pt idx="36157">29.989999999999998</cx:pt>
          <cx:pt idx="36158">29.989999999999998</cx:pt>
          <cx:pt idx="36159">29.989999999999998</cx:pt>
          <cx:pt idx="36160">29.989999999999998</cx:pt>
          <cx:pt idx="36161">29.989999999999998</cx:pt>
          <cx:pt idx="36162">29.989999999999998</cx:pt>
          <cx:pt idx="36163">29.989999999999998</cx:pt>
          <cx:pt idx="36164">29.989999999999998</cx:pt>
          <cx:pt idx="36165">29.989999999999998</cx:pt>
          <cx:pt idx="36166">29.989999999999998</cx:pt>
          <cx:pt idx="36167">29.989999999999998</cx:pt>
          <cx:pt idx="36168">29.989999999999998</cx:pt>
          <cx:pt idx="36169">29.989999999999998</cx:pt>
          <cx:pt idx="36170">29.989999999999998</cx:pt>
          <cx:pt idx="36171">29.989999999999998</cx:pt>
          <cx:pt idx="36172">29.989999999999998</cx:pt>
          <cx:pt idx="36173">29.989999999999998</cx:pt>
          <cx:pt idx="36174">29.989999999999998</cx:pt>
          <cx:pt idx="36175">29.989999999999998</cx:pt>
          <cx:pt idx="36176">29.989999999999998</cx:pt>
          <cx:pt idx="36177">29.989999999999998</cx:pt>
          <cx:pt idx="36178">29.989999999999998</cx:pt>
          <cx:pt idx="36179">29.989999999999998</cx:pt>
          <cx:pt idx="36180">29.989999999999998</cx:pt>
          <cx:pt idx="36181">29.989999999999998</cx:pt>
          <cx:pt idx="36182">29.989999999999998</cx:pt>
          <cx:pt idx="36183">29.989999999999998</cx:pt>
          <cx:pt idx="36184">29.989999999999998</cx:pt>
          <cx:pt idx="36185">29.989999999999998</cx:pt>
          <cx:pt idx="36186">29.989999999999998</cx:pt>
          <cx:pt idx="36187">29.989999999999998</cx:pt>
          <cx:pt idx="36188">29.989999999999998</cx:pt>
          <cx:pt idx="36189">29.989999999999998</cx:pt>
          <cx:pt idx="36190">29.989999999999998</cx:pt>
          <cx:pt idx="36191">29.989999999999998</cx:pt>
          <cx:pt idx="36192">29.989999999999998</cx:pt>
          <cx:pt idx="36193">29.989999999999998</cx:pt>
          <cx:pt idx="36194">29.989999999999998</cx:pt>
          <cx:pt idx="36195">29.989999999999998</cx:pt>
          <cx:pt idx="36196">29.989999999999998</cx:pt>
          <cx:pt idx="36197">29.989999999999998</cx:pt>
          <cx:pt idx="36198">29.989999999999998</cx:pt>
          <cx:pt idx="36199">29.989999999999998</cx:pt>
          <cx:pt idx="36200">29.989999999999998</cx:pt>
          <cx:pt idx="36201">29.989999999999998</cx:pt>
          <cx:pt idx="36202">29.989999999999998</cx:pt>
          <cx:pt idx="36203">29.989999999999998</cx:pt>
          <cx:pt idx="36204">29.989999999999998</cx:pt>
          <cx:pt idx="36205">29.989999999999998</cx:pt>
          <cx:pt idx="36206">29.989999999999998</cx:pt>
          <cx:pt idx="36207">29.989999999999998</cx:pt>
          <cx:pt idx="36208">29.989999999999998</cx:pt>
          <cx:pt idx="36209">29.989999999999998</cx:pt>
          <cx:pt idx="36210">29.989999999999998</cx:pt>
          <cx:pt idx="36211">29.989999999999998</cx:pt>
          <cx:pt idx="36212">29.989999999999998</cx:pt>
          <cx:pt idx="36213">29.989999999999998</cx:pt>
          <cx:pt idx="36214">29.989999999999998</cx:pt>
          <cx:pt idx="36215">29.989999999999998</cx:pt>
          <cx:pt idx="36216">29.989999999999998</cx:pt>
          <cx:pt idx="36217">29.989999999999998</cx:pt>
          <cx:pt idx="36218">29.989999999999998</cx:pt>
          <cx:pt idx="36219">29.989999999999998</cx:pt>
          <cx:pt idx="36220">29.989999999999998</cx:pt>
          <cx:pt idx="36221">29.989999999999998</cx:pt>
          <cx:pt idx="36222">29.989999999999998</cx:pt>
          <cx:pt idx="36223">29.989999999999998</cx:pt>
          <cx:pt idx="36224">29.989999999999998</cx:pt>
          <cx:pt idx="36225">29.989999999999998</cx:pt>
          <cx:pt idx="36226">29.989999999999998</cx:pt>
          <cx:pt idx="36227">29.989999999999998</cx:pt>
          <cx:pt idx="36228">29.989999999999998</cx:pt>
          <cx:pt idx="36229">29.989999999999998</cx:pt>
          <cx:pt idx="36230">29.989999999999998</cx:pt>
          <cx:pt idx="36231">29.989999999999998</cx:pt>
          <cx:pt idx="36232">29.989999999999998</cx:pt>
          <cx:pt idx="36233">29.989999999999998</cx:pt>
          <cx:pt idx="36234">29.989999999999998</cx:pt>
          <cx:pt idx="36235">29.989999999999998</cx:pt>
          <cx:pt idx="36236">29.989999999999998</cx:pt>
          <cx:pt idx="36237">29.989999999999998</cx:pt>
          <cx:pt idx="36238">29.989999999999998</cx:pt>
          <cx:pt idx="36239">29.989999999999998</cx:pt>
          <cx:pt idx="36240">29.989999999999998</cx:pt>
          <cx:pt idx="36241">29.989999999999998</cx:pt>
          <cx:pt idx="36242">29.989999999999998</cx:pt>
          <cx:pt idx="36243">29.989999999999998</cx:pt>
          <cx:pt idx="36244">29.989999999999998</cx:pt>
          <cx:pt idx="36245">29.989999999999998</cx:pt>
          <cx:pt idx="36246">29.989999999999998</cx:pt>
          <cx:pt idx="36247">29.989999999999998</cx:pt>
          <cx:pt idx="36248">29.989999999999998</cx:pt>
          <cx:pt idx="36249">29.989999999999998</cx:pt>
          <cx:pt idx="36250">29.989999999999998</cx:pt>
          <cx:pt idx="36251">29.989999999999998</cx:pt>
          <cx:pt idx="36252">29.989999999999998</cx:pt>
          <cx:pt idx="36253">29.989999999999998</cx:pt>
          <cx:pt idx="36254">29.989999999999998</cx:pt>
          <cx:pt idx="36255">29.989999999999998</cx:pt>
          <cx:pt idx="36256">29.989999999999998</cx:pt>
          <cx:pt idx="36257">29.989999999999998</cx:pt>
          <cx:pt idx="36258">29.989999999999998</cx:pt>
          <cx:pt idx="36259">29.989999999999998</cx:pt>
          <cx:pt idx="36260">29.989999999999998</cx:pt>
          <cx:pt idx="36261">29.989999999999998</cx:pt>
          <cx:pt idx="36262">29.989999999999998</cx:pt>
          <cx:pt idx="36263">29.989999999999998</cx:pt>
          <cx:pt idx="36264">29.989999999999998</cx:pt>
          <cx:pt idx="36265">29.989999999999998</cx:pt>
          <cx:pt idx="36266">29.989999999999998</cx:pt>
          <cx:pt idx="36267">29.989999999999998</cx:pt>
          <cx:pt idx="36268">29.989999999999998</cx:pt>
          <cx:pt idx="36269">29.989999999999998</cx:pt>
          <cx:pt idx="36270">29.989999999999998</cx:pt>
          <cx:pt idx="36271">29.989999999999998</cx:pt>
          <cx:pt idx="36272">29.989999999999998</cx:pt>
          <cx:pt idx="36273">29.989999999999998</cx:pt>
          <cx:pt idx="36274">29.989999999999998</cx:pt>
          <cx:pt idx="36275">29.989999999999998</cx:pt>
          <cx:pt idx="36276">29.989999999999998</cx:pt>
          <cx:pt idx="36277">29.989999999999998</cx:pt>
          <cx:pt idx="36278">29.989999999999998</cx:pt>
          <cx:pt idx="36279">29.989999999999998</cx:pt>
          <cx:pt idx="36280">29.989999999999998</cx:pt>
          <cx:pt idx="36281">29.989999999999998</cx:pt>
          <cx:pt idx="36282">29.989999999999998</cx:pt>
          <cx:pt idx="36283">29.989999999999998</cx:pt>
          <cx:pt idx="36284">29.989999999999998</cx:pt>
          <cx:pt idx="36285">29.989999999999998</cx:pt>
          <cx:pt idx="36286">29.989999999999998</cx:pt>
          <cx:pt idx="36287">29.989999999999998</cx:pt>
          <cx:pt idx="36288">29.989999999999998</cx:pt>
          <cx:pt idx="36289">29.989999999999998</cx:pt>
          <cx:pt idx="36290">29.989999999999998</cx:pt>
          <cx:pt idx="36291">29.989999999999998</cx:pt>
          <cx:pt idx="36292">29.989999999999998</cx:pt>
          <cx:pt idx="36293">29.989999999999998</cx:pt>
          <cx:pt idx="36294">29.989999999999998</cx:pt>
          <cx:pt idx="36295">29.989999999999998</cx:pt>
          <cx:pt idx="36296">29.989999999999998</cx:pt>
          <cx:pt idx="36297">29.989999999999998</cx:pt>
          <cx:pt idx="36298">29.989999999999998</cx:pt>
          <cx:pt idx="36299">29.989999999999998</cx:pt>
          <cx:pt idx="36300">29.989999999999998</cx:pt>
          <cx:pt idx="36301">29.989999999999998</cx:pt>
          <cx:pt idx="36302">29.989999999999998</cx:pt>
          <cx:pt idx="36303">29.989999999999998</cx:pt>
          <cx:pt idx="36304">29.989999999999998</cx:pt>
          <cx:pt idx="36305">29.989999999999998</cx:pt>
          <cx:pt idx="36306">29.989999999999998</cx:pt>
          <cx:pt idx="36307">29.989999999999998</cx:pt>
          <cx:pt idx="36308">29.989999999999998</cx:pt>
          <cx:pt idx="36309">29.989999999999998</cx:pt>
          <cx:pt idx="36310">29.989999999999998</cx:pt>
          <cx:pt idx="36311">29.989999999999998</cx:pt>
          <cx:pt idx="36312">29.989999999999998</cx:pt>
          <cx:pt idx="36313">29.989999999999998</cx:pt>
          <cx:pt idx="36314">29.989999999999998</cx:pt>
          <cx:pt idx="36315">29.989999999999998</cx:pt>
          <cx:pt idx="36316">29.989999999999998</cx:pt>
          <cx:pt idx="36317">29.989999999999998</cx:pt>
          <cx:pt idx="36318">29.989999999999998</cx:pt>
          <cx:pt idx="36319">29.989999999999998</cx:pt>
          <cx:pt idx="36320">29.989999999999998</cx:pt>
          <cx:pt idx="36321">29.989999999999998</cx:pt>
          <cx:pt idx="36322">29.989999999999998</cx:pt>
          <cx:pt idx="36323">29.989999999999998</cx:pt>
          <cx:pt idx="36324">29.989999999999998</cx:pt>
          <cx:pt idx="36325">29.989999999999998</cx:pt>
          <cx:pt idx="36326">29.989999999999998</cx:pt>
          <cx:pt idx="36327">29.989999999999998</cx:pt>
          <cx:pt idx="36328">29.989999999999998</cx:pt>
          <cx:pt idx="36329">29.989999999999998</cx:pt>
          <cx:pt idx="36330">29.989999999999998</cx:pt>
          <cx:pt idx="36331">29.989999999999998</cx:pt>
          <cx:pt idx="36332">29.989999999999998</cx:pt>
          <cx:pt idx="36333">29.989999999999998</cx:pt>
          <cx:pt idx="36334">29.989999999999998</cx:pt>
          <cx:pt idx="36335">29.989999999999998</cx:pt>
          <cx:pt idx="36336">29.989999999999998</cx:pt>
          <cx:pt idx="36337">29.989999999999998</cx:pt>
          <cx:pt idx="36338">29.989999999999998</cx:pt>
          <cx:pt idx="36339">29.989999999999998</cx:pt>
          <cx:pt idx="36340">29.989999999999998</cx:pt>
          <cx:pt idx="36341">29.989999999999998</cx:pt>
          <cx:pt idx="36342">29.989999999999998</cx:pt>
          <cx:pt idx="36343">29.989999999999998</cx:pt>
          <cx:pt idx="36344">29.989999999999998</cx:pt>
          <cx:pt idx="36345">29.989999999999998</cx:pt>
          <cx:pt idx="36346">29.989999999999998</cx:pt>
          <cx:pt idx="36347">29.989999999999998</cx:pt>
          <cx:pt idx="36348">29.989999999999998</cx:pt>
          <cx:pt idx="36349">29.989999999999998</cx:pt>
          <cx:pt idx="36350">29.989999999999998</cx:pt>
          <cx:pt idx="36351">29.989999999999998</cx:pt>
          <cx:pt idx="36352">29.989999999999998</cx:pt>
          <cx:pt idx="36353">29.989999999999998</cx:pt>
          <cx:pt idx="36354">29.989999999999998</cx:pt>
          <cx:pt idx="36355">29.989999999999998</cx:pt>
          <cx:pt idx="36356">29.989999999999998</cx:pt>
          <cx:pt idx="36357">29.989999999999998</cx:pt>
          <cx:pt idx="36358">29.989999999999998</cx:pt>
          <cx:pt idx="36359">29.989999999999998</cx:pt>
          <cx:pt idx="36360">29.989999999999998</cx:pt>
          <cx:pt idx="36361">29.989999999999998</cx:pt>
          <cx:pt idx="36362">29.989999999999998</cx:pt>
          <cx:pt idx="36363">29.989999999999998</cx:pt>
          <cx:pt idx="36364">29.989999999999998</cx:pt>
          <cx:pt idx="36365">29.989999999999998</cx:pt>
          <cx:pt idx="36366">29.989999999999998</cx:pt>
          <cx:pt idx="36367">29.989999999999998</cx:pt>
          <cx:pt idx="36368">29.989999999999998</cx:pt>
          <cx:pt idx="36369">29.989999999999998</cx:pt>
          <cx:pt idx="36370">29.989999999999998</cx:pt>
          <cx:pt idx="36371">29.989999999999998</cx:pt>
          <cx:pt idx="36372">29.989999999999998</cx:pt>
          <cx:pt idx="36373">29.989999999999998</cx:pt>
          <cx:pt idx="36374">29.989999999999998</cx:pt>
          <cx:pt idx="36375">29.989999999999998</cx:pt>
          <cx:pt idx="36376">29.989999999999998</cx:pt>
          <cx:pt idx="36377">29.989999999999998</cx:pt>
          <cx:pt idx="36378">29.989999999999998</cx:pt>
          <cx:pt idx="36379">29.989999999999998</cx:pt>
          <cx:pt idx="36380">29.989999999999998</cx:pt>
          <cx:pt idx="36381">29.989999999999998</cx:pt>
          <cx:pt idx="36382">29.989999999999998</cx:pt>
          <cx:pt idx="36383">29.989999999999998</cx:pt>
          <cx:pt idx="36384">29.989999999999998</cx:pt>
          <cx:pt idx="36385">29.989999999999998</cx:pt>
          <cx:pt idx="36386">29.989999999999998</cx:pt>
          <cx:pt idx="36387">29.989999999999998</cx:pt>
          <cx:pt idx="36388">29.989999999999998</cx:pt>
          <cx:pt idx="36389">29.989999999999998</cx:pt>
          <cx:pt idx="36390">29.989999999999998</cx:pt>
          <cx:pt idx="36391">29.989999999999998</cx:pt>
          <cx:pt idx="36392">29.989999999999998</cx:pt>
          <cx:pt idx="36393">29.989999999999998</cx:pt>
          <cx:pt idx="36394">29.989999999999998</cx:pt>
          <cx:pt idx="36395">29.989999999999998</cx:pt>
          <cx:pt idx="36396">29.989999999999998</cx:pt>
          <cx:pt idx="36397">29.989999999999998</cx:pt>
          <cx:pt idx="36398">29.989999999999998</cx:pt>
          <cx:pt idx="36399">29.989999999999998</cx:pt>
          <cx:pt idx="36400">29.989999999999998</cx:pt>
          <cx:pt idx="36401">29.989999999999998</cx:pt>
          <cx:pt idx="36402">29.989999999999998</cx:pt>
          <cx:pt idx="36403">29.989999999999998</cx:pt>
          <cx:pt idx="36404">29.989999999999998</cx:pt>
          <cx:pt idx="36405">29.989999999999998</cx:pt>
          <cx:pt idx="36406">29.989999999999998</cx:pt>
          <cx:pt idx="36407">29.989999999999998</cx:pt>
          <cx:pt idx="36408">29.989999999999998</cx:pt>
          <cx:pt idx="36409">29.989999999999998</cx:pt>
          <cx:pt idx="36410">29.989999999999998</cx:pt>
          <cx:pt idx="36411">29.989999999999998</cx:pt>
          <cx:pt idx="36412">29.989999999999998</cx:pt>
          <cx:pt idx="36413">29.989999999999998</cx:pt>
          <cx:pt idx="36414">29.989999999999998</cx:pt>
          <cx:pt idx="36415">29.989999999999998</cx:pt>
          <cx:pt idx="36416">29.989999999999998</cx:pt>
          <cx:pt idx="36417">29.989999999999998</cx:pt>
          <cx:pt idx="36418">29.989999999999998</cx:pt>
          <cx:pt idx="36419">29.989999999999998</cx:pt>
          <cx:pt idx="36420">29.989999999999998</cx:pt>
          <cx:pt idx="36421">29.989999999999998</cx:pt>
          <cx:pt idx="36422">29.989999999999998</cx:pt>
          <cx:pt idx="36423">29.989999999999998</cx:pt>
          <cx:pt idx="36424">29.989999999999998</cx:pt>
          <cx:pt idx="36425">29.989999999999998</cx:pt>
          <cx:pt idx="36426">29.989999999999998</cx:pt>
          <cx:pt idx="36427">29.989999999999998</cx:pt>
          <cx:pt idx="36428">29.989999999999998</cx:pt>
          <cx:pt idx="36429">29.989999999999998</cx:pt>
          <cx:pt idx="36430">29.989999999999998</cx:pt>
          <cx:pt idx="36431">29.989999999999998</cx:pt>
          <cx:pt idx="36432">29.989999999999998</cx:pt>
          <cx:pt idx="36433">29.989999999999998</cx:pt>
          <cx:pt idx="36434">29.989999999999998</cx:pt>
          <cx:pt idx="36435">29.989999999999998</cx:pt>
          <cx:pt idx="36436">29.989999999999998</cx:pt>
          <cx:pt idx="36437">29.989999999999998</cx:pt>
          <cx:pt idx="36438">29.989999999999998</cx:pt>
          <cx:pt idx="36439">29.989999999999998</cx:pt>
          <cx:pt idx="36440">29.989999999999998</cx:pt>
          <cx:pt idx="36441">29.989999999999998</cx:pt>
          <cx:pt idx="36442">29.989999999999998</cx:pt>
          <cx:pt idx="36443">29.989999999999998</cx:pt>
          <cx:pt idx="36444">29.989999999999998</cx:pt>
          <cx:pt idx="36445">29.989999999999998</cx:pt>
          <cx:pt idx="36446">29.989999999999998</cx:pt>
          <cx:pt idx="36447">29.989999999999998</cx:pt>
          <cx:pt idx="36448">29.989999999999998</cx:pt>
          <cx:pt idx="36449">29.989999999999998</cx:pt>
          <cx:pt idx="36450">29.989999999999998</cx:pt>
          <cx:pt idx="36451">29.989999999999998</cx:pt>
          <cx:pt idx="36452">29.989999999999998</cx:pt>
          <cx:pt idx="36453">29.989999999999998</cx:pt>
          <cx:pt idx="36454">29.989999999999998</cx:pt>
          <cx:pt idx="36455">29.989999999999998</cx:pt>
          <cx:pt idx="36456">29.989999999999998</cx:pt>
          <cx:pt idx="36457">29.989999999999998</cx:pt>
          <cx:pt idx="36458">29.989999999999998</cx:pt>
          <cx:pt idx="36459">29.989999999999998</cx:pt>
          <cx:pt idx="36460">29.989999999999998</cx:pt>
          <cx:pt idx="36461">29.989999999999998</cx:pt>
          <cx:pt idx="36462">29.989999999999998</cx:pt>
          <cx:pt idx="36463">29.989999999999998</cx:pt>
          <cx:pt idx="36464">29.989999999999998</cx:pt>
          <cx:pt idx="36465">29.989999999999998</cx:pt>
          <cx:pt idx="36466">29.989999999999998</cx:pt>
          <cx:pt idx="36467">29.989999999999998</cx:pt>
          <cx:pt idx="36468">29.989999999999998</cx:pt>
          <cx:pt idx="36469">29.989999999999998</cx:pt>
          <cx:pt idx="36470">29.989999999999998</cx:pt>
          <cx:pt idx="36471">29.989999999999998</cx:pt>
          <cx:pt idx="36472">29.989999999999998</cx:pt>
          <cx:pt idx="36473">29.989999999999998</cx:pt>
          <cx:pt idx="36474">29.989999999999998</cx:pt>
          <cx:pt idx="36475">29.989999999999998</cx:pt>
          <cx:pt idx="36476">29.989999999999998</cx:pt>
          <cx:pt idx="36477">29.989999999999998</cx:pt>
          <cx:pt idx="36478">29.989999999999998</cx:pt>
          <cx:pt idx="36479">29.989999999999998</cx:pt>
          <cx:pt idx="36480">29.989999999999998</cx:pt>
          <cx:pt idx="36481">29.989999999999998</cx:pt>
          <cx:pt idx="36482">29.989999999999998</cx:pt>
          <cx:pt idx="36483">29.989999999999998</cx:pt>
          <cx:pt idx="36484">29.989999999999998</cx:pt>
          <cx:pt idx="36485">29.989999999999998</cx:pt>
          <cx:pt idx="36486">29.989999999999998</cx:pt>
          <cx:pt idx="36487">29.989999999999998</cx:pt>
          <cx:pt idx="36488">29.989999999999998</cx:pt>
          <cx:pt idx="36489">29.989999999999998</cx:pt>
          <cx:pt idx="36490">29.989999999999998</cx:pt>
          <cx:pt idx="36491">29.989999999999998</cx:pt>
          <cx:pt idx="36492">29.989999999999998</cx:pt>
          <cx:pt idx="36493">29.989999999999998</cx:pt>
          <cx:pt idx="36494">29.989999999999998</cx:pt>
          <cx:pt idx="36495">29.989999999999998</cx:pt>
          <cx:pt idx="36496">29.989999999999998</cx:pt>
          <cx:pt idx="36497">29.989999999999998</cx:pt>
          <cx:pt idx="36498">29.989999999999998</cx:pt>
          <cx:pt idx="36499">29.989999999999998</cx:pt>
          <cx:pt idx="36500">29.989999999999998</cx:pt>
          <cx:pt idx="36501">29.989999999999998</cx:pt>
          <cx:pt idx="36502">29.989999999999998</cx:pt>
          <cx:pt idx="36503">29.989999999999998</cx:pt>
          <cx:pt idx="36504">29.989999999999998</cx:pt>
          <cx:pt idx="36505">29.989999999999998</cx:pt>
          <cx:pt idx="36506">29.989999999999998</cx:pt>
          <cx:pt idx="36507">29.989999999999998</cx:pt>
          <cx:pt idx="36508">29.989999999999998</cx:pt>
          <cx:pt idx="36509">29.989999999999998</cx:pt>
          <cx:pt idx="36510">29.989999999999998</cx:pt>
          <cx:pt idx="36511">29.989999999999998</cx:pt>
          <cx:pt idx="36512">29.989999999999998</cx:pt>
          <cx:pt idx="36513">29.989999999999998</cx:pt>
          <cx:pt idx="36514">29.989999999999998</cx:pt>
          <cx:pt idx="36515">29.989999999999998</cx:pt>
          <cx:pt idx="36516">29.989999999999998</cx:pt>
          <cx:pt idx="36517">29.989999999999998</cx:pt>
          <cx:pt idx="36518">29.989999999999998</cx:pt>
          <cx:pt idx="36519">29.989999999999998</cx:pt>
          <cx:pt idx="36520">29.989999999999998</cx:pt>
          <cx:pt idx="36521">29.989999999999998</cx:pt>
          <cx:pt idx="36522">29.989999999999998</cx:pt>
          <cx:pt idx="36523">29.989999999999998</cx:pt>
          <cx:pt idx="36524">29.989999999999998</cx:pt>
          <cx:pt idx="36525">29.989999999999998</cx:pt>
          <cx:pt idx="36526">29.989999999999998</cx:pt>
          <cx:pt idx="36527">29.989999999999998</cx:pt>
          <cx:pt idx="36528">29.989999999999998</cx:pt>
          <cx:pt idx="36529">29.989999999999998</cx:pt>
          <cx:pt idx="36530">29.989999999999998</cx:pt>
          <cx:pt idx="36531">29.989999999999998</cx:pt>
          <cx:pt idx="36532">29.989999999999998</cx:pt>
          <cx:pt idx="36533">29.989999999999998</cx:pt>
          <cx:pt idx="36534">29.989999999999998</cx:pt>
          <cx:pt idx="36535">29.989999999999998</cx:pt>
          <cx:pt idx="36536">29.989999999999998</cx:pt>
          <cx:pt idx="36537">29.989999999999998</cx:pt>
          <cx:pt idx="36538">29.989999999999998</cx:pt>
          <cx:pt idx="36539">29.989999999999998</cx:pt>
          <cx:pt idx="36540">29.989999999999998</cx:pt>
          <cx:pt idx="36541">29.989999999999998</cx:pt>
          <cx:pt idx="36542">29.989999999999998</cx:pt>
          <cx:pt idx="36543">29.989999999999998</cx:pt>
          <cx:pt idx="36544">29.989999999999998</cx:pt>
          <cx:pt idx="36545">29.989999999999998</cx:pt>
          <cx:pt idx="36546">29.989999999999998</cx:pt>
          <cx:pt idx="36547">29.989999999999998</cx:pt>
          <cx:pt idx="36548">29.989999999999998</cx:pt>
          <cx:pt idx="36549">29.989999999999998</cx:pt>
          <cx:pt idx="36550">29.989999999999998</cx:pt>
          <cx:pt idx="36551">29.989999999999998</cx:pt>
          <cx:pt idx="36552">29.989999999999998</cx:pt>
          <cx:pt idx="36553">29.989999999999998</cx:pt>
          <cx:pt idx="36554">29.989999999999998</cx:pt>
          <cx:pt idx="36555">29.989999999999998</cx:pt>
          <cx:pt idx="36556">29.989999999999998</cx:pt>
          <cx:pt idx="36557">29.989999999999998</cx:pt>
          <cx:pt idx="36558">29.989999999999998</cx:pt>
          <cx:pt idx="36559">29.989999999999998</cx:pt>
          <cx:pt idx="36560">29.989999999999998</cx:pt>
          <cx:pt idx="36561">29.989999999999998</cx:pt>
          <cx:pt idx="36562">29.989999999999998</cx:pt>
          <cx:pt idx="36563">29.989999999999998</cx:pt>
          <cx:pt idx="36564">29.989999999999998</cx:pt>
          <cx:pt idx="36565">29.989999999999998</cx:pt>
          <cx:pt idx="36566">29.989999999999998</cx:pt>
          <cx:pt idx="36567">29.989999999999998</cx:pt>
          <cx:pt idx="36568">29.989999999999998</cx:pt>
          <cx:pt idx="36569">29.989999999999998</cx:pt>
          <cx:pt idx="36570">29.989999999999998</cx:pt>
          <cx:pt idx="36571">29.989999999999998</cx:pt>
          <cx:pt idx="36572">29.989999999999998</cx:pt>
          <cx:pt idx="36573">29.989999999999998</cx:pt>
          <cx:pt idx="36574">29.989999999999998</cx:pt>
          <cx:pt idx="36575">29.989999999999998</cx:pt>
          <cx:pt idx="36576">29.989999999999998</cx:pt>
          <cx:pt idx="36577">29.989999999999998</cx:pt>
          <cx:pt idx="36578">29.989999999999998</cx:pt>
          <cx:pt idx="36579">29.989999999999998</cx:pt>
          <cx:pt idx="36580">29.989999999999998</cx:pt>
          <cx:pt idx="36581">29.989999999999998</cx:pt>
          <cx:pt idx="36582">29.989999999999998</cx:pt>
          <cx:pt idx="36583">29.989999999999998</cx:pt>
          <cx:pt idx="36584">29.989999999999998</cx:pt>
          <cx:pt idx="36585">29.989999999999998</cx:pt>
          <cx:pt idx="36586">29.989999999999998</cx:pt>
          <cx:pt idx="36587">29.989999999999998</cx:pt>
          <cx:pt idx="36588">29.989999999999998</cx:pt>
          <cx:pt idx="36589">29.989999999999998</cx:pt>
          <cx:pt idx="36590">29.989999999999998</cx:pt>
          <cx:pt idx="36591">29.989999999999998</cx:pt>
          <cx:pt idx="36592">29.989999999999998</cx:pt>
          <cx:pt idx="36593">29.989999999999998</cx:pt>
          <cx:pt idx="36594">29.989999999999998</cx:pt>
          <cx:pt idx="36595">29.989999999999998</cx:pt>
          <cx:pt idx="36596">29.989999999999998</cx:pt>
          <cx:pt idx="36597">29.989999999999998</cx:pt>
          <cx:pt idx="36598">29.989999999999998</cx:pt>
          <cx:pt idx="36599">29.989999999999998</cx:pt>
          <cx:pt idx="36600">29.989999999999998</cx:pt>
          <cx:pt idx="36601">29.989999999999998</cx:pt>
          <cx:pt idx="36602">29.989999999999998</cx:pt>
          <cx:pt idx="36603">29.989999999999998</cx:pt>
          <cx:pt idx="36604">29.989999999999998</cx:pt>
          <cx:pt idx="36605">29.989999999999998</cx:pt>
          <cx:pt idx="36606">29.989999999999998</cx:pt>
          <cx:pt idx="36607">29.989999999999998</cx:pt>
          <cx:pt idx="36608">29.989999999999998</cx:pt>
          <cx:pt idx="36609">29.989999999999998</cx:pt>
          <cx:pt idx="36610">29.989999999999998</cx:pt>
          <cx:pt idx="36611">29.989999999999998</cx:pt>
          <cx:pt idx="36612">29.989999999999998</cx:pt>
          <cx:pt idx="36613">29.989999999999998</cx:pt>
          <cx:pt idx="36614">29.989999999999998</cx:pt>
          <cx:pt idx="36615">29.989999999999998</cx:pt>
          <cx:pt idx="36616">29.989999999999998</cx:pt>
          <cx:pt idx="36617">29.989999999999998</cx:pt>
          <cx:pt idx="36618">29.989999999999998</cx:pt>
          <cx:pt idx="36619">29.989999999999998</cx:pt>
          <cx:pt idx="36620">29.989999999999998</cx:pt>
          <cx:pt idx="36621">29.989999999999998</cx:pt>
          <cx:pt idx="36622">29.989999999999998</cx:pt>
          <cx:pt idx="36623">29.989999999999998</cx:pt>
          <cx:pt idx="36624">29.989999999999998</cx:pt>
          <cx:pt idx="36625">29.989999999999998</cx:pt>
          <cx:pt idx="36626">29.989999999999998</cx:pt>
          <cx:pt idx="36627">29.989999999999998</cx:pt>
          <cx:pt idx="36628">29.989999999999998</cx:pt>
          <cx:pt idx="36629">29.989999999999998</cx:pt>
          <cx:pt idx="36630">29.989999999999998</cx:pt>
          <cx:pt idx="36631">29.989999999999998</cx:pt>
          <cx:pt idx="36632">29.989999999999998</cx:pt>
          <cx:pt idx="36633">29.989999999999998</cx:pt>
          <cx:pt idx="36634">29.989999999999998</cx:pt>
          <cx:pt idx="36635">29.989999999999998</cx:pt>
          <cx:pt idx="36636">29.989999999999998</cx:pt>
          <cx:pt idx="36637">29.989999999999998</cx:pt>
          <cx:pt idx="36638">29.989999999999998</cx:pt>
          <cx:pt idx="36639">29.989999999999998</cx:pt>
          <cx:pt idx="36640">29.989999999999998</cx:pt>
          <cx:pt idx="36641">29.989999999999998</cx:pt>
          <cx:pt idx="36642">29.989999999999998</cx:pt>
          <cx:pt idx="36643">29.989999999999998</cx:pt>
          <cx:pt idx="36644">29.989999999999998</cx:pt>
          <cx:pt idx="36645">29.989999999999998</cx:pt>
          <cx:pt idx="36646">29.989999999999998</cx:pt>
          <cx:pt idx="36647">29.989999999999998</cx:pt>
          <cx:pt idx="36648">29.989999999999998</cx:pt>
          <cx:pt idx="36649">29.989999999999998</cx:pt>
          <cx:pt idx="36650">29.989999999999998</cx:pt>
          <cx:pt idx="36651">29.989999999999998</cx:pt>
          <cx:pt idx="36652">29.989999999999998</cx:pt>
          <cx:pt idx="36653">29.989999999999998</cx:pt>
          <cx:pt idx="36654">29.989999999999998</cx:pt>
          <cx:pt idx="36655">29.989999999999998</cx:pt>
          <cx:pt idx="36656">29.989999999999998</cx:pt>
          <cx:pt idx="36657">29.989999999999998</cx:pt>
          <cx:pt idx="36658">29.989999999999998</cx:pt>
          <cx:pt idx="36659">29.989999999999998</cx:pt>
          <cx:pt idx="36660">29.989999999999998</cx:pt>
          <cx:pt idx="36661">29.989999999999998</cx:pt>
          <cx:pt idx="36662">29.989999999999998</cx:pt>
          <cx:pt idx="36663">29.989999999999998</cx:pt>
          <cx:pt idx="36664">29.989999999999998</cx:pt>
          <cx:pt idx="36665">29.989999999999998</cx:pt>
          <cx:pt idx="36666">29.989999999999998</cx:pt>
          <cx:pt idx="36667">29.989999999999998</cx:pt>
          <cx:pt idx="36668">29.989999999999998</cx:pt>
          <cx:pt idx="36669">29.989999999999998</cx:pt>
          <cx:pt idx="36670">29.989999999999998</cx:pt>
          <cx:pt idx="36671">29.989999999999998</cx:pt>
          <cx:pt idx="36672">29.989999999999998</cx:pt>
          <cx:pt idx="36673">29.989999999999998</cx:pt>
          <cx:pt idx="36674">29.989999999999998</cx:pt>
          <cx:pt idx="36675">29.989999999999998</cx:pt>
          <cx:pt idx="36676">29.989999999999998</cx:pt>
          <cx:pt idx="36677">29.989999999999998</cx:pt>
          <cx:pt idx="36678">29.989999999999998</cx:pt>
          <cx:pt idx="36679">29.989999999999998</cx:pt>
          <cx:pt idx="36680">29.989999999999998</cx:pt>
          <cx:pt idx="36681">29.989999999999998</cx:pt>
          <cx:pt idx="36682">29.989999999999998</cx:pt>
          <cx:pt idx="36683">29.989999999999998</cx:pt>
          <cx:pt idx="36684">29.989999999999998</cx:pt>
          <cx:pt idx="36685">29.989999999999998</cx:pt>
          <cx:pt idx="36686">29.989999999999998</cx:pt>
          <cx:pt idx="36687">29.989999999999998</cx:pt>
          <cx:pt idx="36688">29.989999999999998</cx:pt>
          <cx:pt idx="36689">29.989999999999998</cx:pt>
          <cx:pt idx="36690">29.989999999999998</cx:pt>
          <cx:pt idx="36691">29.989999999999998</cx:pt>
          <cx:pt idx="36692">29.989999999999998</cx:pt>
          <cx:pt idx="36693">29.989999999999998</cx:pt>
          <cx:pt idx="36694">29.989999999999998</cx:pt>
          <cx:pt idx="36695">29.989999999999998</cx:pt>
          <cx:pt idx="36696">29.989999999999998</cx:pt>
          <cx:pt idx="36697">29.989999999999998</cx:pt>
          <cx:pt idx="36698">29.989999999999998</cx:pt>
          <cx:pt idx="36699">29.989999999999998</cx:pt>
          <cx:pt idx="36700">29.989999999999998</cx:pt>
          <cx:pt idx="36701">29.989999999999998</cx:pt>
          <cx:pt idx="36702">29.989999999999998</cx:pt>
          <cx:pt idx="36703">29.989999999999998</cx:pt>
          <cx:pt idx="36704">29.989999999999998</cx:pt>
          <cx:pt idx="36705">29.989999999999998</cx:pt>
          <cx:pt idx="36706">29.989999999999998</cx:pt>
          <cx:pt idx="36707">29.989999999999998</cx:pt>
          <cx:pt idx="36708">29.989999999999998</cx:pt>
          <cx:pt idx="36709">29.989999999999998</cx:pt>
          <cx:pt idx="36710">29.989999999999998</cx:pt>
          <cx:pt idx="36711">29.989999999999998</cx:pt>
          <cx:pt idx="36712">29.989999999999998</cx:pt>
          <cx:pt idx="36713">29.989999999999998</cx:pt>
          <cx:pt idx="36714">29.989999999999998</cx:pt>
          <cx:pt idx="36715">29.989999999999998</cx:pt>
          <cx:pt idx="36716">29.989999999999998</cx:pt>
          <cx:pt idx="36717">29.989999999999998</cx:pt>
          <cx:pt idx="36718">29.989999999999998</cx:pt>
          <cx:pt idx="36719">29.989999999999998</cx:pt>
          <cx:pt idx="36720">29.989999999999998</cx:pt>
          <cx:pt idx="36721">29.989999999999998</cx:pt>
          <cx:pt idx="36722">29.989999999999998</cx:pt>
          <cx:pt idx="36723">29.989999999999998</cx:pt>
          <cx:pt idx="36724">29.989999999999998</cx:pt>
          <cx:pt idx="36725">29.989999999999998</cx:pt>
          <cx:pt idx="36726">29.989999999999998</cx:pt>
          <cx:pt idx="36727">29.989999999999998</cx:pt>
          <cx:pt idx="36728">29.989999999999998</cx:pt>
          <cx:pt idx="36729">29.989999999999998</cx:pt>
          <cx:pt idx="36730">29.989999999999998</cx:pt>
          <cx:pt idx="36731">29.989999999999998</cx:pt>
          <cx:pt idx="36732">29.989999999999998</cx:pt>
          <cx:pt idx="36733">29.989999999999998</cx:pt>
          <cx:pt idx="36734">29.989999999999998</cx:pt>
          <cx:pt idx="36735">29.989999999999998</cx:pt>
          <cx:pt idx="36736">29.989999999999998</cx:pt>
          <cx:pt idx="36737">29.989999999999998</cx:pt>
          <cx:pt idx="36738">29.989999999999998</cx:pt>
          <cx:pt idx="36739">29.989999999999998</cx:pt>
          <cx:pt idx="36740">29.989999999999998</cx:pt>
          <cx:pt idx="36741">29.989999999999998</cx:pt>
          <cx:pt idx="36742">29.989999999999998</cx:pt>
          <cx:pt idx="36743">29.989999999999998</cx:pt>
          <cx:pt idx="36744">29.989999999999998</cx:pt>
          <cx:pt idx="36745">29.989999999999998</cx:pt>
          <cx:pt idx="36746">29.989999999999998</cx:pt>
          <cx:pt idx="36747">29.989999999999998</cx:pt>
          <cx:pt idx="36748">29.989999999999998</cx:pt>
          <cx:pt idx="36749">29.989999999999998</cx:pt>
          <cx:pt idx="36750">29.989999999999998</cx:pt>
          <cx:pt idx="36751">29.989999999999998</cx:pt>
          <cx:pt idx="36752">29.989999999999998</cx:pt>
          <cx:pt idx="36753">29.989999999999998</cx:pt>
          <cx:pt idx="36754">29.989999999999998</cx:pt>
          <cx:pt idx="36755">29.989999999999998</cx:pt>
          <cx:pt idx="36756">29.989999999999998</cx:pt>
          <cx:pt idx="36757">29.989999999999998</cx:pt>
          <cx:pt idx="36758">29.989999999999998</cx:pt>
          <cx:pt idx="36759">29.989999999999998</cx:pt>
          <cx:pt idx="36760">29.989999999999998</cx:pt>
          <cx:pt idx="36761">29.989999999999998</cx:pt>
          <cx:pt idx="36762">29.989999999999998</cx:pt>
          <cx:pt idx="36763">29.989999999999998</cx:pt>
          <cx:pt idx="36764">29.989999999999998</cx:pt>
          <cx:pt idx="36765">29.989999999999998</cx:pt>
          <cx:pt idx="36766">29.989999999999998</cx:pt>
          <cx:pt idx="36767">29.989999999999998</cx:pt>
          <cx:pt idx="36768">29.989999999999998</cx:pt>
          <cx:pt idx="36769">29.989999999999998</cx:pt>
          <cx:pt idx="36770">29.989999999999998</cx:pt>
          <cx:pt idx="36771">29.989999999999998</cx:pt>
          <cx:pt idx="36772">29.989999999999998</cx:pt>
          <cx:pt idx="36773">29.989999999999998</cx:pt>
          <cx:pt idx="36774">29.989999999999998</cx:pt>
          <cx:pt idx="36775">29.989999999999998</cx:pt>
          <cx:pt idx="36776">29.989999999999998</cx:pt>
          <cx:pt idx="36777">29.989999999999998</cx:pt>
          <cx:pt idx="36778">29.989999999999998</cx:pt>
          <cx:pt idx="36779">29.989999999999998</cx:pt>
          <cx:pt idx="36780">29.989999999999998</cx:pt>
          <cx:pt idx="36781">29.989999999999998</cx:pt>
          <cx:pt idx="36782">29.989999999999998</cx:pt>
          <cx:pt idx="36783">29.989999999999998</cx:pt>
          <cx:pt idx="36784">29.989999999999998</cx:pt>
          <cx:pt idx="36785">29.989999999999998</cx:pt>
          <cx:pt idx="36786">29.989999999999998</cx:pt>
          <cx:pt idx="36787">29.989999999999998</cx:pt>
          <cx:pt idx="36788">29.989999999999998</cx:pt>
          <cx:pt idx="36789">29.989999999999998</cx:pt>
          <cx:pt idx="36790">29.989999999999998</cx:pt>
          <cx:pt idx="36791">29.989999999999998</cx:pt>
          <cx:pt idx="36792">29.989999999999998</cx:pt>
          <cx:pt idx="36793">29.989999999999998</cx:pt>
          <cx:pt idx="36794">29.989999999999998</cx:pt>
          <cx:pt idx="36795">29.989999999999998</cx:pt>
          <cx:pt idx="36796">29.989999999999998</cx:pt>
          <cx:pt idx="36797">29.989999999999998</cx:pt>
          <cx:pt idx="36798">29.989999999999998</cx:pt>
          <cx:pt idx="36799">29.989999999999998</cx:pt>
          <cx:pt idx="36800">29.989999999999998</cx:pt>
          <cx:pt idx="36801">29.989999999999998</cx:pt>
          <cx:pt idx="36802">29.989999999999998</cx:pt>
          <cx:pt idx="36803">29.989999999999998</cx:pt>
          <cx:pt idx="36804">29.989999999999998</cx:pt>
          <cx:pt idx="36805">29.989999999999998</cx:pt>
          <cx:pt idx="36806">29.989999999999998</cx:pt>
          <cx:pt idx="36807">29.989999999999998</cx:pt>
          <cx:pt idx="36808">29.989999999999998</cx:pt>
          <cx:pt idx="36809">29.989999999999998</cx:pt>
          <cx:pt idx="36810">29.989999999999998</cx:pt>
          <cx:pt idx="36811">29.989999999999998</cx:pt>
          <cx:pt idx="36812">29.989999999999998</cx:pt>
          <cx:pt idx="36813">29.989999999999998</cx:pt>
          <cx:pt idx="36814">29.989999999999998</cx:pt>
          <cx:pt idx="36815">29.989999999999998</cx:pt>
          <cx:pt idx="36816">29.989999999999998</cx:pt>
          <cx:pt idx="36817">29.989999999999998</cx:pt>
          <cx:pt idx="36818">29.989999999999998</cx:pt>
          <cx:pt idx="36819">29.989999999999998</cx:pt>
          <cx:pt idx="36820">29.989999999999998</cx:pt>
          <cx:pt idx="36821">29.989999999999998</cx:pt>
          <cx:pt idx="36822">29.989999999999998</cx:pt>
          <cx:pt idx="36823">29.989999999999998</cx:pt>
          <cx:pt idx="36824">29.989999999999998</cx:pt>
          <cx:pt idx="36825">29.989999999999998</cx:pt>
          <cx:pt idx="36826">29.989999999999998</cx:pt>
          <cx:pt idx="36827">29.989999999999998</cx:pt>
          <cx:pt idx="36828">29.989999999999998</cx:pt>
          <cx:pt idx="36829">29.989999999999998</cx:pt>
          <cx:pt idx="36830">29.989999999999998</cx:pt>
          <cx:pt idx="36831">29.989999999999998</cx:pt>
          <cx:pt idx="36832">29.989999999999998</cx:pt>
          <cx:pt idx="36833">29.989999999999998</cx:pt>
          <cx:pt idx="36834">29.989999999999998</cx:pt>
          <cx:pt idx="36835">29.989999999999998</cx:pt>
          <cx:pt idx="36836">29.989999999999998</cx:pt>
          <cx:pt idx="36837">29.989999999999998</cx:pt>
          <cx:pt idx="36838">29.989999999999998</cx:pt>
          <cx:pt idx="36839">29.989999999999998</cx:pt>
          <cx:pt idx="36840">29.989999999999998</cx:pt>
          <cx:pt idx="36841">29.989999999999998</cx:pt>
          <cx:pt idx="36842">29.989999999999998</cx:pt>
          <cx:pt idx="36843">29.989999999999998</cx:pt>
          <cx:pt idx="36844">29.989999999999998</cx:pt>
          <cx:pt idx="36845">29.989999999999998</cx:pt>
          <cx:pt idx="36846">29.989999999999998</cx:pt>
          <cx:pt idx="36847">29.989999999999998</cx:pt>
          <cx:pt idx="36848">29.989999999999998</cx:pt>
          <cx:pt idx="36849">29.989999999999998</cx:pt>
          <cx:pt idx="36850">29.989999999999998</cx:pt>
          <cx:pt idx="36851">29.989999999999998</cx:pt>
          <cx:pt idx="36852">29.989999999999998</cx:pt>
          <cx:pt idx="36853">29.989999999999998</cx:pt>
          <cx:pt idx="36854">29.989999999999998</cx:pt>
          <cx:pt idx="36855">29.989999999999998</cx:pt>
          <cx:pt idx="36856">29.989999999999998</cx:pt>
          <cx:pt idx="36857">29.989999999999998</cx:pt>
          <cx:pt idx="36858">29.989999999999998</cx:pt>
          <cx:pt idx="36859">29.989999999999998</cx:pt>
          <cx:pt idx="36860">29.989999999999998</cx:pt>
          <cx:pt idx="36861">29.989999999999998</cx:pt>
          <cx:pt idx="36862">29.989999999999998</cx:pt>
          <cx:pt idx="36863">29.989999999999998</cx:pt>
          <cx:pt idx="36864">29.989999999999998</cx:pt>
          <cx:pt idx="36865">29.989999999999998</cx:pt>
          <cx:pt idx="36866">29.989999999999998</cx:pt>
          <cx:pt idx="36867">29.989999999999998</cx:pt>
          <cx:pt idx="36868">29.989999999999998</cx:pt>
          <cx:pt idx="36869">29.989999999999998</cx:pt>
          <cx:pt idx="36870">29.989999999999998</cx:pt>
          <cx:pt idx="36871">29.989999999999998</cx:pt>
          <cx:pt idx="36872">29.989999999999998</cx:pt>
          <cx:pt idx="36873">29.989999999999998</cx:pt>
          <cx:pt idx="36874">29.989999999999998</cx:pt>
          <cx:pt idx="36875">29.989999999999998</cx:pt>
          <cx:pt idx="36876">29.989999999999998</cx:pt>
          <cx:pt idx="36877">29.989999999999998</cx:pt>
          <cx:pt idx="36878">29.989999999999998</cx:pt>
          <cx:pt idx="36879">29.989999999999998</cx:pt>
          <cx:pt idx="36880">29.989999999999998</cx:pt>
          <cx:pt idx="36881">29.989999999999998</cx:pt>
          <cx:pt idx="36882">29.989999999999998</cx:pt>
          <cx:pt idx="36883">29.989999999999998</cx:pt>
          <cx:pt idx="36884">29.989999999999998</cx:pt>
          <cx:pt idx="36885">29.989999999999998</cx:pt>
          <cx:pt idx="36886">29.989999999999998</cx:pt>
          <cx:pt idx="36887">29.989999999999998</cx:pt>
          <cx:pt idx="36888">29.989999999999998</cx:pt>
          <cx:pt idx="36889">29.989999999999998</cx:pt>
          <cx:pt idx="36890">29.989999999999998</cx:pt>
          <cx:pt idx="36891">29.989999999999998</cx:pt>
          <cx:pt idx="36892">29.989999999999998</cx:pt>
          <cx:pt idx="36893">29.989999999999998</cx:pt>
          <cx:pt idx="36894">29.989999999999998</cx:pt>
          <cx:pt idx="36895">29.989999999999998</cx:pt>
          <cx:pt idx="36896">29.989999999999998</cx:pt>
          <cx:pt idx="36897">29.989999999999998</cx:pt>
          <cx:pt idx="36898">29.989999999999998</cx:pt>
          <cx:pt idx="36899">29.989999999999998</cx:pt>
          <cx:pt idx="36900">29.989999999999998</cx:pt>
          <cx:pt idx="36901">29.989999999999998</cx:pt>
          <cx:pt idx="36902">29.989999999999998</cx:pt>
          <cx:pt idx="36903">29.989999999999998</cx:pt>
          <cx:pt idx="36904">29.989999999999998</cx:pt>
          <cx:pt idx="36905">29.989999999999998</cx:pt>
          <cx:pt idx="36906">29.989999999999998</cx:pt>
          <cx:pt idx="36907">29.989999999999998</cx:pt>
          <cx:pt idx="36908">29.989999999999998</cx:pt>
          <cx:pt idx="36909">29.989999999999998</cx:pt>
          <cx:pt idx="36910">29.989999999999998</cx:pt>
          <cx:pt idx="36911">29.989999999999998</cx:pt>
          <cx:pt idx="36912">29.989999999999998</cx:pt>
          <cx:pt idx="36913">29.989999999999998</cx:pt>
          <cx:pt idx="36914">29.989999999999998</cx:pt>
          <cx:pt idx="36915">29.989999999999998</cx:pt>
          <cx:pt idx="36916">29.989999999999998</cx:pt>
          <cx:pt idx="36917">29.989999999999998</cx:pt>
          <cx:pt idx="36918">29.989999999999998</cx:pt>
          <cx:pt idx="36919">29.989999999999998</cx:pt>
          <cx:pt idx="36920">29.989999999999998</cx:pt>
          <cx:pt idx="36921">29.989999999999998</cx:pt>
          <cx:pt idx="36922">29.989999999999998</cx:pt>
          <cx:pt idx="36923">29.989999999999998</cx:pt>
          <cx:pt idx="36924">29.989999999999998</cx:pt>
          <cx:pt idx="36925">29.989999999999998</cx:pt>
          <cx:pt idx="36926">29.989999999999998</cx:pt>
          <cx:pt idx="36927">29.989999999999998</cx:pt>
          <cx:pt idx="36928">29.989999999999998</cx:pt>
          <cx:pt idx="36929">29.989999999999998</cx:pt>
          <cx:pt idx="36930">29.989999999999998</cx:pt>
          <cx:pt idx="36931">29.989999999999998</cx:pt>
          <cx:pt idx="36932">29.989999999999998</cx:pt>
          <cx:pt idx="36933">29.989999999999998</cx:pt>
          <cx:pt idx="36934">29.989999999999998</cx:pt>
          <cx:pt idx="36935">29.989999999999998</cx:pt>
          <cx:pt idx="36936">29.989999999999998</cx:pt>
          <cx:pt idx="36937">29.989999999999998</cx:pt>
          <cx:pt idx="36938">29.989999999999998</cx:pt>
          <cx:pt idx="36939">29.989999999999998</cx:pt>
          <cx:pt idx="36940">29.989999999999998</cx:pt>
          <cx:pt idx="36941">29.989999999999998</cx:pt>
          <cx:pt idx="36942">29.989999999999998</cx:pt>
          <cx:pt idx="36943">29.989999999999998</cx:pt>
          <cx:pt idx="36944">29.989999999999998</cx:pt>
          <cx:pt idx="36945">29.989999999999998</cx:pt>
          <cx:pt idx="36946">29.989999999999998</cx:pt>
          <cx:pt idx="36947">29.989999999999998</cx:pt>
          <cx:pt idx="36948">29.989999999999998</cx:pt>
          <cx:pt idx="36949">29.989999999999998</cx:pt>
          <cx:pt idx="36950">29.989999999999998</cx:pt>
          <cx:pt idx="36951">29.989999999999998</cx:pt>
          <cx:pt idx="36952">29.989999999999998</cx:pt>
          <cx:pt idx="36953">29.989999999999998</cx:pt>
          <cx:pt idx="36954">29.989999999999998</cx:pt>
          <cx:pt idx="36955">29.989999999999998</cx:pt>
          <cx:pt idx="36956">29.989999999999998</cx:pt>
          <cx:pt idx="36957">29.989999999999998</cx:pt>
          <cx:pt idx="36958">29.989999999999998</cx:pt>
          <cx:pt idx="36959">29.989999999999998</cx:pt>
          <cx:pt idx="36960">29.989999999999998</cx:pt>
          <cx:pt idx="36961">29.989999999999998</cx:pt>
          <cx:pt idx="36962">29.989999999999998</cx:pt>
          <cx:pt idx="36963">29.989999999999998</cx:pt>
          <cx:pt idx="36964">29.989999999999998</cx:pt>
          <cx:pt idx="36965">29.989999999999998</cx:pt>
          <cx:pt idx="36966">29.989999999999998</cx:pt>
          <cx:pt idx="36967">29.989999999999998</cx:pt>
          <cx:pt idx="36968">29.989999999999998</cx:pt>
          <cx:pt idx="36969">29.989999999999998</cx:pt>
          <cx:pt idx="36970">29.989999999999998</cx:pt>
          <cx:pt idx="36971">29.989999999999998</cx:pt>
          <cx:pt idx="36972">29.989999999999998</cx:pt>
          <cx:pt idx="36973">29.989999999999998</cx:pt>
          <cx:pt idx="36974">29.989999999999998</cx:pt>
          <cx:pt idx="36975">29.989999999999998</cx:pt>
          <cx:pt idx="36976">29.989999999999998</cx:pt>
          <cx:pt idx="36977">29.989999999999998</cx:pt>
          <cx:pt idx="36978">29.989999999999998</cx:pt>
          <cx:pt idx="36979">29.989999999999998</cx:pt>
          <cx:pt idx="36980">29.989999999999998</cx:pt>
          <cx:pt idx="36981">29.989999999999998</cx:pt>
          <cx:pt idx="36982">29.989999999999998</cx:pt>
          <cx:pt idx="36983">29.989999999999998</cx:pt>
          <cx:pt idx="36984">29.989999999999998</cx:pt>
          <cx:pt idx="36985">29.989999999999998</cx:pt>
          <cx:pt idx="36986">29.989999999999998</cx:pt>
          <cx:pt idx="36987">29.989999999999998</cx:pt>
          <cx:pt idx="36988">29.989999999999998</cx:pt>
          <cx:pt idx="36989">29.989999999999998</cx:pt>
          <cx:pt idx="36990">29.989999999999998</cx:pt>
          <cx:pt idx="36991">29.989999999999998</cx:pt>
          <cx:pt idx="36992">29.989999999999998</cx:pt>
          <cx:pt idx="36993">29.989999999999998</cx:pt>
          <cx:pt idx="36994">29.989999999999998</cx:pt>
          <cx:pt idx="36995">29.989999999999998</cx:pt>
          <cx:pt idx="36996">29.989999999999998</cx:pt>
          <cx:pt idx="36997">29.989999999999998</cx:pt>
          <cx:pt idx="36998">29.989999999999998</cx:pt>
          <cx:pt idx="36999">29.989999999999998</cx:pt>
          <cx:pt idx="37000">29.989999999999998</cx:pt>
          <cx:pt idx="37001">29.989999999999998</cx:pt>
          <cx:pt idx="37002">29.989999999999998</cx:pt>
          <cx:pt idx="37003">29.989999999999998</cx:pt>
          <cx:pt idx="37004">29.989999999999998</cx:pt>
          <cx:pt idx="37005">29.989999999999998</cx:pt>
          <cx:pt idx="37006">29.989999999999998</cx:pt>
          <cx:pt idx="37007">29.989999999999998</cx:pt>
          <cx:pt idx="37008">29.989999999999998</cx:pt>
          <cx:pt idx="37009">29.989999999999998</cx:pt>
          <cx:pt idx="37010">29.989999999999998</cx:pt>
          <cx:pt idx="37011">29.989999999999998</cx:pt>
          <cx:pt idx="37012">29.989999999999998</cx:pt>
          <cx:pt idx="37013">29.989999999999998</cx:pt>
          <cx:pt idx="37014">29.989999999999998</cx:pt>
          <cx:pt idx="37015">29.989999999999998</cx:pt>
          <cx:pt idx="37016">29.989999999999998</cx:pt>
          <cx:pt idx="37017">29.989999999999998</cx:pt>
          <cx:pt idx="37018">29.989999999999998</cx:pt>
          <cx:pt idx="37019">29.989999999999998</cx:pt>
          <cx:pt idx="37020">29.989999999999998</cx:pt>
          <cx:pt idx="37021">29.989999999999998</cx:pt>
          <cx:pt idx="37022">29.989999999999998</cx:pt>
          <cx:pt idx="37023">29.989999999999998</cx:pt>
          <cx:pt idx="37024">29.989999999999998</cx:pt>
          <cx:pt idx="37025">29.989999999999998</cx:pt>
          <cx:pt idx="37026">29.989999999999998</cx:pt>
          <cx:pt idx="37027">29.989999999999998</cx:pt>
          <cx:pt idx="37028">29.989999999999998</cx:pt>
          <cx:pt idx="37029">29.989999999999998</cx:pt>
          <cx:pt idx="37030">29.989999999999998</cx:pt>
          <cx:pt idx="37031">29.989999999999998</cx:pt>
          <cx:pt idx="37032">29.989999999999998</cx:pt>
          <cx:pt idx="37033">29.989999999999998</cx:pt>
          <cx:pt idx="37034">29.989999999999998</cx:pt>
          <cx:pt idx="37035">29.989999999999998</cx:pt>
          <cx:pt idx="37036">29.989999999999998</cx:pt>
          <cx:pt idx="37037">29.989999999999998</cx:pt>
          <cx:pt idx="37038">29.989999999999998</cx:pt>
          <cx:pt idx="37039">29.989999999999998</cx:pt>
          <cx:pt idx="37040">29.989999999999998</cx:pt>
          <cx:pt idx="37041">29.989999999999998</cx:pt>
          <cx:pt idx="37042">29.989999999999998</cx:pt>
          <cx:pt idx="37043">29.989999999999998</cx:pt>
          <cx:pt idx="37044">29.989999999999998</cx:pt>
          <cx:pt idx="37045">29.989999999999998</cx:pt>
          <cx:pt idx="37046">29.989999999999998</cx:pt>
          <cx:pt idx="37047">29.989999999999998</cx:pt>
          <cx:pt idx="37048">29.989999999999998</cx:pt>
          <cx:pt idx="37049">29.989999999999998</cx:pt>
          <cx:pt idx="37050">29.989999999999998</cx:pt>
          <cx:pt idx="37051">29.989999999999998</cx:pt>
          <cx:pt idx="37052">29.989999999999998</cx:pt>
          <cx:pt idx="37053">29.989999999999998</cx:pt>
          <cx:pt idx="37054">29.989999999999998</cx:pt>
          <cx:pt idx="37055">29.989999999999998</cx:pt>
          <cx:pt idx="37056">29.989999999999998</cx:pt>
          <cx:pt idx="37057">29.989999999999998</cx:pt>
          <cx:pt idx="37058">29.989999999999998</cx:pt>
          <cx:pt idx="37059">29.989999999999998</cx:pt>
          <cx:pt idx="37060">29.989999999999998</cx:pt>
          <cx:pt idx="37061">29.989999999999998</cx:pt>
          <cx:pt idx="37062">29.989999999999998</cx:pt>
          <cx:pt idx="37063">29.989999999999998</cx:pt>
          <cx:pt idx="37064">29.989999999999998</cx:pt>
          <cx:pt idx="37065">29.989999999999998</cx:pt>
          <cx:pt idx="37066">29.989999999999998</cx:pt>
          <cx:pt idx="37067">29.989999999999998</cx:pt>
          <cx:pt idx="37068">29.989999999999998</cx:pt>
          <cx:pt idx="37069">29.989999999999998</cx:pt>
          <cx:pt idx="37070">29.989999999999998</cx:pt>
          <cx:pt idx="37071">29.989999999999998</cx:pt>
          <cx:pt idx="37072">29.989999999999998</cx:pt>
          <cx:pt idx="37073">29.989999999999998</cx:pt>
          <cx:pt idx="37074">29.989999999999998</cx:pt>
          <cx:pt idx="37075">29.989999999999998</cx:pt>
          <cx:pt idx="37076">29.989999999999998</cx:pt>
          <cx:pt idx="37077">29.989999999999998</cx:pt>
          <cx:pt idx="37078">29.989999999999998</cx:pt>
          <cx:pt idx="37079">29.989999999999998</cx:pt>
          <cx:pt idx="37080">29.989999999999998</cx:pt>
          <cx:pt idx="37081">29.989999999999998</cx:pt>
          <cx:pt idx="37082">29.989999999999998</cx:pt>
          <cx:pt idx="37083">29.989999999999998</cx:pt>
          <cx:pt idx="37084">29.989999999999998</cx:pt>
          <cx:pt idx="37085">29.989999999999998</cx:pt>
          <cx:pt idx="37086">29.989999999999998</cx:pt>
          <cx:pt idx="37087">29.989999999999998</cx:pt>
          <cx:pt idx="37088">29.989999999999998</cx:pt>
          <cx:pt idx="37089">29.989999999999998</cx:pt>
          <cx:pt idx="37090">29.989999999999998</cx:pt>
          <cx:pt idx="37091">29.989999999999998</cx:pt>
          <cx:pt idx="37092">29.989999999999998</cx:pt>
          <cx:pt idx="37093">29.989999999999998</cx:pt>
          <cx:pt idx="37094">29.989999999999998</cx:pt>
          <cx:pt idx="37095">29.989999999999998</cx:pt>
          <cx:pt idx="37096">29.989999999999998</cx:pt>
          <cx:pt idx="37097">29.989999999999998</cx:pt>
          <cx:pt idx="37098">29.989999999999998</cx:pt>
          <cx:pt idx="37099">29.989999999999998</cx:pt>
          <cx:pt idx="37100">29.989999999999998</cx:pt>
          <cx:pt idx="37101">29.989999999999998</cx:pt>
          <cx:pt idx="37102">29.989999999999998</cx:pt>
          <cx:pt idx="37103">29.989999999999998</cx:pt>
          <cx:pt idx="37104">29.989999999999998</cx:pt>
          <cx:pt idx="37105">29.989999999999998</cx:pt>
          <cx:pt idx="37106">29.989999999999998</cx:pt>
          <cx:pt idx="37107">29.989999999999998</cx:pt>
          <cx:pt idx="37108">29.989999999999998</cx:pt>
          <cx:pt idx="37109">29.989999999999998</cx:pt>
          <cx:pt idx="37110">29.989999999999998</cx:pt>
          <cx:pt idx="37111">29.989999999999998</cx:pt>
          <cx:pt idx="37112">29.989999999999998</cx:pt>
          <cx:pt idx="37113">29.989999999999998</cx:pt>
          <cx:pt idx="37114">29.989999999999998</cx:pt>
          <cx:pt idx="37115">29.989999999999998</cx:pt>
          <cx:pt idx="37116">29.989999999999998</cx:pt>
          <cx:pt idx="37117">29.989999999999998</cx:pt>
          <cx:pt idx="37118">29.989999999999998</cx:pt>
          <cx:pt idx="37119">29.989999999999998</cx:pt>
          <cx:pt idx="37120">29.989999999999998</cx:pt>
          <cx:pt idx="37121">29.989999999999998</cx:pt>
          <cx:pt idx="37122">29.989999999999998</cx:pt>
          <cx:pt idx="37123">29.989999999999998</cx:pt>
          <cx:pt idx="37124">29.989999999999998</cx:pt>
          <cx:pt idx="37125">29.989999999999998</cx:pt>
          <cx:pt idx="37126">29.989999999999998</cx:pt>
          <cx:pt idx="37127">29.989999999999998</cx:pt>
          <cx:pt idx="37128">29.989999999999998</cx:pt>
          <cx:pt idx="37129">29.989999999999998</cx:pt>
          <cx:pt idx="37130">29.989999999999998</cx:pt>
          <cx:pt idx="37131">29.989999999999998</cx:pt>
          <cx:pt idx="37132">29.989999999999998</cx:pt>
          <cx:pt idx="37133">29.989999999999998</cx:pt>
          <cx:pt idx="37134">29.989999999999998</cx:pt>
          <cx:pt idx="37135">29.989999999999998</cx:pt>
          <cx:pt idx="37136">29.989999999999998</cx:pt>
          <cx:pt idx="37137">29.989999999999998</cx:pt>
          <cx:pt idx="37138">29.989999999999998</cx:pt>
          <cx:pt idx="37139">29.989999999999998</cx:pt>
          <cx:pt idx="37140">29.989999999999998</cx:pt>
          <cx:pt idx="37141">29.989999999999998</cx:pt>
          <cx:pt idx="37142">29.989999999999998</cx:pt>
          <cx:pt idx="37143">29.989999999999998</cx:pt>
          <cx:pt idx="37144">29.989999999999998</cx:pt>
          <cx:pt idx="37145">29.989999999999998</cx:pt>
          <cx:pt idx="37146">29.989999999999998</cx:pt>
          <cx:pt idx="37147">29.989999999999998</cx:pt>
          <cx:pt idx="37148">29.989999999999998</cx:pt>
          <cx:pt idx="37149">29.989999999999998</cx:pt>
          <cx:pt idx="37150">29.989999999999998</cx:pt>
          <cx:pt idx="37151">29.989999999999998</cx:pt>
          <cx:pt idx="37152">29.989999999999998</cx:pt>
          <cx:pt idx="37153">29.989999999999998</cx:pt>
          <cx:pt idx="37154">29.989999999999998</cx:pt>
          <cx:pt idx="37155">29.989999999999998</cx:pt>
          <cx:pt idx="37156">29.989999999999998</cx:pt>
          <cx:pt idx="37157">29.989999999999998</cx:pt>
          <cx:pt idx="37158">29.989999999999998</cx:pt>
          <cx:pt idx="37159">29.989999999999998</cx:pt>
          <cx:pt idx="37160">29.989999999999998</cx:pt>
          <cx:pt idx="37161">29.989999999999998</cx:pt>
          <cx:pt idx="37162">29.989999999999998</cx:pt>
          <cx:pt idx="37163">29.989999999999998</cx:pt>
          <cx:pt idx="37164">29.989999999999998</cx:pt>
          <cx:pt idx="37165">29.989999999999998</cx:pt>
          <cx:pt idx="37166">29.989999999999998</cx:pt>
          <cx:pt idx="37167">29.989999999999998</cx:pt>
          <cx:pt idx="37168">29.989999999999998</cx:pt>
          <cx:pt idx="37169">29.989999999999998</cx:pt>
          <cx:pt idx="37170">29.989999999999998</cx:pt>
          <cx:pt idx="37171">29.989999999999998</cx:pt>
          <cx:pt idx="37172">29.989999999999998</cx:pt>
          <cx:pt idx="37173">29.989999999999998</cx:pt>
          <cx:pt idx="37174">29.989999999999998</cx:pt>
          <cx:pt idx="37175">29.989999999999998</cx:pt>
          <cx:pt idx="37176">29.989999999999998</cx:pt>
          <cx:pt idx="37177">29.989999999999998</cx:pt>
          <cx:pt idx="37178">29.989999999999998</cx:pt>
          <cx:pt idx="37179">29.989999999999998</cx:pt>
          <cx:pt idx="37180">29.989999999999998</cx:pt>
          <cx:pt idx="37181">29.989999999999998</cx:pt>
          <cx:pt idx="37182">29.989999999999998</cx:pt>
          <cx:pt idx="37183">29.989999999999998</cx:pt>
          <cx:pt idx="37184">29.989999999999998</cx:pt>
          <cx:pt idx="37185">29.989999999999998</cx:pt>
          <cx:pt idx="37186">29.989999999999998</cx:pt>
          <cx:pt idx="37187">29.989999999999998</cx:pt>
          <cx:pt idx="37188">29.989999999999998</cx:pt>
          <cx:pt idx="37189">29.989999999999998</cx:pt>
          <cx:pt idx="37190">29.989999999999998</cx:pt>
          <cx:pt idx="37191">29.989999999999998</cx:pt>
          <cx:pt idx="37192">29.989999999999998</cx:pt>
          <cx:pt idx="37193">29.989999999999998</cx:pt>
          <cx:pt idx="37194">29.989999999999998</cx:pt>
          <cx:pt idx="37195">29.989999999999998</cx:pt>
          <cx:pt idx="37196">29.989999999999998</cx:pt>
          <cx:pt idx="37197">29.989999999999998</cx:pt>
          <cx:pt idx="37198">29.989999999999998</cx:pt>
          <cx:pt idx="37199">29.989999999999998</cx:pt>
          <cx:pt idx="37200">29.989999999999998</cx:pt>
          <cx:pt idx="37201">29.989999999999998</cx:pt>
          <cx:pt idx="37202">29.989999999999998</cx:pt>
          <cx:pt idx="37203">29.989999999999998</cx:pt>
          <cx:pt idx="37204">29.989999999999998</cx:pt>
          <cx:pt idx="37205">29.989999999999998</cx:pt>
          <cx:pt idx="37206">29.989999999999998</cx:pt>
          <cx:pt idx="37207">29.989999999999998</cx:pt>
          <cx:pt idx="37208">29.989999999999998</cx:pt>
          <cx:pt idx="37209">29.989999999999998</cx:pt>
          <cx:pt idx="37210">29.989999999999998</cx:pt>
          <cx:pt idx="37211">29.989999999999998</cx:pt>
          <cx:pt idx="37212">29.989999999999998</cx:pt>
          <cx:pt idx="37213">29.989999999999998</cx:pt>
          <cx:pt idx="37214">29.989999999999998</cx:pt>
          <cx:pt idx="37215">29.989999999999998</cx:pt>
          <cx:pt idx="37216">29.989999999999998</cx:pt>
          <cx:pt idx="37217">29.989999999999998</cx:pt>
          <cx:pt idx="37218">29.989999999999998</cx:pt>
          <cx:pt idx="37219">29.989999999999998</cx:pt>
          <cx:pt idx="37220">29.989999999999998</cx:pt>
          <cx:pt idx="37221">29.989999999999998</cx:pt>
          <cx:pt idx="37222">29.989999999999998</cx:pt>
          <cx:pt idx="37223">29.989999999999998</cx:pt>
          <cx:pt idx="37224">29.989999999999998</cx:pt>
          <cx:pt idx="37225">29.989999999999998</cx:pt>
          <cx:pt idx="37226">29.989999999999998</cx:pt>
          <cx:pt idx="37227">29.989999999999998</cx:pt>
          <cx:pt idx="37228">29.989999999999998</cx:pt>
          <cx:pt idx="37229">29.989999999999998</cx:pt>
          <cx:pt idx="37230">29.989999999999998</cx:pt>
          <cx:pt idx="37231">29.989999999999998</cx:pt>
          <cx:pt idx="37232">29.989999999999998</cx:pt>
          <cx:pt idx="37233">29.989999999999998</cx:pt>
          <cx:pt idx="37234">29.989999999999998</cx:pt>
          <cx:pt idx="37235">29.989999999999998</cx:pt>
          <cx:pt idx="37236">29.989999999999998</cx:pt>
          <cx:pt idx="37237">29.989999999999998</cx:pt>
          <cx:pt idx="37238">29.989999999999998</cx:pt>
          <cx:pt idx="37239">29.989999999999998</cx:pt>
          <cx:pt idx="37240">29.989999999999998</cx:pt>
          <cx:pt idx="37241">29.989999999999998</cx:pt>
          <cx:pt idx="37242">29.989999999999998</cx:pt>
          <cx:pt idx="37243">29.989999999999998</cx:pt>
          <cx:pt idx="37244">29.989999999999998</cx:pt>
          <cx:pt idx="37245">29.989999999999998</cx:pt>
          <cx:pt idx="37246">29.989999999999998</cx:pt>
          <cx:pt idx="37247">29.989999999999998</cx:pt>
          <cx:pt idx="37248">29.989999999999998</cx:pt>
          <cx:pt idx="37249">29.989999999999998</cx:pt>
          <cx:pt idx="37250">29.989999999999998</cx:pt>
          <cx:pt idx="37251">29.989999999999998</cx:pt>
          <cx:pt idx="37252">29.989999999999998</cx:pt>
          <cx:pt idx="37253">29.989999999999998</cx:pt>
          <cx:pt idx="37254">29.989999999999998</cx:pt>
          <cx:pt idx="37255">29.989999999999998</cx:pt>
          <cx:pt idx="37256">29.989999999999998</cx:pt>
          <cx:pt idx="37257">29.989999999999998</cx:pt>
          <cx:pt idx="37258">29.989999999999998</cx:pt>
          <cx:pt idx="37259">29.989999999999998</cx:pt>
          <cx:pt idx="37260">29.989999999999998</cx:pt>
          <cx:pt idx="37261">29.989999999999998</cx:pt>
          <cx:pt idx="37262">29.989999999999998</cx:pt>
          <cx:pt idx="37263">29.989999999999998</cx:pt>
          <cx:pt idx="37264">29.989999999999998</cx:pt>
          <cx:pt idx="37265">29.989999999999998</cx:pt>
          <cx:pt idx="37266">29.989999999999998</cx:pt>
          <cx:pt idx="37267">29.989999999999998</cx:pt>
          <cx:pt idx="37268">29.989999999999998</cx:pt>
          <cx:pt idx="37269">29.989999999999998</cx:pt>
          <cx:pt idx="37270">29.989999999999998</cx:pt>
          <cx:pt idx="37271">29.989999999999998</cx:pt>
          <cx:pt idx="37272">29.989999999999998</cx:pt>
          <cx:pt idx="37273">29.989999999999998</cx:pt>
          <cx:pt idx="37274">29.989999999999998</cx:pt>
          <cx:pt idx="37275">29.989999999999998</cx:pt>
          <cx:pt idx="37276">29.989999999999998</cx:pt>
          <cx:pt idx="37277">29.989999999999998</cx:pt>
          <cx:pt idx="37278">29.989999999999998</cx:pt>
          <cx:pt idx="37279">29.989999999999998</cx:pt>
          <cx:pt idx="37280">29.989999999999998</cx:pt>
          <cx:pt idx="37281">29.989999999999998</cx:pt>
          <cx:pt idx="37282">29.989999999999998</cx:pt>
          <cx:pt idx="37283">29.989999999999998</cx:pt>
          <cx:pt idx="37284">29.989999999999998</cx:pt>
          <cx:pt idx="37285">29.989999999999998</cx:pt>
          <cx:pt idx="37286">29.989999999999998</cx:pt>
          <cx:pt idx="37287">29.989999999999998</cx:pt>
          <cx:pt idx="37288">29.989999999999998</cx:pt>
          <cx:pt idx="37289">29.989999999999998</cx:pt>
          <cx:pt idx="37290">29.989999999999998</cx:pt>
          <cx:pt idx="37291">29.989999999999998</cx:pt>
          <cx:pt idx="37292">29.989999999999998</cx:pt>
          <cx:pt idx="37293">29.989999999999998</cx:pt>
          <cx:pt idx="37294">29.989999999999998</cx:pt>
          <cx:pt idx="37295">29.989999999999998</cx:pt>
          <cx:pt idx="37296">29.989999999999998</cx:pt>
          <cx:pt idx="37297">29.989999999999998</cx:pt>
          <cx:pt idx="37298">29.989999999999998</cx:pt>
          <cx:pt idx="37299">29.989999999999998</cx:pt>
          <cx:pt idx="37300">29.989999999999998</cx:pt>
          <cx:pt idx="37301">29.989999999999998</cx:pt>
          <cx:pt idx="37302">29.989999999999998</cx:pt>
          <cx:pt idx="37303">29.989999999999998</cx:pt>
          <cx:pt idx="37304">29.989999999999998</cx:pt>
          <cx:pt idx="37305">29.989999999999998</cx:pt>
          <cx:pt idx="37306">29.989999999999998</cx:pt>
          <cx:pt idx="37307">29.989999999999998</cx:pt>
          <cx:pt idx="37308">29.989999999999998</cx:pt>
          <cx:pt idx="37309">29.989999999999998</cx:pt>
          <cx:pt idx="37310">29.989999999999998</cx:pt>
          <cx:pt idx="37311">29.989999999999998</cx:pt>
          <cx:pt idx="37312">29.989999999999998</cx:pt>
          <cx:pt idx="37313">29.989999999999998</cx:pt>
          <cx:pt idx="37314">29.989999999999998</cx:pt>
          <cx:pt idx="37315">29.989999999999998</cx:pt>
          <cx:pt idx="37316">29.989999999999998</cx:pt>
          <cx:pt idx="37317">29.989999999999998</cx:pt>
          <cx:pt idx="37318">29.989999999999998</cx:pt>
          <cx:pt idx="37319">29.989999999999998</cx:pt>
          <cx:pt idx="37320">29.989999999999998</cx:pt>
          <cx:pt idx="37321">29.989999999999998</cx:pt>
          <cx:pt idx="37322">29.989999999999998</cx:pt>
          <cx:pt idx="37323">29.989999999999998</cx:pt>
          <cx:pt idx="37324">29.989999999999998</cx:pt>
          <cx:pt idx="37325">29.989999999999998</cx:pt>
          <cx:pt idx="37326">29.989999999999998</cx:pt>
          <cx:pt idx="37327">29.989999999999998</cx:pt>
          <cx:pt idx="37328">29.989999999999998</cx:pt>
          <cx:pt idx="37329">29.989999999999998</cx:pt>
          <cx:pt idx="37330">29.989999999999998</cx:pt>
          <cx:pt idx="37331">29.989999999999998</cx:pt>
          <cx:pt idx="37332">29.989999999999998</cx:pt>
          <cx:pt idx="37333">29.989999999999998</cx:pt>
          <cx:pt idx="37334">29.989999999999998</cx:pt>
          <cx:pt idx="37335">29.989999999999998</cx:pt>
          <cx:pt idx="37336">29.989999999999998</cx:pt>
          <cx:pt idx="37337">29.989999999999998</cx:pt>
          <cx:pt idx="37338">29.989999999999998</cx:pt>
          <cx:pt idx="37339">29.989999999999998</cx:pt>
          <cx:pt idx="37340">29.989999999999998</cx:pt>
          <cx:pt idx="37341">29.989999999999998</cx:pt>
          <cx:pt idx="37342">29.989999999999998</cx:pt>
          <cx:pt idx="37343">29.989999999999998</cx:pt>
          <cx:pt idx="37344">29.989999999999998</cx:pt>
          <cx:pt idx="37345">29.989999999999998</cx:pt>
          <cx:pt idx="37346">29.989999999999998</cx:pt>
          <cx:pt idx="37347">29.989999999999998</cx:pt>
          <cx:pt idx="37348">29.989999999999998</cx:pt>
          <cx:pt idx="37349">29.989999999999998</cx:pt>
          <cx:pt idx="37350">29.989999999999998</cx:pt>
          <cx:pt idx="37351">29.989999999999998</cx:pt>
          <cx:pt idx="37352">29.989999999999998</cx:pt>
          <cx:pt idx="37353">29.989999999999998</cx:pt>
          <cx:pt idx="37354">29.989999999999998</cx:pt>
          <cx:pt idx="37355">29.989999999999998</cx:pt>
          <cx:pt idx="37356">29.989999999999998</cx:pt>
          <cx:pt idx="37357">29.989999999999998</cx:pt>
          <cx:pt idx="37358">29.989999999999998</cx:pt>
          <cx:pt idx="37359">29.989999999999998</cx:pt>
          <cx:pt idx="37360">29.989999999999998</cx:pt>
          <cx:pt idx="37361">29.989999999999998</cx:pt>
          <cx:pt idx="37362">29.989999999999998</cx:pt>
          <cx:pt idx="37363">29.989999999999998</cx:pt>
          <cx:pt idx="37364">29.989999999999998</cx:pt>
          <cx:pt idx="37365">29.989999999999998</cx:pt>
          <cx:pt idx="37366">29.989999999999998</cx:pt>
          <cx:pt idx="37367">29.989999999999998</cx:pt>
          <cx:pt idx="37368">29.989999999999998</cx:pt>
          <cx:pt idx="37369">29.989999999999998</cx:pt>
          <cx:pt idx="37370">29.989999999999998</cx:pt>
          <cx:pt idx="37371">29.989999999999998</cx:pt>
          <cx:pt idx="37372">29.989999999999998</cx:pt>
          <cx:pt idx="37373">29.989999999999998</cx:pt>
          <cx:pt idx="37374">29.989999999999998</cx:pt>
          <cx:pt idx="37375">29.989999999999998</cx:pt>
          <cx:pt idx="37376">29.989999999999998</cx:pt>
          <cx:pt idx="37377">29.989999999999998</cx:pt>
          <cx:pt idx="37378">29.989999999999998</cx:pt>
          <cx:pt idx="37379">29.989999999999998</cx:pt>
          <cx:pt idx="37380">29.989999999999998</cx:pt>
          <cx:pt idx="37381">29.989999999999998</cx:pt>
          <cx:pt idx="37382">29.989999999999998</cx:pt>
          <cx:pt idx="37383">29.989999999999998</cx:pt>
          <cx:pt idx="37384">29.989999999999998</cx:pt>
          <cx:pt idx="37385">29.989999999999998</cx:pt>
          <cx:pt idx="37386">29.989999999999998</cx:pt>
          <cx:pt idx="37387">29.989999999999998</cx:pt>
          <cx:pt idx="37388">29.989999999999998</cx:pt>
          <cx:pt idx="37389">29.989999999999998</cx:pt>
          <cx:pt idx="37390">29.989999999999998</cx:pt>
          <cx:pt idx="37391">29.989999999999998</cx:pt>
          <cx:pt idx="37392">29.989999999999998</cx:pt>
          <cx:pt idx="37393">29.989999999999998</cx:pt>
          <cx:pt idx="37394">29.989999999999998</cx:pt>
          <cx:pt idx="37395">29.989999999999998</cx:pt>
          <cx:pt idx="37396">29.989999999999998</cx:pt>
          <cx:pt idx="37397">29.989999999999998</cx:pt>
          <cx:pt idx="37398">29.989999999999998</cx:pt>
          <cx:pt idx="37399">29.989999999999998</cx:pt>
          <cx:pt idx="37400">29.989999999999998</cx:pt>
          <cx:pt idx="37401">29.989999999999998</cx:pt>
          <cx:pt idx="37402">29.989999999999998</cx:pt>
          <cx:pt idx="37403">29.989999999999998</cx:pt>
          <cx:pt idx="37404">29.989999999999998</cx:pt>
          <cx:pt idx="37405">29.989999999999998</cx:pt>
          <cx:pt idx="37406">29.989999999999998</cx:pt>
          <cx:pt idx="37407">29.989999999999998</cx:pt>
          <cx:pt idx="37408">29.989999999999998</cx:pt>
          <cx:pt idx="37409">29.989999999999998</cx:pt>
          <cx:pt idx="37410">29.989999999999998</cx:pt>
          <cx:pt idx="37411">29.989999999999998</cx:pt>
          <cx:pt idx="37412">29.989999999999998</cx:pt>
          <cx:pt idx="37413">29.989999999999998</cx:pt>
          <cx:pt idx="37414">29.989999999999998</cx:pt>
          <cx:pt idx="37415">29.989999999999998</cx:pt>
          <cx:pt idx="37416">29.989999999999998</cx:pt>
          <cx:pt idx="37417">29.989999999999998</cx:pt>
          <cx:pt idx="37418">29.989999999999998</cx:pt>
          <cx:pt idx="37419">29.989999999999998</cx:pt>
          <cx:pt idx="37420">29.989999999999998</cx:pt>
          <cx:pt idx="37421">29.989999999999998</cx:pt>
          <cx:pt idx="37422">29.989999999999998</cx:pt>
          <cx:pt idx="37423">29.989999999999998</cx:pt>
          <cx:pt idx="37424">29.989999999999998</cx:pt>
          <cx:pt idx="37425">29.989999999999998</cx:pt>
          <cx:pt idx="37426">29.989999999999998</cx:pt>
          <cx:pt idx="37427">29.989999999999998</cx:pt>
          <cx:pt idx="37428">29.989999999999998</cx:pt>
          <cx:pt idx="37429">29.989999999999998</cx:pt>
          <cx:pt idx="37430">29.989999999999998</cx:pt>
          <cx:pt idx="37431">29.989999999999998</cx:pt>
          <cx:pt idx="37432">29.989999999999998</cx:pt>
          <cx:pt idx="37433">29.989999999999998</cx:pt>
          <cx:pt idx="37434">29.989999999999998</cx:pt>
          <cx:pt idx="37435">29.989999999999998</cx:pt>
          <cx:pt idx="37436">29.989999999999998</cx:pt>
          <cx:pt idx="37437">29.989999999999998</cx:pt>
          <cx:pt idx="37438">29.989999999999998</cx:pt>
          <cx:pt idx="37439">29.989999999999998</cx:pt>
          <cx:pt idx="37440">29.989999999999998</cx:pt>
          <cx:pt idx="37441">29.989999999999998</cx:pt>
          <cx:pt idx="37442">29.989999999999998</cx:pt>
          <cx:pt idx="37443">29.989999999999998</cx:pt>
          <cx:pt idx="37444">29.989999999999998</cx:pt>
          <cx:pt idx="37445">29.989999999999998</cx:pt>
          <cx:pt idx="37446">29.989999999999998</cx:pt>
          <cx:pt idx="37447">29.989999999999998</cx:pt>
          <cx:pt idx="37448">29.989999999999998</cx:pt>
          <cx:pt idx="37449">29.989999999999998</cx:pt>
          <cx:pt idx="37450">29.989999999999998</cx:pt>
          <cx:pt idx="37451">29.989999999999998</cx:pt>
          <cx:pt idx="37452">29.989999999999998</cx:pt>
          <cx:pt idx="37453">29.989999999999998</cx:pt>
          <cx:pt idx="37454">29.989999999999998</cx:pt>
          <cx:pt idx="37455">29.989999999999998</cx:pt>
          <cx:pt idx="37456">29.989999999999998</cx:pt>
          <cx:pt idx="37457">29.989999999999998</cx:pt>
          <cx:pt idx="37458">29.989999999999998</cx:pt>
          <cx:pt idx="37459">29.989999999999998</cx:pt>
          <cx:pt idx="37460">29.989999999999998</cx:pt>
          <cx:pt idx="37461">29.989999999999998</cx:pt>
          <cx:pt idx="37462">29.989999999999998</cx:pt>
          <cx:pt idx="37463">29.989999999999998</cx:pt>
          <cx:pt idx="37464">29.989999999999998</cx:pt>
          <cx:pt idx="37465">29.989999999999998</cx:pt>
          <cx:pt idx="37466">29.989999999999998</cx:pt>
          <cx:pt idx="37467">29.989999999999998</cx:pt>
          <cx:pt idx="37468">29.989999999999998</cx:pt>
          <cx:pt idx="37469">29.989999999999998</cx:pt>
          <cx:pt idx="37470">29.989999999999998</cx:pt>
          <cx:pt idx="37471">29.989999999999998</cx:pt>
          <cx:pt idx="37472">29.989999999999998</cx:pt>
          <cx:pt idx="37473">29.989999999999998</cx:pt>
          <cx:pt idx="37474">29.989999999999998</cx:pt>
          <cx:pt idx="37475">29.989999999999998</cx:pt>
          <cx:pt idx="37476">29.989999999999998</cx:pt>
          <cx:pt idx="37477">29.989999999999998</cx:pt>
          <cx:pt idx="37478">29.989999999999998</cx:pt>
          <cx:pt idx="37479">29.989999999999998</cx:pt>
          <cx:pt idx="37480">29.989999999999998</cx:pt>
          <cx:pt idx="37481">29.989999999999998</cx:pt>
          <cx:pt idx="37482">29.989999999999998</cx:pt>
          <cx:pt idx="37483">29.989999999999998</cx:pt>
          <cx:pt idx="37484">29.989999999999998</cx:pt>
          <cx:pt idx="37485">29.989999999999998</cx:pt>
          <cx:pt idx="37486">29.989999999999998</cx:pt>
          <cx:pt idx="37487">29.989999999999998</cx:pt>
          <cx:pt idx="37488">29.989999999999998</cx:pt>
          <cx:pt idx="37489">29.989999999999998</cx:pt>
          <cx:pt idx="37490">29.989999999999998</cx:pt>
          <cx:pt idx="37491">29.989999999999998</cx:pt>
          <cx:pt idx="37492">29.989999999999998</cx:pt>
          <cx:pt idx="37493">29.989999999999998</cx:pt>
          <cx:pt idx="37494">29.989999999999998</cx:pt>
          <cx:pt idx="37495">29.989999999999998</cx:pt>
          <cx:pt idx="37496">29.989999999999998</cx:pt>
          <cx:pt idx="37497">29.989999999999998</cx:pt>
          <cx:pt idx="37498">29.989999999999998</cx:pt>
          <cx:pt idx="37499">29.989999999999998</cx:pt>
          <cx:pt idx="37500">29.989999999999998</cx:pt>
          <cx:pt idx="37501">29.989999999999998</cx:pt>
          <cx:pt idx="37502">29.989999999999998</cx:pt>
          <cx:pt idx="37503">29.989999999999998</cx:pt>
          <cx:pt idx="37504">29.989999999999998</cx:pt>
          <cx:pt idx="37505">29.989999999999998</cx:pt>
          <cx:pt idx="37506">29.989999999999998</cx:pt>
          <cx:pt idx="37507">29.989999999999998</cx:pt>
          <cx:pt idx="37508">29.989999999999998</cx:pt>
          <cx:pt idx="37509">29.989999999999998</cx:pt>
          <cx:pt idx="37510">29.989999999999998</cx:pt>
          <cx:pt idx="37511">29.989999999999998</cx:pt>
          <cx:pt idx="37512">29.989999999999998</cx:pt>
          <cx:pt idx="37513">29.989999999999998</cx:pt>
          <cx:pt idx="37514">29.989999999999998</cx:pt>
          <cx:pt idx="37515">29.989999999999998</cx:pt>
          <cx:pt idx="37516">29.989999999999998</cx:pt>
          <cx:pt idx="37517">29.989999999999998</cx:pt>
          <cx:pt idx="37518">29.989999999999998</cx:pt>
          <cx:pt idx="37519">29.989999999999998</cx:pt>
          <cx:pt idx="37520">29.989999999999998</cx:pt>
          <cx:pt idx="37521">29.989999999999998</cx:pt>
          <cx:pt idx="37522">29.989999999999998</cx:pt>
          <cx:pt idx="37523">29.989999999999998</cx:pt>
          <cx:pt idx="37524">29.989999999999998</cx:pt>
          <cx:pt idx="37525">29.989999999999998</cx:pt>
          <cx:pt idx="37526">29.989999999999998</cx:pt>
          <cx:pt idx="37527">29.989999999999998</cx:pt>
          <cx:pt idx="37528">29.989999999999998</cx:pt>
          <cx:pt idx="37529">29.989999999999998</cx:pt>
          <cx:pt idx="37530">29.989999999999998</cx:pt>
          <cx:pt idx="37531">29.989999999999998</cx:pt>
          <cx:pt idx="37532">29.989999999999998</cx:pt>
          <cx:pt idx="37533">29.989999999999998</cx:pt>
          <cx:pt idx="37534">29.989999999999998</cx:pt>
          <cx:pt idx="37535">29.989999999999998</cx:pt>
          <cx:pt idx="37536">29.989999999999998</cx:pt>
          <cx:pt idx="37537">29.989999999999998</cx:pt>
          <cx:pt idx="37538">29.989999999999998</cx:pt>
          <cx:pt idx="37539">29.989999999999998</cx:pt>
          <cx:pt idx="37540">29.989999999999998</cx:pt>
          <cx:pt idx="37541">29.989999999999998</cx:pt>
          <cx:pt idx="37542">29.989999999999998</cx:pt>
          <cx:pt idx="37543">29.989999999999998</cx:pt>
          <cx:pt idx="37544">29.989999999999998</cx:pt>
          <cx:pt idx="37545">29.989999999999998</cx:pt>
          <cx:pt idx="37546">29.989999999999998</cx:pt>
          <cx:pt idx="37547">29.989999999999998</cx:pt>
          <cx:pt idx="37548">29.989999999999998</cx:pt>
          <cx:pt idx="37549">29.989999999999998</cx:pt>
          <cx:pt idx="37550">29.989999999999998</cx:pt>
          <cx:pt idx="37551">29.989999999999998</cx:pt>
          <cx:pt idx="37552">29.989999999999998</cx:pt>
          <cx:pt idx="37553">29.989999999999998</cx:pt>
          <cx:pt idx="37554">29.989999999999998</cx:pt>
          <cx:pt idx="37555">29.989999999999998</cx:pt>
          <cx:pt idx="37556">29.989999999999998</cx:pt>
          <cx:pt idx="37557">29.989999999999998</cx:pt>
          <cx:pt idx="37558">29.989999999999998</cx:pt>
          <cx:pt idx="37559">29.989999999999998</cx:pt>
          <cx:pt idx="37560">29.989999999999998</cx:pt>
          <cx:pt idx="37561">29.989999999999998</cx:pt>
          <cx:pt idx="37562">29.989999999999998</cx:pt>
          <cx:pt idx="37563">29.989999999999998</cx:pt>
          <cx:pt idx="37564">29.989999999999998</cx:pt>
          <cx:pt idx="37565">29.989999999999998</cx:pt>
          <cx:pt idx="37566">29.989999999999998</cx:pt>
          <cx:pt idx="37567">29.989999999999998</cx:pt>
          <cx:pt idx="37568">29.989999999999998</cx:pt>
          <cx:pt idx="37569">29.989999999999998</cx:pt>
          <cx:pt idx="37570">29.989999999999998</cx:pt>
          <cx:pt idx="37571">29.989999999999998</cx:pt>
          <cx:pt idx="37572">29.989999999999998</cx:pt>
          <cx:pt idx="37573">29.989999999999998</cx:pt>
          <cx:pt idx="37574">29.989999999999998</cx:pt>
          <cx:pt idx="37575">29.989999999999998</cx:pt>
          <cx:pt idx="37576">29.989999999999998</cx:pt>
          <cx:pt idx="37577">29.989999999999998</cx:pt>
          <cx:pt idx="37578">29.989999999999998</cx:pt>
          <cx:pt idx="37579">29.989999999999998</cx:pt>
          <cx:pt idx="37580">29.989999999999998</cx:pt>
          <cx:pt idx="37581">29.989999999999998</cx:pt>
          <cx:pt idx="37582">29.989999999999998</cx:pt>
          <cx:pt idx="37583">29.989999999999998</cx:pt>
          <cx:pt idx="37584">29.989999999999998</cx:pt>
          <cx:pt idx="37585">29.989999999999998</cx:pt>
          <cx:pt idx="37586">29.989999999999998</cx:pt>
          <cx:pt idx="37587">29.989999999999998</cx:pt>
          <cx:pt idx="37588">29.989999999999998</cx:pt>
          <cx:pt idx="37589">29.989999999999998</cx:pt>
          <cx:pt idx="37590">29.989999999999998</cx:pt>
          <cx:pt idx="37591">29.989999999999998</cx:pt>
          <cx:pt idx="37592">29.989999999999998</cx:pt>
          <cx:pt idx="37593">29.989999999999998</cx:pt>
          <cx:pt idx="37594">29.989999999999998</cx:pt>
          <cx:pt idx="37595">29.989999999999998</cx:pt>
          <cx:pt idx="37596">29.989999999999998</cx:pt>
          <cx:pt idx="37597">29.989999999999998</cx:pt>
          <cx:pt idx="37598">29.989999999999998</cx:pt>
          <cx:pt idx="37599">29.989999999999998</cx:pt>
          <cx:pt idx="37600">29.989999999999998</cx:pt>
          <cx:pt idx="37601">29.989999999999998</cx:pt>
          <cx:pt idx="37602">29.989999999999998</cx:pt>
          <cx:pt idx="37603">29.989999999999998</cx:pt>
          <cx:pt idx="37604">29.989999999999998</cx:pt>
          <cx:pt idx="37605">29.989999999999998</cx:pt>
          <cx:pt idx="37606">29.989999999999998</cx:pt>
          <cx:pt idx="37607">29.989999999999998</cx:pt>
          <cx:pt idx="37608">29.989999999999998</cx:pt>
          <cx:pt idx="37609">29.989999999999998</cx:pt>
          <cx:pt idx="37610">29.989999999999998</cx:pt>
          <cx:pt idx="37611">29.989999999999998</cx:pt>
          <cx:pt idx="37612">29.989999999999998</cx:pt>
          <cx:pt idx="37613">29.989999999999998</cx:pt>
          <cx:pt idx="37614">29.989999999999998</cx:pt>
          <cx:pt idx="37615">29.989999999999998</cx:pt>
          <cx:pt idx="37616">29.989999999999998</cx:pt>
          <cx:pt idx="37617">29.989999999999998</cx:pt>
          <cx:pt idx="37618">29.989999999999998</cx:pt>
          <cx:pt idx="37619">29.989999999999998</cx:pt>
          <cx:pt idx="37620">29.989999999999998</cx:pt>
          <cx:pt idx="37621">29.989999999999998</cx:pt>
          <cx:pt idx="37622">29.989999999999998</cx:pt>
          <cx:pt idx="37623">29.989999999999998</cx:pt>
          <cx:pt idx="37624">29.989999999999998</cx:pt>
          <cx:pt idx="37625">29.989999999999998</cx:pt>
          <cx:pt idx="37626">29.989999999999998</cx:pt>
          <cx:pt idx="37627">29.989999999999998</cx:pt>
          <cx:pt idx="37628">29.989999999999998</cx:pt>
          <cx:pt idx="37629">29.989999999999998</cx:pt>
          <cx:pt idx="37630">29.989999999999998</cx:pt>
          <cx:pt idx="37631">29.989999999999998</cx:pt>
          <cx:pt idx="37632">29.989999999999998</cx:pt>
          <cx:pt idx="37633">29.989999999999998</cx:pt>
          <cx:pt idx="37634">29.989999999999998</cx:pt>
          <cx:pt idx="37635">29.989999999999998</cx:pt>
          <cx:pt idx="37636">29.989999999999998</cx:pt>
          <cx:pt idx="37637">29.989999999999998</cx:pt>
          <cx:pt idx="37638">29.989999999999998</cx:pt>
          <cx:pt idx="37639">29.989999999999998</cx:pt>
          <cx:pt idx="37640">29.989999999999998</cx:pt>
          <cx:pt idx="37641">29.989999999999998</cx:pt>
          <cx:pt idx="37642">29.989999999999998</cx:pt>
          <cx:pt idx="37643">29.989999999999998</cx:pt>
          <cx:pt idx="37644">29.989999999999998</cx:pt>
          <cx:pt idx="37645">29.989999999999998</cx:pt>
          <cx:pt idx="37646">29.989999999999998</cx:pt>
          <cx:pt idx="37647">29.989999999999998</cx:pt>
          <cx:pt idx="37648">29.989999999999998</cx:pt>
          <cx:pt idx="37649">29.989999999999998</cx:pt>
          <cx:pt idx="37650">29.989999999999998</cx:pt>
          <cx:pt idx="37651">29.989999999999998</cx:pt>
          <cx:pt idx="37652">29.989999999999998</cx:pt>
          <cx:pt idx="37653">29.989999999999998</cx:pt>
          <cx:pt idx="37654">29.989999999999998</cx:pt>
          <cx:pt idx="37655">29.989999999999998</cx:pt>
          <cx:pt idx="37656">29.989999999999998</cx:pt>
          <cx:pt idx="37657">29.989999999999998</cx:pt>
          <cx:pt idx="37658">29.989999999999998</cx:pt>
          <cx:pt idx="37659">29.989999999999998</cx:pt>
          <cx:pt idx="37660">29.989999999999998</cx:pt>
          <cx:pt idx="37661">29.989999999999998</cx:pt>
          <cx:pt idx="37662">29.989999999999998</cx:pt>
          <cx:pt idx="37663">29.989999999999998</cx:pt>
          <cx:pt idx="37664">29.989999999999998</cx:pt>
          <cx:pt idx="37665">29.989999999999998</cx:pt>
          <cx:pt idx="37666">29.989999999999998</cx:pt>
          <cx:pt idx="37667">29.989999999999998</cx:pt>
          <cx:pt idx="37668">29.989999999999998</cx:pt>
          <cx:pt idx="37669">29.989999999999998</cx:pt>
          <cx:pt idx="37670">29.989999999999998</cx:pt>
          <cx:pt idx="37671">29.989999999999998</cx:pt>
          <cx:pt idx="37672">29.989999999999998</cx:pt>
          <cx:pt idx="37673">29.989999999999998</cx:pt>
          <cx:pt idx="37674">29.989999999999998</cx:pt>
          <cx:pt idx="37675">29.989999999999998</cx:pt>
          <cx:pt idx="37676">29.989999999999998</cx:pt>
          <cx:pt idx="37677">29.989999999999998</cx:pt>
          <cx:pt idx="37678">29.989999999999998</cx:pt>
          <cx:pt idx="37679">29.989999999999998</cx:pt>
          <cx:pt idx="37680">29.989999999999998</cx:pt>
          <cx:pt idx="37681">29.989999999999998</cx:pt>
          <cx:pt idx="37682">29.989999999999998</cx:pt>
          <cx:pt idx="37683">29.989999999999998</cx:pt>
          <cx:pt idx="37684">29.989999999999998</cx:pt>
          <cx:pt idx="37685">29.989999999999998</cx:pt>
          <cx:pt idx="37686">29.989999999999998</cx:pt>
          <cx:pt idx="37687">29.989999999999998</cx:pt>
          <cx:pt idx="37688">29.989999999999998</cx:pt>
          <cx:pt idx="37689">29.989999999999998</cx:pt>
          <cx:pt idx="37690">29.989999999999998</cx:pt>
          <cx:pt idx="37691">29.989999999999998</cx:pt>
          <cx:pt idx="37692">29.989999999999998</cx:pt>
          <cx:pt idx="37693">29.989999999999998</cx:pt>
          <cx:pt idx="37694">29.989999999999998</cx:pt>
          <cx:pt idx="37695">29.989999999999998</cx:pt>
          <cx:pt idx="37696">29.989999999999998</cx:pt>
          <cx:pt idx="37697">29.989999999999998</cx:pt>
          <cx:pt idx="37698">29.989999999999998</cx:pt>
          <cx:pt idx="37699">29.989999999999998</cx:pt>
          <cx:pt idx="37700">29.989999999999998</cx:pt>
          <cx:pt idx="37701">29.989999999999998</cx:pt>
          <cx:pt idx="37702">29.989999999999998</cx:pt>
          <cx:pt idx="37703">29.989999999999998</cx:pt>
          <cx:pt idx="37704">29.989999999999998</cx:pt>
          <cx:pt idx="37705">29.989999999999998</cx:pt>
          <cx:pt idx="37706">29.989999999999998</cx:pt>
          <cx:pt idx="37707">29.989999999999998</cx:pt>
          <cx:pt idx="37708">29.989999999999998</cx:pt>
          <cx:pt idx="37709">29.989999999999998</cx:pt>
          <cx:pt idx="37710">29.989999999999998</cx:pt>
          <cx:pt idx="37711">29.989999999999998</cx:pt>
          <cx:pt idx="37712">29.989999999999998</cx:pt>
          <cx:pt idx="37713">29.989999999999998</cx:pt>
          <cx:pt idx="37714">29.989999999999998</cx:pt>
          <cx:pt idx="37715">29.989999999999998</cx:pt>
          <cx:pt idx="37716">29.989999999999998</cx:pt>
          <cx:pt idx="37717">29.989999999999998</cx:pt>
          <cx:pt idx="37718">29.989999999999998</cx:pt>
          <cx:pt idx="37719">29.989999999999998</cx:pt>
          <cx:pt idx="37720">29.989999999999998</cx:pt>
          <cx:pt idx="37721">29.989999999999998</cx:pt>
          <cx:pt idx="37722">29.989999999999998</cx:pt>
          <cx:pt idx="37723">29.989999999999998</cx:pt>
          <cx:pt idx="37724">29.989999999999998</cx:pt>
          <cx:pt idx="37725">29.989999999999998</cx:pt>
          <cx:pt idx="37726">29.989999999999998</cx:pt>
          <cx:pt idx="37727">29.989999999999998</cx:pt>
          <cx:pt idx="37728">29.989999999999998</cx:pt>
          <cx:pt idx="37729">29.989999999999998</cx:pt>
          <cx:pt idx="37730">29.989999999999998</cx:pt>
          <cx:pt idx="37731">29.989999999999998</cx:pt>
          <cx:pt idx="37732">29.989999999999998</cx:pt>
          <cx:pt idx="37733">29.989999999999998</cx:pt>
          <cx:pt idx="37734">29.989999999999998</cx:pt>
          <cx:pt idx="37735">29.989999999999998</cx:pt>
          <cx:pt idx="37736">29.989999999999998</cx:pt>
          <cx:pt idx="37737">29.989999999999998</cx:pt>
          <cx:pt idx="37738">29.989999999999998</cx:pt>
          <cx:pt idx="37739">29.989999999999998</cx:pt>
          <cx:pt idx="37740">29.989999999999998</cx:pt>
          <cx:pt idx="37741">29.989999999999998</cx:pt>
          <cx:pt idx="37742">29.989999999999998</cx:pt>
          <cx:pt idx="37743">29.989999999999998</cx:pt>
          <cx:pt idx="37744">29.989999999999998</cx:pt>
          <cx:pt idx="37745">29.989999999999998</cx:pt>
          <cx:pt idx="37746">29.989999999999998</cx:pt>
          <cx:pt idx="37747">29.989999999999998</cx:pt>
          <cx:pt idx="37748">29.989999999999998</cx:pt>
          <cx:pt idx="37749">29.989999999999998</cx:pt>
          <cx:pt idx="37750">29.989999999999998</cx:pt>
          <cx:pt idx="37751">29.989999999999998</cx:pt>
          <cx:pt idx="37752">29.989999999999998</cx:pt>
          <cx:pt idx="37753">29.989999999999998</cx:pt>
          <cx:pt idx="37754">29.989999999999998</cx:pt>
          <cx:pt idx="37755">29.989999999999998</cx:pt>
          <cx:pt idx="37756">29.989999999999998</cx:pt>
          <cx:pt idx="37757">29.989999999999998</cx:pt>
          <cx:pt idx="37758">29.989999999999998</cx:pt>
          <cx:pt idx="37759">29.989999999999998</cx:pt>
          <cx:pt idx="37760">29.989999999999998</cx:pt>
          <cx:pt idx="37761">29.989999999999998</cx:pt>
          <cx:pt idx="37762">29.989999999999998</cx:pt>
          <cx:pt idx="37763">29.989999999999998</cx:pt>
          <cx:pt idx="37764">29.989999999999998</cx:pt>
          <cx:pt idx="37765">29.989999999999998</cx:pt>
          <cx:pt idx="37766">29.989999999999998</cx:pt>
          <cx:pt idx="37767">29.989999999999998</cx:pt>
          <cx:pt idx="37768">29.989999999999998</cx:pt>
          <cx:pt idx="37769">29.989999999999998</cx:pt>
          <cx:pt idx="37770">29.989999999999998</cx:pt>
          <cx:pt idx="37771">29.989999999999998</cx:pt>
          <cx:pt idx="37772">29.989999999999998</cx:pt>
          <cx:pt idx="37773">29.989999999999998</cx:pt>
          <cx:pt idx="37774">29.989999999999998</cx:pt>
          <cx:pt idx="37775">29.989999999999998</cx:pt>
          <cx:pt idx="37776">29.989999999999998</cx:pt>
          <cx:pt idx="37777">29.989999999999998</cx:pt>
          <cx:pt idx="37778">29.989999999999998</cx:pt>
          <cx:pt idx="37779">29.989999999999998</cx:pt>
          <cx:pt idx="37780">29.989999999999998</cx:pt>
          <cx:pt idx="37781">29.989999999999998</cx:pt>
          <cx:pt idx="37782">29.989999999999998</cx:pt>
          <cx:pt idx="37783">29.989999999999998</cx:pt>
          <cx:pt idx="37784">29.989999999999998</cx:pt>
          <cx:pt idx="37785">29.989999999999998</cx:pt>
          <cx:pt idx="37786">29.989999999999998</cx:pt>
          <cx:pt idx="37787">29.989999999999998</cx:pt>
          <cx:pt idx="37788">29.989999999999998</cx:pt>
          <cx:pt idx="37789">29.989999999999998</cx:pt>
          <cx:pt idx="37790">29.989999999999998</cx:pt>
          <cx:pt idx="37791">29.989999999999998</cx:pt>
          <cx:pt idx="37792">29.989999999999998</cx:pt>
          <cx:pt idx="37793">29.989999999999998</cx:pt>
          <cx:pt idx="37794">29.989999999999998</cx:pt>
          <cx:pt idx="37795">29.989999999999998</cx:pt>
          <cx:pt idx="37796">29.989999999999998</cx:pt>
          <cx:pt idx="37797">29.989999999999998</cx:pt>
          <cx:pt idx="37798">29.989999999999998</cx:pt>
          <cx:pt idx="37799">29.989999999999998</cx:pt>
          <cx:pt idx="37800">29.989999999999998</cx:pt>
          <cx:pt idx="37801">29.989999999999998</cx:pt>
          <cx:pt idx="37802">29.989999999999998</cx:pt>
          <cx:pt idx="37803">29.989999999999998</cx:pt>
          <cx:pt idx="37804">29.989999999999998</cx:pt>
          <cx:pt idx="37805">29.989999999999998</cx:pt>
          <cx:pt idx="37806">29.989999999999998</cx:pt>
          <cx:pt idx="37807">29.989999999999998</cx:pt>
          <cx:pt idx="37808">29.989999999999998</cx:pt>
          <cx:pt idx="37809">29.989999999999998</cx:pt>
          <cx:pt idx="37810">29.989999999999998</cx:pt>
          <cx:pt idx="37811">29.989999999999998</cx:pt>
          <cx:pt idx="37812">29.989999999999998</cx:pt>
          <cx:pt idx="37813">29.989999999999998</cx:pt>
          <cx:pt idx="37814">29.989999999999998</cx:pt>
          <cx:pt idx="37815">29.989999999999998</cx:pt>
          <cx:pt idx="37816">29.989999999999998</cx:pt>
          <cx:pt idx="37817">29.989999999999998</cx:pt>
          <cx:pt idx="37818">29.989999999999998</cx:pt>
          <cx:pt idx="37819">29.989999999999998</cx:pt>
          <cx:pt idx="37820">29.989999999999998</cx:pt>
          <cx:pt idx="37821">29.989999999999998</cx:pt>
          <cx:pt idx="37822">29.989999999999998</cx:pt>
          <cx:pt idx="37823">29.989999999999998</cx:pt>
          <cx:pt idx="37824">29.989999999999998</cx:pt>
          <cx:pt idx="37825">29.989999999999998</cx:pt>
          <cx:pt idx="37826">29.989999999999998</cx:pt>
          <cx:pt idx="37827">29.989999999999998</cx:pt>
          <cx:pt idx="37828">29.989999999999998</cx:pt>
          <cx:pt idx="37829">29.989999999999998</cx:pt>
          <cx:pt idx="37830">29.989999999999998</cx:pt>
          <cx:pt idx="37831">29.989999999999998</cx:pt>
          <cx:pt idx="37832">29.989999999999998</cx:pt>
          <cx:pt idx="37833">29.989999999999998</cx:pt>
          <cx:pt idx="37834">29.989999999999998</cx:pt>
          <cx:pt idx="37835">29.989999999999998</cx:pt>
          <cx:pt idx="37836">29.989999999999998</cx:pt>
          <cx:pt idx="37837">29.989999999999998</cx:pt>
          <cx:pt idx="37838">29.989999999999998</cx:pt>
          <cx:pt idx="37839">29.989999999999998</cx:pt>
          <cx:pt idx="37840">29.989999999999998</cx:pt>
          <cx:pt idx="37841">29.989999999999998</cx:pt>
          <cx:pt idx="37842">29.989999999999998</cx:pt>
          <cx:pt idx="37843">29.989999999999998</cx:pt>
          <cx:pt idx="37844">29.989999999999998</cx:pt>
          <cx:pt idx="37845">29.989999999999998</cx:pt>
          <cx:pt idx="37846">29.989999999999998</cx:pt>
          <cx:pt idx="37847">29.989999999999998</cx:pt>
          <cx:pt idx="37848">29.989999999999998</cx:pt>
          <cx:pt idx="37849">29.989999999999998</cx:pt>
          <cx:pt idx="37850">29.989999999999998</cx:pt>
          <cx:pt idx="37851">29.989999999999998</cx:pt>
          <cx:pt idx="37852">29.989999999999998</cx:pt>
          <cx:pt idx="37853">29.989999999999998</cx:pt>
          <cx:pt idx="37854">29.989999999999998</cx:pt>
          <cx:pt idx="37855">29.989999999999998</cx:pt>
          <cx:pt idx="37856">29.989999999999998</cx:pt>
          <cx:pt idx="37857">29.989999999999998</cx:pt>
          <cx:pt idx="37858">29.989999999999998</cx:pt>
          <cx:pt idx="37859">29.989999999999998</cx:pt>
          <cx:pt idx="37860">29.989999999999998</cx:pt>
          <cx:pt idx="37861">29.989999999999998</cx:pt>
          <cx:pt idx="37862">29.989999999999998</cx:pt>
          <cx:pt idx="37863">29.989999999999998</cx:pt>
          <cx:pt idx="37864">29.989999999999998</cx:pt>
          <cx:pt idx="37865">29.989999999999998</cx:pt>
          <cx:pt idx="37866">29.989999999999998</cx:pt>
          <cx:pt idx="37867">29.989999999999998</cx:pt>
          <cx:pt idx="37868">29.989999999999998</cx:pt>
          <cx:pt idx="37869">29.989999999999998</cx:pt>
          <cx:pt idx="37870">29.989999999999998</cx:pt>
          <cx:pt idx="37871">29.989999999999998</cx:pt>
          <cx:pt idx="37872">29.989999999999998</cx:pt>
          <cx:pt idx="37873">29.989999999999998</cx:pt>
          <cx:pt idx="37874">29.989999999999998</cx:pt>
          <cx:pt idx="37875">29.989999999999998</cx:pt>
          <cx:pt idx="37876">29.989999999999998</cx:pt>
          <cx:pt idx="37877">29.989999999999998</cx:pt>
          <cx:pt idx="37878">29.989999999999998</cx:pt>
          <cx:pt idx="37879">29.989999999999998</cx:pt>
          <cx:pt idx="37880">29.989999999999998</cx:pt>
          <cx:pt idx="37881">29.989999999999998</cx:pt>
          <cx:pt idx="37882">29.989999999999998</cx:pt>
          <cx:pt idx="37883">29.989999999999998</cx:pt>
          <cx:pt idx="37884">29.989999999999998</cx:pt>
          <cx:pt idx="37885">29.989999999999998</cx:pt>
          <cx:pt idx="37886">29.989999999999998</cx:pt>
          <cx:pt idx="37887">29.989999999999998</cx:pt>
          <cx:pt idx="37888">29.989999999999998</cx:pt>
          <cx:pt idx="37889">29.989999999999998</cx:pt>
          <cx:pt idx="37890">29.989999999999998</cx:pt>
          <cx:pt idx="37891">29.989999999999998</cx:pt>
          <cx:pt idx="37892">29.989999999999998</cx:pt>
          <cx:pt idx="37893">29.989999999999998</cx:pt>
          <cx:pt idx="37894">29.989999999999998</cx:pt>
          <cx:pt idx="37895">29.989999999999998</cx:pt>
          <cx:pt idx="37896">29.989999999999998</cx:pt>
          <cx:pt idx="37897">29.989999999999998</cx:pt>
          <cx:pt idx="37898">29.989999999999998</cx:pt>
          <cx:pt idx="37899">29.989999999999998</cx:pt>
          <cx:pt idx="37900">29.989999999999998</cx:pt>
          <cx:pt idx="37901">29.989999999999998</cx:pt>
          <cx:pt idx="37902">29.989999999999998</cx:pt>
          <cx:pt idx="37903">29.989999999999998</cx:pt>
          <cx:pt idx="37904">29.989999999999998</cx:pt>
          <cx:pt idx="37905">29.989999999999998</cx:pt>
          <cx:pt idx="37906">29.989999999999998</cx:pt>
          <cx:pt idx="37907">29.989999999999998</cx:pt>
          <cx:pt idx="37908">29.989999999999998</cx:pt>
          <cx:pt idx="37909">29.989999999999998</cx:pt>
          <cx:pt idx="37910">29.989999999999998</cx:pt>
          <cx:pt idx="37911">29.989999999999998</cx:pt>
          <cx:pt idx="37912">29.989999999999998</cx:pt>
          <cx:pt idx="37913">29.989999999999998</cx:pt>
          <cx:pt idx="37914">29.989999999999998</cx:pt>
          <cx:pt idx="37915">29.989999999999998</cx:pt>
          <cx:pt idx="37916">29.989999999999998</cx:pt>
          <cx:pt idx="37917">29.989999999999998</cx:pt>
          <cx:pt idx="37918">29.989999999999998</cx:pt>
          <cx:pt idx="37919">29.989999999999998</cx:pt>
          <cx:pt idx="37920">29.989999999999998</cx:pt>
          <cx:pt idx="37921">29.989999999999998</cx:pt>
          <cx:pt idx="37922">29.989999999999998</cx:pt>
          <cx:pt idx="37923">29.989999999999998</cx:pt>
          <cx:pt idx="37924">29.989999999999998</cx:pt>
          <cx:pt idx="37925">29.989999999999998</cx:pt>
          <cx:pt idx="37926">29.989999999999998</cx:pt>
          <cx:pt idx="37927">29.989999999999998</cx:pt>
          <cx:pt idx="37928">29.989999999999998</cx:pt>
          <cx:pt idx="37929">29.989999999999998</cx:pt>
          <cx:pt idx="37930">29.989999999999998</cx:pt>
          <cx:pt idx="37931">29.989999999999998</cx:pt>
          <cx:pt idx="37932">29.989999999999998</cx:pt>
          <cx:pt idx="37933">29.989999999999998</cx:pt>
          <cx:pt idx="37934">29.989999999999998</cx:pt>
          <cx:pt idx="37935">29.989999999999998</cx:pt>
          <cx:pt idx="37936">29.989999999999998</cx:pt>
          <cx:pt idx="37937">29.989999999999998</cx:pt>
          <cx:pt idx="37938">29.989999999999998</cx:pt>
          <cx:pt idx="37939">29.989999999999998</cx:pt>
          <cx:pt idx="37940">29.989999999999998</cx:pt>
          <cx:pt idx="37941">29.989999999999998</cx:pt>
          <cx:pt idx="37942">29.989999999999998</cx:pt>
          <cx:pt idx="37943">29.989999999999998</cx:pt>
          <cx:pt idx="37944">29.989999999999998</cx:pt>
          <cx:pt idx="37945">29.989999999999998</cx:pt>
          <cx:pt idx="37946">29.989999999999998</cx:pt>
          <cx:pt idx="37947">29.989999999999998</cx:pt>
          <cx:pt idx="37948">29.989999999999998</cx:pt>
          <cx:pt idx="37949">29.989999999999998</cx:pt>
          <cx:pt idx="37950">29.989999999999998</cx:pt>
          <cx:pt idx="37951">29.989999999999998</cx:pt>
          <cx:pt idx="37952">29.989999999999998</cx:pt>
          <cx:pt idx="37953">29.989999999999998</cx:pt>
          <cx:pt idx="37954">29.989999999999998</cx:pt>
          <cx:pt idx="37955">29.989999999999998</cx:pt>
          <cx:pt idx="37956">29.989999999999998</cx:pt>
          <cx:pt idx="37957">29.989999999999998</cx:pt>
          <cx:pt idx="37958">29.989999999999998</cx:pt>
          <cx:pt idx="37959">29.989999999999998</cx:pt>
          <cx:pt idx="37960">29.989999999999998</cx:pt>
          <cx:pt idx="37961">29.989999999999998</cx:pt>
          <cx:pt idx="37962">29.989999999999998</cx:pt>
          <cx:pt idx="37963">29.989999999999998</cx:pt>
          <cx:pt idx="37964">29.989999999999998</cx:pt>
          <cx:pt idx="37965">29.989999999999998</cx:pt>
          <cx:pt idx="37966">29.989999999999998</cx:pt>
          <cx:pt idx="37967">29.989999999999998</cx:pt>
          <cx:pt idx="37968">29.989999999999998</cx:pt>
          <cx:pt idx="37969">29.989999999999998</cx:pt>
          <cx:pt idx="37970">29.989999999999998</cx:pt>
          <cx:pt idx="37971">29.989999999999998</cx:pt>
          <cx:pt idx="37972">29.989999999999998</cx:pt>
          <cx:pt idx="37973">29.989999999999998</cx:pt>
          <cx:pt idx="37974">29.989999999999998</cx:pt>
          <cx:pt idx="37975">29.989999999999998</cx:pt>
          <cx:pt idx="37976">29.989999999999998</cx:pt>
          <cx:pt idx="37977">29.989999999999998</cx:pt>
          <cx:pt idx="37978">29.989999999999998</cx:pt>
          <cx:pt idx="37979">29.989999999999998</cx:pt>
          <cx:pt idx="37980">29.989999999999998</cx:pt>
          <cx:pt idx="37981">29.989999999999998</cx:pt>
          <cx:pt idx="37982">29.989999999999998</cx:pt>
          <cx:pt idx="37983">29.989999999999998</cx:pt>
          <cx:pt idx="37984">29.989999999999998</cx:pt>
          <cx:pt idx="37985">29.989999999999998</cx:pt>
          <cx:pt idx="37986">29.989999999999998</cx:pt>
          <cx:pt idx="37987">29.989999999999998</cx:pt>
          <cx:pt idx="37988">29.989999999999998</cx:pt>
          <cx:pt idx="37989">29.989999999999998</cx:pt>
          <cx:pt idx="37990">29.989999999999998</cx:pt>
          <cx:pt idx="37991">29.989999999999998</cx:pt>
          <cx:pt idx="37992">29.989999999999998</cx:pt>
          <cx:pt idx="37993">29.989999999999998</cx:pt>
          <cx:pt idx="37994">29.989999999999998</cx:pt>
          <cx:pt idx="37995">29.989999999999998</cx:pt>
          <cx:pt idx="37996">29.989999999999998</cx:pt>
          <cx:pt idx="37997">29.989999999999998</cx:pt>
          <cx:pt idx="37998">29.989999999999998</cx:pt>
          <cx:pt idx="37999">29.989999999999998</cx:pt>
          <cx:pt idx="38000">29.989999999999998</cx:pt>
          <cx:pt idx="38001">29.989999999999998</cx:pt>
          <cx:pt idx="38002">29.989999999999998</cx:pt>
          <cx:pt idx="38003">29.989999999999998</cx:pt>
          <cx:pt idx="38004">29.989999999999998</cx:pt>
          <cx:pt idx="38005">29.989999999999998</cx:pt>
          <cx:pt idx="38006">29.989999999999998</cx:pt>
          <cx:pt idx="38007">29.989999999999998</cx:pt>
          <cx:pt idx="38008">29.989999999999998</cx:pt>
          <cx:pt idx="38009">29.989999999999998</cx:pt>
          <cx:pt idx="38010">29.989999999999998</cx:pt>
          <cx:pt idx="38011">29.989999999999998</cx:pt>
          <cx:pt idx="38012">29.989999999999998</cx:pt>
          <cx:pt idx="38013">29.989999999999998</cx:pt>
          <cx:pt idx="38014">29.989999999999998</cx:pt>
          <cx:pt idx="38015">29.989999999999998</cx:pt>
          <cx:pt idx="38016">29.989999999999998</cx:pt>
          <cx:pt idx="38017">29.989999999999998</cx:pt>
          <cx:pt idx="38018">29.989999999999998</cx:pt>
          <cx:pt idx="38019">29.989999999999998</cx:pt>
          <cx:pt idx="38020">29.989999999999998</cx:pt>
          <cx:pt idx="38021">29.989999999999998</cx:pt>
          <cx:pt idx="38022">29.989999999999998</cx:pt>
          <cx:pt idx="38023">29.989999999999998</cx:pt>
          <cx:pt idx="38024">29.989999999999998</cx:pt>
          <cx:pt idx="38025">29.989999999999998</cx:pt>
          <cx:pt idx="38026">29.989999999999998</cx:pt>
          <cx:pt idx="38027">29.989999999999998</cx:pt>
          <cx:pt idx="38028">29.989999999999998</cx:pt>
          <cx:pt idx="38029">29.989999999999998</cx:pt>
          <cx:pt idx="38030">29.989999999999998</cx:pt>
          <cx:pt idx="38031">29.989999999999998</cx:pt>
          <cx:pt idx="38032">29.989999999999998</cx:pt>
          <cx:pt idx="38033">29.989999999999998</cx:pt>
          <cx:pt idx="38034">29.989999999999998</cx:pt>
          <cx:pt idx="38035">29.989999999999998</cx:pt>
          <cx:pt idx="38036">29.989999999999998</cx:pt>
          <cx:pt idx="38037">29.989999999999998</cx:pt>
          <cx:pt idx="38038">29.989999999999998</cx:pt>
          <cx:pt idx="38039">29.989999999999998</cx:pt>
          <cx:pt idx="38040">29.989999999999998</cx:pt>
          <cx:pt idx="38041">29.989999999999998</cx:pt>
          <cx:pt idx="38042">29.989999999999998</cx:pt>
          <cx:pt idx="38043">29.989999999999998</cx:pt>
          <cx:pt idx="38044">29.989999999999998</cx:pt>
          <cx:pt idx="38045">29.989999999999998</cx:pt>
          <cx:pt idx="38046">29.989999999999998</cx:pt>
          <cx:pt idx="38047">29.989999999999998</cx:pt>
          <cx:pt idx="38048">29.989999999999998</cx:pt>
          <cx:pt idx="38049">29.989999999999998</cx:pt>
          <cx:pt idx="38050">29.989999999999998</cx:pt>
          <cx:pt idx="38051">29.989999999999998</cx:pt>
          <cx:pt idx="38052">29.989999999999998</cx:pt>
          <cx:pt idx="38053">29.989999999999998</cx:pt>
          <cx:pt idx="38054">29.989999999999998</cx:pt>
          <cx:pt idx="38055">29.989999999999998</cx:pt>
          <cx:pt idx="38056">29.989999999999998</cx:pt>
          <cx:pt idx="38057">29.989999999999998</cx:pt>
          <cx:pt idx="38058">29.989999999999998</cx:pt>
          <cx:pt idx="38059">29.989999999999998</cx:pt>
          <cx:pt idx="38060">29.989999999999998</cx:pt>
          <cx:pt idx="38061">29.989999999999998</cx:pt>
          <cx:pt idx="38062">29.989999999999998</cx:pt>
          <cx:pt idx="38063">29.989999999999998</cx:pt>
          <cx:pt idx="38064">29.989999999999998</cx:pt>
          <cx:pt idx="38065">29.989999999999998</cx:pt>
          <cx:pt idx="38066">29.989999999999998</cx:pt>
          <cx:pt idx="38067">29.989999999999998</cx:pt>
          <cx:pt idx="38068">29.989999999999998</cx:pt>
          <cx:pt idx="38069">29.989999999999998</cx:pt>
          <cx:pt idx="38070">29.989999999999998</cx:pt>
          <cx:pt idx="38071">29.989999999999998</cx:pt>
          <cx:pt idx="38072">29.989999999999998</cx:pt>
          <cx:pt idx="38073">29.989999999999998</cx:pt>
          <cx:pt idx="38074">29.989999999999998</cx:pt>
          <cx:pt idx="38075">29.989999999999998</cx:pt>
          <cx:pt idx="38076">29.989999999999998</cx:pt>
          <cx:pt idx="38077">29.989999999999998</cx:pt>
          <cx:pt idx="38078">29.989999999999998</cx:pt>
          <cx:pt idx="38079">29.989999999999998</cx:pt>
          <cx:pt idx="38080">29.989999999999998</cx:pt>
          <cx:pt idx="38081">29.989999999999998</cx:pt>
          <cx:pt idx="38082">29.989999999999998</cx:pt>
          <cx:pt idx="38083">29.989999999999998</cx:pt>
          <cx:pt idx="38084">29.989999999999998</cx:pt>
          <cx:pt idx="38085">29.989999999999998</cx:pt>
          <cx:pt idx="38086">29.989999999999998</cx:pt>
          <cx:pt idx="38087">29.989999999999998</cx:pt>
          <cx:pt idx="38088">29.989999999999998</cx:pt>
          <cx:pt idx="38089">29.989999999999998</cx:pt>
          <cx:pt idx="38090">29.989999999999998</cx:pt>
          <cx:pt idx="38091">29.989999999999998</cx:pt>
          <cx:pt idx="38092">29.989999999999998</cx:pt>
          <cx:pt idx="38093">29.989999999999998</cx:pt>
          <cx:pt idx="38094">29.989999999999998</cx:pt>
          <cx:pt idx="38095">29.989999999999998</cx:pt>
          <cx:pt idx="38096">29.989999999999998</cx:pt>
          <cx:pt idx="38097">29.989999999999998</cx:pt>
          <cx:pt idx="38098">29.989999999999998</cx:pt>
          <cx:pt idx="38099">29.989999999999998</cx:pt>
          <cx:pt idx="38100">29.989999999999998</cx:pt>
          <cx:pt idx="38101">29.989999999999998</cx:pt>
          <cx:pt idx="38102">29.989999999999998</cx:pt>
          <cx:pt idx="38103">29.989999999999998</cx:pt>
          <cx:pt idx="38104">29.989999999999998</cx:pt>
          <cx:pt idx="38105">29.989999999999998</cx:pt>
          <cx:pt idx="38106">29.989999999999998</cx:pt>
          <cx:pt idx="38107">29.989999999999998</cx:pt>
          <cx:pt idx="38108">29.989999999999998</cx:pt>
          <cx:pt idx="38109">29.989999999999998</cx:pt>
          <cx:pt idx="38110">29.989999999999998</cx:pt>
          <cx:pt idx="38111">29.989999999999998</cx:pt>
          <cx:pt idx="38112">29.989999999999998</cx:pt>
          <cx:pt idx="38113">29.989999999999998</cx:pt>
          <cx:pt idx="38114">29.989999999999998</cx:pt>
          <cx:pt idx="38115">29.989999999999998</cx:pt>
          <cx:pt idx="38116">29.989999999999998</cx:pt>
          <cx:pt idx="38117">29.989999999999998</cx:pt>
          <cx:pt idx="38118">29.989999999999998</cx:pt>
          <cx:pt idx="38119">29.989999999999998</cx:pt>
          <cx:pt idx="38120">29.989999999999998</cx:pt>
          <cx:pt idx="38121">29.989999999999998</cx:pt>
          <cx:pt idx="38122">29.989999999999998</cx:pt>
          <cx:pt idx="38123">29.989999999999998</cx:pt>
          <cx:pt idx="38124">29.989999999999998</cx:pt>
          <cx:pt idx="38125">29.989999999999998</cx:pt>
          <cx:pt idx="38126">29.989999999999998</cx:pt>
          <cx:pt idx="38127">29.989999999999998</cx:pt>
          <cx:pt idx="38128">29.989999999999998</cx:pt>
          <cx:pt idx="38129">29.989999999999998</cx:pt>
          <cx:pt idx="38130">29.989999999999998</cx:pt>
          <cx:pt idx="38131">29.989999999999998</cx:pt>
          <cx:pt idx="38132">29.989999999999998</cx:pt>
          <cx:pt idx="38133">29.989999999999998</cx:pt>
          <cx:pt idx="38134">29.989999999999998</cx:pt>
          <cx:pt idx="38135">29.989999999999998</cx:pt>
          <cx:pt idx="38136">29.989999999999998</cx:pt>
          <cx:pt idx="38137">29.989999999999998</cx:pt>
          <cx:pt idx="38138">29.989999999999998</cx:pt>
          <cx:pt idx="38139">29.989999999999998</cx:pt>
          <cx:pt idx="38140">29.989999999999998</cx:pt>
          <cx:pt idx="38141">29.989999999999998</cx:pt>
          <cx:pt idx="38142">29.989999999999998</cx:pt>
          <cx:pt idx="38143">29.989999999999998</cx:pt>
          <cx:pt idx="38144">29.989999999999998</cx:pt>
          <cx:pt idx="38145">29.989999999999998</cx:pt>
          <cx:pt idx="38146">29.989999999999998</cx:pt>
          <cx:pt idx="38147">29.989999999999998</cx:pt>
          <cx:pt idx="38148">29.989999999999998</cx:pt>
          <cx:pt idx="38149">29.989999999999998</cx:pt>
          <cx:pt idx="38150">29.989999999999998</cx:pt>
          <cx:pt idx="38151">29.989999999999998</cx:pt>
          <cx:pt idx="38152">29.989999999999998</cx:pt>
          <cx:pt idx="38153">29.989999999999998</cx:pt>
          <cx:pt idx="38154">29.989999999999998</cx:pt>
          <cx:pt idx="38155">29.989999999999998</cx:pt>
          <cx:pt idx="38156">29.989999999999998</cx:pt>
          <cx:pt idx="38157">29.989999999999998</cx:pt>
          <cx:pt idx="38158">29.989999999999998</cx:pt>
          <cx:pt idx="38159">29.989999999999998</cx:pt>
          <cx:pt idx="38160">29.989999999999998</cx:pt>
          <cx:pt idx="38161">29.989999999999998</cx:pt>
          <cx:pt idx="38162">29.989999999999998</cx:pt>
          <cx:pt idx="38163">29.989999999999998</cx:pt>
          <cx:pt idx="38164">29.989999999999998</cx:pt>
          <cx:pt idx="38165">29.989999999999998</cx:pt>
          <cx:pt idx="38166">29.989999999999998</cx:pt>
          <cx:pt idx="38167">29.989999999999998</cx:pt>
          <cx:pt idx="38168">29.989999999999998</cx:pt>
          <cx:pt idx="38169">29.989999999999998</cx:pt>
          <cx:pt idx="38170">29.989999999999998</cx:pt>
          <cx:pt idx="38171">29.989999999999998</cx:pt>
          <cx:pt idx="38172">29.989999999999998</cx:pt>
          <cx:pt idx="38173">29.989999999999998</cx:pt>
          <cx:pt idx="38174">29.989999999999998</cx:pt>
          <cx:pt idx="38175">29.989999999999998</cx:pt>
          <cx:pt idx="38176">29.989999999999998</cx:pt>
          <cx:pt idx="38177">29.989999999999998</cx:pt>
          <cx:pt idx="38178">29.989999999999998</cx:pt>
          <cx:pt idx="38179">29.989999999999998</cx:pt>
          <cx:pt idx="38180">29.989999999999998</cx:pt>
          <cx:pt idx="38181">29.989999999999998</cx:pt>
          <cx:pt idx="38182">29.989999999999998</cx:pt>
          <cx:pt idx="38183">29.989999999999998</cx:pt>
          <cx:pt idx="38184">29.989999999999998</cx:pt>
          <cx:pt idx="38185">29.989999999999998</cx:pt>
          <cx:pt idx="38186">29.989999999999998</cx:pt>
          <cx:pt idx="38187">29.989999999999998</cx:pt>
          <cx:pt idx="38188">29.989999999999998</cx:pt>
          <cx:pt idx="38189">29.989999999999998</cx:pt>
          <cx:pt idx="38190">29.989999999999998</cx:pt>
          <cx:pt idx="38191">29.989999999999998</cx:pt>
          <cx:pt idx="38192">29.989999999999998</cx:pt>
          <cx:pt idx="38193">29.989999999999998</cx:pt>
          <cx:pt idx="38194">29.989999999999998</cx:pt>
          <cx:pt idx="38195">29.989999999999998</cx:pt>
          <cx:pt idx="38196">29.989999999999998</cx:pt>
          <cx:pt idx="38197">29.989999999999998</cx:pt>
          <cx:pt idx="38198">29.989999999999998</cx:pt>
          <cx:pt idx="38199">29.989999999999998</cx:pt>
          <cx:pt idx="38200">29.989999999999998</cx:pt>
          <cx:pt idx="38201">29.989999999999998</cx:pt>
          <cx:pt idx="38202">29.989999999999998</cx:pt>
          <cx:pt idx="38203">29.989999999999998</cx:pt>
          <cx:pt idx="38204">29.989999999999998</cx:pt>
          <cx:pt idx="38205">29.989999999999998</cx:pt>
          <cx:pt idx="38206">29.989999999999998</cx:pt>
          <cx:pt idx="38207">29.989999999999998</cx:pt>
          <cx:pt idx="38208">29.989999999999998</cx:pt>
          <cx:pt idx="38209">29.989999999999998</cx:pt>
          <cx:pt idx="38210">29.989999999999998</cx:pt>
          <cx:pt idx="38211">29.989999999999998</cx:pt>
          <cx:pt idx="38212">29.989999999999998</cx:pt>
          <cx:pt idx="38213">29.989999999999998</cx:pt>
          <cx:pt idx="38214">29.989999999999998</cx:pt>
          <cx:pt idx="38215">29.989999999999998</cx:pt>
          <cx:pt idx="38216">29.989999999999998</cx:pt>
          <cx:pt idx="38217">29.989999999999998</cx:pt>
          <cx:pt idx="38218">29.989999999999998</cx:pt>
          <cx:pt idx="38219">29.989999999999998</cx:pt>
          <cx:pt idx="38220">29.989999999999998</cx:pt>
          <cx:pt idx="38221">29.989999999999998</cx:pt>
          <cx:pt idx="38222">29.989999999999998</cx:pt>
          <cx:pt idx="38223">29.989999999999998</cx:pt>
          <cx:pt idx="38224">29.989999999999998</cx:pt>
          <cx:pt idx="38225">29.989999999999998</cx:pt>
          <cx:pt idx="38226">29.989999999999998</cx:pt>
          <cx:pt idx="38227">29.989999999999998</cx:pt>
          <cx:pt idx="38228">29.989999999999998</cx:pt>
          <cx:pt idx="38229">29.989999999999998</cx:pt>
          <cx:pt idx="38230">29.989999999999998</cx:pt>
          <cx:pt idx="38231">29.989999999999998</cx:pt>
          <cx:pt idx="38232">29.989999999999998</cx:pt>
          <cx:pt idx="38233">29.989999999999998</cx:pt>
          <cx:pt idx="38234">29.989999999999998</cx:pt>
          <cx:pt idx="38235">29.989999999999998</cx:pt>
          <cx:pt idx="38236">29.989999999999998</cx:pt>
          <cx:pt idx="38237">29.989999999999998</cx:pt>
          <cx:pt idx="38238">29.989999999999998</cx:pt>
          <cx:pt idx="38239">29.989999999999998</cx:pt>
          <cx:pt idx="38240">29.989999999999998</cx:pt>
          <cx:pt idx="38241">29.989999999999998</cx:pt>
          <cx:pt idx="38242">29.989999999999998</cx:pt>
          <cx:pt idx="38243">29.989999999999998</cx:pt>
          <cx:pt idx="38244">29.989999999999998</cx:pt>
          <cx:pt idx="38245">29.989999999999998</cx:pt>
          <cx:pt idx="38246">29.989999999999998</cx:pt>
          <cx:pt idx="38247">29.989999999999998</cx:pt>
          <cx:pt idx="38248">29.989999999999998</cx:pt>
          <cx:pt idx="38249">29.989999999999998</cx:pt>
          <cx:pt idx="38250">29.989999999999998</cx:pt>
          <cx:pt idx="38251">29.989999999999998</cx:pt>
          <cx:pt idx="38252">29.989999999999998</cx:pt>
          <cx:pt idx="38253">29.989999999999998</cx:pt>
          <cx:pt idx="38254">29.989999999999998</cx:pt>
          <cx:pt idx="38255">29.989999999999998</cx:pt>
          <cx:pt idx="38256">29.989999999999998</cx:pt>
          <cx:pt idx="38257">29.989999999999998</cx:pt>
          <cx:pt idx="38258">29.989999999999998</cx:pt>
          <cx:pt idx="38259">29.989999999999998</cx:pt>
          <cx:pt idx="38260">29.989999999999998</cx:pt>
          <cx:pt idx="38261">29.989999999999998</cx:pt>
          <cx:pt idx="38262">29.989999999999998</cx:pt>
          <cx:pt idx="38263">29.989999999999998</cx:pt>
          <cx:pt idx="38264">29.989999999999998</cx:pt>
          <cx:pt idx="38265">29.989999999999998</cx:pt>
          <cx:pt idx="38266">29.989999999999998</cx:pt>
          <cx:pt idx="38267">29.989999999999998</cx:pt>
          <cx:pt idx="38268">29.989999999999998</cx:pt>
          <cx:pt idx="38269">29.989999999999998</cx:pt>
          <cx:pt idx="38270">29.989999999999998</cx:pt>
          <cx:pt idx="38271">29.989999999999998</cx:pt>
          <cx:pt idx="38272">29.989999999999998</cx:pt>
          <cx:pt idx="38273">29.989999999999998</cx:pt>
          <cx:pt idx="38274">29.989999999999998</cx:pt>
          <cx:pt idx="38275">29.989999999999998</cx:pt>
          <cx:pt idx="38276">29.989999999999998</cx:pt>
          <cx:pt idx="38277">29.989999999999998</cx:pt>
          <cx:pt idx="38278">29.989999999999998</cx:pt>
          <cx:pt idx="38279">29.989999999999998</cx:pt>
          <cx:pt idx="38280">29.989999999999998</cx:pt>
          <cx:pt idx="38281">29.989999999999998</cx:pt>
          <cx:pt idx="38282">29.989999999999998</cx:pt>
          <cx:pt idx="38283">29.989999999999998</cx:pt>
          <cx:pt idx="38284">29.989999999999998</cx:pt>
          <cx:pt idx="38285">29.989999999999998</cx:pt>
          <cx:pt idx="38286">29.989999999999998</cx:pt>
          <cx:pt idx="38287">29.989999999999998</cx:pt>
          <cx:pt idx="38288">29.989999999999998</cx:pt>
          <cx:pt idx="38289">29.989999999999998</cx:pt>
          <cx:pt idx="38290">29.989999999999998</cx:pt>
          <cx:pt idx="38291">29.989999999999998</cx:pt>
          <cx:pt idx="38292">29.989999999999998</cx:pt>
          <cx:pt idx="38293">29.989999999999998</cx:pt>
          <cx:pt idx="38294">29.989999999999998</cx:pt>
          <cx:pt idx="38295">29.989999999999998</cx:pt>
          <cx:pt idx="38296">29.989999999999998</cx:pt>
          <cx:pt idx="38297">29.989999999999998</cx:pt>
          <cx:pt idx="38298">29.989999999999998</cx:pt>
          <cx:pt idx="38299">29.989999999999998</cx:pt>
          <cx:pt idx="38300">29.989999999999998</cx:pt>
          <cx:pt idx="38301">29.989999999999998</cx:pt>
          <cx:pt idx="38302">29.989999999999998</cx:pt>
          <cx:pt idx="38303">29.989999999999998</cx:pt>
          <cx:pt idx="38304">29.989999999999998</cx:pt>
          <cx:pt idx="38305">29.989999999999998</cx:pt>
          <cx:pt idx="38306">29.989999999999998</cx:pt>
          <cx:pt idx="38307">29.989999999999998</cx:pt>
          <cx:pt idx="38308">29.989999999999998</cx:pt>
          <cx:pt idx="38309">29.989999999999998</cx:pt>
          <cx:pt idx="38310">29.989999999999998</cx:pt>
          <cx:pt idx="38311">29.989999999999998</cx:pt>
          <cx:pt idx="38312">29.989999999999998</cx:pt>
          <cx:pt idx="38313">29.989999999999998</cx:pt>
          <cx:pt idx="38314">29.989999999999998</cx:pt>
          <cx:pt idx="38315">29.989999999999998</cx:pt>
          <cx:pt idx="38316">29.989999999999998</cx:pt>
          <cx:pt idx="38317">29.989999999999998</cx:pt>
          <cx:pt idx="38318">29.989999999999998</cx:pt>
          <cx:pt idx="38319">29.989999999999998</cx:pt>
          <cx:pt idx="38320">29.989999999999998</cx:pt>
          <cx:pt idx="38321">29.989999999999998</cx:pt>
          <cx:pt idx="38322">29.989999999999998</cx:pt>
          <cx:pt idx="38323">29.989999999999998</cx:pt>
          <cx:pt idx="38324">29.989999999999998</cx:pt>
          <cx:pt idx="38325">29.989999999999998</cx:pt>
          <cx:pt idx="38326">29.989999999999998</cx:pt>
          <cx:pt idx="38327">29.989999999999998</cx:pt>
          <cx:pt idx="38328">29.989999999999998</cx:pt>
          <cx:pt idx="38329">29.989999999999998</cx:pt>
          <cx:pt idx="38330">29.989999999999998</cx:pt>
          <cx:pt idx="38331">29.989999999999998</cx:pt>
          <cx:pt idx="38332">29.989999999999998</cx:pt>
          <cx:pt idx="38333">29.989999999999998</cx:pt>
          <cx:pt idx="38334">29.989999999999998</cx:pt>
          <cx:pt idx="38335">29.989999999999998</cx:pt>
          <cx:pt idx="38336">29.989999999999998</cx:pt>
          <cx:pt idx="38337">29.989999999999998</cx:pt>
          <cx:pt idx="38338">29.989999999999998</cx:pt>
          <cx:pt idx="38339">29.989999999999998</cx:pt>
          <cx:pt idx="38340">29.989999999999998</cx:pt>
          <cx:pt idx="38341">29.989999999999998</cx:pt>
          <cx:pt idx="38342">29.989999999999998</cx:pt>
          <cx:pt idx="38343">29.989999999999998</cx:pt>
          <cx:pt idx="38344">29.989999999999998</cx:pt>
          <cx:pt idx="38345">29.989999999999998</cx:pt>
          <cx:pt idx="38346">29.989999999999998</cx:pt>
          <cx:pt idx="38347">29.989999999999998</cx:pt>
          <cx:pt idx="38348">29.989999999999998</cx:pt>
          <cx:pt idx="38349">29.989999999999998</cx:pt>
          <cx:pt idx="38350">29.989999999999998</cx:pt>
          <cx:pt idx="38351">29.989999999999998</cx:pt>
          <cx:pt idx="38352">29.989999999999998</cx:pt>
          <cx:pt idx="38353">29.989999999999998</cx:pt>
          <cx:pt idx="38354">29.989999999999998</cx:pt>
          <cx:pt idx="38355">29.989999999999998</cx:pt>
          <cx:pt idx="38356">29.989999999999998</cx:pt>
          <cx:pt idx="38357">29.989999999999998</cx:pt>
          <cx:pt idx="38358">29.989999999999998</cx:pt>
          <cx:pt idx="38359">29.989999999999998</cx:pt>
          <cx:pt idx="38360">29.989999999999998</cx:pt>
          <cx:pt idx="38361">29.989999999999998</cx:pt>
          <cx:pt idx="38362">29.989999999999998</cx:pt>
          <cx:pt idx="38363">29.989999999999998</cx:pt>
          <cx:pt idx="38364">29.989999999999998</cx:pt>
          <cx:pt idx="38365">29.989999999999998</cx:pt>
          <cx:pt idx="38366">29.989999999999998</cx:pt>
          <cx:pt idx="38367">29.989999999999998</cx:pt>
          <cx:pt idx="38368">29.989999999999998</cx:pt>
          <cx:pt idx="38369">29.989999999999998</cx:pt>
          <cx:pt idx="38370">29.989999999999998</cx:pt>
          <cx:pt idx="38371">29.989999999999998</cx:pt>
          <cx:pt idx="38372">29.989999999999998</cx:pt>
          <cx:pt idx="38373">29.989999999999998</cx:pt>
          <cx:pt idx="38374">29.989999999999998</cx:pt>
          <cx:pt idx="38375">29.989999999999998</cx:pt>
          <cx:pt idx="38376">29.989999999999998</cx:pt>
          <cx:pt idx="38377">29.989999999999998</cx:pt>
          <cx:pt idx="38378">29.989999999999998</cx:pt>
          <cx:pt idx="38379">29.989999999999998</cx:pt>
          <cx:pt idx="38380">29.989999999999998</cx:pt>
          <cx:pt idx="38381">29.989999999999998</cx:pt>
          <cx:pt idx="38382">29.989999999999998</cx:pt>
          <cx:pt idx="38383">29.989999999999998</cx:pt>
          <cx:pt idx="38384">29.989999999999998</cx:pt>
          <cx:pt idx="38385">29.989999999999998</cx:pt>
          <cx:pt idx="38386">29.989999999999998</cx:pt>
          <cx:pt idx="38387">29.989999999999998</cx:pt>
          <cx:pt idx="38388">29.989999999999998</cx:pt>
          <cx:pt idx="38389">29.989999999999998</cx:pt>
          <cx:pt idx="38390">29.989999999999998</cx:pt>
          <cx:pt idx="38391">29.989999999999998</cx:pt>
          <cx:pt idx="38392">29.989999999999998</cx:pt>
          <cx:pt idx="38393">29.989999999999998</cx:pt>
          <cx:pt idx="38394">29.989999999999998</cx:pt>
          <cx:pt idx="38395">29.989999999999998</cx:pt>
          <cx:pt idx="38396">29.989999999999998</cx:pt>
          <cx:pt idx="38397">29.989999999999998</cx:pt>
          <cx:pt idx="38398">29.989999999999998</cx:pt>
          <cx:pt idx="38399">29.989999999999998</cx:pt>
          <cx:pt idx="38400">29.989999999999998</cx:pt>
          <cx:pt idx="38401">29.989999999999998</cx:pt>
          <cx:pt idx="38402">29.989999999999998</cx:pt>
          <cx:pt idx="38403">29.989999999999998</cx:pt>
          <cx:pt idx="38404">29.989999999999998</cx:pt>
          <cx:pt idx="38405">29.989999999999998</cx:pt>
          <cx:pt idx="38406">29.989999999999998</cx:pt>
          <cx:pt idx="38407">29.989999999999998</cx:pt>
          <cx:pt idx="38408">29.989999999999998</cx:pt>
          <cx:pt idx="38409">29.989999999999998</cx:pt>
          <cx:pt idx="38410">29.989999999999998</cx:pt>
          <cx:pt idx="38411">29.989999999999998</cx:pt>
          <cx:pt idx="38412">29.989999999999998</cx:pt>
          <cx:pt idx="38413">29.989999999999998</cx:pt>
          <cx:pt idx="38414">29.989999999999998</cx:pt>
          <cx:pt idx="38415">29.989999999999998</cx:pt>
          <cx:pt idx="38416">29.989999999999998</cx:pt>
          <cx:pt idx="38417">29.989999999999998</cx:pt>
          <cx:pt idx="38418">29.989999999999998</cx:pt>
          <cx:pt idx="38419">29.989999999999998</cx:pt>
          <cx:pt idx="38420">29.989999999999998</cx:pt>
          <cx:pt idx="38421">29.989999999999998</cx:pt>
          <cx:pt idx="38422">29.989999999999998</cx:pt>
          <cx:pt idx="38423">29.989999999999998</cx:pt>
          <cx:pt idx="38424">29.989999999999998</cx:pt>
          <cx:pt idx="38425">29.989999999999998</cx:pt>
          <cx:pt idx="38426">29.989999999999998</cx:pt>
          <cx:pt idx="38427">29.989999999999998</cx:pt>
          <cx:pt idx="38428">29.989999999999998</cx:pt>
          <cx:pt idx="38429">29.989999999999998</cx:pt>
          <cx:pt idx="38430">29.989999999999998</cx:pt>
          <cx:pt idx="38431">29.989999999999998</cx:pt>
          <cx:pt idx="38432">29.989999999999998</cx:pt>
          <cx:pt idx="38433">29.989999999999998</cx:pt>
          <cx:pt idx="38434">29.989999999999998</cx:pt>
          <cx:pt idx="38435">29.989999999999998</cx:pt>
          <cx:pt idx="38436">29.989999999999998</cx:pt>
          <cx:pt idx="38437">29.989999999999998</cx:pt>
          <cx:pt idx="38438">29.989999999999998</cx:pt>
          <cx:pt idx="38439">29.989999999999998</cx:pt>
          <cx:pt idx="38440">29.989999999999998</cx:pt>
          <cx:pt idx="38441">29.989999999999998</cx:pt>
          <cx:pt idx="38442">29.989999999999998</cx:pt>
          <cx:pt idx="38443">29.989999999999998</cx:pt>
          <cx:pt idx="38444">29.989999999999998</cx:pt>
          <cx:pt idx="38445">29.989999999999998</cx:pt>
          <cx:pt idx="38446">29.989999999999998</cx:pt>
          <cx:pt idx="38447">29.989999999999998</cx:pt>
          <cx:pt idx="38448">29.989999999999998</cx:pt>
          <cx:pt idx="38449">29.989999999999998</cx:pt>
          <cx:pt idx="38450">29.989999999999998</cx:pt>
          <cx:pt idx="38451">29.989999999999998</cx:pt>
          <cx:pt idx="38452">29.989999999999998</cx:pt>
          <cx:pt idx="38453">29.989999999999998</cx:pt>
          <cx:pt idx="38454">29.989999999999998</cx:pt>
          <cx:pt idx="38455">29.989999999999998</cx:pt>
          <cx:pt idx="38456">29.989999999999998</cx:pt>
          <cx:pt idx="38457">29.989999999999998</cx:pt>
          <cx:pt idx="38458">29.989999999999998</cx:pt>
          <cx:pt idx="38459">29.989999999999998</cx:pt>
          <cx:pt idx="38460">29.989999999999998</cx:pt>
          <cx:pt idx="38461">29.989999999999998</cx:pt>
          <cx:pt idx="38462">29.989999999999998</cx:pt>
          <cx:pt idx="38463">29.989999999999998</cx:pt>
          <cx:pt idx="38464">29.989999999999998</cx:pt>
          <cx:pt idx="38465">29.989999999999998</cx:pt>
          <cx:pt idx="38466">29.989999999999998</cx:pt>
          <cx:pt idx="38467">29.989999999999998</cx:pt>
          <cx:pt idx="38468">29.989999999999998</cx:pt>
          <cx:pt idx="38469">29.989999999999998</cx:pt>
          <cx:pt idx="38470">29.989999999999998</cx:pt>
          <cx:pt idx="38471">29.989999999999998</cx:pt>
          <cx:pt idx="38472">29.989999999999998</cx:pt>
          <cx:pt idx="38473">29.989999999999998</cx:pt>
          <cx:pt idx="38474">29.989999999999998</cx:pt>
          <cx:pt idx="38475">29.989999999999998</cx:pt>
          <cx:pt idx="38476">29.989999999999998</cx:pt>
          <cx:pt idx="38477">29.989999999999998</cx:pt>
          <cx:pt idx="38478">29.989999999999998</cx:pt>
          <cx:pt idx="38479">29.989999999999998</cx:pt>
          <cx:pt idx="38480">29.989999999999998</cx:pt>
          <cx:pt idx="38481">29.989999999999998</cx:pt>
          <cx:pt idx="38482">29.989999999999998</cx:pt>
          <cx:pt idx="38483">29.989999999999998</cx:pt>
          <cx:pt idx="38484">29.989999999999998</cx:pt>
          <cx:pt idx="38485">29.989999999999998</cx:pt>
          <cx:pt idx="38486">29.989999999999998</cx:pt>
          <cx:pt idx="38487">29.989999999999998</cx:pt>
          <cx:pt idx="38488">29.989999999999998</cx:pt>
          <cx:pt idx="38489">29.989999999999998</cx:pt>
          <cx:pt idx="38490">29.989999999999998</cx:pt>
          <cx:pt idx="38491">29.989999999999998</cx:pt>
          <cx:pt idx="38492">29.989999999999998</cx:pt>
          <cx:pt idx="38493">29.989999999999998</cx:pt>
          <cx:pt idx="38494">29.989999999999998</cx:pt>
          <cx:pt idx="38495">29.989999999999998</cx:pt>
          <cx:pt idx="38496">29.989999999999998</cx:pt>
          <cx:pt idx="38497">29.989999999999998</cx:pt>
          <cx:pt idx="38498">29.989999999999998</cx:pt>
          <cx:pt idx="38499">29.989999999999998</cx:pt>
          <cx:pt idx="38500">29.989999999999998</cx:pt>
          <cx:pt idx="38501">29.989999999999998</cx:pt>
          <cx:pt idx="38502">29.989999999999998</cx:pt>
          <cx:pt idx="38503">29.989999999999998</cx:pt>
          <cx:pt idx="38504">29.989999999999998</cx:pt>
          <cx:pt idx="38505">29.989999999999998</cx:pt>
          <cx:pt idx="38506">29.989999999999998</cx:pt>
          <cx:pt idx="38507">29.989999999999998</cx:pt>
          <cx:pt idx="38508">29.989999999999998</cx:pt>
          <cx:pt idx="38509">29.989999999999998</cx:pt>
          <cx:pt idx="38510">29.989999999999998</cx:pt>
          <cx:pt idx="38511">29.989999999999998</cx:pt>
          <cx:pt idx="38512">29.989999999999998</cx:pt>
          <cx:pt idx="38513">29.989999999999998</cx:pt>
          <cx:pt idx="38514">29.989999999999998</cx:pt>
          <cx:pt idx="38515">29.989999999999998</cx:pt>
          <cx:pt idx="38516">29.989999999999998</cx:pt>
          <cx:pt idx="38517">29.989999999999998</cx:pt>
          <cx:pt idx="38518">29.989999999999998</cx:pt>
          <cx:pt idx="38519">29.989999999999998</cx:pt>
          <cx:pt idx="38520">29.989999999999998</cx:pt>
          <cx:pt idx="38521">29.989999999999998</cx:pt>
          <cx:pt idx="38522">29.989999999999998</cx:pt>
          <cx:pt idx="38523">29.989999999999998</cx:pt>
          <cx:pt idx="38524">29.989999999999998</cx:pt>
          <cx:pt idx="38525">29.989999999999998</cx:pt>
          <cx:pt idx="38526">29.989999999999998</cx:pt>
          <cx:pt idx="38527">29.989999999999998</cx:pt>
          <cx:pt idx="38528">29.989999999999998</cx:pt>
          <cx:pt idx="38529">29.989999999999998</cx:pt>
          <cx:pt idx="38530">29.989999999999998</cx:pt>
          <cx:pt idx="38531">29.989999999999998</cx:pt>
          <cx:pt idx="38532">29.989999999999998</cx:pt>
          <cx:pt idx="38533">29.989999999999998</cx:pt>
          <cx:pt idx="38534">29.989999999999998</cx:pt>
          <cx:pt idx="38535">29.989999999999998</cx:pt>
          <cx:pt idx="38536">29.989999999999998</cx:pt>
          <cx:pt idx="38537">29.989999999999998</cx:pt>
          <cx:pt idx="38538">29.989999999999998</cx:pt>
          <cx:pt idx="38539">29.989999999999998</cx:pt>
          <cx:pt idx="38540">29.989999999999998</cx:pt>
          <cx:pt idx="38541">29.989999999999998</cx:pt>
          <cx:pt idx="38542">29.989999999999998</cx:pt>
          <cx:pt idx="38543">29.989999999999998</cx:pt>
          <cx:pt idx="38544">29.989999999999998</cx:pt>
          <cx:pt idx="38545">29.989999999999998</cx:pt>
          <cx:pt idx="38546">29.989999999999998</cx:pt>
          <cx:pt idx="38547">29.989999999999998</cx:pt>
          <cx:pt idx="38548">29.989999999999998</cx:pt>
          <cx:pt idx="38549">29.989999999999998</cx:pt>
          <cx:pt idx="38550">29.989999999999998</cx:pt>
          <cx:pt idx="38551">29.989999999999998</cx:pt>
          <cx:pt idx="38552">29.989999999999998</cx:pt>
          <cx:pt idx="38553">29.989999999999998</cx:pt>
          <cx:pt idx="38554">29.989999999999998</cx:pt>
          <cx:pt idx="38555">29.989999999999998</cx:pt>
          <cx:pt idx="38556">29.989999999999998</cx:pt>
          <cx:pt idx="38557">29.989999999999998</cx:pt>
          <cx:pt idx="38558">29.989999999999998</cx:pt>
          <cx:pt idx="38559">29.989999999999998</cx:pt>
          <cx:pt idx="38560">29.989999999999998</cx:pt>
          <cx:pt idx="38561">29.989999999999998</cx:pt>
          <cx:pt idx="38562">29.989999999999998</cx:pt>
          <cx:pt idx="38563">29.989999999999998</cx:pt>
          <cx:pt idx="38564">29.989999999999998</cx:pt>
          <cx:pt idx="38565">29.989999999999998</cx:pt>
          <cx:pt idx="38566">29.989999999999998</cx:pt>
          <cx:pt idx="38567">29.989999999999998</cx:pt>
          <cx:pt idx="38568">29.989999999999998</cx:pt>
          <cx:pt idx="38569">29.989999999999998</cx:pt>
          <cx:pt idx="38570">29.989999999999998</cx:pt>
          <cx:pt idx="38571">29.989999999999998</cx:pt>
          <cx:pt idx="38572">29.989999999999998</cx:pt>
          <cx:pt idx="38573">29.989999999999998</cx:pt>
          <cx:pt idx="38574">29.989999999999998</cx:pt>
          <cx:pt idx="38575">29.989999999999998</cx:pt>
          <cx:pt idx="38576">29.989999999999998</cx:pt>
          <cx:pt idx="38577">29.989999999999998</cx:pt>
          <cx:pt idx="38578">29.989999999999998</cx:pt>
          <cx:pt idx="38579">29.989999999999998</cx:pt>
          <cx:pt idx="38580">29.989999999999998</cx:pt>
          <cx:pt idx="38581">29.989999999999998</cx:pt>
          <cx:pt idx="38582">29.989999999999998</cx:pt>
          <cx:pt idx="38583">29.989999999999998</cx:pt>
          <cx:pt idx="38584">29.989999999999998</cx:pt>
          <cx:pt idx="38585">29.989999999999998</cx:pt>
          <cx:pt idx="38586">29.989999999999998</cx:pt>
          <cx:pt idx="38587">29.989999999999998</cx:pt>
          <cx:pt idx="38588">29.989999999999998</cx:pt>
          <cx:pt idx="38589">29.989999999999998</cx:pt>
          <cx:pt idx="38590">29.989999999999998</cx:pt>
          <cx:pt idx="38591">29.989999999999998</cx:pt>
          <cx:pt idx="38592">29.989999999999998</cx:pt>
          <cx:pt idx="38593">29.989999999999998</cx:pt>
          <cx:pt idx="38594">29.989999999999998</cx:pt>
          <cx:pt idx="38595">29.989999999999998</cx:pt>
          <cx:pt idx="38596">29.989999999999998</cx:pt>
          <cx:pt idx="38597">29.989999999999998</cx:pt>
          <cx:pt idx="38598">29.989999999999998</cx:pt>
          <cx:pt idx="38599">29.989999999999998</cx:pt>
          <cx:pt idx="38600">29.989999999999998</cx:pt>
          <cx:pt idx="38601">29.989999999999998</cx:pt>
          <cx:pt idx="38602">29.989999999999998</cx:pt>
          <cx:pt idx="38603">29.989999999999998</cx:pt>
          <cx:pt idx="38604">29.989999999999998</cx:pt>
          <cx:pt idx="38605">29.989999999999998</cx:pt>
          <cx:pt idx="38606">29.989999999999998</cx:pt>
          <cx:pt idx="38607">29.989999999999998</cx:pt>
          <cx:pt idx="38608">29.989999999999998</cx:pt>
          <cx:pt idx="38609">29.989999999999998</cx:pt>
          <cx:pt idx="38610">29.989999999999998</cx:pt>
          <cx:pt idx="38611">29.989999999999998</cx:pt>
          <cx:pt idx="38612">29.989999999999998</cx:pt>
          <cx:pt idx="38613">29.989999999999998</cx:pt>
          <cx:pt idx="38614">29.989999999999998</cx:pt>
          <cx:pt idx="38615">29.989999999999998</cx:pt>
          <cx:pt idx="38616">29.989999999999998</cx:pt>
          <cx:pt idx="38617">29.989999999999998</cx:pt>
          <cx:pt idx="38618">29.989999999999998</cx:pt>
          <cx:pt idx="38619">29.989999999999998</cx:pt>
          <cx:pt idx="38620">29.989999999999998</cx:pt>
          <cx:pt idx="38621">29.989999999999998</cx:pt>
          <cx:pt idx="38622">29.989999999999998</cx:pt>
          <cx:pt idx="38623">29.989999999999998</cx:pt>
          <cx:pt idx="38624">29.989999999999998</cx:pt>
          <cx:pt idx="38625">29.989999999999998</cx:pt>
          <cx:pt idx="38626">29.989999999999998</cx:pt>
          <cx:pt idx="38627">29.989999999999998</cx:pt>
          <cx:pt idx="38628">29.989999999999998</cx:pt>
          <cx:pt idx="38629">29.989999999999998</cx:pt>
          <cx:pt idx="38630">29.989999999999998</cx:pt>
          <cx:pt idx="38631">29.989999999999998</cx:pt>
          <cx:pt idx="38632">29.989999999999998</cx:pt>
          <cx:pt idx="38633">29.989999999999998</cx:pt>
          <cx:pt idx="38634">29.989999999999998</cx:pt>
          <cx:pt idx="38635">29.989999999999998</cx:pt>
          <cx:pt idx="38636">29.989999999999998</cx:pt>
          <cx:pt idx="38637">29.989999999999998</cx:pt>
          <cx:pt idx="38638">29.989999999999998</cx:pt>
          <cx:pt idx="38639">29.989999999999998</cx:pt>
          <cx:pt idx="38640">29.989999999999998</cx:pt>
          <cx:pt idx="38641">29.989999999999998</cx:pt>
          <cx:pt idx="38642">29.989999999999998</cx:pt>
          <cx:pt idx="38643">29.989999999999998</cx:pt>
          <cx:pt idx="38644">29.989999999999998</cx:pt>
          <cx:pt idx="38645">29.989999999999998</cx:pt>
          <cx:pt idx="38646">29.989999999999998</cx:pt>
          <cx:pt idx="38647">29.989999999999998</cx:pt>
          <cx:pt idx="38648">29.989999999999998</cx:pt>
          <cx:pt idx="38649">29.989999999999998</cx:pt>
          <cx:pt idx="38650">29.989999999999998</cx:pt>
          <cx:pt idx="38651">29.989999999999998</cx:pt>
          <cx:pt idx="38652">29.989999999999998</cx:pt>
          <cx:pt idx="38653">29.989999999999998</cx:pt>
          <cx:pt idx="38654">29.989999999999998</cx:pt>
          <cx:pt idx="38655">29.989999999999998</cx:pt>
          <cx:pt idx="38656">29.989999999999998</cx:pt>
          <cx:pt idx="38657">29.989999999999998</cx:pt>
          <cx:pt idx="38658">29.989999999999998</cx:pt>
          <cx:pt idx="38659">29.989999999999998</cx:pt>
          <cx:pt idx="38660">29.989999999999998</cx:pt>
          <cx:pt idx="38661">29.989999999999998</cx:pt>
          <cx:pt idx="38662">29.989999999999998</cx:pt>
          <cx:pt idx="38663">29.989999999999998</cx:pt>
          <cx:pt idx="38664">29.989999999999998</cx:pt>
          <cx:pt idx="38665">29.989999999999998</cx:pt>
          <cx:pt idx="38666">29.989999999999998</cx:pt>
          <cx:pt idx="38667">29.989999999999998</cx:pt>
          <cx:pt idx="38668">29.989999999999998</cx:pt>
          <cx:pt idx="38669">29.989999999999998</cx:pt>
          <cx:pt idx="38670">29.989999999999998</cx:pt>
          <cx:pt idx="38671">29.989999999999998</cx:pt>
          <cx:pt idx="38672">29.989999999999998</cx:pt>
          <cx:pt idx="38673">29.989999999999998</cx:pt>
          <cx:pt idx="38674">29.989999999999998</cx:pt>
          <cx:pt idx="38675">29.989999999999998</cx:pt>
          <cx:pt idx="38676">29.989999999999998</cx:pt>
          <cx:pt idx="38677">29.989999999999998</cx:pt>
          <cx:pt idx="38678">29.989999999999998</cx:pt>
          <cx:pt idx="38679">29.989999999999998</cx:pt>
          <cx:pt idx="38680">29.989999999999998</cx:pt>
          <cx:pt idx="38681">29.989999999999998</cx:pt>
          <cx:pt idx="38682">29.989999999999998</cx:pt>
          <cx:pt idx="38683">29.989999999999998</cx:pt>
          <cx:pt idx="38684">29.989999999999998</cx:pt>
          <cx:pt idx="38685">29.989999999999998</cx:pt>
          <cx:pt idx="38686">29.989999999999998</cx:pt>
          <cx:pt idx="38687">29.989999999999998</cx:pt>
          <cx:pt idx="38688">29.989999999999998</cx:pt>
          <cx:pt idx="38689">29.989999999999998</cx:pt>
          <cx:pt idx="38690">29.989999999999998</cx:pt>
          <cx:pt idx="38691">29.989999999999998</cx:pt>
          <cx:pt idx="38692">29.989999999999998</cx:pt>
          <cx:pt idx="38693">29.989999999999998</cx:pt>
          <cx:pt idx="38694">29.989999999999998</cx:pt>
          <cx:pt idx="38695">29.989999999999998</cx:pt>
          <cx:pt idx="38696">29.989999999999998</cx:pt>
          <cx:pt idx="38697">29.989999999999998</cx:pt>
          <cx:pt idx="38698">29.989999999999998</cx:pt>
          <cx:pt idx="38699">29.989999999999998</cx:pt>
          <cx:pt idx="38700">29.989999999999998</cx:pt>
          <cx:pt idx="38701">29.989999999999998</cx:pt>
          <cx:pt idx="38702">29.989999999999998</cx:pt>
          <cx:pt idx="38703">29.989999999999998</cx:pt>
          <cx:pt idx="38704">29.989999999999998</cx:pt>
          <cx:pt idx="38705">29.989999999999998</cx:pt>
          <cx:pt idx="38706">29.989999999999998</cx:pt>
          <cx:pt idx="38707">29.989999999999998</cx:pt>
          <cx:pt idx="38708">29.989999999999998</cx:pt>
          <cx:pt idx="38709">29.989999999999998</cx:pt>
          <cx:pt idx="38710">29.989999999999998</cx:pt>
          <cx:pt idx="38711">29.989999999999998</cx:pt>
          <cx:pt idx="38712">29.989999999999998</cx:pt>
          <cx:pt idx="38713">29.989999999999998</cx:pt>
          <cx:pt idx="38714">29.989999999999998</cx:pt>
          <cx:pt idx="38715">29.989999999999998</cx:pt>
          <cx:pt idx="38716">29.989999999999998</cx:pt>
          <cx:pt idx="38717">29.989999999999998</cx:pt>
          <cx:pt idx="38718">29.989999999999998</cx:pt>
          <cx:pt idx="38719">29.989999999999998</cx:pt>
          <cx:pt idx="38720">29.989999999999998</cx:pt>
          <cx:pt idx="38721">29.989999999999998</cx:pt>
          <cx:pt idx="38722">29.989999999999998</cx:pt>
          <cx:pt idx="38723">29.989999999999998</cx:pt>
          <cx:pt idx="38724">29.989999999999998</cx:pt>
          <cx:pt idx="38725">29.989999999999998</cx:pt>
          <cx:pt idx="38726">29.989999999999998</cx:pt>
          <cx:pt idx="38727">29.989999999999998</cx:pt>
          <cx:pt idx="38728">29.989999999999998</cx:pt>
          <cx:pt idx="38729">29.989999999999998</cx:pt>
          <cx:pt idx="38730">29.989999999999998</cx:pt>
          <cx:pt idx="38731">29.989999999999998</cx:pt>
          <cx:pt idx="38732">29.989999999999998</cx:pt>
          <cx:pt idx="38733">29.989999999999998</cx:pt>
          <cx:pt idx="38734">29.989999999999998</cx:pt>
          <cx:pt idx="38735">29.989999999999998</cx:pt>
          <cx:pt idx="38736">29.989999999999998</cx:pt>
          <cx:pt idx="38737">29.989999999999998</cx:pt>
          <cx:pt idx="38738">29.989999999999998</cx:pt>
          <cx:pt idx="38739">29.989999999999998</cx:pt>
          <cx:pt idx="38740">29.989999999999998</cx:pt>
          <cx:pt idx="38741">29.989999999999998</cx:pt>
          <cx:pt idx="38742">29.989999999999998</cx:pt>
          <cx:pt idx="38743">29.989999999999998</cx:pt>
          <cx:pt idx="38744">29.989999999999998</cx:pt>
          <cx:pt idx="38745">29.989999999999998</cx:pt>
          <cx:pt idx="38746">29.989999999999998</cx:pt>
          <cx:pt idx="38747">29.989999999999998</cx:pt>
          <cx:pt idx="38748">29.989999999999998</cx:pt>
          <cx:pt idx="38749">29.989999999999998</cx:pt>
          <cx:pt idx="38750">29.989999999999998</cx:pt>
          <cx:pt idx="38751">29.989999999999998</cx:pt>
          <cx:pt idx="38752">29.989999999999998</cx:pt>
          <cx:pt idx="38753">29.989999999999998</cx:pt>
          <cx:pt idx="38754">29.989999999999998</cx:pt>
          <cx:pt idx="38755">29.989999999999998</cx:pt>
          <cx:pt idx="38756">29.989999999999998</cx:pt>
          <cx:pt idx="38757">29.989999999999998</cx:pt>
          <cx:pt idx="38758">29.989999999999998</cx:pt>
          <cx:pt idx="38759">29.989999999999998</cx:pt>
          <cx:pt idx="38760">29.989999999999998</cx:pt>
          <cx:pt idx="38761">29.989999999999998</cx:pt>
          <cx:pt idx="38762">29.989999999999998</cx:pt>
          <cx:pt idx="38763">29.989999999999998</cx:pt>
          <cx:pt idx="38764">29.989999999999998</cx:pt>
          <cx:pt idx="38765">29.989999999999998</cx:pt>
          <cx:pt idx="38766">29.989999999999998</cx:pt>
          <cx:pt idx="38767">29.989999999999998</cx:pt>
          <cx:pt idx="38768">29.989999999999998</cx:pt>
          <cx:pt idx="38769">29.989999999999998</cx:pt>
          <cx:pt idx="38770">29.989999999999998</cx:pt>
          <cx:pt idx="38771">29.989999999999998</cx:pt>
          <cx:pt idx="38772">29.989999999999998</cx:pt>
          <cx:pt idx="38773">29.989999999999998</cx:pt>
          <cx:pt idx="38774">29.989999999999998</cx:pt>
          <cx:pt idx="38775">29.989999999999998</cx:pt>
          <cx:pt idx="38776">29.989999999999998</cx:pt>
          <cx:pt idx="38777">29.989999999999998</cx:pt>
          <cx:pt idx="38778">29.989999999999998</cx:pt>
          <cx:pt idx="38779">29.989999999999998</cx:pt>
          <cx:pt idx="38780">29.989999999999998</cx:pt>
          <cx:pt idx="38781">29.989999999999998</cx:pt>
          <cx:pt idx="38782">29.989999999999998</cx:pt>
          <cx:pt idx="38783">29.989999999999998</cx:pt>
          <cx:pt idx="38784">29.989999999999998</cx:pt>
          <cx:pt idx="38785">29.989999999999998</cx:pt>
          <cx:pt idx="38786">29.989999999999998</cx:pt>
          <cx:pt idx="38787">29.989999999999998</cx:pt>
          <cx:pt idx="38788">29.989999999999998</cx:pt>
          <cx:pt idx="38789">29.989999999999998</cx:pt>
          <cx:pt idx="38790">29.989999999999998</cx:pt>
          <cx:pt idx="38791">29.989999999999998</cx:pt>
          <cx:pt idx="38792">29.989999999999998</cx:pt>
          <cx:pt idx="38793">29.989999999999998</cx:pt>
          <cx:pt idx="38794">29.989999999999998</cx:pt>
          <cx:pt idx="38795">29.989999999999998</cx:pt>
          <cx:pt idx="38796">29.989999999999998</cx:pt>
          <cx:pt idx="38797">29.989999999999998</cx:pt>
          <cx:pt idx="38798">29.989999999999998</cx:pt>
          <cx:pt idx="38799">29.989999999999998</cx:pt>
          <cx:pt idx="38800">29.989999999999998</cx:pt>
          <cx:pt idx="38801">29.989999999999998</cx:pt>
          <cx:pt idx="38802">29.989999999999998</cx:pt>
          <cx:pt idx="38803">29.989999999999998</cx:pt>
          <cx:pt idx="38804">29.989999999999998</cx:pt>
          <cx:pt idx="38805">29.989999999999998</cx:pt>
          <cx:pt idx="38806">29.989999999999998</cx:pt>
          <cx:pt idx="38807">29.989999999999998</cx:pt>
          <cx:pt idx="38808">29.989999999999998</cx:pt>
          <cx:pt idx="38809">29.989999999999998</cx:pt>
          <cx:pt idx="38810">29.989999999999998</cx:pt>
          <cx:pt idx="38811">29.989999999999998</cx:pt>
          <cx:pt idx="38812">29.989999999999998</cx:pt>
          <cx:pt idx="38813">29.989999999999998</cx:pt>
          <cx:pt idx="38814">29.989999999999998</cx:pt>
          <cx:pt idx="38815">29.989999999999998</cx:pt>
          <cx:pt idx="38816">29.989999999999998</cx:pt>
          <cx:pt idx="38817">29.989999999999998</cx:pt>
          <cx:pt idx="38818">29.989999999999998</cx:pt>
          <cx:pt idx="38819">29.989999999999998</cx:pt>
          <cx:pt idx="38820">29.989999999999998</cx:pt>
          <cx:pt idx="38821">29.989999999999998</cx:pt>
          <cx:pt idx="38822">29.989999999999998</cx:pt>
          <cx:pt idx="38823">29.989999999999998</cx:pt>
          <cx:pt idx="38824">29.989999999999998</cx:pt>
          <cx:pt idx="38825">29.989999999999998</cx:pt>
          <cx:pt idx="38826">29.989999999999998</cx:pt>
          <cx:pt idx="38827">29.989999999999998</cx:pt>
          <cx:pt idx="38828">29.989999999999998</cx:pt>
          <cx:pt idx="38829">29.989999999999998</cx:pt>
          <cx:pt idx="38830">29.989999999999998</cx:pt>
          <cx:pt idx="38831">29.989999999999998</cx:pt>
          <cx:pt idx="38832">29.989999999999998</cx:pt>
          <cx:pt idx="38833">29.989999999999998</cx:pt>
          <cx:pt idx="38834">29.989999999999998</cx:pt>
          <cx:pt idx="38835">29.989999999999998</cx:pt>
          <cx:pt idx="38836">29.989999999999998</cx:pt>
          <cx:pt idx="38837">29.989999999999998</cx:pt>
          <cx:pt idx="38838">29.989999999999998</cx:pt>
          <cx:pt idx="38839">29.989999999999998</cx:pt>
          <cx:pt idx="38840">29.989999999999998</cx:pt>
          <cx:pt idx="38841">29.989999999999998</cx:pt>
          <cx:pt idx="38842">29.989999999999998</cx:pt>
          <cx:pt idx="38843">29.989999999999998</cx:pt>
          <cx:pt idx="38844">29.989999999999998</cx:pt>
          <cx:pt idx="38845">29.989999999999998</cx:pt>
          <cx:pt idx="38846">29.989999999999998</cx:pt>
          <cx:pt idx="38847">29.989999999999998</cx:pt>
          <cx:pt idx="38848">29.989999999999998</cx:pt>
          <cx:pt idx="38849">29.989999999999998</cx:pt>
          <cx:pt idx="38850">29.989999999999998</cx:pt>
          <cx:pt idx="38851">29.989999999999998</cx:pt>
          <cx:pt idx="38852">29.989999999999998</cx:pt>
          <cx:pt idx="38853">29.989999999999998</cx:pt>
          <cx:pt idx="38854">29.989999999999998</cx:pt>
          <cx:pt idx="38855">29.989999999999998</cx:pt>
          <cx:pt idx="38856">29.989999999999998</cx:pt>
          <cx:pt idx="38857">29.989999999999998</cx:pt>
          <cx:pt idx="38858">29.989999999999998</cx:pt>
          <cx:pt idx="38859">29.989999999999998</cx:pt>
          <cx:pt idx="38860">29.989999999999998</cx:pt>
          <cx:pt idx="38861">29.989999999999998</cx:pt>
          <cx:pt idx="38862">29.989999999999998</cx:pt>
          <cx:pt idx="38863">29.989999999999998</cx:pt>
          <cx:pt idx="38864">29.989999999999998</cx:pt>
          <cx:pt idx="38865">29.989999999999998</cx:pt>
          <cx:pt idx="38866">29.989999999999998</cx:pt>
          <cx:pt idx="38867">29.989999999999998</cx:pt>
          <cx:pt idx="38868">29.989999999999998</cx:pt>
          <cx:pt idx="38869">29.989999999999998</cx:pt>
          <cx:pt idx="38870">29.989999999999998</cx:pt>
          <cx:pt idx="38871">29.989999999999998</cx:pt>
          <cx:pt idx="38872">29.989999999999998</cx:pt>
          <cx:pt idx="38873">29.989999999999998</cx:pt>
          <cx:pt idx="38874">29.989999999999998</cx:pt>
          <cx:pt idx="38875">29.989999999999998</cx:pt>
          <cx:pt idx="38876">29.989999999999998</cx:pt>
          <cx:pt idx="38877">29.989999999999998</cx:pt>
          <cx:pt idx="38878">29.989999999999998</cx:pt>
          <cx:pt idx="38879">29.989999999999998</cx:pt>
          <cx:pt idx="38880">29.989999999999998</cx:pt>
          <cx:pt idx="38881">29.989999999999998</cx:pt>
          <cx:pt idx="38882">29.989999999999998</cx:pt>
          <cx:pt idx="38883">29.989999999999998</cx:pt>
          <cx:pt idx="38884">29.989999999999998</cx:pt>
          <cx:pt idx="38885">29.989999999999998</cx:pt>
          <cx:pt idx="38886">29.989999999999998</cx:pt>
          <cx:pt idx="38887">29.989999999999998</cx:pt>
          <cx:pt idx="38888">29.989999999999998</cx:pt>
          <cx:pt idx="38889">29.989999999999998</cx:pt>
          <cx:pt idx="38890">29.989999999999998</cx:pt>
          <cx:pt idx="38891">29.989999999999998</cx:pt>
          <cx:pt idx="38892">29.989999999999998</cx:pt>
          <cx:pt idx="38893">29.989999999999998</cx:pt>
          <cx:pt idx="38894">29.989999999999998</cx:pt>
          <cx:pt idx="38895">29.989999999999998</cx:pt>
          <cx:pt idx="38896">29.989999999999998</cx:pt>
          <cx:pt idx="38897">29.989999999999998</cx:pt>
          <cx:pt idx="38898">29.989999999999998</cx:pt>
          <cx:pt idx="38899">29.989999999999998</cx:pt>
          <cx:pt idx="38900">29.989999999999998</cx:pt>
          <cx:pt idx="38901">29.989999999999998</cx:pt>
          <cx:pt idx="38902">29.989999999999998</cx:pt>
          <cx:pt idx="38903">29.989999999999998</cx:pt>
          <cx:pt idx="38904">29.989999999999998</cx:pt>
          <cx:pt idx="38905">29.989999999999998</cx:pt>
          <cx:pt idx="38906">29.989999999999998</cx:pt>
          <cx:pt idx="38907">29.989999999999998</cx:pt>
          <cx:pt idx="38908">29.989999999999998</cx:pt>
          <cx:pt idx="38909">29.989999999999998</cx:pt>
          <cx:pt idx="38910">29.989999999999998</cx:pt>
          <cx:pt idx="38911">29.989999999999998</cx:pt>
          <cx:pt idx="38912">29.989999999999998</cx:pt>
          <cx:pt idx="38913">29.989999999999998</cx:pt>
          <cx:pt idx="38914">29.989999999999998</cx:pt>
          <cx:pt idx="38915">29.989999999999998</cx:pt>
          <cx:pt idx="38916">29.989999999999998</cx:pt>
          <cx:pt idx="38917">29.989999999999998</cx:pt>
          <cx:pt idx="38918">29.989999999999998</cx:pt>
          <cx:pt idx="38919">29.989999999999998</cx:pt>
          <cx:pt idx="38920">29.989999999999998</cx:pt>
          <cx:pt idx="38921">29.989999999999998</cx:pt>
          <cx:pt idx="38922">29.989999999999998</cx:pt>
          <cx:pt idx="38923">29.989999999999998</cx:pt>
          <cx:pt idx="38924">29.989999999999998</cx:pt>
          <cx:pt idx="38925">29.989999999999998</cx:pt>
          <cx:pt idx="38926">29.989999999999998</cx:pt>
          <cx:pt idx="38927">29.989999999999998</cx:pt>
          <cx:pt idx="38928">29.989999999999998</cx:pt>
          <cx:pt idx="38929">29.989999999999998</cx:pt>
          <cx:pt idx="38930">29.989999999999998</cx:pt>
          <cx:pt idx="38931">29.989999999999998</cx:pt>
          <cx:pt idx="38932">29.989999999999998</cx:pt>
          <cx:pt idx="38933">29.989999999999998</cx:pt>
          <cx:pt idx="38934">29.989999999999998</cx:pt>
          <cx:pt idx="38935">29.989999999999998</cx:pt>
          <cx:pt idx="38936">29.989999999999998</cx:pt>
          <cx:pt idx="38937">29.989999999999998</cx:pt>
          <cx:pt idx="38938">29.989999999999998</cx:pt>
          <cx:pt idx="38939">29.989999999999998</cx:pt>
          <cx:pt idx="38940">29.989999999999998</cx:pt>
          <cx:pt idx="38941">29.989999999999998</cx:pt>
          <cx:pt idx="38942">29.989999999999998</cx:pt>
          <cx:pt idx="38943">29.989999999999998</cx:pt>
          <cx:pt idx="38944">29.989999999999998</cx:pt>
          <cx:pt idx="38945">29.989999999999998</cx:pt>
          <cx:pt idx="38946">29.989999999999998</cx:pt>
          <cx:pt idx="38947">29.989999999999998</cx:pt>
          <cx:pt idx="38948">29.989999999999998</cx:pt>
          <cx:pt idx="38949">29.989999999999998</cx:pt>
          <cx:pt idx="38950">29.989999999999998</cx:pt>
          <cx:pt idx="38951">29.989999999999998</cx:pt>
          <cx:pt idx="38952">29.989999999999998</cx:pt>
          <cx:pt idx="38953">29.989999999999998</cx:pt>
          <cx:pt idx="38954">29.989999999999998</cx:pt>
          <cx:pt idx="38955">29.989999999999998</cx:pt>
          <cx:pt idx="38956">29.989999999999998</cx:pt>
          <cx:pt idx="38957">29.989999999999998</cx:pt>
          <cx:pt idx="38958">29.989999999999998</cx:pt>
          <cx:pt idx="38959">29.989999999999998</cx:pt>
          <cx:pt idx="38960">29.989999999999998</cx:pt>
          <cx:pt idx="38961">29.989999999999998</cx:pt>
          <cx:pt idx="38962">29.989999999999998</cx:pt>
          <cx:pt idx="38963">29.989999999999998</cx:pt>
          <cx:pt idx="38964">29.989999999999998</cx:pt>
          <cx:pt idx="38965">29.989999999999998</cx:pt>
          <cx:pt idx="38966">29.989999999999998</cx:pt>
          <cx:pt idx="38967">29.989999999999998</cx:pt>
          <cx:pt idx="38968">29.989999999999998</cx:pt>
          <cx:pt idx="38969">29.989999999999998</cx:pt>
          <cx:pt idx="38970">29.989999999999998</cx:pt>
          <cx:pt idx="38971">29.989999999999998</cx:pt>
          <cx:pt idx="38972">29.989999999999998</cx:pt>
          <cx:pt idx="38973">29.989999999999998</cx:pt>
          <cx:pt idx="38974">29.989999999999998</cx:pt>
          <cx:pt idx="38975">29.989999999999998</cx:pt>
          <cx:pt idx="38976">29.989999999999998</cx:pt>
          <cx:pt idx="38977">29.989999999999998</cx:pt>
          <cx:pt idx="38978">29.989999999999998</cx:pt>
          <cx:pt idx="38979">29.989999999999998</cx:pt>
          <cx:pt idx="38980">29.989999999999998</cx:pt>
          <cx:pt idx="38981">29.989999999999998</cx:pt>
          <cx:pt idx="38982">29.989999999999998</cx:pt>
          <cx:pt idx="38983">29.989999999999998</cx:pt>
          <cx:pt idx="38984">29.989999999999998</cx:pt>
          <cx:pt idx="38985">29.989999999999998</cx:pt>
          <cx:pt idx="38986">29.989999999999998</cx:pt>
          <cx:pt idx="38987">29.989999999999998</cx:pt>
          <cx:pt idx="38988">29.989999999999998</cx:pt>
          <cx:pt idx="38989">29.989999999999998</cx:pt>
          <cx:pt idx="38990">29.989999999999998</cx:pt>
          <cx:pt idx="38991">29.989999999999998</cx:pt>
          <cx:pt idx="38992">29.989999999999998</cx:pt>
          <cx:pt idx="38993">29.989999999999998</cx:pt>
          <cx:pt idx="38994">29.989999999999998</cx:pt>
          <cx:pt idx="38995">29.989999999999998</cx:pt>
          <cx:pt idx="38996">29.989999999999998</cx:pt>
          <cx:pt idx="38997">29.989999999999998</cx:pt>
          <cx:pt idx="38998">29.989999999999998</cx:pt>
          <cx:pt idx="38999">29.989999999999998</cx:pt>
          <cx:pt idx="39000">29.989999999999998</cx:pt>
          <cx:pt idx="39001">29.989999999999998</cx:pt>
          <cx:pt idx="39002">29.989999999999998</cx:pt>
          <cx:pt idx="39003">29.989999999999998</cx:pt>
          <cx:pt idx="39004">29.989999999999998</cx:pt>
          <cx:pt idx="39005">29.989999999999998</cx:pt>
          <cx:pt idx="39006">29.989999999999998</cx:pt>
          <cx:pt idx="39007">29.989999999999998</cx:pt>
          <cx:pt idx="39008">29.989999999999998</cx:pt>
          <cx:pt idx="39009">29.989999999999998</cx:pt>
          <cx:pt idx="39010">29.989999999999998</cx:pt>
          <cx:pt idx="39011">29.989999999999998</cx:pt>
          <cx:pt idx="39012">29.989999999999998</cx:pt>
          <cx:pt idx="39013">29.989999999999998</cx:pt>
          <cx:pt idx="39014">29.989999999999998</cx:pt>
          <cx:pt idx="39015">29.989999999999998</cx:pt>
          <cx:pt idx="39016">29.989999999999998</cx:pt>
          <cx:pt idx="39017">29.989999999999998</cx:pt>
          <cx:pt idx="39018">29.989999999999998</cx:pt>
          <cx:pt idx="39019">29.989999999999998</cx:pt>
          <cx:pt idx="39020">29.989999999999998</cx:pt>
          <cx:pt idx="39021">29.989999999999998</cx:pt>
          <cx:pt idx="39022">29.989999999999998</cx:pt>
          <cx:pt idx="39023">29.989999999999998</cx:pt>
          <cx:pt idx="39024">29.989999999999998</cx:pt>
          <cx:pt idx="39025">29.989999999999998</cx:pt>
          <cx:pt idx="39026">29.989999999999998</cx:pt>
          <cx:pt idx="39027">29.989999999999998</cx:pt>
          <cx:pt idx="39028">29.989999999999998</cx:pt>
          <cx:pt idx="39029">29.989999999999998</cx:pt>
          <cx:pt idx="39030">29.989999999999998</cx:pt>
          <cx:pt idx="39031">29.989999999999998</cx:pt>
          <cx:pt idx="39032">29.989999999999998</cx:pt>
          <cx:pt idx="39033">29.989999999999998</cx:pt>
          <cx:pt idx="39034">29.989999999999998</cx:pt>
          <cx:pt idx="39035">29.989999999999998</cx:pt>
          <cx:pt idx="39036">29.989999999999998</cx:pt>
          <cx:pt idx="39037">29.989999999999998</cx:pt>
          <cx:pt idx="39038">29.989999999999998</cx:pt>
          <cx:pt idx="39039">29.989999999999998</cx:pt>
          <cx:pt idx="39040">29.989999999999998</cx:pt>
          <cx:pt idx="39041">29.989999999999998</cx:pt>
          <cx:pt idx="39042">29.989999999999998</cx:pt>
          <cx:pt idx="39043">29.989999999999998</cx:pt>
          <cx:pt idx="39044">29.989999999999998</cx:pt>
          <cx:pt idx="39045">29.989999999999998</cx:pt>
          <cx:pt idx="39046">29.989999999999998</cx:pt>
          <cx:pt idx="39047">29.989999999999998</cx:pt>
          <cx:pt idx="39048">29.989999999999998</cx:pt>
          <cx:pt idx="39049">29.989999999999998</cx:pt>
          <cx:pt idx="39050">29.989999999999998</cx:pt>
          <cx:pt idx="39051">29.989999999999998</cx:pt>
          <cx:pt idx="39052">29.989999999999998</cx:pt>
          <cx:pt idx="39053">29.989999999999998</cx:pt>
          <cx:pt idx="39054">29.989999999999998</cx:pt>
          <cx:pt idx="39055">29.989999999999998</cx:pt>
          <cx:pt idx="39056">29.989999999999998</cx:pt>
          <cx:pt idx="39057">29.989999999999998</cx:pt>
          <cx:pt idx="39058">29.989999999999998</cx:pt>
          <cx:pt idx="39059">29.989999999999998</cx:pt>
          <cx:pt idx="39060">29.989999999999998</cx:pt>
          <cx:pt idx="39061">29.989999999999998</cx:pt>
          <cx:pt idx="39062">29.989999999999998</cx:pt>
          <cx:pt idx="39063">29.989999999999998</cx:pt>
          <cx:pt idx="39064">29.989999999999998</cx:pt>
          <cx:pt idx="39065">29.989999999999998</cx:pt>
          <cx:pt idx="39066">29.989999999999998</cx:pt>
          <cx:pt idx="39067">29.989999999999998</cx:pt>
          <cx:pt idx="39068">29.989999999999998</cx:pt>
          <cx:pt idx="39069">29.989999999999998</cx:pt>
          <cx:pt idx="39070">29.989999999999998</cx:pt>
          <cx:pt idx="39071">29.989999999999998</cx:pt>
          <cx:pt idx="39072">29.989999999999998</cx:pt>
          <cx:pt idx="39073">29.989999999999998</cx:pt>
          <cx:pt idx="39074">29.989999999999998</cx:pt>
          <cx:pt idx="39075">29.989999999999998</cx:pt>
          <cx:pt idx="39076">29.989999999999998</cx:pt>
          <cx:pt idx="39077">29.989999999999998</cx:pt>
          <cx:pt idx="39078">29.989999999999998</cx:pt>
          <cx:pt idx="39079">29.989999999999998</cx:pt>
          <cx:pt idx="39080">29.989999999999998</cx:pt>
          <cx:pt idx="39081">29.989999999999998</cx:pt>
          <cx:pt idx="39082">29.989999999999998</cx:pt>
          <cx:pt idx="39083">29.989999999999998</cx:pt>
          <cx:pt idx="39084">29.989999999999998</cx:pt>
          <cx:pt idx="39085">29.989999999999998</cx:pt>
          <cx:pt idx="39086">29.989999999999998</cx:pt>
          <cx:pt idx="39087">29.989999999999998</cx:pt>
          <cx:pt idx="39088">29.989999999999998</cx:pt>
          <cx:pt idx="39089">29.989999999999998</cx:pt>
          <cx:pt idx="39090">29.989999999999998</cx:pt>
          <cx:pt idx="39091">29.989999999999998</cx:pt>
          <cx:pt idx="39092">29.989999999999998</cx:pt>
          <cx:pt idx="39093">29.989999999999998</cx:pt>
          <cx:pt idx="39094">29.989999999999998</cx:pt>
          <cx:pt idx="39095">29.989999999999998</cx:pt>
          <cx:pt idx="39096">29.989999999999998</cx:pt>
          <cx:pt idx="39097">29.989999999999998</cx:pt>
          <cx:pt idx="39098">29.989999999999998</cx:pt>
          <cx:pt idx="39099">29.989999999999998</cx:pt>
          <cx:pt idx="39100">29.989999999999998</cx:pt>
          <cx:pt idx="39101">29.989999999999998</cx:pt>
          <cx:pt idx="39102">29.989999999999998</cx:pt>
          <cx:pt idx="39103">29.989999999999998</cx:pt>
          <cx:pt idx="39104">29.989999999999998</cx:pt>
          <cx:pt idx="39105">29.989999999999998</cx:pt>
          <cx:pt idx="39106">29.989999999999998</cx:pt>
          <cx:pt idx="39107">29.989999999999998</cx:pt>
          <cx:pt idx="39108">29.989999999999998</cx:pt>
          <cx:pt idx="39109">29.989999999999998</cx:pt>
          <cx:pt idx="39110">29.989999999999998</cx:pt>
          <cx:pt idx="39111">29.989999999999998</cx:pt>
          <cx:pt idx="39112">29.989999999999998</cx:pt>
          <cx:pt idx="39113">29.989999999999998</cx:pt>
          <cx:pt idx="39114">29.989999999999998</cx:pt>
          <cx:pt idx="39115">29.989999999999998</cx:pt>
          <cx:pt idx="39116">29.989999999999998</cx:pt>
          <cx:pt idx="39117">29.989999999999998</cx:pt>
          <cx:pt idx="39118">29.989999999999998</cx:pt>
          <cx:pt idx="39119">29.989999999999998</cx:pt>
          <cx:pt idx="39120">29.989999999999998</cx:pt>
          <cx:pt idx="39121">29.989999999999998</cx:pt>
          <cx:pt idx="39122">29.989999999999998</cx:pt>
          <cx:pt idx="39123">29.989999999999998</cx:pt>
          <cx:pt idx="39124">29.989999999999998</cx:pt>
          <cx:pt idx="39125">29.989999999999998</cx:pt>
          <cx:pt idx="39126">29.989999999999998</cx:pt>
          <cx:pt idx="39127">29.989999999999998</cx:pt>
          <cx:pt idx="39128">29.989999999999998</cx:pt>
          <cx:pt idx="39129">29.989999999999998</cx:pt>
          <cx:pt idx="39130">29.989999999999998</cx:pt>
          <cx:pt idx="39131">29.989999999999998</cx:pt>
          <cx:pt idx="39132">29.989999999999998</cx:pt>
          <cx:pt idx="39133">29.989999999999998</cx:pt>
          <cx:pt idx="39134">29.989999999999998</cx:pt>
          <cx:pt idx="39135">29.989999999999998</cx:pt>
          <cx:pt idx="39136">29.989999999999998</cx:pt>
          <cx:pt idx="39137">29.989999999999998</cx:pt>
          <cx:pt idx="39138">29.989999999999998</cx:pt>
          <cx:pt idx="39139">29.989999999999998</cx:pt>
          <cx:pt idx="39140">29.989999999999998</cx:pt>
          <cx:pt idx="39141">29.989999999999998</cx:pt>
          <cx:pt idx="39142">29.989999999999998</cx:pt>
          <cx:pt idx="39143">29.989999999999998</cx:pt>
          <cx:pt idx="39144">29.989999999999998</cx:pt>
          <cx:pt idx="39145">29.989999999999998</cx:pt>
          <cx:pt idx="39146">29.989999999999998</cx:pt>
          <cx:pt idx="39147">29.989999999999998</cx:pt>
          <cx:pt idx="39148">29.989999999999998</cx:pt>
          <cx:pt idx="39149">29.989999999999998</cx:pt>
          <cx:pt idx="39150">29.989999999999998</cx:pt>
          <cx:pt idx="39151">29.989999999999998</cx:pt>
          <cx:pt idx="39152">29.989999999999998</cx:pt>
          <cx:pt idx="39153">29.989999999999998</cx:pt>
          <cx:pt idx="39154">29.989999999999998</cx:pt>
          <cx:pt idx="39155">29.989999999999998</cx:pt>
          <cx:pt idx="39156">29.989999999999998</cx:pt>
          <cx:pt idx="39157">29.989999999999998</cx:pt>
          <cx:pt idx="39158">29.989999999999998</cx:pt>
          <cx:pt idx="39159">29.989999999999998</cx:pt>
          <cx:pt idx="39160">29.989999999999998</cx:pt>
          <cx:pt idx="39161">29.989999999999998</cx:pt>
          <cx:pt idx="39162">29.989999999999998</cx:pt>
          <cx:pt idx="39163">29.989999999999998</cx:pt>
          <cx:pt idx="39164">29.989999999999998</cx:pt>
          <cx:pt idx="39165">29.989999999999998</cx:pt>
          <cx:pt idx="39166">29.989999999999998</cx:pt>
          <cx:pt idx="39167">29.989999999999998</cx:pt>
          <cx:pt idx="39168">29.989999999999998</cx:pt>
          <cx:pt idx="39169">29.989999999999998</cx:pt>
          <cx:pt idx="39170">29.989999999999998</cx:pt>
          <cx:pt idx="39171">29.989999999999998</cx:pt>
          <cx:pt idx="39172">29.989999999999998</cx:pt>
          <cx:pt idx="39173">29.989999999999998</cx:pt>
          <cx:pt idx="39174">29.989999999999998</cx:pt>
          <cx:pt idx="39175">29.989999999999998</cx:pt>
          <cx:pt idx="39176">29.989999999999998</cx:pt>
          <cx:pt idx="39177">29.989999999999998</cx:pt>
          <cx:pt idx="39178">29.989999999999998</cx:pt>
          <cx:pt idx="39179">29.989999999999998</cx:pt>
          <cx:pt idx="39180">29.989999999999998</cx:pt>
          <cx:pt idx="39181">29.989999999999998</cx:pt>
          <cx:pt idx="39182">29.989999999999998</cx:pt>
          <cx:pt idx="39183">29.989999999999998</cx:pt>
          <cx:pt idx="39184">29.989999999999998</cx:pt>
          <cx:pt idx="39185">29.989999999999998</cx:pt>
          <cx:pt idx="39186">29.989999999999998</cx:pt>
          <cx:pt idx="39187">29.989999999999998</cx:pt>
          <cx:pt idx="39188">29.989999999999998</cx:pt>
          <cx:pt idx="39189">29.989999999999998</cx:pt>
          <cx:pt idx="39190">29.989999999999998</cx:pt>
          <cx:pt idx="39191">29.989999999999998</cx:pt>
          <cx:pt idx="39192">29.989999999999998</cx:pt>
          <cx:pt idx="39193">29.989999999999998</cx:pt>
          <cx:pt idx="39194">29.989999999999998</cx:pt>
          <cx:pt idx="39195">29.989999999999998</cx:pt>
          <cx:pt idx="39196">29.989999999999998</cx:pt>
          <cx:pt idx="39197">29.989999999999998</cx:pt>
          <cx:pt idx="39198">29.989999999999998</cx:pt>
          <cx:pt idx="39199">29.989999999999998</cx:pt>
          <cx:pt idx="39200">29.989999999999998</cx:pt>
          <cx:pt idx="39201">29.989999999999998</cx:pt>
          <cx:pt idx="39202">29.989999999999998</cx:pt>
          <cx:pt idx="39203">29.989999999999998</cx:pt>
          <cx:pt idx="39204">29.989999999999998</cx:pt>
          <cx:pt idx="39205">29.989999999999998</cx:pt>
          <cx:pt idx="39206">29.989999999999998</cx:pt>
          <cx:pt idx="39207">29.989999999999998</cx:pt>
          <cx:pt idx="39208">29.989999999999998</cx:pt>
          <cx:pt idx="39209">29.989999999999998</cx:pt>
          <cx:pt idx="39210">29.989999999999998</cx:pt>
          <cx:pt idx="39211">29.989999999999998</cx:pt>
          <cx:pt idx="39212">29.989999999999998</cx:pt>
          <cx:pt idx="39213">29.989999999999998</cx:pt>
          <cx:pt idx="39214">29.989999999999998</cx:pt>
          <cx:pt idx="39215">29.989999999999998</cx:pt>
          <cx:pt idx="39216">29.989999999999998</cx:pt>
          <cx:pt idx="39217">29.989999999999998</cx:pt>
          <cx:pt idx="39218">29.989999999999998</cx:pt>
          <cx:pt idx="39219">29.989999999999998</cx:pt>
          <cx:pt idx="39220">29.989999999999998</cx:pt>
          <cx:pt idx="39221">29.989999999999998</cx:pt>
          <cx:pt idx="39222">29.989999999999998</cx:pt>
          <cx:pt idx="39223">29.989999999999998</cx:pt>
          <cx:pt idx="39224">29.989999999999998</cx:pt>
          <cx:pt idx="39225">29.989999999999998</cx:pt>
          <cx:pt idx="39226">29.989999999999998</cx:pt>
          <cx:pt idx="39227">29.989999999999998</cx:pt>
          <cx:pt idx="39228">29.989999999999998</cx:pt>
          <cx:pt idx="39229">29.989999999999998</cx:pt>
          <cx:pt idx="39230">29.989999999999998</cx:pt>
          <cx:pt idx="39231">29.989999999999998</cx:pt>
          <cx:pt idx="39232">29.989999999999998</cx:pt>
          <cx:pt idx="39233">29.989999999999998</cx:pt>
          <cx:pt idx="39234">29.989999999999998</cx:pt>
          <cx:pt idx="39235">29.989999999999998</cx:pt>
          <cx:pt idx="39236">29.989999999999998</cx:pt>
          <cx:pt idx="39237">29.989999999999998</cx:pt>
          <cx:pt idx="39238">29.989999999999998</cx:pt>
          <cx:pt idx="39239">29.989999999999998</cx:pt>
          <cx:pt idx="39240">29.989999999999998</cx:pt>
          <cx:pt idx="39241">29.989999999999998</cx:pt>
          <cx:pt idx="39242">29.989999999999998</cx:pt>
          <cx:pt idx="39243">29.989999999999998</cx:pt>
          <cx:pt idx="39244">29.989999999999998</cx:pt>
          <cx:pt idx="39245">29.989999999999998</cx:pt>
          <cx:pt idx="39246">29.989999999999998</cx:pt>
          <cx:pt idx="39247">29.989999999999998</cx:pt>
          <cx:pt idx="39248">29.989999999999998</cx:pt>
          <cx:pt idx="39249">29.989999999999998</cx:pt>
          <cx:pt idx="39250">29.989999999999998</cx:pt>
          <cx:pt idx="39251">29.989999999999998</cx:pt>
          <cx:pt idx="39252">29.989999999999998</cx:pt>
          <cx:pt idx="39253">29.989999999999998</cx:pt>
          <cx:pt idx="39254">29.989999999999998</cx:pt>
          <cx:pt idx="39255">29.989999999999998</cx:pt>
          <cx:pt idx="39256">29.989999999999998</cx:pt>
          <cx:pt idx="39257">29.989999999999998</cx:pt>
          <cx:pt idx="39258">29.989999999999998</cx:pt>
          <cx:pt idx="39259">29.989999999999998</cx:pt>
          <cx:pt idx="39260">29.989999999999998</cx:pt>
          <cx:pt idx="39261">29.989999999999998</cx:pt>
          <cx:pt idx="39262">29.989999999999998</cx:pt>
          <cx:pt idx="39263">29.989999999999998</cx:pt>
          <cx:pt idx="39264">29.989999999999998</cx:pt>
          <cx:pt idx="39265">29.989999999999998</cx:pt>
          <cx:pt idx="39266">29.989999999999998</cx:pt>
          <cx:pt idx="39267">29.989999999999998</cx:pt>
          <cx:pt idx="39268">29.989999999999998</cx:pt>
          <cx:pt idx="39269">29.989999999999998</cx:pt>
          <cx:pt idx="39270">29.989999999999998</cx:pt>
          <cx:pt idx="39271">29.989999999999998</cx:pt>
          <cx:pt idx="39272">29.989999999999998</cx:pt>
          <cx:pt idx="39273">29.989999999999998</cx:pt>
          <cx:pt idx="39274">29.989999999999998</cx:pt>
          <cx:pt idx="39275">29.989999999999998</cx:pt>
          <cx:pt idx="39276">29.989999999999998</cx:pt>
          <cx:pt idx="39277">29.989999999999998</cx:pt>
          <cx:pt idx="39278">29.989999999999998</cx:pt>
          <cx:pt idx="39279">29.989999999999998</cx:pt>
          <cx:pt idx="39280">29.989999999999998</cx:pt>
          <cx:pt idx="39281">29.989999999999998</cx:pt>
          <cx:pt idx="39282">29.989999999999998</cx:pt>
          <cx:pt idx="39283">29.989999999999998</cx:pt>
          <cx:pt idx="39284">29.989999999999998</cx:pt>
          <cx:pt idx="39285">29.989999999999998</cx:pt>
          <cx:pt idx="39286">29.989999999999998</cx:pt>
          <cx:pt idx="39287">29.989999999999998</cx:pt>
          <cx:pt idx="39288">29.989999999999998</cx:pt>
          <cx:pt idx="39289">29.989999999999998</cx:pt>
          <cx:pt idx="39290">29.989999999999998</cx:pt>
          <cx:pt idx="39291">29.989999999999998</cx:pt>
          <cx:pt idx="39292">29.989999999999998</cx:pt>
          <cx:pt idx="39293">29.989999999999998</cx:pt>
          <cx:pt idx="39294">29.989999999999998</cx:pt>
          <cx:pt idx="39295">29.989999999999998</cx:pt>
          <cx:pt idx="39296">29.989999999999998</cx:pt>
          <cx:pt idx="39297">29.989999999999998</cx:pt>
          <cx:pt idx="39298">29.989999999999998</cx:pt>
          <cx:pt idx="39299">29.989999999999998</cx:pt>
          <cx:pt idx="39300">29.989999999999998</cx:pt>
          <cx:pt idx="39301">29.989999999999998</cx:pt>
          <cx:pt idx="39302">29.989999999999998</cx:pt>
          <cx:pt idx="39303">29.989999999999998</cx:pt>
          <cx:pt idx="39304">29.989999999999998</cx:pt>
          <cx:pt idx="39305">29.989999999999998</cx:pt>
          <cx:pt idx="39306">29.989999999999998</cx:pt>
          <cx:pt idx="39307">29.989999999999998</cx:pt>
          <cx:pt idx="39308">29.989999999999998</cx:pt>
          <cx:pt idx="39309">29.989999999999998</cx:pt>
          <cx:pt idx="39310">29.989999999999998</cx:pt>
          <cx:pt idx="39311">29.989999999999998</cx:pt>
          <cx:pt idx="39312">29.989999999999998</cx:pt>
          <cx:pt idx="39313">29.989999999999998</cx:pt>
          <cx:pt idx="39314">29.989999999999998</cx:pt>
          <cx:pt idx="39315">29.989999999999998</cx:pt>
          <cx:pt idx="39316">29.989999999999998</cx:pt>
          <cx:pt idx="39317">29.989999999999998</cx:pt>
          <cx:pt idx="39318">29.989999999999998</cx:pt>
          <cx:pt idx="39319">29.989999999999998</cx:pt>
          <cx:pt idx="39320">29.989999999999998</cx:pt>
          <cx:pt idx="39321">29.989999999999998</cx:pt>
          <cx:pt idx="39322">29.989999999999998</cx:pt>
          <cx:pt idx="39323">29.989999999999998</cx:pt>
          <cx:pt idx="39324">29.989999999999998</cx:pt>
          <cx:pt idx="39325">29.989999999999998</cx:pt>
          <cx:pt idx="39326">29.989999999999998</cx:pt>
          <cx:pt idx="39327">29.989999999999998</cx:pt>
          <cx:pt idx="39328">29.989999999999998</cx:pt>
          <cx:pt idx="39329">29.989999999999998</cx:pt>
          <cx:pt idx="39330">29.989999999999998</cx:pt>
          <cx:pt idx="39331">29.989999999999998</cx:pt>
          <cx:pt idx="39332">29.989999999999998</cx:pt>
          <cx:pt idx="39333">29.989999999999998</cx:pt>
          <cx:pt idx="39334">29.989999999999998</cx:pt>
          <cx:pt idx="39335">29.989999999999998</cx:pt>
          <cx:pt idx="39336">29.989999999999998</cx:pt>
          <cx:pt idx="39337">29.989999999999998</cx:pt>
          <cx:pt idx="39338">29.989999999999998</cx:pt>
          <cx:pt idx="39339">29.989999999999998</cx:pt>
          <cx:pt idx="39340">29.989999999999998</cx:pt>
          <cx:pt idx="39341">29.989999999999998</cx:pt>
          <cx:pt idx="39342">29.989999999999998</cx:pt>
          <cx:pt idx="39343">29.989999999999998</cx:pt>
          <cx:pt idx="39344">29.989999999999998</cx:pt>
          <cx:pt idx="39345">29.989999999999998</cx:pt>
          <cx:pt idx="39346">29.989999999999998</cx:pt>
          <cx:pt idx="39347">29.989999999999998</cx:pt>
          <cx:pt idx="39348">29.989999999999998</cx:pt>
          <cx:pt idx="39349">29.989999999999998</cx:pt>
          <cx:pt idx="39350">29.989999999999998</cx:pt>
          <cx:pt idx="39351">29.989999999999998</cx:pt>
          <cx:pt idx="39352">29.989999999999998</cx:pt>
          <cx:pt idx="39353">29.989999999999998</cx:pt>
          <cx:pt idx="39354">29.989999999999998</cx:pt>
          <cx:pt idx="39355">29.989999999999998</cx:pt>
          <cx:pt idx="39356">29.989999999999998</cx:pt>
          <cx:pt idx="39357">29.989999999999998</cx:pt>
          <cx:pt idx="39358">29.989999999999998</cx:pt>
          <cx:pt idx="39359">29.989999999999998</cx:pt>
          <cx:pt idx="39360">29.989999999999998</cx:pt>
          <cx:pt idx="39361">29.989999999999998</cx:pt>
          <cx:pt idx="39362">29.989999999999998</cx:pt>
          <cx:pt idx="39363">29.989999999999998</cx:pt>
          <cx:pt idx="39364">29.989999999999998</cx:pt>
          <cx:pt idx="39365">29.989999999999998</cx:pt>
          <cx:pt idx="39366">29.989999999999998</cx:pt>
          <cx:pt idx="39367">29.989999999999998</cx:pt>
          <cx:pt idx="39368">29.989999999999998</cx:pt>
          <cx:pt idx="39369">29.989999999999998</cx:pt>
          <cx:pt idx="39370">29.989999999999998</cx:pt>
          <cx:pt idx="39371">29.989999999999998</cx:pt>
          <cx:pt idx="39372">29.989999999999998</cx:pt>
          <cx:pt idx="39373">29.989999999999998</cx:pt>
          <cx:pt idx="39374">29.989999999999998</cx:pt>
          <cx:pt idx="39375">29.989999999999998</cx:pt>
          <cx:pt idx="39376">29.989999999999998</cx:pt>
          <cx:pt idx="39377">29.989999999999998</cx:pt>
          <cx:pt idx="39378">29.989999999999998</cx:pt>
          <cx:pt idx="39379">29.989999999999998</cx:pt>
          <cx:pt idx="39380">29.989999999999998</cx:pt>
          <cx:pt idx="39381">29.989999999999998</cx:pt>
          <cx:pt idx="39382">29.989999999999998</cx:pt>
          <cx:pt idx="39383">29.989999999999998</cx:pt>
          <cx:pt idx="39384">29.989999999999998</cx:pt>
          <cx:pt idx="39385">29.989999999999998</cx:pt>
          <cx:pt idx="39386">29.989999999999998</cx:pt>
          <cx:pt idx="39387">29.989999999999998</cx:pt>
          <cx:pt idx="39388">29.989999999999998</cx:pt>
          <cx:pt idx="39389">29.989999999999998</cx:pt>
          <cx:pt idx="39390">29.989999999999998</cx:pt>
          <cx:pt idx="39391">29.989999999999998</cx:pt>
          <cx:pt idx="39392">29.989999999999998</cx:pt>
          <cx:pt idx="39393">29.989999999999998</cx:pt>
          <cx:pt idx="39394">29.989999999999998</cx:pt>
          <cx:pt idx="39395">29.989999999999998</cx:pt>
          <cx:pt idx="39396">29.989999999999998</cx:pt>
          <cx:pt idx="39397">29.989999999999998</cx:pt>
          <cx:pt idx="39398">29.989999999999998</cx:pt>
          <cx:pt idx="39399">29.989999999999998</cx:pt>
          <cx:pt idx="39400">29.989999999999998</cx:pt>
          <cx:pt idx="39401">29.989999999999998</cx:pt>
          <cx:pt idx="39402">29.989999999999998</cx:pt>
          <cx:pt idx="39403">29.989999999999998</cx:pt>
          <cx:pt idx="39404">29.989999999999998</cx:pt>
          <cx:pt idx="39405">29.989999999999998</cx:pt>
          <cx:pt idx="39406">29.989999999999998</cx:pt>
          <cx:pt idx="39407">29.989999999999998</cx:pt>
          <cx:pt idx="39408">29.989999999999998</cx:pt>
          <cx:pt idx="39409">29.989999999999998</cx:pt>
          <cx:pt idx="39410">29.989999999999998</cx:pt>
          <cx:pt idx="39411">29.989999999999998</cx:pt>
          <cx:pt idx="39412">29.989999999999998</cx:pt>
          <cx:pt idx="39413">29.989999999999998</cx:pt>
          <cx:pt idx="39414">29.989999999999998</cx:pt>
          <cx:pt idx="39415">29.989999999999998</cx:pt>
          <cx:pt idx="39416">29.989999999999998</cx:pt>
          <cx:pt idx="39417">29.989999999999998</cx:pt>
          <cx:pt idx="39418">29.989999999999998</cx:pt>
          <cx:pt idx="39419">29.989999999999998</cx:pt>
          <cx:pt idx="39420">29.989999999999998</cx:pt>
          <cx:pt idx="39421">29.989999999999998</cx:pt>
          <cx:pt idx="39422">29.989999999999998</cx:pt>
          <cx:pt idx="39423">29.989999999999998</cx:pt>
          <cx:pt idx="39424">29.989999999999998</cx:pt>
          <cx:pt idx="39425">29.989999999999998</cx:pt>
          <cx:pt idx="39426">29.989999999999998</cx:pt>
          <cx:pt idx="39427">29.989999999999998</cx:pt>
          <cx:pt idx="39428">29.989999999999998</cx:pt>
          <cx:pt idx="39429">29.989999999999998</cx:pt>
          <cx:pt idx="39430">29.989999999999998</cx:pt>
          <cx:pt idx="39431">29.989999999999998</cx:pt>
          <cx:pt idx="39432">29.989999999999998</cx:pt>
          <cx:pt idx="39433">29.989999999999998</cx:pt>
          <cx:pt idx="39434">29.989999999999998</cx:pt>
          <cx:pt idx="39435">29.989999999999998</cx:pt>
          <cx:pt idx="39436">29.989999999999998</cx:pt>
          <cx:pt idx="39437">29.989999999999998</cx:pt>
          <cx:pt idx="39438">29.989999999999998</cx:pt>
          <cx:pt idx="39439">29.989999999999998</cx:pt>
          <cx:pt idx="39440">29.989999999999998</cx:pt>
          <cx:pt idx="39441">29.989999999999998</cx:pt>
          <cx:pt idx="39442">29.989999999999998</cx:pt>
          <cx:pt idx="39443">29.989999999999998</cx:pt>
          <cx:pt idx="39444">29.989999999999998</cx:pt>
          <cx:pt idx="39445">29.989999999999998</cx:pt>
          <cx:pt idx="39446">29.989999999999998</cx:pt>
          <cx:pt idx="39447">29.989999999999998</cx:pt>
          <cx:pt idx="39448">29.989999999999998</cx:pt>
          <cx:pt idx="39449">29.989999999999998</cx:pt>
          <cx:pt idx="39450">29.989999999999998</cx:pt>
          <cx:pt idx="39451">29.989999999999998</cx:pt>
          <cx:pt idx="39452">29.989999999999998</cx:pt>
          <cx:pt idx="39453">29.989999999999998</cx:pt>
          <cx:pt idx="39454">29.989999999999998</cx:pt>
          <cx:pt idx="39455">29.989999999999998</cx:pt>
          <cx:pt idx="39456">29.989999999999998</cx:pt>
          <cx:pt idx="39457">29.989999999999998</cx:pt>
          <cx:pt idx="39458">29.989999999999998</cx:pt>
          <cx:pt idx="39459">29.989999999999998</cx:pt>
          <cx:pt idx="39460">29.989999999999998</cx:pt>
          <cx:pt idx="39461">29.989999999999998</cx:pt>
          <cx:pt idx="39462">29.989999999999998</cx:pt>
          <cx:pt idx="39463">29.989999999999998</cx:pt>
          <cx:pt idx="39464">29.989999999999998</cx:pt>
          <cx:pt idx="39465">29.989999999999998</cx:pt>
          <cx:pt idx="39466">29.989999999999998</cx:pt>
          <cx:pt idx="39467">29.989999999999998</cx:pt>
          <cx:pt idx="39468">29.989999999999998</cx:pt>
          <cx:pt idx="39469">29.989999999999998</cx:pt>
          <cx:pt idx="39470">29.989999999999998</cx:pt>
          <cx:pt idx="39471">29.989999999999998</cx:pt>
          <cx:pt idx="39472">29.989999999999998</cx:pt>
          <cx:pt idx="39473">29.989999999999998</cx:pt>
          <cx:pt idx="39474">29.989999999999998</cx:pt>
          <cx:pt idx="39475">29.989999999999998</cx:pt>
          <cx:pt idx="39476">29.989999999999998</cx:pt>
          <cx:pt idx="39477">29.989999999999998</cx:pt>
          <cx:pt idx="39478">29.989999999999998</cx:pt>
          <cx:pt idx="39479">29.989999999999998</cx:pt>
          <cx:pt idx="39480">29.989999999999998</cx:pt>
          <cx:pt idx="39481">29.989999999999998</cx:pt>
          <cx:pt idx="39482">29.989999999999998</cx:pt>
          <cx:pt idx="39483">29.989999999999998</cx:pt>
          <cx:pt idx="39484">29.989999999999998</cx:pt>
          <cx:pt idx="39485">29.989999999999998</cx:pt>
          <cx:pt idx="39486">29.989999999999998</cx:pt>
          <cx:pt idx="39487">29.989999999999998</cx:pt>
          <cx:pt idx="39488">29.989999999999998</cx:pt>
          <cx:pt idx="39489">29.989999999999998</cx:pt>
          <cx:pt idx="39490">29.989999999999998</cx:pt>
          <cx:pt idx="39491">29.989999999999998</cx:pt>
          <cx:pt idx="39492">29.989999999999998</cx:pt>
          <cx:pt idx="39493">29.989999999999998</cx:pt>
          <cx:pt idx="39494">29.989999999999998</cx:pt>
          <cx:pt idx="39495">29.989999999999998</cx:pt>
          <cx:pt idx="39496">29.989999999999998</cx:pt>
          <cx:pt idx="39497">29.989999999999998</cx:pt>
          <cx:pt idx="39498">29.989999999999998</cx:pt>
          <cx:pt idx="39499">29.989999999999998</cx:pt>
          <cx:pt idx="39500">29.989999999999998</cx:pt>
          <cx:pt idx="39501">29.989999999999998</cx:pt>
          <cx:pt idx="39502">29.989999999999998</cx:pt>
          <cx:pt idx="39503">29.989999999999998</cx:pt>
          <cx:pt idx="39504">29.989999999999998</cx:pt>
          <cx:pt idx="39505">29.989999999999998</cx:pt>
          <cx:pt idx="39506">29.989999999999998</cx:pt>
          <cx:pt idx="39507">29.989999999999998</cx:pt>
          <cx:pt idx="39508">29.989999999999998</cx:pt>
          <cx:pt idx="39509">29.989999999999998</cx:pt>
          <cx:pt idx="39510">29.989999999999998</cx:pt>
          <cx:pt idx="39511">29.989999999999998</cx:pt>
          <cx:pt idx="39512">29.989999999999998</cx:pt>
          <cx:pt idx="39513">29.989999999999998</cx:pt>
          <cx:pt idx="39514">29.989999999999998</cx:pt>
          <cx:pt idx="39515">29.989999999999998</cx:pt>
          <cx:pt idx="39516">29.989999999999998</cx:pt>
          <cx:pt idx="39517">29.989999999999998</cx:pt>
          <cx:pt idx="39518">29.989999999999998</cx:pt>
          <cx:pt idx="39519">29.989999999999998</cx:pt>
          <cx:pt idx="39520">29.989999999999998</cx:pt>
          <cx:pt idx="39521">29.989999999999998</cx:pt>
          <cx:pt idx="39522">29.989999999999998</cx:pt>
          <cx:pt idx="39523">29.989999999999998</cx:pt>
          <cx:pt idx="39524">29.989999999999998</cx:pt>
          <cx:pt idx="39525">29.989999999999998</cx:pt>
          <cx:pt idx="39526">29.989999999999998</cx:pt>
          <cx:pt idx="39527">29.989999999999998</cx:pt>
          <cx:pt idx="39528">29.989999999999998</cx:pt>
          <cx:pt idx="39529">29.989999999999998</cx:pt>
          <cx:pt idx="39530">29.989999999999998</cx:pt>
          <cx:pt idx="39531">29.989999999999998</cx:pt>
          <cx:pt idx="39532">29.989999999999998</cx:pt>
          <cx:pt idx="39533">29.989999999999998</cx:pt>
          <cx:pt idx="39534">29.989999999999998</cx:pt>
          <cx:pt idx="39535">29.989999999999998</cx:pt>
          <cx:pt idx="39536">29.989999999999998</cx:pt>
          <cx:pt idx="39537">29.989999999999998</cx:pt>
          <cx:pt idx="39538">29.989999999999998</cx:pt>
          <cx:pt idx="39539">29.989999999999998</cx:pt>
          <cx:pt idx="39540">29.989999999999998</cx:pt>
          <cx:pt idx="39541">29.989999999999998</cx:pt>
          <cx:pt idx="39542">29.989999999999998</cx:pt>
          <cx:pt idx="39543">29.989999999999998</cx:pt>
          <cx:pt idx="39544">29.989999999999998</cx:pt>
          <cx:pt idx="39545">29.989999999999998</cx:pt>
          <cx:pt idx="39546">29.989999999999998</cx:pt>
          <cx:pt idx="39547">29.989999999999998</cx:pt>
          <cx:pt idx="39548">29.989999999999998</cx:pt>
          <cx:pt idx="39549">29.989999999999998</cx:pt>
          <cx:pt idx="39550">29.989999999999998</cx:pt>
          <cx:pt idx="39551">29.989999999999998</cx:pt>
          <cx:pt idx="39552">29.989999999999998</cx:pt>
          <cx:pt idx="39553">29.989999999999998</cx:pt>
          <cx:pt idx="39554">29.989999999999998</cx:pt>
          <cx:pt idx="39555">29.989999999999998</cx:pt>
          <cx:pt idx="39556">29.989999999999998</cx:pt>
          <cx:pt idx="39557">29.989999999999998</cx:pt>
          <cx:pt idx="39558">29.989999999999998</cx:pt>
          <cx:pt idx="39559">29.989999999999998</cx:pt>
          <cx:pt idx="39560">29.989999999999998</cx:pt>
          <cx:pt idx="39561">29.989999999999998</cx:pt>
          <cx:pt idx="39562">29.989999999999998</cx:pt>
          <cx:pt idx="39563">29.989999999999998</cx:pt>
          <cx:pt idx="39564">29.989999999999998</cx:pt>
          <cx:pt idx="39565">29.989999999999998</cx:pt>
          <cx:pt idx="39566">29.989999999999998</cx:pt>
          <cx:pt idx="39567">29.989999999999998</cx:pt>
          <cx:pt idx="39568">29.989999999999998</cx:pt>
          <cx:pt idx="39569">29.989999999999998</cx:pt>
          <cx:pt idx="39570">29.989999999999998</cx:pt>
          <cx:pt idx="39571">29.989999999999998</cx:pt>
          <cx:pt idx="39572">29.989999999999998</cx:pt>
          <cx:pt idx="39573">29.989999999999998</cx:pt>
          <cx:pt idx="39574">29.989999999999998</cx:pt>
          <cx:pt idx="39575">29.989999999999998</cx:pt>
          <cx:pt idx="39576">29.989999999999998</cx:pt>
          <cx:pt idx="39577">29.989999999999998</cx:pt>
          <cx:pt idx="39578">29.989999999999998</cx:pt>
          <cx:pt idx="39579">29.989999999999998</cx:pt>
          <cx:pt idx="39580">29.989999999999998</cx:pt>
          <cx:pt idx="39581">29.989999999999998</cx:pt>
          <cx:pt idx="39582">29.989999999999998</cx:pt>
          <cx:pt idx="39583">29.989999999999998</cx:pt>
          <cx:pt idx="39584">29.989999999999998</cx:pt>
          <cx:pt idx="39585">29.989999999999998</cx:pt>
          <cx:pt idx="39586">29.989999999999998</cx:pt>
          <cx:pt idx="39587">29.989999999999998</cx:pt>
          <cx:pt idx="39588">29.989999999999998</cx:pt>
          <cx:pt idx="39589">29.989999999999998</cx:pt>
          <cx:pt idx="39590">29.989999999999998</cx:pt>
          <cx:pt idx="39591">29.989999999999998</cx:pt>
          <cx:pt idx="39592">29.989999999999998</cx:pt>
          <cx:pt idx="39593">29.989999999999998</cx:pt>
          <cx:pt idx="39594">29.989999999999998</cx:pt>
          <cx:pt idx="39595">29.989999999999998</cx:pt>
          <cx:pt idx="39596">29.989999999999998</cx:pt>
          <cx:pt idx="39597">29.989999999999998</cx:pt>
          <cx:pt idx="39598">29.989999999999998</cx:pt>
          <cx:pt idx="39599">29.989999999999998</cx:pt>
          <cx:pt idx="39600">29.989999999999998</cx:pt>
          <cx:pt idx="39601">29.989999999999998</cx:pt>
          <cx:pt idx="39602">29.989999999999998</cx:pt>
          <cx:pt idx="39603">29.989999999999998</cx:pt>
          <cx:pt idx="39604">29.989999999999998</cx:pt>
          <cx:pt idx="39605">29.989999999999998</cx:pt>
          <cx:pt idx="39606">29.989999999999998</cx:pt>
          <cx:pt idx="39607">29.989999999999998</cx:pt>
          <cx:pt idx="39608">29.989999999999998</cx:pt>
          <cx:pt idx="39609">29.989999999999998</cx:pt>
          <cx:pt idx="39610">29.989999999999998</cx:pt>
          <cx:pt idx="39611">29.989999999999998</cx:pt>
          <cx:pt idx="39612">29.989999999999998</cx:pt>
          <cx:pt idx="39613">29.989999999999998</cx:pt>
          <cx:pt idx="39614">29.989999999999998</cx:pt>
          <cx:pt idx="39615">29.989999999999998</cx:pt>
          <cx:pt idx="39616">29.989999999999998</cx:pt>
          <cx:pt idx="39617">29.989999999999998</cx:pt>
          <cx:pt idx="39618">29.989999999999998</cx:pt>
          <cx:pt idx="39619">29.989999999999998</cx:pt>
          <cx:pt idx="39620">29.989999999999998</cx:pt>
          <cx:pt idx="39621">29.989999999999998</cx:pt>
          <cx:pt idx="39622">29.989999999999998</cx:pt>
          <cx:pt idx="39623">29.989999999999998</cx:pt>
          <cx:pt idx="39624">29.989999999999998</cx:pt>
          <cx:pt idx="39625">29.989999999999998</cx:pt>
          <cx:pt idx="39626">29.989999999999998</cx:pt>
          <cx:pt idx="39627">29.989999999999998</cx:pt>
          <cx:pt idx="39628">29.989999999999998</cx:pt>
          <cx:pt idx="39629">29.989999999999998</cx:pt>
          <cx:pt idx="39630">29.989999999999998</cx:pt>
          <cx:pt idx="39631">29.989999999999998</cx:pt>
          <cx:pt idx="39632">29.989999999999998</cx:pt>
          <cx:pt idx="39633">29.989999999999998</cx:pt>
          <cx:pt idx="39634">29.989999999999998</cx:pt>
          <cx:pt idx="39635">29.989999999999998</cx:pt>
          <cx:pt idx="39636">29.989999999999998</cx:pt>
          <cx:pt idx="39637">29.989999999999998</cx:pt>
          <cx:pt idx="39638">29.989999999999998</cx:pt>
          <cx:pt idx="39639">29.989999999999998</cx:pt>
          <cx:pt idx="39640">29.989999999999998</cx:pt>
          <cx:pt idx="39641">29.989999999999998</cx:pt>
          <cx:pt idx="39642">29.989999999999998</cx:pt>
          <cx:pt idx="39643">29.989999999999998</cx:pt>
          <cx:pt idx="39644">29.989999999999998</cx:pt>
          <cx:pt idx="39645">29.989999999999998</cx:pt>
          <cx:pt idx="39646">29.989999999999998</cx:pt>
          <cx:pt idx="39647">29.989999999999998</cx:pt>
          <cx:pt idx="39648">29.989999999999998</cx:pt>
          <cx:pt idx="39649">29.989999999999998</cx:pt>
          <cx:pt idx="39650">29.989999999999998</cx:pt>
          <cx:pt idx="39651">29.989999999999998</cx:pt>
          <cx:pt idx="39652">29.989999999999998</cx:pt>
          <cx:pt idx="39653">29.989999999999998</cx:pt>
          <cx:pt idx="39654">29.989999999999998</cx:pt>
          <cx:pt idx="39655">29.989999999999998</cx:pt>
          <cx:pt idx="39656">29.989999999999998</cx:pt>
          <cx:pt idx="39657">29.989999999999998</cx:pt>
          <cx:pt idx="39658">29.989999999999998</cx:pt>
          <cx:pt idx="39659">29.989999999999998</cx:pt>
          <cx:pt idx="39660">29.989999999999998</cx:pt>
          <cx:pt idx="39661">29.989999999999998</cx:pt>
          <cx:pt idx="39662">29.989999999999998</cx:pt>
          <cx:pt idx="39663">29.989999999999998</cx:pt>
          <cx:pt idx="39664">29.989999999999998</cx:pt>
          <cx:pt idx="39665">29.989999999999998</cx:pt>
          <cx:pt idx="39666">29.989999999999998</cx:pt>
          <cx:pt idx="39667">29.989999999999998</cx:pt>
          <cx:pt idx="39668">29.989999999999998</cx:pt>
          <cx:pt idx="39669">29.989999999999998</cx:pt>
          <cx:pt idx="39670">29.989999999999998</cx:pt>
          <cx:pt idx="39671">29.989999999999998</cx:pt>
          <cx:pt idx="39672">29.989999999999998</cx:pt>
          <cx:pt idx="39673">29.989999999999998</cx:pt>
          <cx:pt idx="39674">29.989999999999998</cx:pt>
          <cx:pt idx="39675">29.989999999999998</cx:pt>
          <cx:pt idx="39676">29.989999999999998</cx:pt>
          <cx:pt idx="39677">29.989999999999998</cx:pt>
          <cx:pt idx="39678">29.989999999999998</cx:pt>
          <cx:pt idx="39679">29.989999999999998</cx:pt>
          <cx:pt idx="39680">29.989999999999998</cx:pt>
          <cx:pt idx="39681">29.989999999999998</cx:pt>
          <cx:pt idx="39682">29.989999999999998</cx:pt>
          <cx:pt idx="39683">29.989999999999998</cx:pt>
          <cx:pt idx="39684">29.989999999999998</cx:pt>
          <cx:pt idx="39685">29.989999999999998</cx:pt>
          <cx:pt idx="39686">29.989999999999998</cx:pt>
          <cx:pt idx="39687">29.989999999999998</cx:pt>
          <cx:pt idx="39688">29.989999999999998</cx:pt>
          <cx:pt idx="39689">29.989999999999998</cx:pt>
          <cx:pt idx="39690">29.989999999999998</cx:pt>
          <cx:pt idx="39691">29.989999999999998</cx:pt>
          <cx:pt idx="39692">29.989999999999998</cx:pt>
          <cx:pt idx="39693">29.989999999999998</cx:pt>
          <cx:pt idx="39694">29.989999999999998</cx:pt>
          <cx:pt idx="39695">29.989999999999998</cx:pt>
          <cx:pt idx="39696">29.989999999999998</cx:pt>
          <cx:pt idx="39697">29.989999999999998</cx:pt>
          <cx:pt idx="39698">29.989999999999998</cx:pt>
          <cx:pt idx="39699">29.989999999999998</cx:pt>
          <cx:pt idx="39700">29.989999999999998</cx:pt>
          <cx:pt idx="39701">29.989999999999998</cx:pt>
          <cx:pt idx="39702">29.989999999999998</cx:pt>
          <cx:pt idx="39703">29.989999999999998</cx:pt>
          <cx:pt idx="39704">29.989999999999998</cx:pt>
          <cx:pt idx="39705">29.989999999999998</cx:pt>
          <cx:pt idx="39706">29.989999999999998</cx:pt>
          <cx:pt idx="39707">29.989999999999998</cx:pt>
          <cx:pt idx="39708">29.989999999999998</cx:pt>
          <cx:pt idx="39709">29.989999999999998</cx:pt>
          <cx:pt idx="39710">29.989999999999998</cx:pt>
          <cx:pt idx="39711">29.989999999999998</cx:pt>
          <cx:pt idx="39712">29.989999999999998</cx:pt>
          <cx:pt idx="39713">29.989999999999998</cx:pt>
          <cx:pt idx="39714">29.989999999999998</cx:pt>
          <cx:pt idx="39715">29.989999999999998</cx:pt>
          <cx:pt idx="39716">29.989999999999998</cx:pt>
          <cx:pt idx="39717">29.989999999999998</cx:pt>
          <cx:pt idx="39718">29.989999999999998</cx:pt>
          <cx:pt idx="39719">29.989999999999998</cx:pt>
          <cx:pt idx="39720">29.989999999999998</cx:pt>
          <cx:pt idx="39721">29.989999999999998</cx:pt>
          <cx:pt idx="39722">29.989999999999998</cx:pt>
          <cx:pt idx="39723">29.989999999999998</cx:pt>
          <cx:pt idx="39724">29.989999999999998</cx:pt>
          <cx:pt idx="39725">29.989999999999998</cx:pt>
          <cx:pt idx="39726">29.989999999999998</cx:pt>
          <cx:pt idx="39727">29.989999999999998</cx:pt>
          <cx:pt idx="39728">29.989999999999998</cx:pt>
          <cx:pt idx="39729">29.989999999999998</cx:pt>
          <cx:pt idx="39730">29.989999999999998</cx:pt>
          <cx:pt idx="39731">29.989999999999998</cx:pt>
          <cx:pt idx="39732">29.989999999999998</cx:pt>
          <cx:pt idx="39733">29.989999999999998</cx:pt>
          <cx:pt idx="39734">29.989999999999998</cx:pt>
          <cx:pt idx="39735">29.989999999999998</cx:pt>
          <cx:pt idx="39736">29.989999999999998</cx:pt>
          <cx:pt idx="39737">29.989999999999998</cx:pt>
          <cx:pt idx="39738">29.989999999999998</cx:pt>
          <cx:pt idx="39739">29.989999999999998</cx:pt>
          <cx:pt idx="39740">29.989999999999998</cx:pt>
          <cx:pt idx="39741">29.989999999999998</cx:pt>
          <cx:pt idx="39742">29.989999999999998</cx:pt>
          <cx:pt idx="39743">29.989999999999998</cx:pt>
          <cx:pt idx="39744">29.989999999999998</cx:pt>
          <cx:pt idx="39745">29.989999999999998</cx:pt>
          <cx:pt idx="39746">29.989999999999998</cx:pt>
          <cx:pt idx="39747">29.989999999999998</cx:pt>
          <cx:pt idx="39748">29.989999999999998</cx:pt>
          <cx:pt idx="39749">29.989999999999998</cx:pt>
          <cx:pt idx="39750">29.989999999999998</cx:pt>
          <cx:pt idx="39751">29.989999999999998</cx:pt>
          <cx:pt idx="39752">29.989999999999998</cx:pt>
          <cx:pt idx="39753">29.989999999999998</cx:pt>
          <cx:pt idx="39754">29.989999999999998</cx:pt>
          <cx:pt idx="39755">29.989999999999998</cx:pt>
          <cx:pt idx="39756">29.989999999999998</cx:pt>
          <cx:pt idx="39757">29.989999999999998</cx:pt>
          <cx:pt idx="39758">29.989999999999998</cx:pt>
          <cx:pt idx="39759">29.989999999999998</cx:pt>
          <cx:pt idx="39760">29.989999999999998</cx:pt>
          <cx:pt idx="39761">29.989999999999998</cx:pt>
          <cx:pt idx="39762">29.989999999999998</cx:pt>
          <cx:pt idx="39763">29.989999999999998</cx:pt>
          <cx:pt idx="39764">29.989999999999998</cx:pt>
          <cx:pt idx="39765">29.989999999999998</cx:pt>
          <cx:pt idx="39766">29.989999999999998</cx:pt>
          <cx:pt idx="39767">29.989999999999998</cx:pt>
          <cx:pt idx="39768">29.989999999999998</cx:pt>
          <cx:pt idx="39769">29.989999999999998</cx:pt>
          <cx:pt idx="39770">29.989999999999998</cx:pt>
          <cx:pt idx="39771">29.989999999999998</cx:pt>
          <cx:pt idx="39772">29.989999999999998</cx:pt>
          <cx:pt idx="39773">29.989999999999998</cx:pt>
          <cx:pt idx="39774">29.989999999999998</cx:pt>
          <cx:pt idx="39775">29.989999999999998</cx:pt>
          <cx:pt idx="39776">29.989999999999998</cx:pt>
          <cx:pt idx="39777">29.989999999999998</cx:pt>
          <cx:pt idx="39778">29.989999999999998</cx:pt>
          <cx:pt idx="39779">29.989999999999998</cx:pt>
          <cx:pt idx="39780">29.989999999999998</cx:pt>
          <cx:pt idx="39781">29.989999999999998</cx:pt>
          <cx:pt idx="39782">29.989999999999998</cx:pt>
          <cx:pt idx="39783">29.989999999999998</cx:pt>
          <cx:pt idx="39784">29.989999999999998</cx:pt>
          <cx:pt idx="39785">29.989999999999998</cx:pt>
          <cx:pt idx="39786">29.989999999999998</cx:pt>
          <cx:pt idx="39787">29.989999999999998</cx:pt>
          <cx:pt idx="39788">29.989999999999998</cx:pt>
          <cx:pt idx="39789">29.989999999999998</cx:pt>
          <cx:pt idx="39790">29.989999999999998</cx:pt>
          <cx:pt idx="39791">29.989999999999998</cx:pt>
          <cx:pt idx="39792">29.989999999999998</cx:pt>
          <cx:pt idx="39793">29.989999999999998</cx:pt>
          <cx:pt idx="39794">29.989999999999998</cx:pt>
          <cx:pt idx="39795">29.989999999999998</cx:pt>
          <cx:pt idx="39796">29.989999999999998</cx:pt>
          <cx:pt idx="39797">29.989999999999998</cx:pt>
          <cx:pt idx="39798">29.989999999999998</cx:pt>
          <cx:pt idx="39799">29.989999999999998</cx:pt>
          <cx:pt idx="39800">29.989999999999998</cx:pt>
          <cx:pt idx="39801">29.989999999999998</cx:pt>
          <cx:pt idx="39802">29.989999999999998</cx:pt>
          <cx:pt idx="39803">29.989999999999998</cx:pt>
          <cx:pt idx="39804">29.989999999999998</cx:pt>
          <cx:pt idx="39805">29.989999999999998</cx:pt>
          <cx:pt idx="39806">29.989999999999998</cx:pt>
          <cx:pt idx="39807">29.989999999999998</cx:pt>
          <cx:pt idx="39808">29.989999999999998</cx:pt>
          <cx:pt idx="39809">29.989999999999998</cx:pt>
          <cx:pt idx="39810">29.989999999999998</cx:pt>
          <cx:pt idx="39811">29.989999999999998</cx:pt>
          <cx:pt idx="39812">29.989999999999998</cx:pt>
          <cx:pt idx="39813">29.989999999999998</cx:pt>
          <cx:pt idx="39814">29.989999999999998</cx:pt>
          <cx:pt idx="39815">29.989999999999998</cx:pt>
          <cx:pt idx="39816">29.989999999999998</cx:pt>
          <cx:pt idx="39817">29.989999999999998</cx:pt>
          <cx:pt idx="39818">29.989999999999998</cx:pt>
          <cx:pt idx="39819">29.989999999999998</cx:pt>
          <cx:pt idx="39820">29.989999999999998</cx:pt>
          <cx:pt idx="39821">29.989999999999998</cx:pt>
          <cx:pt idx="39822">29.989999999999998</cx:pt>
          <cx:pt idx="39823">29.989999999999998</cx:pt>
          <cx:pt idx="39824">29.989999999999998</cx:pt>
          <cx:pt idx="39825">29.989999999999998</cx:pt>
          <cx:pt idx="39826">29.989999999999998</cx:pt>
          <cx:pt idx="39827">29.989999999999998</cx:pt>
          <cx:pt idx="39828">29.989999999999998</cx:pt>
          <cx:pt idx="39829">29.989999999999998</cx:pt>
          <cx:pt idx="39830">29.989999999999998</cx:pt>
          <cx:pt idx="39831">29.989999999999998</cx:pt>
          <cx:pt idx="39832">29.989999999999998</cx:pt>
          <cx:pt idx="39833">29.989999999999998</cx:pt>
          <cx:pt idx="39834">29.989999999999998</cx:pt>
          <cx:pt idx="39835">29.989999999999998</cx:pt>
          <cx:pt idx="39836">29.989999999999998</cx:pt>
          <cx:pt idx="39837">29.989999999999998</cx:pt>
          <cx:pt idx="39838">29.989999999999998</cx:pt>
          <cx:pt idx="39839">29.989999999999998</cx:pt>
          <cx:pt idx="39840">29.989999999999998</cx:pt>
          <cx:pt idx="39841">29.989999999999998</cx:pt>
          <cx:pt idx="39842">29.989999999999998</cx:pt>
          <cx:pt idx="39843">29.989999999999998</cx:pt>
          <cx:pt idx="39844">29.989999999999998</cx:pt>
          <cx:pt idx="39845">29.989999999999998</cx:pt>
          <cx:pt idx="39846">29.989999999999998</cx:pt>
          <cx:pt idx="39847">29.989999999999998</cx:pt>
          <cx:pt idx="39848">29.989999999999998</cx:pt>
          <cx:pt idx="39849">29.989999999999998</cx:pt>
          <cx:pt idx="39850">29.989999999999998</cx:pt>
          <cx:pt idx="39851">29.989999999999998</cx:pt>
          <cx:pt idx="39852">29.989999999999998</cx:pt>
          <cx:pt idx="39853">29.989999999999998</cx:pt>
          <cx:pt idx="39854">29.989999999999998</cx:pt>
          <cx:pt idx="39855">29.989999999999998</cx:pt>
          <cx:pt idx="39856">29.989999999999998</cx:pt>
          <cx:pt idx="39857">29.989999999999998</cx:pt>
          <cx:pt idx="39858">29.989999999999998</cx:pt>
          <cx:pt idx="39859">29.989999999999998</cx:pt>
          <cx:pt idx="39860">29.989999999999998</cx:pt>
          <cx:pt idx="39861">29.989999999999998</cx:pt>
          <cx:pt idx="39862">29.989999999999998</cx:pt>
          <cx:pt idx="39863">29.989999999999998</cx:pt>
          <cx:pt idx="39864">29.989999999999998</cx:pt>
          <cx:pt idx="39865">29.989999999999998</cx:pt>
          <cx:pt idx="39866">29.989999999999998</cx:pt>
          <cx:pt idx="39867">29.989999999999998</cx:pt>
          <cx:pt idx="39868">29.989999999999998</cx:pt>
          <cx:pt idx="39869">29.989999999999998</cx:pt>
          <cx:pt idx="39870">29.989999999999998</cx:pt>
          <cx:pt idx="39871">29.989999999999998</cx:pt>
          <cx:pt idx="39872">29.989999999999998</cx:pt>
          <cx:pt idx="39873">29.989999999999998</cx:pt>
          <cx:pt idx="39874">29.989999999999998</cx:pt>
          <cx:pt idx="39875">29.989999999999998</cx:pt>
          <cx:pt idx="39876">29.989999999999998</cx:pt>
          <cx:pt idx="39877">29.989999999999998</cx:pt>
          <cx:pt idx="39878">29.989999999999998</cx:pt>
          <cx:pt idx="39879">29.989999999999998</cx:pt>
          <cx:pt idx="39880">29.989999999999998</cx:pt>
          <cx:pt idx="39881">29.989999999999998</cx:pt>
          <cx:pt idx="39882">29.989999999999998</cx:pt>
          <cx:pt idx="39883">29.989999999999998</cx:pt>
          <cx:pt idx="39884">29.989999999999998</cx:pt>
          <cx:pt idx="39885">29.989999999999998</cx:pt>
          <cx:pt idx="39886">29.989999999999998</cx:pt>
          <cx:pt idx="39887">29.989999999999998</cx:pt>
          <cx:pt idx="39888">29.989999999999998</cx:pt>
          <cx:pt idx="39889">29.989999999999998</cx:pt>
          <cx:pt idx="39890">29.989999999999998</cx:pt>
          <cx:pt idx="39891">29.989999999999998</cx:pt>
          <cx:pt idx="39892">29.989999999999998</cx:pt>
          <cx:pt idx="39893">29.989999999999998</cx:pt>
          <cx:pt idx="39894">29.989999999999998</cx:pt>
          <cx:pt idx="39895">29.989999999999998</cx:pt>
          <cx:pt idx="39896">29.989999999999998</cx:pt>
          <cx:pt idx="39897">29.989999999999998</cx:pt>
          <cx:pt idx="39898">29.989999999999998</cx:pt>
          <cx:pt idx="39899">29.989999999999998</cx:pt>
          <cx:pt idx="39900">29.989999999999998</cx:pt>
          <cx:pt idx="39901">29.989999999999998</cx:pt>
          <cx:pt idx="39902">29.989999999999998</cx:pt>
          <cx:pt idx="39903">29.989999999999998</cx:pt>
          <cx:pt idx="39904">29.989999999999998</cx:pt>
          <cx:pt idx="39905">29.989999999999998</cx:pt>
          <cx:pt idx="39906">29.989999999999998</cx:pt>
          <cx:pt idx="39907">29.989999999999998</cx:pt>
          <cx:pt idx="39908">29.989999999999998</cx:pt>
          <cx:pt idx="39909">29.989999999999998</cx:pt>
          <cx:pt idx="39910">29.989999999999998</cx:pt>
          <cx:pt idx="39911">29.989999999999998</cx:pt>
          <cx:pt idx="39912">29.989999999999998</cx:pt>
          <cx:pt idx="39913">29.989999999999998</cx:pt>
          <cx:pt idx="39914">29.989999999999998</cx:pt>
          <cx:pt idx="39915">29.989999999999998</cx:pt>
          <cx:pt idx="39916">29.989999999999998</cx:pt>
          <cx:pt idx="39917">29.989999999999998</cx:pt>
          <cx:pt idx="39918">29.989999999999998</cx:pt>
          <cx:pt idx="39919">29.989999999999998</cx:pt>
          <cx:pt idx="39920">29.989999999999998</cx:pt>
          <cx:pt idx="39921">29.989999999999998</cx:pt>
          <cx:pt idx="39922">29.989999999999998</cx:pt>
          <cx:pt idx="39923">29.989999999999998</cx:pt>
          <cx:pt idx="39924">29.989999999999998</cx:pt>
          <cx:pt idx="39925">29.989999999999998</cx:pt>
          <cx:pt idx="39926">29.989999999999998</cx:pt>
          <cx:pt idx="39927">29.989999999999998</cx:pt>
          <cx:pt idx="39928">29.989999999999998</cx:pt>
          <cx:pt idx="39929">29.989999999999998</cx:pt>
          <cx:pt idx="39930">29.989999999999998</cx:pt>
          <cx:pt idx="39931">29.989999999999998</cx:pt>
          <cx:pt idx="39932">29.989999999999998</cx:pt>
          <cx:pt idx="39933">29.989999999999998</cx:pt>
          <cx:pt idx="39934">29.989999999999998</cx:pt>
          <cx:pt idx="39935">29.989999999999998</cx:pt>
          <cx:pt idx="39936">29.989999999999998</cx:pt>
          <cx:pt idx="39937">29.989999999999998</cx:pt>
          <cx:pt idx="39938">29.989999999999998</cx:pt>
          <cx:pt idx="39939">29.989999999999998</cx:pt>
          <cx:pt idx="39940">29.989999999999998</cx:pt>
          <cx:pt idx="39941">29.989999999999998</cx:pt>
          <cx:pt idx="39942">29.989999999999998</cx:pt>
          <cx:pt idx="39943">29.989999999999998</cx:pt>
          <cx:pt idx="39944">29.989999999999998</cx:pt>
          <cx:pt idx="39945">29.989999999999998</cx:pt>
          <cx:pt idx="39946">29.989999999999998</cx:pt>
          <cx:pt idx="39947">29.989999999999998</cx:pt>
          <cx:pt idx="39948">29.989999999999998</cx:pt>
          <cx:pt idx="39949">29.989999999999998</cx:pt>
          <cx:pt idx="39950">29.989999999999998</cx:pt>
          <cx:pt idx="39951">29.989999999999998</cx:pt>
          <cx:pt idx="39952">29.989999999999998</cx:pt>
          <cx:pt idx="39953">29.989999999999998</cx:pt>
          <cx:pt idx="39954">29.989999999999998</cx:pt>
          <cx:pt idx="39955">29.989999999999998</cx:pt>
          <cx:pt idx="39956">29.989999999999998</cx:pt>
          <cx:pt idx="39957">29.989999999999998</cx:pt>
          <cx:pt idx="39958">29.989999999999998</cx:pt>
          <cx:pt idx="39959">29.989999999999998</cx:pt>
          <cx:pt idx="39960">29.989999999999998</cx:pt>
          <cx:pt idx="39961">29.989999999999998</cx:pt>
          <cx:pt idx="39962">29.989999999999998</cx:pt>
          <cx:pt idx="39963">29.989999999999998</cx:pt>
          <cx:pt idx="39964">29.989999999999998</cx:pt>
          <cx:pt idx="39965">29.989999999999998</cx:pt>
          <cx:pt idx="39966">29.989999999999998</cx:pt>
          <cx:pt idx="39967">29.989999999999998</cx:pt>
          <cx:pt idx="39968">29.989999999999998</cx:pt>
          <cx:pt idx="39969">29.989999999999998</cx:pt>
          <cx:pt idx="39970">29.989999999999998</cx:pt>
          <cx:pt idx="39971">29.989999999999998</cx:pt>
          <cx:pt idx="39972">29.989999999999998</cx:pt>
          <cx:pt idx="39973">29.989999999999998</cx:pt>
          <cx:pt idx="39974">29.989999999999998</cx:pt>
          <cx:pt idx="39975">29.989999999999998</cx:pt>
          <cx:pt idx="39976">29.989999999999998</cx:pt>
          <cx:pt idx="39977">29.989999999999998</cx:pt>
          <cx:pt idx="39978">29.989999999999998</cx:pt>
          <cx:pt idx="39979">29.989999999999998</cx:pt>
          <cx:pt idx="39980">29.989999999999998</cx:pt>
          <cx:pt idx="39981">29.989999999999998</cx:pt>
          <cx:pt idx="39982">29.989999999999998</cx:pt>
          <cx:pt idx="39983">29.989999999999998</cx:pt>
          <cx:pt idx="39984">29.989999999999998</cx:pt>
          <cx:pt idx="39985">29.989999999999998</cx:pt>
          <cx:pt idx="39986">29.989999999999998</cx:pt>
          <cx:pt idx="39987">29.989999999999998</cx:pt>
          <cx:pt idx="39988">29.989999999999998</cx:pt>
          <cx:pt idx="39989">29.989999999999998</cx:pt>
          <cx:pt idx="39990">29.989999999999998</cx:pt>
          <cx:pt idx="39991">29.989999999999998</cx:pt>
          <cx:pt idx="39992">29.989999999999998</cx:pt>
          <cx:pt idx="39993">29.989999999999998</cx:pt>
          <cx:pt idx="39994">29.989999999999998</cx:pt>
          <cx:pt idx="39995">29.989999999999998</cx:pt>
          <cx:pt idx="39996">29.989999999999998</cx:pt>
          <cx:pt idx="39997">29.989999999999998</cx:pt>
          <cx:pt idx="39998">29.989999999999998</cx:pt>
          <cx:pt idx="39999">29.989999999999998</cx:pt>
          <cx:pt idx="40000">29.989999999999998</cx:pt>
          <cx:pt idx="40001">29.989999999999998</cx:pt>
          <cx:pt idx="40002">29.989999999999998</cx:pt>
          <cx:pt idx="40003">29.989999999999998</cx:pt>
          <cx:pt idx="40004">29.989999999999998</cx:pt>
          <cx:pt idx="40005">29.989999999999998</cx:pt>
          <cx:pt idx="40006">29.989999999999998</cx:pt>
          <cx:pt idx="40007">29.989999999999998</cx:pt>
          <cx:pt idx="40008">29.989999999999998</cx:pt>
          <cx:pt idx="40009">29.989999999999998</cx:pt>
          <cx:pt idx="40010">29.989999999999998</cx:pt>
          <cx:pt idx="40011">29.989999999999998</cx:pt>
          <cx:pt idx="40012">29.989999999999998</cx:pt>
          <cx:pt idx="40013">29.989999999999998</cx:pt>
          <cx:pt idx="40014">29.989999999999998</cx:pt>
          <cx:pt idx="40015">29.989999999999998</cx:pt>
          <cx:pt idx="40016">29.989999999999998</cx:pt>
          <cx:pt idx="40017">29.989999999999998</cx:pt>
          <cx:pt idx="40018">29.989999999999998</cx:pt>
          <cx:pt idx="40019">29.989999999999998</cx:pt>
          <cx:pt idx="40020">29.989999999999998</cx:pt>
          <cx:pt idx="40021">29.989999999999998</cx:pt>
          <cx:pt idx="40022">29.989999999999998</cx:pt>
          <cx:pt idx="40023">29.989999999999998</cx:pt>
          <cx:pt idx="40024">29.989999999999998</cx:pt>
        </cx:lvl>
      </cx:numDim>
    </cx:data>
  </cx:chartData>
  <cx:chart>
    <cx:title pos="t" align="ctr" overlay="0">
      <cx:tx>
        <cx:rich>
          <a:bodyPr spcFirstLastPara="1" vertOverflow="ellipsis" horzOverflow="overflow" wrap="square" lIns="0" tIns="0" rIns="0" bIns="0" anchor="ctr" anchorCtr="1"/>
          <a:lstStyle/>
          <a:p>
            <a:pPr algn="ctr" rtl="0">
              <a:defRPr/>
            </a:pPr>
            <a:r>
              <a:rPr lang="en-US" dirty="0"/>
              <a:t>Price Distribution of First vs Second Purchases (Box Plot)</a:t>
            </a:r>
            <a:endParaRPr lang="en-US" sz="1862" b="0" i="0" u="none" strike="noStrike" baseline="0" dirty="0">
              <a:solidFill>
                <a:prstClr val="black">
                  <a:lumMod val="65000"/>
                  <a:lumOff val="35000"/>
                </a:prstClr>
              </a:solidFill>
              <a:latin typeface="Arial"/>
            </a:endParaRPr>
          </a:p>
        </cx:rich>
      </cx:tx>
    </cx:title>
    <cx:plotArea>
      <cx:plotAreaRegion>
        <cx:plotSurface>
          <cx:spPr>
            <a:solidFill>
              <a:schemeClr val="lt1"/>
            </a:solidFill>
            <a:ln w="25400" cap="flat" cmpd="sng" algn="ctr">
              <a:solidFill>
                <a:schemeClr val="dk1"/>
              </a:solidFill>
              <a:prstDash val="solid"/>
            </a:ln>
            <a:effectLst/>
          </cx:spPr>
        </cx:plotSurface>
        <cx:series layoutId="boxWhisker" uniqueId="{C3594A51-956C-4098-B504-0D9662DDF412}">
          <cx:tx>
            <cx:txData>
              <cx:f>Sheet1!$J$3</cx:f>
              <cx:v>price_usd</cx:v>
            </cx:txData>
          </cx:tx>
          <cx:spPr>
            <a:solidFill>
              <a:srgbClr val="33CCCC"/>
            </a:solidFill>
          </cx:spPr>
          <cx:dataId val="0"/>
          <cx:layoutPr>
            <cx:statistics quartileMethod="exclusive"/>
          </cx:layoutPr>
        </cx:series>
      </cx:plotAreaRegion>
      <cx:axis id="0">
        <cx:catScaling gapWidth="1"/>
        <cx:tickLabels/>
      </cx:axis>
      <cx:axis id="1">
        <cx:valScaling/>
        <cx:majorGridlines/>
        <cx:tickLabels/>
      </cx:axis>
    </cx:plotArea>
  </cx:chart>
  <cx:spPr>
    <a:solidFill>
      <a:schemeClr val="bg1">
        <a:lumMod val="95000"/>
      </a:schemeClr>
    </a:solidFill>
    <a:ln>
      <a:solidFill>
        <a:schemeClr val="bg2"/>
      </a:solidFill>
    </a:ln>
  </cx:spPr>
</cx:chartSpace>
</file>

<file path=ppt/charts/chartEx5.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Sheet1!$H$6:$H$9</cx:f>
        <cx:lvl ptCount="4">
          <cx:pt idx="0">Fast_Converted</cx:pt>
          <cx:pt idx="1">Moderate_Converted</cx:pt>
          <cx:pt idx="2">Non_Converted</cx:pt>
          <cx:pt idx="3">Slow_Converted</cx:pt>
        </cx:lvl>
      </cx:strDim>
      <cx:numDim type="val">
        <cx:f>Sheet1!$I$6:$I$9</cx:f>
        <cx:lvl ptCount="4" formatCode="General">
          <cx:pt idx="0">6.9370409999999998</cx:pt>
          <cx:pt idx="1">0.47854799999999997</cx:pt>
          <cx:pt idx="2">91.961817999999994</cx:pt>
          <cx:pt idx="3">0.62259399999999998</cx:pt>
        </cx:lvl>
      </cx:numDim>
    </cx:data>
  </cx:chartData>
  <cx:chart>
    <cx:title pos="t" align="ctr" overlay="0">
      <cx:tx>
        <cx:rich>
          <a:bodyPr spcFirstLastPara="1" vertOverflow="ellipsis" horzOverflow="overflow" wrap="square" lIns="0" tIns="0" rIns="0" bIns="0" anchor="ctr" anchorCtr="1"/>
          <a:lstStyle/>
          <a:p>
            <a:pPr algn="ctr" rtl="0">
              <a:defRPr/>
            </a:pPr>
            <a:r>
              <a:rPr lang="en-US" dirty="0"/>
              <a:t>Distribution of Users by Conversion Speed</a:t>
            </a:r>
            <a:endParaRPr lang="en-US" sz="1862" b="0" i="0" u="none" strike="noStrike" baseline="0" dirty="0">
              <a:solidFill>
                <a:prstClr val="black">
                  <a:lumMod val="65000"/>
                  <a:lumOff val="35000"/>
                </a:prstClr>
              </a:solidFill>
              <a:latin typeface="Arial"/>
            </a:endParaRPr>
          </a:p>
        </cx:rich>
      </cx:tx>
    </cx:title>
    <cx:plotArea>
      <cx:plotAreaRegion>
        <cx:series layoutId="funnel" uniqueId="{C12F98A3-F00D-42D8-8AB1-99AACDDEF991}">
          <cx:tx>
            <cx:txData>
              <cx:f>Sheet1!$I$5</cx:f>
              <cx:v>Converted_user_prct</cx:v>
            </cx:txData>
          </cx:tx>
          <cx:spPr>
            <a:solidFill>
              <a:srgbClr val="006666"/>
            </a:solidFill>
          </cx:spPr>
          <cx:dataId val="0"/>
          <cx:layoutPr/>
        </cx:series>
      </cx:plotAreaRegion>
      <cx:axis id="0">
        <cx:catScaling/>
        <cx:tickLabels/>
      </cx:axis>
    </cx:plotArea>
    <cx:legend pos="b" align="ctr" overlay="0"/>
  </cx:chart>
  <cx:spPr>
    <a:ln>
      <a:solidFill>
        <a:schemeClr val="tx1"/>
      </a:solidFill>
    </a:ln>
  </cx:spPr>
</cx:chartSpace>
</file>

<file path=ppt/charts/chartEx6.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Sheet1!$A$2:$A$77</cx:f>
        <cx:lvl ptCount="76" formatCode="General">
          <cx:pt idx="0">1</cx:pt>
          <cx:pt idx="1">3</cx:pt>
          <cx:pt idx="2">3</cx:pt>
          <cx:pt idx="3">3</cx:pt>
          <cx:pt idx="4">5</cx:pt>
          <cx:pt idx="5">6</cx:pt>
          <cx:pt idx="6">6</cx:pt>
          <cx:pt idx="7">6</cx:pt>
          <cx:pt idx="8">7</cx:pt>
          <cx:pt idx="9">8</cx:pt>
          <cx:pt idx="10">8</cx:pt>
          <cx:pt idx="11">9</cx:pt>
          <cx:pt idx="12">9</cx:pt>
          <cx:pt idx="13">9</cx:pt>
          <cx:pt idx="14">9</cx:pt>
          <cx:pt idx="15">9</cx:pt>
          <cx:pt idx="16">10</cx:pt>
          <cx:pt idx="17">10</cx:pt>
          <cx:pt idx="18">10</cx:pt>
          <cx:pt idx="19">10</cx:pt>
          <cx:pt idx="20">10</cx:pt>
          <cx:pt idx="21">10</cx:pt>
          <cx:pt idx="22">11</cx:pt>
          <cx:pt idx="23">11</cx:pt>
          <cx:pt idx="24">11</cx:pt>
          <cx:pt idx="25">11</cx:pt>
          <cx:pt idx="26">11</cx:pt>
          <cx:pt idx="27">11</cx:pt>
          <cx:pt idx="28">12</cx:pt>
          <cx:pt idx="29">12</cx:pt>
          <cx:pt idx="30">12</cx:pt>
          <cx:pt idx="31">12</cx:pt>
          <cx:pt idx="32">12</cx:pt>
          <cx:pt idx="33">12</cx:pt>
          <cx:pt idx="34">13</cx:pt>
          <cx:pt idx="35">13</cx:pt>
          <cx:pt idx="36">13</cx:pt>
          <cx:pt idx="37">13</cx:pt>
          <cx:pt idx="38">13</cx:pt>
          <cx:pt idx="39">14</cx:pt>
          <cx:pt idx="40">14</cx:pt>
          <cx:pt idx="41">14</cx:pt>
          <cx:pt idx="42">14</cx:pt>
          <cx:pt idx="43">14</cx:pt>
          <cx:pt idx="44">14</cx:pt>
          <cx:pt idx="45">15</cx:pt>
          <cx:pt idx="46">15</cx:pt>
          <cx:pt idx="47">15</cx:pt>
          <cx:pt idx="48">15</cx:pt>
          <cx:pt idx="49">15</cx:pt>
          <cx:pt idx="50">15</cx:pt>
          <cx:pt idx="51">15</cx:pt>
          <cx:pt idx="52">15</cx:pt>
          <cx:pt idx="53">16</cx:pt>
          <cx:pt idx="54">16</cx:pt>
          <cx:pt idx="55">16</cx:pt>
          <cx:pt idx="56">16</cx:pt>
          <cx:pt idx="57">17</cx:pt>
          <cx:pt idx="58">17</cx:pt>
          <cx:pt idx="59">17</cx:pt>
          <cx:pt idx="60">17</cx:pt>
          <cx:pt idx="61">17</cx:pt>
          <cx:pt idx="62">17</cx:pt>
          <cx:pt idx="63">18</cx:pt>
          <cx:pt idx="64">18</cx:pt>
          <cx:pt idx="65">18</cx:pt>
          <cx:pt idx="66">18</cx:pt>
          <cx:pt idx="67">19</cx:pt>
          <cx:pt idx="68">19</cx:pt>
          <cx:pt idx="69">19</cx:pt>
          <cx:pt idx="70">20</cx:pt>
          <cx:pt idx="71">21</cx:pt>
          <cx:pt idx="72">22</cx:pt>
          <cx:pt idx="73">22</cx:pt>
          <cx:pt idx="74">24</cx:pt>
          <cx:pt idx="75">24</cx:pt>
        </cx:lvl>
      </cx:numDim>
    </cx:data>
  </cx:chartData>
  <cx:chart>
    <cx:title pos="t" align="ctr" overlay="0">
      <cx:tx>
        <cx:rich>
          <a:bodyPr spcFirstLastPara="1" vertOverflow="ellipsis" horzOverflow="overflow" wrap="square" lIns="0" tIns="0" rIns="0" bIns="0" anchor="ctr" anchorCtr="1"/>
          <a:lstStyle/>
          <a:p>
            <a:pPr algn="ctr" rtl="0">
              <a:defRPr/>
            </a:pPr>
            <a:r>
              <a:rPr lang="en-US" dirty="0"/>
              <a:t>Distribution of Time to Conversion</a:t>
            </a:r>
            <a:endParaRPr lang="en-US" sz="1862" b="0" i="0" u="none" strike="noStrike" baseline="0" dirty="0">
              <a:solidFill>
                <a:prstClr val="black">
                  <a:lumMod val="65000"/>
                  <a:lumOff val="35000"/>
                </a:prstClr>
              </a:solidFill>
              <a:latin typeface="Arial"/>
            </a:endParaRPr>
          </a:p>
        </cx:rich>
      </cx:tx>
    </cx:title>
    <cx:plotArea>
      <cx:plotAreaRegion>
        <cx:series layoutId="clusteredColumn" uniqueId="{BFA62338-F2DB-4E33-B0BD-F0B144AA664F}">
          <cx:tx>
            <cx:txData>
              <cx:f>Sheet1!$A$1</cx:f>
              <cx:v>Series1</cx:v>
            </cx:txData>
          </cx:tx>
          <cx:spPr>
            <a:solidFill>
              <a:srgbClr val="006666"/>
            </a:solidFill>
          </cx:spPr>
          <cx:dataId val="0"/>
          <cx:layoutPr>
            <cx:binning intervalClosed="r"/>
          </cx:layoutPr>
        </cx:series>
      </cx:plotAreaRegion>
      <cx:axis id="0">
        <cx:catScaling gapWidth="0"/>
        <cx:tickLabels/>
      </cx:axis>
      <cx:axis id="1">
        <cx:valScaling/>
        <cx:majorGridlines/>
        <cx:tickLabels/>
      </cx:axis>
    </cx:plotArea>
  </cx:chart>
  <cx:spPr>
    <a:ln>
      <a:solidFill>
        <a:schemeClr val="tx1"/>
      </a:solidFill>
    </a:ln>
  </cx:spPr>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419">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1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419">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2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410">
  <cs:axisTitle>
    <cs:lnRef idx="0"/>
    <cs:fillRef idx="0"/>
    <cs:effectRef idx="0"/>
    <cs:fontRef idx="minor">
      <a:schemeClr val="tx1">
        <a:lumMod val="65000"/>
        <a:lumOff val="35000"/>
      </a:schemeClr>
    </cs:fontRef>
    <cs:spPr>
      <a:solidFill>
        <a:schemeClr val="bg1">
          <a:lumMod val="65000"/>
        </a:schemeClr>
      </a:solidFill>
      <a:ln w="19050">
        <a:solidFill>
          <a:schemeClr val="bg1"/>
        </a:solidFill>
      </a:ln>
    </cs:spPr>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lt1"/>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19050">
        <a:solidFill>
          <a:schemeClr val="lt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2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406">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2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410">
  <cs:axisTitle>
    <cs:lnRef idx="0"/>
    <cs:fillRef idx="0"/>
    <cs:effectRef idx="0"/>
    <cs:fontRef idx="minor">
      <a:schemeClr val="tx1">
        <a:lumMod val="65000"/>
        <a:lumOff val="35000"/>
      </a:schemeClr>
    </cs:fontRef>
    <cs:spPr>
      <a:solidFill>
        <a:schemeClr val="bg1">
          <a:lumMod val="65000"/>
        </a:schemeClr>
      </a:solidFill>
      <a:ln w="19050">
        <a:solidFill>
          <a:schemeClr val="bg1"/>
        </a:solidFill>
      </a:ln>
    </cs:spPr>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lt1"/>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19050">
        <a:solidFill>
          <a:schemeClr val="lt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3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3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0.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5813B3-6425-4A6D-806E-021B84DD5758}" type="datetimeFigureOut">
              <a:rPr lang="en-IN" smtClean="0"/>
              <a:t>23-04-2026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193CE8-3B10-43B2-8860-AFD8154600F8}" type="slidenum">
              <a:rPr lang="en-IN" smtClean="0"/>
              <a:t>‹#›</a:t>
            </a:fld>
            <a:endParaRPr lang="en-IN"/>
          </a:p>
        </p:txBody>
      </p:sp>
    </p:spTree>
    <p:extLst>
      <p:ext uri="{BB962C8B-B14F-4D97-AF65-F5344CB8AC3E}">
        <p14:creationId xmlns:p14="http://schemas.microsoft.com/office/powerpoint/2010/main" val="730557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10843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193CE8-3B10-43B2-8860-AFD8154600F8}" type="slidenum">
              <a:rPr lang="en-IN" smtClean="0"/>
              <a:t>45</a:t>
            </a:fld>
            <a:endParaRPr lang="en-IN"/>
          </a:p>
        </p:txBody>
      </p:sp>
    </p:spTree>
    <p:extLst>
      <p:ext uri="{BB962C8B-B14F-4D97-AF65-F5344CB8AC3E}">
        <p14:creationId xmlns:p14="http://schemas.microsoft.com/office/powerpoint/2010/main" val="18085438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193CE8-3B10-43B2-8860-AFD8154600F8}" type="slidenum">
              <a:rPr lang="en-IN" smtClean="0"/>
              <a:t>51</a:t>
            </a:fld>
            <a:endParaRPr lang="en-IN"/>
          </a:p>
        </p:txBody>
      </p:sp>
    </p:spTree>
    <p:extLst>
      <p:ext uri="{BB962C8B-B14F-4D97-AF65-F5344CB8AC3E}">
        <p14:creationId xmlns:p14="http://schemas.microsoft.com/office/powerpoint/2010/main" val="7703385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193CE8-3B10-43B2-8860-AFD8154600F8}" type="slidenum">
              <a:rPr lang="en-IN" smtClean="0"/>
              <a:t>53</a:t>
            </a:fld>
            <a:endParaRPr lang="en-IN"/>
          </a:p>
        </p:txBody>
      </p:sp>
    </p:spTree>
    <p:extLst>
      <p:ext uri="{BB962C8B-B14F-4D97-AF65-F5344CB8AC3E}">
        <p14:creationId xmlns:p14="http://schemas.microsoft.com/office/powerpoint/2010/main" val="33009328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193CE8-3B10-43B2-8860-AFD8154600F8}" type="slidenum">
              <a:rPr lang="en-IN" smtClean="0"/>
              <a:t>56</a:t>
            </a:fld>
            <a:endParaRPr lang="en-IN"/>
          </a:p>
        </p:txBody>
      </p:sp>
    </p:spTree>
    <p:extLst>
      <p:ext uri="{BB962C8B-B14F-4D97-AF65-F5344CB8AC3E}">
        <p14:creationId xmlns:p14="http://schemas.microsoft.com/office/powerpoint/2010/main" val="15441153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193CE8-3B10-43B2-8860-AFD8154600F8}" type="slidenum">
              <a:rPr lang="en-IN" smtClean="0"/>
              <a:t>58</a:t>
            </a:fld>
            <a:endParaRPr lang="en-IN"/>
          </a:p>
        </p:txBody>
      </p:sp>
    </p:spTree>
    <p:extLst>
      <p:ext uri="{BB962C8B-B14F-4D97-AF65-F5344CB8AC3E}">
        <p14:creationId xmlns:p14="http://schemas.microsoft.com/office/powerpoint/2010/main" val="10789939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193CE8-3B10-43B2-8860-AFD8154600F8}" type="slidenum">
              <a:rPr lang="en-IN" smtClean="0"/>
              <a:t>99</a:t>
            </a:fld>
            <a:endParaRPr lang="en-IN"/>
          </a:p>
        </p:txBody>
      </p:sp>
    </p:spTree>
    <p:extLst>
      <p:ext uri="{BB962C8B-B14F-4D97-AF65-F5344CB8AC3E}">
        <p14:creationId xmlns:p14="http://schemas.microsoft.com/office/powerpoint/2010/main" val="16347409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193CE8-3B10-43B2-8860-AFD8154600F8}" type="slidenum">
              <a:rPr lang="en-IN" smtClean="0"/>
              <a:t>112</a:t>
            </a:fld>
            <a:endParaRPr lang="en-IN"/>
          </a:p>
        </p:txBody>
      </p:sp>
    </p:spTree>
    <p:extLst>
      <p:ext uri="{BB962C8B-B14F-4D97-AF65-F5344CB8AC3E}">
        <p14:creationId xmlns:p14="http://schemas.microsoft.com/office/powerpoint/2010/main" val="23891364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193CE8-3B10-43B2-8860-AFD8154600F8}" type="slidenum">
              <a:rPr lang="en-IN" smtClean="0"/>
              <a:t>117</a:t>
            </a:fld>
            <a:endParaRPr lang="en-IN"/>
          </a:p>
        </p:txBody>
      </p:sp>
    </p:spTree>
    <p:extLst>
      <p:ext uri="{BB962C8B-B14F-4D97-AF65-F5344CB8AC3E}">
        <p14:creationId xmlns:p14="http://schemas.microsoft.com/office/powerpoint/2010/main" val="37939764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193CE8-3B10-43B2-8860-AFD8154600F8}" type="slidenum">
              <a:rPr lang="en-IN" smtClean="0"/>
              <a:t>122</a:t>
            </a:fld>
            <a:endParaRPr lang="en-IN"/>
          </a:p>
        </p:txBody>
      </p:sp>
    </p:spTree>
    <p:extLst>
      <p:ext uri="{BB962C8B-B14F-4D97-AF65-F5344CB8AC3E}">
        <p14:creationId xmlns:p14="http://schemas.microsoft.com/office/powerpoint/2010/main" val="28158538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4"/>
        <p:cNvGrpSpPr/>
        <p:nvPr/>
      </p:nvGrpSpPr>
      <p:grpSpPr>
        <a:xfrm>
          <a:off x="0" y="0"/>
          <a:ext cx="0" cy="0"/>
          <a:chOff x="0" y="0"/>
          <a:chExt cx="0" cy="0"/>
        </a:xfrm>
      </p:grpSpPr>
      <p:sp>
        <p:nvSpPr>
          <p:cNvPr id="1205" name="Google Shape;1205;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6" name="Google Shape;1206;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55428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caletrix Title Page">
    <p:spTree>
      <p:nvGrpSpPr>
        <p:cNvPr id="1" name=""/>
        <p:cNvGrpSpPr/>
        <p:nvPr/>
      </p:nvGrpSpPr>
      <p:grpSpPr>
        <a:xfrm>
          <a:off x="0" y="0"/>
          <a:ext cx="0" cy="0"/>
          <a:chOff x="0" y="0"/>
          <a:chExt cx="0" cy="0"/>
        </a:xfrm>
      </p:grpSpPr>
      <p:sp>
        <p:nvSpPr>
          <p:cNvPr id="2" name="Google Shape;22;p3">
            <a:extLst>
              <a:ext uri="{FF2B5EF4-FFF2-40B4-BE49-F238E27FC236}">
                <a16:creationId xmlns:a16="http://schemas.microsoft.com/office/drawing/2014/main" id="{2F306997-3B2B-2B65-053F-A3D89D2F2DA0}"/>
              </a:ext>
            </a:extLst>
          </p:cNvPr>
          <p:cNvSpPr/>
          <p:nvPr userDrawn="1"/>
        </p:nvSpPr>
        <p:spPr>
          <a:xfrm>
            <a:off x="-67" y="0"/>
            <a:ext cx="12192000" cy="6327976"/>
          </a:xfrm>
          <a:prstGeom prst="rect">
            <a:avLst/>
          </a:prstGeom>
          <a:solidFill>
            <a:schemeClr val="tx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pic>
        <p:nvPicPr>
          <p:cNvPr id="3" name="Picture 2">
            <a:extLst>
              <a:ext uri="{FF2B5EF4-FFF2-40B4-BE49-F238E27FC236}">
                <a16:creationId xmlns:a16="http://schemas.microsoft.com/office/drawing/2014/main" id="{03AD558F-750C-7F7A-EF36-7477B28E6647}"/>
              </a:ext>
            </a:extLst>
          </p:cNvPr>
          <p:cNvPicPr>
            <a:picLocks noChangeAspect="1"/>
          </p:cNvPicPr>
          <p:nvPr userDrawn="1"/>
        </p:nvPicPr>
        <p:blipFill rotWithShape="1">
          <a:blip r:embed="rId2"/>
          <a:srcRect r="5636" b="4250"/>
          <a:stretch/>
        </p:blipFill>
        <p:spPr>
          <a:xfrm flipH="1">
            <a:off x="937527" y="1260005"/>
            <a:ext cx="5091797" cy="4486363"/>
          </a:xfrm>
          <a:prstGeom prst="rect">
            <a:avLst/>
          </a:prstGeom>
        </p:spPr>
      </p:pic>
      <p:sp>
        <p:nvSpPr>
          <p:cNvPr id="10" name="Rectangle 9">
            <a:extLst>
              <a:ext uri="{FF2B5EF4-FFF2-40B4-BE49-F238E27FC236}">
                <a16:creationId xmlns:a16="http://schemas.microsoft.com/office/drawing/2014/main" id="{41D13BBF-8BF9-58E8-2D48-8C25E8436E1D}"/>
              </a:ext>
            </a:extLst>
          </p:cNvPr>
          <p:cNvSpPr/>
          <p:nvPr userDrawn="1"/>
        </p:nvSpPr>
        <p:spPr>
          <a:xfrm>
            <a:off x="0" y="0"/>
            <a:ext cx="12195029" cy="524801"/>
          </a:xfrm>
          <a:prstGeom prst="rect">
            <a:avLst/>
          </a:prstGeom>
          <a:solidFill>
            <a:srgbClr val="348E90"/>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12" name="Google Shape;37;p60">
            <a:extLst>
              <a:ext uri="{FF2B5EF4-FFF2-40B4-BE49-F238E27FC236}">
                <a16:creationId xmlns:a16="http://schemas.microsoft.com/office/drawing/2014/main" id="{E6481E89-02DE-7518-CF7A-DC982067B7A2}"/>
              </a:ext>
            </a:extLst>
          </p:cNvPr>
          <p:cNvSpPr txBox="1">
            <a:spLocks noGrp="1"/>
          </p:cNvSpPr>
          <p:nvPr>
            <p:ph type="subTitle" idx="1"/>
          </p:nvPr>
        </p:nvSpPr>
        <p:spPr>
          <a:xfrm>
            <a:off x="6279060" y="2107188"/>
            <a:ext cx="5455740" cy="1056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2400"/>
              <a:buNone/>
              <a:defRPr sz="3200">
                <a:latin typeface="Raleway"/>
                <a:ea typeface="Raleway"/>
                <a:cs typeface="Raleway"/>
                <a:sym typeface="Raleway"/>
              </a:defRPr>
            </a:lvl1pPr>
            <a:lvl2pPr lvl="1" algn="ctr">
              <a:lnSpc>
                <a:spcPct val="100000"/>
              </a:lnSpc>
              <a:spcBef>
                <a:spcPts val="0"/>
              </a:spcBef>
              <a:spcAft>
                <a:spcPts val="0"/>
              </a:spcAft>
              <a:buSzPts val="2400"/>
              <a:buNone/>
              <a:defRPr sz="3200"/>
            </a:lvl2pPr>
            <a:lvl3pPr lvl="2" algn="ctr">
              <a:lnSpc>
                <a:spcPct val="100000"/>
              </a:lnSpc>
              <a:spcBef>
                <a:spcPts val="0"/>
              </a:spcBef>
              <a:spcAft>
                <a:spcPts val="0"/>
              </a:spcAft>
              <a:buSzPts val="2400"/>
              <a:buNone/>
              <a:defRPr sz="3200"/>
            </a:lvl3pPr>
            <a:lvl4pPr lvl="3" algn="ctr">
              <a:lnSpc>
                <a:spcPct val="100000"/>
              </a:lnSpc>
              <a:spcBef>
                <a:spcPts val="0"/>
              </a:spcBef>
              <a:spcAft>
                <a:spcPts val="0"/>
              </a:spcAft>
              <a:buSzPts val="2400"/>
              <a:buNone/>
              <a:defRPr sz="3200"/>
            </a:lvl4pPr>
            <a:lvl5pPr lvl="4" algn="ctr">
              <a:lnSpc>
                <a:spcPct val="100000"/>
              </a:lnSpc>
              <a:spcBef>
                <a:spcPts val="0"/>
              </a:spcBef>
              <a:spcAft>
                <a:spcPts val="0"/>
              </a:spcAft>
              <a:buSzPts val="2400"/>
              <a:buNone/>
              <a:defRPr sz="3200"/>
            </a:lvl5pPr>
            <a:lvl6pPr lvl="5" algn="ctr">
              <a:lnSpc>
                <a:spcPct val="100000"/>
              </a:lnSpc>
              <a:spcBef>
                <a:spcPts val="0"/>
              </a:spcBef>
              <a:spcAft>
                <a:spcPts val="0"/>
              </a:spcAft>
              <a:buSzPts val="2400"/>
              <a:buNone/>
              <a:defRPr sz="3200"/>
            </a:lvl6pPr>
            <a:lvl7pPr lvl="6" algn="ctr">
              <a:lnSpc>
                <a:spcPct val="100000"/>
              </a:lnSpc>
              <a:spcBef>
                <a:spcPts val="0"/>
              </a:spcBef>
              <a:spcAft>
                <a:spcPts val="0"/>
              </a:spcAft>
              <a:buSzPts val="2400"/>
              <a:buNone/>
              <a:defRPr sz="3200"/>
            </a:lvl7pPr>
            <a:lvl8pPr lvl="7" algn="ctr">
              <a:lnSpc>
                <a:spcPct val="100000"/>
              </a:lnSpc>
              <a:spcBef>
                <a:spcPts val="0"/>
              </a:spcBef>
              <a:spcAft>
                <a:spcPts val="0"/>
              </a:spcAft>
              <a:buSzPts val="2400"/>
              <a:buNone/>
              <a:defRPr sz="3200"/>
            </a:lvl8pPr>
            <a:lvl9pPr lvl="8" algn="ctr">
              <a:lnSpc>
                <a:spcPct val="100000"/>
              </a:lnSpc>
              <a:spcBef>
                <a:spcPts val="0"/>
              </a:spcBef>
              <a:spcAft>
                <a:spcPts val="0"/>
              </a:spcAft>
              <a:buSzPts val="2400"/>
              <a:buNone/>
              <a:defRPr sz="3200"/>
            </a:lvl9pPr>
          </a:lstStyle>
          <a:p>
            <a:endParaRPr/>
          </a:p>
        </p:txBody>
      </p:sp>
    </p:spTree>
    <p:extLst>
      <p:ext uri="{BB962C8B-B14F-4D97-AF65-F5344CB8AC3E}">
        <p14:creationId xmlns:p14="http://schemas.microsoft.com/office/powerpoint/2010/main" val="3918365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1"/>
        <p:cNvGrpSpPr/>
        <p:nvPr/>
      </p:nvGrpSpPr>
      <p:grpSpPr>
        <a:xfrm>
          <a:off x="0" y="0"/>
          <a:ext cx="0" cy="0"/>
          <a:chOff x="0" y="0"/>
          <a:chExt cx="0" cy="0"/>
        </a:xfrm>
      </p:grpSpPr>
      <p:sp>
        <p:nvSpPr>
          <p:cNvPr id="62" name="Google Shape;62;p10"/>
          <p:cNvSpPr txBox="1">
            <a:spLocks noGrp="1"/>
          </p:cNvSpPr>
          <p:nvPr>
            <p:ph type="body" idx="1"/>
          </p:nvPr>
        </p:nvSpPr>
        <p:spPr>
          <a:xfrm>
            <a:off x="1081404" y="5270123"/>
            <a:ext cx="7998400" cy="7984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2400"/>
              <a:buFont typeface="PT Sans Narrow"/>
              <a:buNone/>
              <a:defRPr sz="3200">
                <a:latin typeface="Raleway" pitchFamily="2" charset="0"/>
                <a:ea typeface="Raleway" pitchFamily="2" charset="0"/>
                <a:cs typeface="Raleway" pitchFamily="2" charset="0"/>
                <a:sym typeface="PT Sans Narrow"/>
              </a:defRPr>
            </a:lvl1pPr>
          </a:lstStyle>
          <a:p>
            <a:endParaRPr dirty="0"/>
          </a:p>
        </p:txBody>
      </p:sp>
      <p:sp>
        <p:nvSpPr>
          <p:cNvPr id="6" name="Slide Number Placeholder 5">
            <a:extLst>
              <a:ext uri="{FF2B5EF4-FFF2-40B4-BE49-F238E27FC236}">
                <a16:creationId xmlns:a16="http://schemas.microsoft.com/office/drawing/2014/main" id="{2D49176E-C771-72C8-F8E5-906AAEAB5941}"/>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3499187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userDrawn="1">
  <p:cSld name="One column text">
    <p:spTree>
      <p:nvGrpSpPr>
        <p:cNvPr id="1" name="Shape 44"/>
        <p:cNvGrpSpPr/>
        <p:nvPr/>
      </p:nvGrpSpPr>
      <p:grpSpPr>
        <a:xfrm>
          <a:off x="0" y="0"/>
          <a:ext cx="0" cy="0"/>
          <a:chOff x="0" y="0"/>
          <a:chExt cx="0" cy="0"/>
        </a:xfrm>
      </p:grpSpPr>
      <p:sp>
        <p:nvSpPr>
          <p:cNvPr id="46" name="Google Shape;46;p7"/>
          <p:cNvSpPr txBox="1">
            <a:spLocks noGrp="1"/>
          </p:cNvSpPr>
          <p:nvPr>
            <p:ph type="body" idx="1"/>
          </p:nvPr>
        </p:nvSpPr>
        <p:spPr>
          <a:xfrm>
            <a:off x="415600" y="1672836"/>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333">
                <a:latin typeface="Calibri" panose="020F0502020204030204" pitchFamily="34" charset="0"/>
                <a:cs typeface="Calibri" panose="020F0502020204030204" pitchFamily="34" charset="0"/>
              </a:defRPr>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dirty="0"/>
          </a:p>
        </p:txBody>
      </p:sp>
      <p:sp>
        <p:nvSpPr>
          <p:cNvPr id="5" name="Google Shape;45;p7">
            <a:extLst>
              <a:ext uri="{FF2B5EF4-FFF2-40B4-BE49-F238E27FC236}">
                <a16:creationId xmlns:a16="http://schemas.microsoft.com/office/drawing/2014/main" id="{482C3779-B2BB-CEE4-3E2C-334B9C6C7D8A}"/>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7" name="Slide Number Placeholder 5">
            <a:extLst>
              <a:ext uri="{FF2B5EF4-FFF2-40B4-BE49-F238E27FC236}">
                <a16:creationId xmlns:a16="http://schemas.microsoft.com/office/drawing/2014/main" id="{E53AC460-69CA-8F48-E3C8-414742235405}"/>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3228013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B9630DA-C8F6-4DCB-07B4-8474A714CA0E}"/>
              </a:ext>
            </a:extLst>
          </p:cNvPr>
          <p:cNvSpPr>
            <a:spLocks noGrp="1"/>
          </p:cNvSpPr>
          <p:nvPr>
            <p:ph type="pic" idx="1"/>
          </p:nvPr>
        </p:nvSpPr>
        <p:spPr>
          <a:xfrm>
            <a:off x="5183188" y="2049463"/>
            <a:ext cx="6172200" cy="3811588"/>
          </a:xfrm>
          <a:prstGeom prst="rect">
            <a:avLst/>
          </a:prstGeom>
        </p:spPr>
        <p:txBody>
          <a:bodyPr>
            <a:normAutofit/>
          </a:bodyPr>
          <a:lstStyle>
            <a:lvl1pPr marL="0" indent="0">
              <a:buNone/>
              <a:defRPr sz="1333">
                <a:latin typeface="Calibri" panose="020F0502020204030204" pitchFamily="34" charset="0"/>
                <a:cs typeface="Calibri" panose="020F0502020204030204" pitchFamily="34"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IN" dirty="0"/>
          </a:p>
        </p:txBody>
      </p:sp>
      <p:sp>
        <p:nvSpPr>
          <p:cNvPr id="4" name="Text Placeholder 3">
            <a:extLst>
              <a:ext uri="{FF2B5EF4-FFF2-40B4-BE49-F238E27FC236}">
                <a16:creationId xmlns:a16="http://schemas.microsoft.com/office/drawing/2014/main" id="{2D23ABE9-772D-629A-0846-B8D8655E488F}"/>
              </a:ext>
            </a:extLst>
          </p:cNvPr>
          <p:cNvSpPr>
            <a:spLocks noGrp="1"/>
          </p:cNvSpPr>
          <p:nvPr>
            <p:ph type="body" sz="half" idx="2"/>
          </p:nvPr>
        </p:nvSpPr>
        <p:spPr>
          <a:xfrm>
            <a:off x="839788" y="2057401"/>
            <a:ext cx="3932237" cy="3811588"/>
          </a:xfrm>
          <a:prstGeom prst="rect">
            <a:avLst/>
          </a:prstGeom>
        </p:spPr>
        <p:txBody>
          <a:bodyPr/>
          <a:lstStyle>
            <a:lvl1pPr marL="0" indent="0">
              <a:buNone/>
              <a:defRPr sz="1333">
                <a:latin typeface="Calibri" panose="020F0502020204030204" pitchFamily="34" charset="0"/>
                <a:cs typeface="Calibri" panose="020F0502020204030204" pitchFamily="34"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11" name="Google Shape;45;p7">
            <a:extLst>
              <a:ext uri="{FF2B5EF4-FFF2-40B4-BE49-F238E27FC236}">
                <a16:creationId xmlns:a16="http://schemas.microsoft.com/office/drawing/2014/main" id="{2DDA5E8B-7438-C891-2771-F57700CCD3FA}"/>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13" name="Slide Number Placeholder 5">
            <a:extLst>
              <a:ext uri="{FF2B5EF4-FFF2-40B4-BE49-F238E27FC236}">
                <a16:creationId xmlns:a16="http://schemas.microsoft.com/office/drawing/2014/main" id="{BE10E01B-527E-6CF6-D575-6D430AD2824D}"/>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2061382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6E896A-68C9-7523-8C07-666BD0EFBA84}"/>
              </a:ext>
            </a:extLst>
          </p:cNvPr>
          <p:cNvSpPr>
            <a:spLocks noGrp="1"/>
          </p:cNvSpPr>
          <p:nvPr>
            <p:ph idx="1"/>
          </p:nvPr>
        </p:nvSpPr>
        <p:spPr>
          <a:xfrm>
            <a:off x="415600" y="2602499"/>
            <a:ext cx="11360800" cy="3153216"/>
          </a:xfrm>
          <a:prstGeom prst="rect">
            <a:avLst/>
          </a:prstGeom>
        </p:spPr>
        <p:txBody>
          <a:bodyPr/>
          <a:lstStyle>
            <a:lvl1pPr>
              <a:defRPr>
                <a:latin typeface="Calibri" panose="020F0502020204030204" pitchFamily="34" charset="0"/>
                <a:cs typeface="Calibri" panose="020F0502020204030204" pitchFamily="34" charset="0"/>
              </a:defRPr>
            </a:lvl1pPr>
            <a:lvl2pPr>
              <a:defRPr>
                <a:latin typeface="Raleway" pitchFamily="2" charset="0"/>
              </a:defRPr>
            </a:lvl2pPr>
            <a:lvl3pPr>
              <a:defRPr>
                <a:latin typeface="Raleway" pitchFamily="2" charset="0"/>
              </a:defRPr>
            </a:lvl3pPr>
            <a:lvl4pPr>
              <a:defRPr>
                <a:latin typeface="Raleway" pitchFamily="2" charset="0"/>
              </a:defRPr>
            </a:lvl4pPr>
            <a:lvl5pPr>
              <a:defRPr>
                <a:latin typeface="Raleway"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 name="Google Shape;45;p7">
            <a:extLst>
              <a:ext uri="{FF2B5EF4-FFF2-40B4-BE49-F238E27FC236}">
                <a16:creationId xmlns:a16="http://schemas.microsoft.com/office/drawing/2014/main" id="{2B1567C0-4287-5016-773D-60FC6944785E}"/>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12" name="Slide Number Placeholder 5">
            <a:extLst>
              <a:ext uri="{FF2B5EF4-FFF2-40B4-BE49-F238E27FC236}">
                <a16:creationId xmlns:a16="http://schemas.microsoft.com/office/drawing/2014/main" id="{54CBDA10-C463-8A5E-0969-8CFE1D30C617}"/>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3416484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1" userDrawn="1">
  <p:cSld name="Title and two columns 1">
    <p:spTree>
      <p:nvGrpSpPr>
        <p:cNvPr id="1" name="Shape 76"/>
        <p:cNvGrpSpPr/>
        <p:nvPr/>
      </p:nvGrpSpPr>
      <p:grpSpPr>
        <a:xfrm>
          <a:off x="0" y="0"/>
          <a:ext cx="0" cy="0"/>
          <a:chOff x="0" y="0"/>
          <a:chExt cx="0" cy="0"/>
        </a:xfrm>
      </p:grpSpPr>
      <p:sp>
        <p:nvSpPr>
          <p:cNvPr id="77" name="Google Shape;77;p13"/>
          <p:cNvSpPr txBox="1">
            <a:spLocks noGrp="1"/>
          </p:cNvSpPr>
          <p:nvPr>
            <p:ph type="subTitle" idx="1"/>
          </p:nvPr>
        </p:nvSpPr>
        <p:spPr>
          <a:xfrm>
            <a:off x="1802727" y="3860800"/>
            <a:ext cx="3646280" cy="495200"/>
          </a:xfrm>
          <a:prstGeom prst="rect">
            <a:avLst/>
          </a:prstGeom>
        </p:spPr>
        <p:txBody>
          <a:bodyPr spcFirstLastPara="1" wrap="square" lIns="91425" tIns="91425" rIns="91425" bIns="91425" anchor="ctr" anchorCtr="0">
            <a:normAutofit/>
          </a:bodyPr>
          <a:lstStyle>
            <a:lvl1pPr lvl="0" algn="ctr" rtl="0">
              <a:lnSpc>
                <a:spcPct val="100000"/>
              </a:lnSpc>
              <a:spcBef>
                <a:spcPts val="0"/>
              </a:spcBef>
              <a:spcAft>
                <a:spcPts val="0"/>
              </a:spcAft>
              <a:buNone/>
              <a:defRPr b="1">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b="1"/>
            </a:lvl2pPr>
            <a:lvl3pPr lvl="2" rtl="0">
              <a:lnSpc>
                <a:spcPct val="100000"/>
              </a:lnSpc>
              <a:spcBef>
                <a:spcPts val="1600"/>
              </a:spcBef>
              <a:spcAft>
                <a:spcPts val="0"/>
              </a:spcAft>
              <a:buNone/>
              <a:defRPr b="1"/>
            </a:lvl3pPr>
            <a:lvl4pPr lvl="3" rtl="0">
              <a:lnSpc>
                <a:spcPct val="100000"/>
              </a:lnSpc>
              <a:spcBef>
                <a:spcPts val="1600"/>
              </a:spcBef>
              <a:spcAft>
                <a:spcPts val="0"/>
              </a:spcAft>
              <a:buNone/>
              <a:defRPr b="1"/>
            </a:lvl4pPr>
            <a:lvl5pPr lvl="4" rtl="0">
              <a:lnSpc>
                <a:spcPct val="100000"/>
              </a:lnSpc>
              <a:spcBef>
                <a:spcPts val="1600"/>
              </a:spcBef>
              <a:spcAft>
                <a:spcPts val="0"/>
              </a:spcAft>
              <a:buNone/>
              <a:defRPr b="1"/>
            </a:lvl5pPr>
            <a:lvl6pPr lvl="5" rtl="0">
              <a:lnSpc>
                <a:spcPct val="100000"/>
              </a:lnSpc>
              <a:spcBef>
                <a:spcPts val="1600"/>
              </a:spcBef>
              <a:spcAft>
                <a:spcPts val="0"/>
              </a:spcAft>
              <a:buNone/>
              <a:defRPr b="1"/>
            </a:lvl6pPr>
            <a:lvl7pPr lvl="6" rtl="0">
              <a:lnSpc>
                <a:spcPct val="100000"/>
              </a:lnSpc>
              <a:spcBef>
                <a:spcPts val="1600"/>
              </a:spcBef>
              <a:spcAft>
                <a:spcPts val="0"/>
              </a:spcAft>
              <a:buNone/>
              <a:defRPr b="1"/>
            </a:lvl7pPr>
            <a:lvl8pPr lvl="7" rtl="0">
              <a:lnSpc>
                <a:spcPct val="100000"/>
              </a:lnSpc>
              <a:spcBef>
                <a:spcPts val="1600"/>
              </a:spcBef>
              <a:spcAft>
                <a:spcPts val="0"/>
              </a:spcAft>
              <a:buNone/>
              <a:defRPr b="1"/>
            </a:lvl8pPr>
            <a:lvl9pPr lvl="8" rtl="0">
              <a:lnSpc>
                <a:spcPct val="100000"/>
              </a:lnSpc>
              <a:spcBef>
                <a:spcPts val="1600"/>
              </a:spcBef>
              <a:spcAft>
                <a:spcPts val="1600"/>
              </a:spcAft>
              <a:buNone/>
              <a:defRPr b="1"/>
            </a:lvl9pPr>
          </a:lstStyle>
          <a:p>
            <a:endParaRPr dirty="0"/>
          </a:p>
        </p:txBody>
      </p:sp>
      <p:sp>
        <p:nvSpPr>
          <p:cNvPr id="78" name="Google Shape;78;p13"/>
          <p:cNvSpPr txBox="1">
            <a:spLocks noGrp="1"/>
          </p:cNvSpPr>
          <p:nvPr>
            <p:ph type="subTitle" idx="2"/>
          </p:nvPr>
        </p:nvSpPr>
        <p:spPr>
          <a:xfrm>
            <a:off x="1802727" y="4362700"/>
            <a:ext cx="3646280" cy="12788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None/>
              <a:defRPr sz="1867">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sz="1867"/>
            </a:lvl2pPr>
            <a:lvl3pPr lvl="2" rtl="0">
              <a:lnSpc>
                <a:spcPct val="100000"/>
              </a:lnSpc>
              <a:spcBef>
                <a:spcPts val="1600"/>
              </a:spcBef>
              <a:spcAft>
                <a:spcPts val="0"/>
              </a:spcAft>
              <a:buNone/>
              <a:defRPr sz="1867"/>
            </a:lvl3pPr>
            <a:lvl4pPr lvl="3" rtl="0">
              <a:lnSpc>
                <a:spcPct val="100000"/>
              </a:lnSpc>
              <a:spcBef>
                <a:spcPts val="1600"/>
              </a:spcBef>
              <a:spcAft>
                <a:spcPts val="0"/>
              </a:spcAft>
              <a:buNone/>
              <a:defRPr sz="1867"/>
            </a:lvl4pPr>
            <a:lvl5pPr lvl="4" rtl="0">
              <a:lnSpc>
                <a:spcPct val="100000"/>
              </a:lnSpc>
              <a:spcBef>
                <a:spcPts val="1600"/>
              </a:spcBef>
              <a:spcAft>
                <a:spcPts val="0"/>
              </a:spcAft>
              <a:buNone/>
              <a:defRPr sz="1867"/>
            </a:lvl5pPr>
            <a:lvl6pPr lvl="5" rtl="0">
              <a:lnSpc>
                <a:spcPct val="100000"/>
              </a:lnSpc>
              <a:spcBef>
                <a:spcPts val="1600"/>
              </a:spcBef>
              <a:spcAft>
                <a:spcPts val="0"/>
              </a:spcAft>
              <a:buNone/>
              <a:defRPr sz="1867"/>
            </a:lvl6pPr>
            <a:lvl7pPr lvl="6" rtl="0">
              <a:lnSpc>
                <a:spcPct val="100000"/>
              </a:lnSpc>
              <a:spcBef>
                <a:spcPts val="1600"/>
              </a:spcBef>
              <a:spcAft>
                <a:spcPts val="0"/>
              </a:spcAft>
              <a:buNone/>
              <a:defRPr sz="1867"/>
            </a:lvl7pPr>
            <a:lvl8pPr lvl="7" rtl="0">
              <a:lnSpc>
                <a:spcPct val="100000"/>
              </a:lnSpc>
              <a:spcBef>
                <a:spcPts val="1600"/>
              </a:spcBef>
              <a:spcAft>
                <a:spcPts val="0"/>
              </a:spcAft>
              <a:buNone/>
              <a:defRPr sz="1867"/>
            </a:lvl8pPr>
            <a:lvl9pPr lvl="8" rtl="0">
              <a:lnSpc>
                <a:spcPct val="100000"/>
              </a:lnSpc>
              <a:spcBef>
                <a:spcPts val="1600"/>
              </a:spcBef>
              <a:spcAft>
                <a:spcPts val="1600"/>
              </a:spcAft>
              <a:buNone/>
              <a:defRPr sz="1867"/>
            </a:lvl9pPr>
          </a:lstStyle>
          <a:p>
            <a:endParaRPr dirty="0"/>
          </a:p>
        </p:txBody>
      </p:sp>
      <p:sp>
        <p:nvSpPr>
          <p:cNvPr id="79" name="Google Shape;79;p13"/>
          <p:cNvSpPr txBox="1">
            <a:spLocks noGrp="1"/>
          </p:cNvSpPr>
          <p:nvPr>
            <p:ph type="subTitle" idx="3"/>
          </p:nvPr>
        </p:nvSpPr>
        <p:spPr>
          <a:xfrm>
            <a:off x="6743027" y="3860800"/>
            <a:ext cx="3646280" cy="495200"/>
          </a:xfrm>
          <a:prstGeom prst="rect">
            <a:avLst/>
          </a:prstGeom>
        </p:spPr>
        <p:txBody>
          <a:bodyPr spcFirstLastPara="1" wrap="square" lIns="91425" tIns="91425" rIns="91425" bIns="91425" anchor="ctr" anchorCtr="0">
            <a:normAutofit/>
          </a:bodyPr>
          <a:lstStyle>
            <a:lvl1pPr lvl="0" algn="ctr" rtl="0">
              <a:lnSpc>
                <a:spcPct val="100000"/>
              </a:lnSpc>
              <a:spcBef>
                <a:spcPts val="0"/>
              </a:spcBef>
              <a:spcAft>
                <a:spcPts val="0"/>
              </a:spcAft>
              <a:buNone/>
              <a:defRPr b="1">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b="1"/>
            </a:lvl2pPr>
            <a:lvl3pPr lvl="2" rtl="0">
              <a:lnSpc>
                <a:spcPct val="100000"/>
              </a:lnSpc>
              <a:spcBef>
                <a:spcPts val="1600"/>
              </a:spcBef>
              <a:spcAft>
                <a:spcPts val="0"/>
              </a:spcAft>
              <a:buNone/>
              <a:defRPr b="1"/>
            </a:lvl3pPr>
            <a:lvl4pPr lvl="3" rtl="0">
              <a:lnSpc>
                <a:spcPct val="100000"/>
              </a:lnSpc>
              <a:spcBef>
                <a:spcPts val="1600"/>
              </a:spcBef>
              <a:spcAft>
                <a:spcPts val="0"/>
              </a:spcAft>
              <a:buNone/>
              <a:defRPr b="1"/>
            </a:lvl4pPr>
            <a:lvl5pPr lvl="4" rtl="0">
              <a:lnSpc>
                <a:spcPct val="100000"/>
              </a:lnSpc>
              <a:spcBef>
                <a:spcPts val="1600"/>
              </a:spcBef>
              <a:spcAft>
                <a:spcPts val="0"/>
              </a:spcAft>
              <a:buNone/>
              <a:defRPr b="1"/>
            </a:lvl5pPr>
            <a:lvl6pPr lvl="5" rtl="0">
              <a:lnSpc>
                <a:spcPct val="100000"/>
              </a:lnSpc>
              <a:spcBef>
                <a:spcPts val="1600"/>
              </a:spcBef>
              <a:spcAft>
                <a:spcPts val="0"/>
              </a:spcAft>
              <a:buNone/>
              <a:defRPr b="1"/>
            </a:lvl6pPr>
            <a:lvl7pPr lvl="6" rtl="0">
              <a:lnSpc>
                <a:spcPct val="100000"/>
              </a:lnSpc>
              <a:spcBef>
                <a:spcPts val="1600"/>
              </a:spcBef>
              <a:spcAft>
                <a:spcPts val="0"/>
              </a:spcAft>
              <a:buNone/>
              <a:defRPr b="1"/>
            </a:lvl7pPr>
            <a:lvl8pPr lvl="7" rtl="0">
              <a:lnSpc>
                <a:spcPct val="100000"/>
              </a:lnSpc>
              <a:spcBef>
                <a:spcPts val="1600"/>
              </a:spcBef>
              <a:spcAft>
                <a:spcPts val="0"/>
              </a:spcAft>
              <a:buNone/>
              <a:defRPr b="1"/>
            </a:lvl8pPr>
            <a:lvl9pPr lvl="8" rtl="0">
              <a:lnSpc>
                <a:spcPct val="100000"/>
              </a:lnSpc>
              <a:spcBef>
                <a:spcPts val="1600"/>
              </a:spcBef>
              <a:spcAft>
                <a:spcPts val="1600"/>
              </a:spcAft>
              <a:buNone/>
              <a:defRPr b="1"/>
            </a:lvl9pPr>
          </a:lstStyle>
          <a:p>
            <a:endParaRPr dirty="0"/>
          </a:p>
        </p:txBody>
      </p:sp>
      <p:sp>
        <p:nvSpPr>
          <p:cNvPr id="80" name="Google Shape;80;p13"/>
          <p:cNvSpPr txBox="1">
            <a:spLocks noGrp="1"/>
          </p:cNvSpPr>
          <p:nvPr>
            <p:ph type="subTitle" idx="4"/>
          </p:nvPr>
        </p:nvSpPr>
        <p:spPr>
          <a:xfrm>
            <a:off x="6743027" y="4362700"/>
            <a:ext cx="3646280" cy="12788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None/>
              <a:defRPr sz="1867">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sz="1867"/>
            </a:lvl2pPr>
            <a:lvl3pPr lvl="2" rtl="0">
              <a:lnSpc>
                <a:spcPct val="100000"/>
              </a:lnSpc>
              <a:spcBef>
                <a:spcPts val="1600"/>
              </a:spcBef>
              <a:spcAft>
                <a:spcPts val="0"/>
              </a:spcAft>
              <a:buNone/>
              <a:defRPr sz="1867"/>
            </a:lvl3pPr>
            <a:lvl4pPr lvl="3" rtl="0">
              <a:lnSpc>
                <a:spcPct val="100000"/>
              </a:lnSpc>
              <a:spcBef>
                <a:spcPts val="1600"/>
              </a:spcBef>
              <a:spcAft>
                <a:spcPts val="0"/>
              </a:spcAft>
              <a:buNone/>
              <a:defRPr sz="1867"/>
            </a:lvl4pPr>
            <a:lvl5pPr lvl="4" rtl="0">
              <a:lnSpc>
                <a:spcPct val="100000"/>
              </a:lnSpc>
              <a:spcBef>
                <a:spcPts val="1600"/>
              </a:spcBef>
              <a:spcAft>
                <a:spcPts val="0"/>
              </a:spcAft>
              <a:buNone/>
              <a:defRPr sz="1867"/>
            </a:lvl5pPr>
            <a:lvl6pPr lvl="5" rtl="0">
              <a:lnSpc>
                <a:spcPct val="100000"/>
              </a:lnSpc>
              <a:spcBef>
                <a:spcPts val="1600"/>
              </a:spcBef>
              <a:spcAft>
                <a:spcPts val="0"/>
              </a:spcAft>
              <a:buNone/>
              <a:defRPr sz="1867"/>
            </a:lvl6pPr>
            <a:lvl7pPr lvl="6" rtl="0">
              <a:lnSpc>
                <a:spcPct val="100000"/>
              </a:lnSpc>
              <a:spcBef>
                <a:spcPts val="1600"/>
              </a:spcBef>
              <a:spcAft>
                <a:spcPts val="0"/>
              </a:spcAft>
              <a:buNone/>
              <a:defRPr sz="1867"/>
            </a:lvl7pPr>
            <a:lvl8pPr lvl="7" rtl="0">
              <a:lnSpc>
                <a:spcPct val="100000"/>
              </a:lnSpc>
              <a:spcBef>
                <a:spcPts val="1600"/>
              </a:spcBef>
              <a:spcAft>
                <a:spcPts val="0"/>
              </a:spcAft>
              <a:buNone/>
              <a:defRPr sz="1867"/>
            </a:lvl8pPr>
            <a:lvl9pPr lvl="8" rtl="0">
              <a:lnSpc>
                <a:spcPct val="100000"/>
              </a:lnSpc>
              <a:spcBef>
                <a:spcPts val="1600"/>
              </a:spcBef>
              <a:spcAft>
                <a:spcPts val="1600"/>
              </a:spcAft>
              <a:buNone/>
              <a:defRPr sz="1867"/>
            </a:lvl9pPr>
          </a:lstStyle>
          <a:p>
            <a:endParaRPr/>
          </a:p>
        </p:txBody>
      </p:sp>
      <p:sp>
        <p:nvSpPr>
          <p:cNvPr id="3" name="Google Shape;45;p7">
            <a:extLst>
              <a:ext uri="{FF2B5EF4-FFF2-40B4-BE49-F238E27FC236}">
                <a16:creationId xmlns:a16="http://schemas.microsoft.com/office/drawing/2014/main" id="{D0B48D13-027A-4AFE-4CD9-AAE135E2BABD}"/>
              </a:ext>
            </a:extLst>
          </p:cNvPr>
          <p:cNvSpPr txBox="1">
            <a:spLocks noGrp="1"/>
          </p:cNvSpPr>
          <p:nvPr>
            <p:ph type="title"/>
          </p:nvPr>
        </p:nvSpPr>
        <p:spPr>
          <a:xfrm>
            <a:off x="403199" y="115200"/>
            <a:ext cx="10550999"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9" name="Slide Number Placeholder 5">
            <a:extLst>
              <a:ext uri="{FF2B5EF4-FFF2-40B4-BE49-F238E27FC236}">
                <a16:creationId xmlns:a16="http://schemas.microsoft.com/office/drawing/2014/main" id="{9432BB4C-0FFD-F107-637F-62075DD566B0}"/>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1265085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66"/>
        <p:cNvGrpSpPr/>
        <p:nvPr/>
      </p:nvGrpSpPr>
      <p:grpSpPr>
        <a:xfrm>
          <a:off x="0" y="0"/>
          <a:ext cx="0" cy="0"/>
          <a:chOff x="0" y="0"/>
          <a:chExt cx="0" cy="0"/>
        </a:xfrm>
      </p:grpSpPr>
      <p:sp>
        <p:nvSpPr>
          <p:cNvPr id="67" name="Google Shape;67;p11"/>
          <p:cNvSpPr txBox="1">
            <a:spLocks noGrp="1"/>
          </p:cNvSpPr>
          <p:nvPr>
            <p:ph type="title" hasCustomPrompt="1"/>
          </p:nvPr>
        </p:nvSpPr>
        <p:spPr>
          <a:xfrm>
            <a:off x="415600" y="2236481"/>
            <a:ext cx="11360800" cy="20512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7333">
                <a:solidFill>
                  <a:schemeClr val="accent3"/>
                </a:solidFill>
                <a:latin typeface="Calibri" panose="020F0502020204030204" pitchFamily="34" charset="0"/>
                <a:cs typeface="Calibri" panose="020F0502020204030204" pitchFamily="34" charset="0"/>
              </a:defRPr>
            </a:lvl1pPr>
            <a:lvl2pPr lvl="1" algn="ctr">
              <a:spcBef>
                <a:spcPts val="0"/>
              </a:spcBef>
              <a:spcAft>
                <a:spcPts val="0"/>
              </a:spcAft>
              <a:buClr>
                <a:schemeClr val="accent3"/>
              </a:buClr>
              <a:buSzPts val="13000"/>
              <a:buNone/>
              <a:defRPr sz="17333">
                <a:solidFill>
                  <a:schemeClr val="accent3"/>
                </a:solidFill>
              </a:defRPr>
            </a:lvl2pPr>
            <a:lvl3pPr lvl="2" algn="ctr">
              <a:spcBef>
                <a:spcPts val="0"/>
              </a:spcBef>
              <a:spcAft>
                <a:spcPts val="0"/>
              </a:spcAft>
              <a:buClr>
                <a:schemeClr val="accent3"/>
              </a:buClr>
              <a:buSzPts val="13000"/>
              <a:buNone/>
              <a:defRPr sz="17333">
                <a:solidFill>
                  <a:schemeClr val="accent3"/>
                </a:solidFill>
              </a:defRPr>
            </a:lvl3pPr>
            <a:lvl4pPr lvl="3" algn="ctr">
              <a:spcBef>
                <a:spcPts val="0"/>
              </a:spcBef>
              <a:spcAft>
                <a:spcPts val="0"/>
              </a:spcAft>
              <a:buClr>
                <a:schemeClr val="accent3"/>
              </a:buClr>
              <a:buSzPts val="13000"/>
              <a:buNone/>
              <a:defRPr sz="17333">
                <a:solidFill>
                  <a:schemeClr val="accent3"/>
                </a:solidFill>
              </a:defRPr>
            </a:lvl4pPr>
            <a:lvl5pPr lvl="4" algn="ctr">
              <a:spcBef>
                <a:spcPts val="0"/>
              </a:spcBef>
              <a:spcAft>
                <a:spcPts val="0"/>
              </a:spcAft>
              <a:buClr>
                <a:schemeClr val="accent3"/>
              </a:buClr>
              <a:buSzPts val="13000"/>
              <a:buNone/>
              <a:defRPr sz="17333">
                <a:solidFill>
                  <a:schemeClr val="accent3"/>
                </a:solidFill>
              </a:defRPr>
            </a:lvl5pPr>
            <a:lvl6pPr lvl="5" algn="ctr">
              <a:spcBef>
                <a:spcPts val="0"/>
              </a:spcBef>
              <a:spcAft>
                <a:spcPts val="0"/>
              </a:spcAft>
              <a:buClr>
                <a:schemeClr val="accent3"/>
              </a:buClr>
              <a:buSzPts val="13000"/>
              <a:buNone/>
              <a:defRPr sz="17333">
                <a:solidFill>
                  <a:schemeClr val="accent3"/>
                </a:solidFill>
              </a:defRPr>
            </a:lvl6pPr>
            <a:lvl7pPr lvl="6" algn="ctr">
              <a:spcBef>
                <a:spcPts val="0"/>
              </a:spcBef>
              <a:spcAft>
                <a:spcPts val="0"/>
              </a:spcAft>
              <a:buClr>
                <a:schemeClr val="accent3"/>
              </a:buClr>
              <a:buSzPts val="13000"/>
              <a:buNone/>
              <a:defRPr sz="17333">
                <a:solidFill>
                  <a:schemeClr val="accent3"/>
                </a:solidFill>
              </a:defRPr>
            </a:lvl7pPr>
            <a:lvl8pPr lvl="7" algn="ctr">
              <a:spcBef>
                <a:spcPts val="0"/>
              </a:spcBef>
              <a:spcAft>
                <a:spcPts val="0"/>
              </a:spcAft>
              <a:buClr>
                <a:schemeClr val="accent3"/>
              </a:buClr>
              <a:buSzPts val="13000"/>
              <a:buNone/>
              <a:defRPr sz="17333">
                <a:solidFill>
                  <a:schemeClr val="accent3"/>
                </a:solidFill>
              </a:defRPr>
            </a:lvl8pPr>
            <a:lvl9pPr lvl="8" algn="ctr">
              <a:spcBef>
                <a:spcPts val="0"/>
              </a:spcBef>
              <a:spcAft>
                <a:spcPts val="0"/>
              </a:spcAft>
              <a:buClr>
                <a:schemeClr val="accent3"/>
              </a:buClr>
              <a:buSzPts val="13000"/>
              <a:buNone/>
              <a:defRPr sz="17333">
                <a:solidFill>
                  <a:schemeClr val="accent3"/>
                </a:solidFill>
              </a:defRPr>
            </a:lvl9pPr>
          </a:lstStyle>
          <a:p>
            <a:r>
              <a:rPr dirty="0"/>
              <a:t>xx%</a:t>
            </a:r>
          </a:p>
        </p:txBody>
      </p:sp>
      <p:sp>
        <p:nvSpPr>
          <p:cNvPr id="68" name="Google Shape;68;p11"/>
          <p:cNvSpPr txBox="1">
            <a:spLocks noGrp="1"/>
          </p:cNvSpPr>
          <p:nvPr>
            <p:ph type="body" idx="1"/>
          </p:nvPr>
        </p:nvSpPr>
        <p:spPr>
          <a:xfrm>
            <a:off x="415600" y="4490881"/>
            <a:ext cx="11360800" cy="14288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atin typeface="Calibri" panose="020F0502020204030204" pitchFamily="34" charset="0"/>
                <a:cs typeface="Calibri" panose="020F0502020204030204" pitchFamily="34" charset="0"/>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dirty="0"/>
          </a:p>
        </p:txBody>
      </p:sp>
      <p:sp>
        <p:nvSpPr>
          <p:cNvPr id="8" name="Slide Number Placeholder 5">
            <a:extLst>
              <a:ext uri="{FF2B5EF4-FFF2-40B4-BE49-F238E27FC236}">
                <a16:creationId xmlns:a16="http://schemas.microsoft.com/office/drawing/2014/main" id="{FEF22A34-8630-7179-6BE7-3A5ED218F444}"/>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8360818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Google Shape;45;p7">
            <a:extLst>
              <a:ext uri="{FF2B5EF4-FFF2-40B4-BE49-F238E27FC236}">
                <a16:creationId xmlns:a16="http://schemas.microsoft.com/office/drawing/2014/main" id="{564256A3-4B60-B37C-3C15-AB3FE9B6DA43}"/>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11" name="Slide Number Placeholder 5">
            <a:extLst>
              <a:ext uri="{FF2B5EF4-FFF2-40B4-BE49-F238E27FC236}">
                <a16:creationId xmlns:a16="http://schemas.microsoft.com/office/drawing/2014/main" id="{4B24C27D-E9CF-52B2-895E-3ABEC7ADC878}"/>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1560623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983060A7-945A-2E96-761C-7E7F8D3C45F9}"/>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871137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36"/>
        <p:cNvGrpSpPr/>
        <p:nvPr/>
      </p:nvGrpSpPr>
      <p:grpSpPr>
        <a:xfrm>
          <a:off x="0" y="0"/>
          <a:ext cx="0" cy="0"/>
          <a:chOff x="0" y="0"/>
          <a:chExt cx="0" cy="0"/>
        </a:xfrm>
      </p:grpSpPr>
      <p:sp>
        <p:nvSpPr>
          <p:cNvPr id="37" name="Google Shape;37;p60"/>
          <p:cNvSpPr txBox="1">
            <a:spLocks noGrp="1"/>
          </p:cNvSpPr>
          <p:nvPr>
            <p:ph type="subTitle" idx="1"/>
          </p:nvPr>
        </p:nvSpPr>
        <p:spPr>
          <a:xfrm>
            <a:off x="2840535" y="4195828"/>
            <a:ext cx="6494000" cy="1056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2400"/>
              <a:buNone/>
              <a:defRPr sz="3200">
                <a:latin typeface="Raleway"/>
                <a:ea typeface="Raleway"/>
                <a:cs typeface="Raleway"/>
                <a:sym typeface="Raleway"/>
              </a:defRPr>
            </a:lvl1pPr>
            <a:lvl2pPr lvl="1" algn="ctr">
              <a:lnSpc>
                <a:spcPct val="100000"/>
              </a:lnSpc>
              <a:spcBef>
                <a:spcPts val="0"/>
              </a:spcBef>
              <a:spcAft>
                <a:spcPts val="0"/>
              </a:spcAft>
              <a:buSzPts val="2400"/>
              <a:buNone/>
              <a:defRPr sz="3200"/>
            </a:lvl2pPr>
            <a:lvl3pPr lvl="2" algn="ctr">
              <a:lnSpc>
                <a:spcPct val="100000"/>
              </a:lnSpc>
              <a:spcBef>
                <a:spcPts val="0"/>
              </a:spcBef>
              <a:spcAft>
                <a:spcPts val="0"/>
              </a:spcAft>
              <a:buSzPts val="2400"/>
              <a:buNone/>
              <a:defRPr sz="3200"/>
            </a:lvl3pPr>
            <a:lvl4pPr lvl="3" algn="ctr">
              <a:lnSpc>
                <a:spcPct val="100000"/>
              </a:lnSpc>
              <a:spcBef>
                <a:spcPts val="0"/>
              </a:spcBef>
              <a:spcAft>
                <a:spcPts val="0"/>
              </a:spcAft>
              <a:buSzPts val="2400"/>
              <a:buNone/>
              <a:defRPr sz="3200"/>
            </a:lvl4pPr>
            <a:lvl5pPr lvl="4" algn="ctr">
              <a:lnSpc>
                <a:spcPct val="100000"/>
              </a:lnSpc>
              <a:spcBef>
                <a:spcPts val="0"/>
              </a:spcBef>
              <a:spcAft>
                <a:spcPts val="0"/>
              </a:spcAft>
              <a:buSzPts val="2400"/>
              <a:buNone/>
              <a:defRPr sz="3200"/>
            </a:lvl5pPr>
            <a:lvl6pPr lvl="5" algn="ctr">
              <a:lnSpc>
                <a:spcPct val="100000"/>
              </a:lnSpc>
              <a:spcBef>
                <a:spcPts val="0"/>
              </a:spcBef>
              <a:spcAft>
                <a:spcPts val="0"/>
              </a:spcAft>
              <a:buSzPts val="2400"/>
              <a:buNone/>
              <a:defRPr sz="3200"/>
            </a:lvl6pPr>
            <a:lvl7pPr lvl="6" algn="ctr">
              <a:lnSpc>
                <a:spcPct val="100000"/>
              </a:lnSpc>
              <a:spcBef>
                <a:spcPts val="0"/>
              </a:spcBef>
              <a:spcAft>
                <a:spcPts val="0"/>
              </a:spcAft>
              <a:buSzPts val="2400"/>
              <a:buNone/>
              <a:defRPr sz="3200"/>
            </a:lvl7pPr>
            <a:lvl8pPr lvl="7" algn="ctr">
              <a:lnSpc>
                <a:spcPct val="100000"/>
              </a:lnSpc>
              <a:spcBef>
                <a:spcPts val="0"/>
              </a:spcBef>
              <a:spcAft>
                <a:spcPts val="0"/>
              </a:spcAft>
              <a:buSzPts val="2400"/>
              <a:buNone/>
              <a:defRPr sz="3200"/>
            </a:lvl8pPr>
            <a:lvl9pPr lvl="8" algn="ctr">
              <a:lnSpc>
                <a:spcPct val="100000"/>
              </a:lnSpc>
              <a:spcBef>
                <a:spcPts val="0"/>
              </a:spcBef>
              <a:spcAft>
                <a:spcPts val="0"/>
              </a:spcAft>
              <a:buSzPts val="2400"/>
              <a:buNone/>
              <a:defRPr sz="3200"/>
            </a:lvl9pPr>
          </a:lstStyle>
          <a:p>
            <a:endParaRPr/>
          </a:p>
        </p:txBody>
      </p:sp>
      <p:sp>
        <p:nvSpPr>
          <p:cNvPr id="38" name="Google Shape;38;p60"/>
          <p:cNvSpPr txBox="1">
            <a:spLocks noGrp="1"/>
          </p:cNvSpPr>
          <p:nvPr>
            <p:ph type="sldNum" idx="12"/>
          </p:nvPr>
        </p:nvSpPr>
        <p:spPr>
          <a:xfrm>
            <a:off x="11323907" y="6414447"/>
            <a:ext cx="731600" cy="355272"/>
          </a:xfrm>
          <a:prstGeom prst="rect">
            <a:avLst/>
          </a:prstGeom>
          <a:noFill/>
          <a:ln>
            <a:noFill/>
          </a:ln>
        </p:spPr>
        <p:txBody>
          <a:bodyPr spcFirstLastPara="1" wrap="square" lIns="91425" tIns="91425" rIns="91425" bIns="91425" anchor="ctr" anchorCtr="0">
            <a:noAutofit/>
          </a:bodyPr>
          <a:lstStyle>
            <a:lvl1pPr marL="0" lvl="0"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1pPr>
            <a:lvl2pPr marL="0" lvl="1"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2pPr>
            <a:lvl3pPr marL="0" lvl="2"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3pPr>
            <a:lvl4pPr marL="0" lvl="3"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4pPr>
            <a:lvl5pPr marL="0" lvl="4"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5pPr>
            <a:lvl6pPr marL="0" lvl="5"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6pPr>
            <a:lvl7pPr marL="0" lvl="6"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7pPr>
            <a:lvl8pPr marL="0" lvl="7"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8pPr>
            <a:lvl9pPr marL="0" lvl="8"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830446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userDrawn="1">
  <p:cSld name="Title and Content">
    <p:spTree>
      <p:nvGrpSpPr>
        <p:cNvPr id="1" name="Shape 91"/>
        <p:cNvGrpSpPr/>
        <p:nvPr/>
      </p:nvGrpSpPr>
      <p:grpSpPr>
        <a:xfrm>
          <a:off x="0" y="0"/>
          <a:ext cx="0" cy="0"/>
          <a:chOff x="0" y="0"/>
          <a:chExt cx="0" cy="0"/>
        </a:xfrm>
      </p:grpSpPr>
      <p:sp>
        <p:nvSpPr>
          <p:cNvPr id="93" name="Google Shape;93;p15"/>
          <p:cNvSpPr txBox="1">
            <a:spLocks noGrp="1"/>
          </p:cNvSpPr>
          <p:nvPr>
            <p:ph type="body" idx="1"/>
          </p:nvPr>
        </p:nvSpPr>
        <p:spPr>
          <a:xfrm>
            <a:off x="838200" y="2023409"/>
            <a:ext cx="10515600" cy="3955636"/>
          </a:xfrm>
          <a:prstGeom prst="rect">
            <a:avLst/>
          </a:prstGeom>
          <a:noFill/>
          <a:ln>
            <a:noFill/>
          </a:ln>
        </p:spPr>
        <p:txBody>
          <a:bodyPr spcFirstLastPara="1" wrap="square" lIns="68575" tIns="34275" rIns="68575" bIns="34275" anchor="t" anchorCtr="0">
            <a:normAutofit/>
          </a:bodyPr>
          <a:lstStyle>
            <a:lvl1pPr marL="609585" lvl="0" indent="-423323" algn="l" rtl="0">
              <a:lnSpc>
                <a:spcPct val="90000"/>
              </a:lnSpc>
              <a:spcBef>
                <a:spcPts val="1067"/>
              </a:spcBef>
              <a:spcAft>
                <a:spcPts val="0"/>
              </a:spcAft>
              <a:buClr>
                <a:schemeClr val="dk1"/>
              </a:buClr>
              <a:buSzPts val="1400"/>
              <a:buChar char="•"/>
              <a:defRPr>
                <a:latin typeface="Calibri" panose="020F0502020204030204" pitchFamily="34" charset="0"/>
                <a:cs typeface="Calibri" panose="020F0502020204030204" pitchFamily="34" charset="0"/>
              </a:defRPr>
            </a:lvl1pPr>
            <a:lvl2pPr marL="1219170" lvl="1" indent="-423323" algn="l" rtl="0">
              <a:lnSpc>
                <a:spcPct val="90000"/>
              </a:lnSpc>
              <a:spcBef>
                <a:spcPts val="533"/>
              </a:spcBef>
              <a:spcAft>
                <a:spcPts val="0"/>
              </a:spcAft>
              <a:buClr>
                <a:schemeClr val="dk1"/>
              </a:buClr>
              <a:buSzPts val="1400"/>
              <a:buChar char="•"/>
              <a:defRPr/>
            </a:lvl2pPr>
            <a:lvl3pPr marL="1828754" lvl="2" indent="-423323" algn="l" rtl="0">
              <a:lnSpc>
                <a:spcPct val="90000"/>
              </a:lnSpc>
              <a:spcBef>
                <a:spcPts val="533"/>
              </a:spcBef>
              <a:spcAft>
                <a:spcPts val="0"/>
              </a:spcAft>
              <a:buClr>
                <a:schemeClr val="dk1"/>
              </a:buClr>
              <a:buSzPts val="1400"/>
              <a:buChar char="•"/>
              <a:defRPr/>
            </a:lvl3pPr>
            <a:lvl4pPr marL="2438339" lvl="3" indent="-423323" algn="l" rtl="0">
              <a:lnSpc>
                <a:spcPct val="90000"/>
              </a:lnSpc>
              <a:spcBef>
                <a:spcPts val="533"/>
              </a:spcBef>
              <a:spcAft>
                <a:spcPts val="0"/>
              </a:spcAft>
              <a:buClr>
                <a:schemeClr val="dk1"/>
              </a:buClr>
              <a:buSzPts val="1400"/>
              <a:buChar char="•"/>
              <a:defRPr/>
            </a:lvl4pPr>
            <a:lvl5pPr marL="3047924" lvl="4" indent="-423323" algn="l" rtl="0">
              <a:lnSpc>
                <a:spcPct val="90000"/>
              </a:lnSpc>
              <a:spcBef>
                <a:spcPts val="533"/>
              </a:spcBef>
              <a:spcAft>
                <a:spcPts val="0"/>
              </a:spcAft>
              <a:buClr>
                <a:schemeClr val="dk1"/>
              </a:buClr>
              <a:buSzPts val="1400"/>
              <a:buChar char="•"/>
              <a:defRPr/>
            </a:lvl5pPr>
            <a:lvl6pPr marL="3657509" lvl="5" indent="-423323" algn="l" rtl="0">
              <a:lnSpc>
                <a:spcPct val="90000"/>
              </a:lnSpc>
              <a:spcBef>
                <a:spcPts val="533"/>
              </a:spcBef>
              <a:spcAft>
                <a:spcPts val="0"/>
              </a:spcAft>
              <a:buClr>
                <a:schemeClr val="dk1"/>
              </a:buClr>
              <a:buSzPts val="1400"/>
              <a:buChar char="•"/>
              <a:defRPr/>
            </a:lvl6pPr>
            <a:lvl7pPr marL="4267093" lvl="6" indent="-423323" algn="l" rtl="0">
              <a:lnSpc>
                <a:spcPct val="90000"/>
              </a:lnSpc>
              <a:spcBef>
                <a:spcPts val="533"/>
              </a:spcBef>
              <a:spcAft>
                <a:spcPts val="0"/>
              </a:spcAft>
              <a:buClr>
                <a:schemeClr val="dk1"/>
              </a:buClr>
              <a:buSzPts val="1400"/>
              <a:buChar char="•"/>
              <a:defRPr/>
            </a:lvl7pPr>
            <a:lvl8pPr marL="4876678" lvl="7" indent="-423323" algn="l" rtl="0">
              <a:lnSpc>
                <a:spcPct val="90000"/>
              </a:lnSpc>
              <a:spcBef>
                <a:spcPts val="533"/>
              </a:spcBef>
              <a:spcAft>
                <a:spcPts val="0"/>
              </a:spcAft>
              <a:buClr>
                <a:schemeClr val="dk1"/>
              </a:buClr>
              <a:buSzPts val="1400"/>
              <a:buChar char="•"/>
              <a:defRPr/>
            </a:lvl8pPr>
            <a:lvl9pPr marL="5486263" lvl="8" indent="-423323" algn="l" rtl="0">
              <a:lnSpc>
                <a:spcPct val="90000"/>
              </a:lnSpc>
              <a:spcBef>
                <a:spcPts val="533"/>
              </a:spcBef>
              <a:spcAft>
                <a:spcPts val="0"/>
              </a:spcAft>
              <a:buClr>
                <a:schemeClr val="dk1"/>
              </a:buClr>
              <a:buSzPts val="1400"/>
              <a:buChar char="•"/>
              <a:defRPr/>
            </a:lvl9pPr>
          </a:lstStyle>
          <a:p>
            <a:endParaRPr dirty="0"/>
          </a:p>
        </p:txBody>
      </p:sp>
      <p:sp>
        <p:nvSpPr>
          <p:cNvPr id="4" name="Google Shape;45;p7">
            <a:extLst>
              <a:ext uri="{FF2B5EF4-FFF2-40B4-BE49-F238E27FC236}">
                <a16:creationId xmlns:a16="http://schemas.microsoft.com/office/drawing/2014/main" id="{EB44CB0A-F4B1-A402-3759-2C3528AB8E4F}"/>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9" name="Slide Number Placeholder 5">
            <a:extLst>
              <a:ext uri="{FF2B5EF4-FFF2-40B4-BE49-F238E27FC236}">
                <a16:creationId xmlns:a16="http://schemas.microsoft.com/office/drawing/2014/main" id="{876617F3-2402-6614-1A74-28C7B4C54B24}"/>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1161290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gradFill flip="none" rotWithShape="1">
          <a:gsLst>
            <a:gs pos="0">
              <a:srgbClr val="008080">
                <a:alpha val="25000"/>
                <a:lumMod val="100000"/>
              </a:srgbClr>
            </a:gs>
            <a:gs pos="66000">
              <a:schemeClr val="accent1">
                <a:lumMod val="45000"/>
                <a:lumOff val="55000"/>
              </a:schemeClr>
            </a:gs>
            <a:gs pos="83000">
              <a:schemeClr val="accent1">
                <a:lumMod val="45000"/>
                <a:lumOff val="55000"/>
              </a:schemeClr>
            </a:gs>
            <a:gs pos="100000">
              <a:schemeClr val="accent1">
                <a:lumMod val="30000"/>
                <a:lumOff val="70000"/>
              </a:schemeClr>
            </a:gs>
          </a:gsLst>
          <a:lin ang="13500000" scaled="1"/>
          <a:tileRect/>
        </a:gradFill>
        <a:effectLst/>
      </p:bgPr>
    </p:bg>
    <p:spTree>
      <p:nvGrpSpPr>
        <p:cNvPr id="1" name="Shape 5"/>
        <p:cNvGrpSpPr/>
        <p:nvPr/>
      </p:nvGrpSpPr>
      <p:grpSpPr>
        <a:xfrm>
          <a:off x="0" y="0"/>
          <a:ext cx="0" cy="0"/>
          <a:chOff x="0" y="0"/>
          <a:chExt cx="0" cy="0"/>
        </a:xfrm>
      </p:grpSpPr>
      <p:sp>
        <p:nvSpPr>
          <p:cNvPr id="27" name="Rectangle 26">
            <a:extLst>
              <a:ext uri="{FF2B5EF4-FFF2-40B4-BE49-F238E27FC236}">
                <a16:creationId xmlns:a16="http://schemas.microsoft.com/office/drawing/2014/main" id="{D2573FB6-F6A4-C682-F4CD-14CE8176A144}"/>
              </a:ext>
            </a:extLst>
          </p:cNvPr>
          <p:cNvSpPr/>
          <p:nvPr userDrawn="1"/>
        </p:nvSpPr>
        <p:spPr>
          <a:xfrm>
            <a:off x="0" y="6331389"/>
            <a:ext cx="12195029" cy="524801"/>
          </a:xfrm>
          <a:prstGeom prst="rect">
            <a:avLst/>
          </a:prstGeom>
          <a:solidFill>
            <a:srgbClr val="348E90"/>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8" name="Google Shape;8;p1"/>
          <p:cNvSpPr txBox="1">
            <a:spLocks noGrp="1"/>
          </p:cNvSpPr>
          <p:nvPr>
            <p:ph type="sldNum" idx="12"/>
          </p:nvPr>
        </p:nvSpPr>
        <p:spPr>
          <a:xfrm>
            <a:off x="11323907" y="6414447"/>
            <a:ext cx="731600" cy="355272"/>
          </a:xfrm>
          <a:prstGeom prst="rect">
            <a:avLst/>
          </a:prstGeom>
          <a:noFill/>
          <a:ln>
            <a:noFill/>
          </a:ln>
        </p:spPr>
        <p:txBody>
          <a:bodyPr spcFirstLastPara="1" wrap="square" lIns="91425" tIns="91425" rIns="91425" bIns="91425" anchor="ctr" anchorCtr="0">
            <a:noAutofit/>
          </a:bodyPr>
          <a:lstStyle>
            <a:lvl1pPr lvl="0" algn="r">
              <a:buNone/>
              <a:defRPr sz="1333">
                <a:solidFill>
                  <a:schemeClr val="bg1"/>
                </a:solidFill>
                <a:latin typeface="Raleway" pitchFamily="2" charset="0"/>
                <a:ea typeface="Open Sans"/>
                <a:cs typeface="Open Sans"/>
                <a:sym typeface="Open Sans"/>
              </a:defRPr>
            </a:lvl1pPr>
            <a:lvl2pPr lvl="1" algn="r">
              <a:buNone/>
              <a:defRPr sz="1333">
                <a:solidFill>
                  <a:schemeClr val="dk2"/>
                </a:solidFill>
                <a:latin typeface="Open Sans"/>
                <a:ea typeface="Open Sans"/>
                <a:cs typeface="Open Sans"/>
                <a:sym typeface="Open Sans"/>
              </a:defRPr>
            </a:lvl2pPr>
            <a:lvl3pPr lvl="2" algn="r">
              <a:buNone/>
              <a:defRPr sz="1333">
                <a:solidFill>
                  <a:schemeClr val="dk2"/>
                </a:solidFill>
                <a:latin typeface="Open Sans"/>
                <a:ea typeface="Open Sans"/>
                <a:cs typeface="Open Sans"/>
                <a:sym typeface="Open Sans"/>
              </a:defRPr>
            </a:lvl3pPr>
            <a:lvl4pPr lvl="3" algn="r">
              <a:buNone/>
              <a:defRPr sz="1333">
                <a:solidFill>
                  <a:schemeClr val="dk2"/>
                </a:solidFill>
                <a:latin typeface="Open Sans"/>
                <a:ea typeface="Open Sans"/>
                <a:cs typeface="Open Sans"/>
                <a:sym typeface="Open Sans"/>
              </a:defRPr>
            </a:lvl4pPr>
            <a:lvl5pPr lvl="4" algn="r">
              <a:buNone/>
              <a:defRPr sz="1333">
                <a:solidFill>
                  <a:schemeClr val="dk2"/>
                </a:solidFill>
                <a:latin typeface="Open Sans"/>
                <a:ea typeface="Open Sans"/>
                <a:cs typeface="Open Sans"/>
                <a:sym typeface="Open Sans"/>
              </a:defRPr>
            </a:lvl5pPr>
            <a:lvl6pPr lvl="5" algn="r">
              <a:buNone/>
              <a:defRPr sz="1333">
                <a:solidFill>
                  <a:schemeClr val="dk2"/>
                </a:solidFill>
                <a:latin typeface="Open Sans"/>
                <a:ea typeface="Open Sans"/>
                <a:cs typeface="Open Sans"/>
                <a:sym typeface="Open Sans"/>
              </a:defRPr>
            </a:lvl6pPr>
            <a:lvl7pPr lvl="6" algn="r">
              <a:buNone/>
              <a:defRPr sz="1333">
                <a:solidFill>
                  <a:schemeClr val="dk2"/>
                </a:solidFill>
                <a:latin typeface="Open Sans"/>
                <a:ea typeface="Open Sans"/>
                <a:cs typeface="Open Sans"/>
                <a:sym typeface="Open Sans"/>
              </a:defRPr>
            </a:lvl7pPr>
            <a:lvl8pPr lvl="7" algn="r">
              <a:buNone/>
              <a:defRPr sz="1333">
                <a:solidFill>
                  <a:schemeClr val="dk2"/>
                </a:solidFill>
                <a:latin typeface="Open Sans"/>
                <a:ea typeface="Open Sans"/>
                <a:cs typeface="Open Sans"/>
                <a:sym typeface="Open Sans"/>
              </a:defRPr>
            </a:lvl8pPr>
            <a:lvl9pPr lvl="8" algn="r">
              <a:buNone/>
              <a:defRPr sz="1333">
                <a:solidFill>
                  <a:schemeClr val="dk2"/>
                </a:solidFill>
                <a:latin typeface="Open Sans"/>
                <a:ea typeface="Open Sans"/>
                <a:cs typeface="Open Sans"/>
                <a:sym typeface="Open Sans"/>
              </a:defRPr>
            </a:lvl9pPr>
          </a:lstStyle>
          <a:p>
            <a:fld id="{00000000-1234-1234-1234-123412341234}" type="slidenum">
              <a:rPr lang="en" smtClean="0"/>
              <a:pPr/>
              <a:t>‹#›</a:t>
            </a:fld>
            <a:endParaRPr lang="en" dirty="0"/>
          </a:p>
        </p:txBody>
      </p:sp>
    </p:spTree>
    <p:extLst>
      <p:ext uri="{BB962C8B-B14F-4D97-AF65-F5344CB8AC3E}">
        <p14:creationId xmlns:p14="http://schemas.microsoft.com/office/powerpoint/2010/main" val="109456712"/>
      </p:ext>
    </p:extLst>
  </p:cSld>
  <p:clrMap bg1="lt1" tx1="dk1" bg2="dk2" tx2="lt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7" r:id="rId5"/>
    <p:sldLayoutId id="2147483668" r:id="rId6"/>
    <p:sldLayoutId id="2147483669" r:id="rId7"/>
    <p:sldLayoutId id="2147483670" r:id="rId8"/>
    <p:sldLayoutId id="2147483671" r:id="rId9"/>
    <p:sldLayoutId id="2147483673" r:id="rId10"/>
    <p:sldLayoutId id="2147483674"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333" b="0" i="0" u="none" strike="noStrike" cap="none">
          <a:solidFill>
            <a:schemeClr val="tx1"/>
          </a:solidFill>
          <a:latin typeface="Raleway" pitchFamily="2" charset="0"/>
          <a:ea typeface="Raleway" pitchFamily="2" charset="0"/>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Raleway" pitchFamily="2" charset="0"/>
          <a:ea typeface="Raleway" pitchFamily="2" charset="0"/>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hemeOverride" Target="../theme/themeOverride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chart" Target="../charts/char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chart" Target="../charts/char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slideLayout" Target="../slideLayouts/slideLayout9.xml"/><Relationship Id="rId1" Type="http://schemas.openxmlformats.org/officeDocument/2006/relationships/themeOverride" Target="../theme/themeOverride2.xml"/><Relationship Id="rId4" Type="http://schemas.openxmlformats.org/officeDocument/2006/relationships/chart" Target="../charts/chart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3" Type="http://schemas.openxmlformats.org/officeDocument/2006/relationships/image" Target="../media/image30.png"/><Relationship Id="rId2" Type="http://schemas.microsoft.com/office/2014/relationships/chartEx" Target="../charts/chartEx1.xml"/><Relationship Id="rId1" Type="http://schemas.openxmlformats.org/officeDocument/2006/relationships/slideLayout" Target="../slideLayouts/slideLayout9.xml"/><Relationship Id="rId4" Type="http://schemas.openxmlformats.org/officeDocument/2006/relationships/chart" Target="../charts/chart1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chart" Target="../charts/chart13.xml"/><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chart" Target="../charts/chart15.xml"/><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2" Type="http://schemas.openxmlformats.org/officeDocument/2006/relationships/chart" Target="../charts/chart17.xml"/><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2" Type="http://schemas.openxmlformats.org/officeDocument/2006/relationships/chart" Target="../charts/chart18.xml"/><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1.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4/relationships/chartEx" Target="../charts/chartEx2.xml"/><Relationship Id="rId1" Type="http://schemas.openxmlformats.org/officeDocument/2006/relationships/slideLayout" Target="../slideLayouts/slideLayout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3.xml.rels><?xml version="1.0" encoding="UTF-8" standalone="yes"?>
<Relationships xmlns="http://schemas.openxmlformats.org/package/2006/relationships"><Relationship Id="rId2" Type="http://schemas.openxmlformats.org/officeDocument/2006/relationships/chart" Target="../charts/chart20.xml"/><Relationship Id="rId1" Type="http://schemas.openxmlformats.org/officeDocument/2006/relationships/slideLayout" Target="../slideLayouts/slideLayout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6.xml.rels><?xml version="1.0" encoding="UTF-8" standalone="yes"?>
<Relationships xmlns="http://schemas.openxmlformats.org/package/2006/relationships"><Relationship Id="rId2" Type="http://schemas.openxmlformats.org/officeDocument/2006/relationships/chart" Target="../charts/chart21.xml"/><Relationship Id="rId1" Type="http://schemas.openxmlformats.org/officeDocument/2006/relationships/slideLayout" Target="../slideLayouts/slideLayout9.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9.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4/relationships/chartEx" Target="../charts/chartEx3.xml"/><Relationship Id="rId1" Type="http://schemas.openxmlformats.org/officeDocument/2006/relationships/slideLayout" Target="../slideLayouts/slideLayout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1.xml.rels><?xml version="1.0" encoding="UTF-8" standalone="yes"?>
<Relationships xmlns="http://schemas.openxmlformats.org/package/2006/relationships"><Relationship Id="rId2" Type="http://schemas.openxmlformats.org/officeDocument/2006/relationships/chart" Target="../charts/chart22.xml"/><Relationship Id="rId1" Type="http://schemas.openxmlformats.org/officeDocument/2006/relationships/slideLayout" Target="../slideLayouts/slideLayout9.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4.xml.rels><?xml version="1.0" encoding="UTF-8" standalone="yes"?>
<Relationships xmlns="http://schemas.openxmlformats.org/package/2006/relationships"><Relationship Id="rId2" Type="http://schemas.openxmlformats.org/officeDocument/2006/relationships/chart" Target="../charts/chart23.xml"/><Relationship Id="rId1" Type="http://schemas.openxmlformats.org/officeDocument/2006/relationships/slideLayout" Target="../slideLayouts/slideLayout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6.xml.rels><?xml version="1.0" encoding="UTF-8" standalone="yes"?>
<Relationships xmlns="http://schemas.openxmlformats.org/package/2006/relationships"><Relationship Id="rId2" Type="http://schemas.openxmlformats.org/officeDocument/2006/relationships/chart" Target="../charts/chart24.xml"/><Relationship Id="rId1" Type="http://schemas.openxmlformats.org/officeDocument/2006/relationships/slideLayout" Target="../slideLayouts/slideLayout9.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9.xml.rels><?xml version="1.0" encoding="UTF-8" standalone="yes"?>
<Relationships xmlns="http://schemas.openxmlformats.org/package/2006/relationships"><Relationship Id="rId3" Type="http://schemas.microsoft.com/office/2014/relationships/chartEx" Target="../charts/chartEx4.xml"/><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3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1.xml.rels><?xml version="1.0" encoding="UTF-8" standalone="yes"?>
<Relationships xmlns="http://schemas.openxmlformats.org/package/2006/relationships"><Relationship Id="rId2" Type="http://schemas.openxmlformats.org/officeDocument/2006/relationships/chart" Target="../charts/chart25.xml"/><Relationship Id="rId1" Type="http://schemas.openxmlformats.org/officeDocument/2006/relationships/slideLayout" Target="../slideLayouts/slideLayout9.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3.xml.rels><?xml version="1.0" encoding="UTF-8" standalone="yes"?>
<Relationships xmlns="http://schemas.openxmlformats.org/package/2006/relationships"><Relationship Id="rId2" Type="http://schemas.openxmlformats.org/officeDocument/2006/relationships/chart" Target="../charts/chart26.xml"/><Relationship Id="rId1" Type="http://schemas.openxmlformats.org/officeDocument/2006/relationships/slideLayout" Target="../slideLayouts/slideLayout9.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5.xml.rels><?xml version="1.0" encoding="UTF-8" standalone="yes"?>
<Relationships xmlns="http://schemas.openxmlformats.org/package/2006/relationships"><Relationship Id="rId2" Type="http://schemas.openxmlformats.org/officeDocument/2006/relationships/chart" Target="../charts/chart27.xml"/><Relationship Id="rId1" Type="http://schemas.openxmlformats.org/officeDocument/2006/relationships/slideLayout" Target="../slideLayouts/slideLayout9.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7.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4/relationships/chartEx" Target="../charts/chartEx5.xml"/><Relationship Id="rId1" Type="http://schemas.openxmlformats.org/officeDocument/2006/relationships/slideLayout" Target="../slideLayouts/slideLayout9.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9.xml.rels><?xml version="1.0" encoding="UTF-8" standalone="yes"?>
<Relationships xmlns="http://schemas.openxmlformats.org/package/2006/relationships"><Relationship Id="rId2" Type="http://schemas.openxmlformats.org/officeDocument/2006/relationships/chart" Target="../charts/chart28.xml"/><Relationship Id="rId1" Type="http://schemas.openxmlformats.org/officeDocument/2006/relationships/slideLayout" Target="../slideLayouts/slideLayout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1.xml.rels><?xml version="1.0" encoding="UTF-8" standalone="yes"?>
<Relationships xmlns="http://schemas.openxmlformats.org/package/2006/relationships"><Relationship Id="rId3" Type="http://schemas.openxmlformats.org/officeDocument/2006/relationships/image" Target="../media/image7.png"/><Relationship Id="rId2" Type="http://schemas.microsoft.com/office/2014/relationships/chartEx" Target="../charts/chartEx6.xml"/><Relationship Id="rId1" Type="http://schemas.openxmlformats.org/officeDocument/2006/relationships/slideLayout" Target="../slideLayouts/slideLayout9.xml"/></Relationships>
</file>

<file path=ppt/slides/_rels/slide1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5.xml.rels><?xml version="1.0" encoding="UTF-8" standalone="yes"?>
<Relationships xmlns="http://schemas.openxmlformats.org/package/2006/relationships"><Relationship Id="rId3" Type="http://schemas.openxmlformats.org/officeDocument/2006/relationships/chart" Target="../charts/chart30.xml"/><Relationship Id="rId2" Type="http://schemas.openxmlformats.org/officeDocument/2006/relationships/chart" Target="../charts/chart29.xml"/><Relationship Id="rId1" Type="http://schemas.openxmlformats.org/officeDocument/2006/relationships/slideLayout" Target="../slideLayouts/slideLayout9.xml"/></Relationships>
</file>

<file path=ppt/slides/_rels/slide116.xml.rels><?xml version="1.0" encoding="UTF-8" standalone="yes"?>
<Relationships xmlns="http://schemas.openxmlformats.org/package/2006/relationships"><Relationship Id="rId3" Type="http://schemas.openxmlformats.org/officeDocument/2006/relationships/chart" Target="../charts/chart32.xml"/><Relationship Id="rId2" Type="http://schemas.openxmlformats.org/officeDocument/2006/relationships/chart" Target="../charts/chart31.xml"/><Relationship Id="rId1" Type="http://schemas.openxmlformats.org/officeDocument/2006/relationships/slideLayout" Target="../slideLayouts/slideLayout9.xml"/></Relationships>
</file>

<file path=ppt/slides/_rels/slide117.xml.rels><?xml version="1.0" encoding="UTF-8" standalone="yes"?>
<Relationships xmlns="http://schemas.openxmlformats.org/package/2006/relationships"><Relationship Id="rId3" Type="http://schemas.openxmlformats.org/officeDocument/2006/relationships/chart" Target="../charts/chart33.xml"/><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chart" Target="../charts/chart34.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9.xml.rels><?xml version="1.0" encoding="UTF-8" standalone="yes"?>
<Relationships xmlns="http://schemas.openxmlformats.org/package/2006/relationships"><Relationship Id="rId3" Type="http://schemas.openxmlformats.org/officeDocument/2006/relationships/chart" Target="../charts/chart36.xml"/><Relationship Id="rId2" Type="http://schemas.openxmlformats.org/officeDocument/2006/relationships/chart" Target="../charts/chart35.xml"/><Relationship Id="rId1" Type="http://schemas.openxmlformats.org/officeDocument/2006/relationships/slideLayout" Target="../slideLayouts/slideLayout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1.xml.rels><?xml version="1.0" encoding="UTF-8" standalone="yes"?>
<Relationships xmlns="http://schemas.openxmlformats.org/package/2006/relationships"><Relationship Id="rId3" Type="http://schemas.openxmlformats.org/officeDocument/2006/relationships/chart" Target="../charts/chart38.xml"/><Relationship Id="rId2" Type="http://schemas.openxmlformats.org/officeDocument/2006/relationships/chart" Target="../charts/chart37.xml"/><Relationship Id="rId1" Type="http://schemas.openxmlformats.org/officeDocument/2006/relationships/slideLayout" Target="../slideLayouts/slideLayout9.xml"/></Relationships>
</file>

<file path=ppt/slides/_rels/slide122.xml.rels><?xml version="1.0" encoding="UTF-8" standalone="yes"?>
<Relationships xmlns="http://schemas.openxmlformats.org/package/2006/relationships"><Relationship Id="rId3" Type="http://schemas.openxmlformats.org/officeDocument/2006/relationships/chart" Target="../charts/chart39.xml"/><Relationship Id="rId2" Type="http://schemas.openxmlformats.org/officeDocument/2006/relationships/notesSlide" Target="../notesSlides/notesSlide10.xml"/><Relationship Id="rId1" Type="http://schemas.openxmlformats.org/officeDocument/2006/relationships/slideLayout" Target="../slideLayouts/slideLayout9.xml"/><Relationship Id="rId5" Type="http://schemas.openxmlformats.org/officeDocument/2006/relationships/chart" Target="../charts/chart41.xml"/><Relationship Id="rId4" Type="http://schemas.openxmlformats.org/officeDocument/2006/relationships/chart" Target="../charts/chart40.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4.xml.rels><?xml version="1.0" encoding="UTF-8" standalone="yes"?>
<Relationships xmlns="http://schemas.openxmlformats.org/package/2006/relationships"><Relationship Id="rId2" Type="http://schemas.openxmlformats.org/officeDocument/2006/relationships/chart" Target="../charts/chart42.xml"/><Relationship Id="rId1" Type="http://schemas.openxmlformats.org/officeDocument/2006/relationships/slideLayout" Target="../slideLayouts/slideLayout9.xml"/></Relationships>
</file>

<file path=ppt/slides/_rels/slide125.xml.rels><?xml version="1.0" encoding="UTF-8" standalone="yes"?>
<Relationships xmlns="http://schemas.openxmlformats.org/package/2006/relationships"><Relationship Id="rId3" Type="http://schemas.openxmlformats.org/officeDocument/2006/relationships/chart" Target="../charts/chart44.xml"/><Relationship Id="rId2" Type="http://schemas.openxmlformats.org/officeDocument/2006/relationships/chart" Target="../charts/chart43.xml"/><Relationship Id="rId1" Type="http://schemas.openxmlformats.org/officeDocument/2006/relationships/slideLayout" Target="../slideLayouts/slideLayout9.xml"/><Relationship Id="rId4" Type="http://schemas.openxmlformats.org/officeDocument/2006/relationships/chart" Target="../charts/chart4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7.xml.rels><?xml version="1.0" encoding="UTF-8" standalone="yes"?>
<Relationships xmlns="http://schemas.openxmlformats.org/package/2006/relationships"><Relationship Id="rId3" Type="http://schemas.openxmlformats.org/officeDocument/2006/relationships/chart" Target="../charts/chart47.xml"/><Relationship Id="rId2" Type="http://schemas.openxmlformats.org/officeDocument/2006/relationships/chart" Target="../charts/chart46.xml"/><Relationship Id="rId1" Type="http://schemas.openxmlformats.org/officeDocument/2006/relationships/slideLayout" Target="../slideLayouts/slideLayout9.xml"/><Relationship Id="rId4" Type="http://schemas.openxmlformats.org/officeDocument/2006/relationships/chart" Target="../charts/chart48.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2.xml.rels><?xml version="1.0" encoding="UTF-8" standalone="yes"?>
<Relationships xmlns="http://schemas.openxmlformats.org/package/2006/relationships"><Relationship Id="rId2" Type="http://schemas.openxmlformats.org/officeDocument/2006/relationships/chart" Target="../charts/chart49.xml"/><Relationship Id="rId1" Type="http://schemas.openxmlformats.org/officeDocument/2006/relationships/slideLayout" Target="../slideLayouts/slideLayout9.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6CF642-B155-3EAA-0E23-97793C0E3936}"/>
              </a:ext>
            </a:extLst>
          </p:cNvPr>
          <p:cNvSpPr txBox="1"/>
          <p:nvPr/>
        </p:nvSpPr>
        <p:spPr>
          <a:xfrm>
            <a:off x="6313866" y="1429724"/>
            <a:ext cx="4741333" cy="5510163"/>
          </a:xfrm>
          <a:prstGeom prst="rect">
            <a:avLst/>
          </a:prstGeom>
          <a:noFill/>
        </p:spPr>
        <p:txBody>
          <a:bodyPr wrap="square" rtlCol="0">
            <a:spAutoFit/>
          </a:bodyPr>
          <a:lstStyle/>
          <a:p>
            <a:pPr algn="ctr" defTabSz="1219170">
              <a:buClr>
                <a:srgbClr val="000000"/>
              </a:buClr>
            </a:pPr>
            <a:r>
              <a:rPr lang="en-IN" sz="2667" b="1" kern="0" dirty="0">
                <a:solidFill>
                  <a:prstClr val="black">
                    <a:lumMod val="85000"/>
                    <a:lumOff val="15000"/>
                  </a:prstClr>
                </a:solidFill>
                <a:latin typeface="Arial"/>
                <a:cs typeface="Arial"/>
                <a:sym typeface="Arial"/>
              </a:rPr>
              <a:t>Project Title:</a:t>
            </a:r>
          </a:p>
          <a:p>
            <a:pPr algn="ctr" defTabSz="1219170">
              <a:buClr>
                <a:srgbClr val="000000"/>
              </a:buClr>
            </a:pPr>
            <a:r>
              <a:rPr lang="en-IN" sz="2667" b="1" kern="0" dirty="0">
                <a:solidFill>
                  <a:srgbClr val="008080"/>
                </a:solidFill>
                <a:latin typeface="Arial"/>
                <a:cs typeface="Arial"/>
                <a:sym typeface="Arial"/>
              </a:rPr>
              <a:t>Digital Analytics- Analysis Deck</a:t>
            </a:r>
          </a:p>
          <a:p>
            <a:pPr algn="ctr" defTabSz="1219170">
              <a:buClr>
                <a:srgbClr val="000000"/>
              </a:buClr>
            </a:pPr>
            <a:endParaRPr lang="en-IN" sz="2667" b="1" kern="0" dirty="0">
              <a:solidFill>
                <a:srgbClr val="008080"/>
              </a:solidFill>
              <a:latin typeface="Arial"/>
              <a:cs typeface="Arial"/>
              <a:sym typeface="Arial"/>
            </a:endParaRPr>
          </a:p>
          <a:p>
            <a:pPr algn="ctr" defTabSz="1219170">
              <a:buClr>
                <a:srgbClr val="000000"/>
              </a:buClr>
            </a:pPr>
            <a:r>
              <a:rPr lang="en-IN" sz="2667" b="1" kern="0" dirty="0">
                <a:solidFill>
                  <a:prstClr val="black">
                    <a:lumMod val="85000"/>
                    <a:lumOff val="15000"/>
                  </a:prstClr>
                </a:solidFill>
                <a:latin typeface="Arial"/>
                <a:cs typeface="Arial"/>
                <a:sym typeface="Arial"/>
              </a:rPr>
              <a:t>Domain:</a:t>
            </a:r>
          </a:p>
          <a:p>
            <a:pPr algn="ctr" defTabSz="1219170">
              <a:buClr>
                <a:srgbClr val="000000"/>
              </a:buClr>
            </a:pPr>
            <a:r>
              <a:rPr lang="en-IN" sz="2667" b="1" kern="0" dirty="0">
                <a:solidFill>
                  <a:srgbClr val="008080"/>
                </a:solidFill>
                <a:latin typeface="Arial"/>
                <a:cs typeface="Arial"/>
                <a:sym typeface="Arial"/>
              </a:rPr>
              <a:t>E-Commerce</a:t>
            </a:r>
            <a:r>
              <a:rPr lang="en-IN" sz="2667" b="1" kern="0" dirty="0">
                <a:solidFill>
                  <a:prstClr val="black">
                    <a:lumMod val="85000"/>
                    <a:lumOff val="15000"/>
                  </a:prstClr>
                </a:solidFill>
                <a:latin typeface="Arial"/>
                <a:cs typeface="Arial"/>
                <a:sym typeface="Arial"/>
              </a:rPr>
              <a:t> </a:t>
            </a:r>
          </a:p>
          <a:p>
            <a:pPr algn="ctr" defTabSz="1219170">
              <a:buClr>
                <a:srgbClr val="000000"/>
              </a:buClr>
            </a:pPr>
            <a:endParaRPr lang="en-IN" sz="2667" b="1" kern="0" dirty="0">
              <a:solidFill>
                <a:prstClr val="black">
                  <a:lumMod val="85000"/>
                  <a:lumOff val="15000"/>
                </a:prstClr>
              </a:solidFill>
              <a:latin typeface="Arial"/>
              <a:cs typeface="Arial"/>
              <a:sym typeface="Arial"/>
            </a:endParaRPr>
          </a:p>
          <a:p>
            <a:pPr algn="ctr" defTabSz="1219170">
              <a:buClr>
                <a:srgbClr val="000000"/>
              </a:buClr>
            </a:pPr>
            <a:endParaRPr lang="en-IN" sz="2667" b="1" kern="0" dirty="0">
              <a:solidFill>
                <a:srgbClr val="008080"/>
              </a:solidFill>
              <a:latin typeface="Arial"/>
              <a:cs typeface="Arial"/>
              <a:sym typeface="Arial"/>
            </a:endParaRPr>
          </a:p>
          <a:p>
            <a:pPr algn="ctr" defTabSz="1219170">
              <a:buClr>
                <a:srgbClr val="000000"/>
              </a:buClr>
            </a:pPr>
            <a:endParaRPr lang="en-IN" sz="2667" b="1" kern="0" dirty="0">
              <a:solidFill>
                <a:prstClr val="black">
                  <a:lumMod val="85000"/>
                  <a:lumOff val="1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p:txBody>
      </p:sp>
    </p:spTree>
    <p:extLst>
      <p:ext uri="{BB962C8B-B14F-4D97-AF65-F5344CB8AC3E}">
        <p14:creationId xmlns:p14="http://schemas.microsoft.com/office/powerpoint/2010/main" val="3071345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EB39796-DD7A-E5BD-511D-D869BEB2C842}"/>
              </a:ext>
            </a:extLst>
          </p:cNvPr>
          <p:cNvSpPr txBox="1"/>
          <p:nvPr/>
        </p:nvSpPr>
        <p:spPr>
          <a:xfrm>
            <a:off x="481773" y="376144"/>
            <a:ext cx="10894142"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Understanding the Business Context</a:t>
            </a:r>
            <a:endParaRPr lang="en-IN" dirty="0"/>
          </a:p>
        </p:txBody>
      </p:sp>
      <p:sp>
        <p:nvSpPr>
          <p:cNvPr id="4" name="TextBox 3">
            <a:extLst>
              <a:ext uri="{FF2B5EF4-FFF2-40B4-BE49-F238E27FC236}">
                <a16:creationId xmlns:a16="http://schemas.microsoft.com/office/drawing/2014/main" id="{9B110019-145D-DB3B-FE51-C72923B6ECC3}"/>
              </a:ext>
            </a:extLst>
          </p:cNvPr>
          <p:cNvSpPr txBox="1"/>
          <p:nvPr/>
        </p:nvSpPr>
        <p:spPr>
          <a:xfrm>
            <a:off x="481773" y="1246498"/>
            <a:ext cx="10717161" cy="147732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b="1" u="sng" dirty="0"/>
              <a:t>Business Context</a:t>
            </a:r>
          </a:p>
          <a:p>
            <a:endParaRPr lang="en-US" dirty="0"/>
          </a:p>
          <a:p>
            <a:endParaRPr lang="en-US" dirty="0"/>
          </a:p>
          <a:p>
            <a:endParaRPr lang="en-US" dirty="0"/>
          </a:p>
          <a:p>
            <a:endParaRPr lang="en-US" b="1" u="sng" dirty="0"/>
          </a:p>
        </p:txBody>
      </p:sp>
      <p:sp>
        <p:nvSpPr>
          <p:cNvPr id="5" name="Rectangle 4">
            <a:extLst>
              <a:ext uri="{FF2B5EF4-FFF2-40B4-BE49-F238E27FC236}">
                <a16:creationId xmlns:a16="http://schemas.microsoft.com/office/drawing/2014/main" id="{E336ED80-A7D0-1F8C-BF02-167A1CB57932}"/>
              </a:ext>
            </a:extLst>
          </p:cNvPr>
          <p:cNvSpPr/>
          <p:nvPr/>
        </p:nvSpPr>
        <p:spPr>
          <a:xfrm>
            <a:off x="481774" y="1817656"/>
            <a:ext cx="10717161" cy="34045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dirty="0">
              <a:solidFill>
                <a:schemeClr val="tx1"/>
              </a:solidFill>
            </a:endParaRPr>
          </a:p>
          <a:p>
            <a:r>
              <a:rPr lang="en-US" dirty="0">
                <a:solidFill>
                  <a:schemeClr val="tx1"/>
                </a:solidFill>
              </a:rPr>
              <a:t>The client is a newly launched e-commerce startup preparing for its next round of funding. As the business scales, leadership requires transparent and reliable insights into website traffic, customer behavior, product performance, and marketing efficiency.</a:t>
            </a:r>
          </a:p>
          <a:p>
            <a:r>
              <a:rPr lang="en-US" dirty="0">
                <a:solidFill>
                  <a:schemeClr val="tx1"/>
                </a:solidFill>
              </a:rPr>
              <a:t>Currently, performance data exists across multiple datasets but is not consolidated into a single analytics view. A centralized analytics solution is required to:</a:t>
            </a:r>
          </a:p>
          <a:p>
            <a:pPr marL="285750" indent="-285750">
              <a:buFont typeface="Arial" panose="020B0604020202020204" pitchFamily="34" charset="0"/>
              <a:buChar char="•"/>
            </a:pPr>
            <a:r>
              <a:rPr lang="en-US" dirty="0">
                <a:solidFill>
                  <a:schemeClr val="tx1"/>
                </a:solidFill>
              </a:rPr>
              <a:t>Track business growth</a:t>
            </a:r>
          </a:p>
          <a:p>
            <a:pPr marL="285750" indent="-285750">
              <a:buFont typeface="Arial" panose="020B0604020202020204" pitchFamily="34" charset="0"/>
              <a:buChar char="•"/>
            </a:pPr>
            <a:r>
              <a:rPr lang="en-US" dirty="0">
                <a:solidFill>
                  <a:schemeClr val="tx1"/>
                </a:solidFill>
              </a:rPr>
              <a:t>Evaluate marketing effectiveness</a:t>
            </a:r>
          </a:p>
          <a:p>
            <a:pPr marL="285750" indent="-285750">
              <a:buFont typeface="Arial" panose="020B0604020202020204" pitchFamily="34" charset="0"/>
              <a:buChar char="•"/>
            </a:pPr>
            <a:r>
              <a:rPr lang="en-US" dirty="0">
                <a:solidFill>
                  <a:schemeClr val="tx1"/>
                </a:solidFill>
              </a:rPr>
              <a:t>Assess product and customer quality</a:t>
            </a:r>
          </a:p>
          <a:p>
            <a:pPr marL="285750" indent="-285750">
              <a:buFont typeface="Arial" panose="020B0604020202020204" pitchFamily="34" charset="0"/>
              <a:buChar char="•"/>
            </a:pPr>
            <a:r>
              <a:rPr lang="en-US" dirty="0">
                <a:solidFill>
                  <a:schemeClr val="tx1"/>
                </a:solidFill>
              </a:rPr>
              <a:t>Support investor discussions with factual performance indicators</a:t>
            </a:r>
          </a:p>
        </p:txBody>
      </p:sp>
    </p:spTree>
    <p:extLst>
      <p:ext uri="{BB962C8B-B14F-4D97-AF65-F5344CB8AC3E}">
        <p14:creationId xmlns:p14="http://schemas.microsoft.com/office/powerpoint/2010/main" val="1261326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687C9-3A50-2966-10CE-62294781393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42BB2CA-B2BD-9794-EFF4-555372901EF6}"/>
              </a:ext>
            </a:extLst>
          </p:cNvPr>
          <p:cNvSpPr txBox="1"/>
          <p:nvPr/>
        </p:nvSpPr>
        <p:spPr>
          <a:xfrm>
            <a:off x="481781" y="275303"/>
            <a:ext cx="10894142"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Formulating the Business Problem</a:t>
            </a:r>
            <a:endParaRPr lang="en-IN" dirty="0"/>
          </a:p>
        </p:txBody>
      </p:sp>
      <p:sp>
        <p:nvSpPr>
          <p:cNvPr id="4" name="TextBox 3">
            <a:extLst>
              <a:ext uri="{FF2B5EF4-FFF2-40B4-BE49-F238E27FC236}">
                <a16:creationId xmlns:a16="http://schemas.microsoft.com/office/drawing/2014/main" id="{4F65A882-0973-DF1A-D3D3-58679E816DE7}"/>
              </a:ext>
            </a:extLst>
          </p:cNvPr>
          <p:cNvSpPr txBox="1"/>
          <p:nvPr/>
        </p:nvSpPr>
        <p:spPr>
          <a:xfrm>
            <a:off x="481773" y="1398898"/>
            <a:ext cx="10717161" cy="147732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b="1" u="sng" dirty="0"/>
              <a:t>Business Problem Statement</a:t>
            </a:r>
          </a:p>
          <a:p>
            <a:endParaRPr lang="en-US" dirty="0"/>
          </a:p>
          <a:p>
            <a:endParaRPr lang="en-US" dirty="0"/>
          </a:p>
          <a:p>
            <a:endParaRPr lang="en-US" dirty="0"/>
          </a:p>
          <a:p>
            <a:endParaRPr lang="en-US" b="1" u="sng" dirty="0"/>
          </a:p>
        </p:txBody>
      </p:sp>
      <p:sp>
        <p:nvSpPr>
          <p:cNvPr id="5" name="Rectangle 4">
            <a:extLst>
              <a:ext uri="{FF2B5EF4-FFF2-40B4-BE49-F238E27FC236}">
                <a16:creationId xmlns:a16="http://schemas.microsoft.com/office/drawing/2014/main" id="{A4C3BCC2-A57F-3BAF-2A00-2EFF41621C81}"/>
              </a:ext>
            </a:extLst>
          </p:cNvPr>
          <p:cNvSpPr/>
          <p:nvPr/>
        </p:nvSpPr>
        <p:spPr>
          <a:xfrm>
            <a:off x="481773" y="1929416"/>
            <a:ext cx="10717161" cy="27238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dirty="0">
              <a:solidFill>
                <a:schemeClr val="tx1"/>
              </a:solidFill>
            </a:endParaRPr>
          </a:p>
          <a:p>
            <a:r>
              <a:rPr lang="en-US" dirty="0">
                <a:solidFill>
                  <a:schemeClr val="tx1"/>
                </a:solidFill>
              </a:rPr>
              <a:t>The organization lacks a centralized analytics framework to monitor end-to-end business performance. Although data is available, it is fragmented and not structured into actionable insights.</a:t>
            </a:r>
          </a:p>
          <a:p>
            <a:r>
              <a:rPr lang="en-US" dirty="0">
                <a:solidFill>
                  <a:schemeClr val="tx1"/>
                </a:solidFill>
              </a:rPr>
              <a:t>As a result:</a:t>
            </a:r>
          </a:p>
          <a:p>
            <a:pPr marL="285750" indent="-285750">
              <a:buFont typeface="Arial" panose="020B0604020202020204" pitchFamily="34" charset="0"/>
              <a:buChar char="•"/>
            </a:pPr>
            <a:r>
              <a:rPr lang="en-US" dirty="0">
                <a:solidFill>
                  <a:schemeClr val="tx1"/>
                </a:solidFill>
              </a:rPr>
              <a:t>Stakeholders struggle to identify growth trends</a:t>
            </a:r>
          </a:p>
          <a:p>
            <a:pPr marL="285750" indent="-285750">
              <a:buFont typeface="Arial" panose="020B0604020202020204" pitchFamily="34" charset="0"/>
              <a:buChar char="•"/>
            </a:pPr>
            <a:r>
              <a:rPr lang="en-US" dirty="0">
                <a:solidFill>
                  <a:schemeClr val="tx1"/>
                </a:solidFill>
              </a:rPr>
              <a:t>Funnel drop-offs and conversion inefficiencies are unclear</a:t>
            </a:r>
          </a:p>
          <a:p>
            <a:pPr marL="285750" indent="-285750">
              <a:buFont typeface="Arial" panose="020B0604020202020204" pitchFamily="34" charset="0"/>
              <a:buChar char="•"/>
            </a:pPr>
            <a:r>
              <a:rPr lang="en-US" dirty="0">
                <a:solidFill>
                  <a:schemeClr val="tx1"/>
                </a:solidFill>
              </a:rPr>
              <a:t>Marketing ROI cannot be accurately evaluated</a:t>
            </a:r>
          </a:p>
          <a:p>
            <a:pPr marL="285750" indent="-285750">
              <a:buFont typeface="Arial" panose="020B0604020202020204" pitchFamily="34" charset="0"/>
              <a:buChar char="•"/>
            </a:pPr>
            <a:r>
              <a:rPr lang="en-US" dirty="0">
                <a:solidFill>
                  <a:schemeClr val="tx1"/>
                </a:solidFill>
              </a:rPr>
              <a:t>Product and customer quality signals (refunds, repeat behavior) are difficult to track</a:t>
            </a:r>
          </a:p>
        </p:txBody>
      </p:sp>
    </p:spTree>
    <p:extLst>
      <p:ext uri="{BB962C8B-B14F-4D97-AF65-F5344CB8AC3E}">
        <p14:creationId xmlns:p14="http://schemas.microsoft.com/office/powerpoint/2010/main" val="1154539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C2CC3-7ADE-9897-26D7-A5C49AC4FED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1DE5F04-2E6D-5A20-6776-E818B8EA0F94}"/>
              </a:ext>
            </a:extLst>
          </p:cNvPr>
          <p:cNvSpPr txBox="1"/>
          <p:nvPr/>
        </p:nvSpPr>
        <p:spPr>
          <a:xfrm>
            <a:off x="481781" y="275303"/>
            <a:ext cx="10894142"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Clarifying the Business Objectives</a:t>
            </a:r>
            <a:endParaRPr lang="en-IN" dirty="0"/>
          </a:p>
        </p:txBody>
      </p:sp>
      <p:sp>
        <p:nvSpPr>
          <p:cNvPr id="4" name="TextBox 3">
            <a:extLst>
              <a:ext uri="{FF2B5EF4-FFF2-40B4-BE49-F238E27FC236}">
                <a16:creationId xmlns:a16="http://schemas.microsoft.com/office/drawing/2014/main" id="{6A452EC9-9538-0121-6AC3-8D89FF01F16F}"/>
              </a:ext>
            </a:extLst>
          </p:cNvPr>
          <p:cNvSpPr txBox="1"/>
          <p:nvPr/>
        </p:nvSpPr>
        <p:spPr>
          <a:xfrm>
            <a:off x="481773" y="1398898"/>
            <a:ext cx="10717161" cy="147732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b="1" u="sng" dirty="0"/>
              <a:t>Business Objectives</a:t>
            </a:r>
          </a:p>
          <a:p>
            <a:endParaRPr lang="en-US" dirty="0"/>
          </a:p>
          <a:p>
            <a:endParaRPr lang="en-US" dirty="0"/>
          </a:p>
          <a:p>
            <a:endParaRPr lang="en-US" dirty="0"/>
          </a:p>
          <a:p>
            <a:endParaRPr lang="en-US" b="1" u="sng" dirty="0"/>
          </a:p>
        </p:txBody>
      </p:sp>
      <p:sp>
        <p:nvSpPr>
          <p:cNvPr id="5" name="Rectangle 4">
            <a:extLst>
              <a:ext uri="{FF2B5EF4-FFF2-40B4-BE49-F238E27FC236}">
                <a16:creationId xmlns:a16="http://schemas.microsoft.com/office/drawing/2014/main" id="{329C08E6-3C08-11E0-90DD-E366B9DF8405}"/>
              </a:ext>
            </a:extLst>
          </p:cNvPr>
          <p:cNvSpPr/>
          <p:nvPr/>
        </p:nvSpPr>
        <p:spPr>
          <a:xfrm>
            <a:off x="481773" y="1929416"/>
            <a:ext cx="10717161" cy="27238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dirty="0">
              <a:solidFill>
                <a:schemeClr val="tx1"/>
              </a:solidFill>
            </a:endParaRPr>
          </a:p>
          <a:p>
            <a:r>
              <a:rPr lang="en-US" dirty="0">
                <a:solidFill>
                  <a:schemeClr val="tx1"/>
                </a:solidFill>
              </a:rPr>
              <a:t>The organization lacks a centralized analytics framework to monitor end-to-end business performance. Although data is available, it is fragmented and not structured into actionable insights.</a:t>
            </a:r>
          </a:p>
          <a:p>
            <a:r>
              <a:rPr lang="en-US" dirty="0">
                <a:solidFill>
                  <a:schemeClr val="tx1"/>
                </a:solidFill>
              </a:rPr>
              <a:t>As a result:</a:t>
            </a:r>
          </a:p>
          <a:p>
            <a:pPr marL="285750" indent="-285750">
              <a:buFont typeface="Arial" panose="020B0604020202020204" pitchFamily="34" charset="0"/>
              <a:buChar char="•"/>
            </a:pPr>
            <a:r>
              <a:rPr lang="en-US" dirty="0">
                <a:solidFill>
                  <a:schemeClr val="tx1"/>
                </a:solidFill>
              </a:rPr>
              <a:t>Stakeholders struggle to identify growth trends</a:t>
            </a:r>
          </a:p>
          <a:p>
            <a:pPr marL="285750" indent="-285750">
              <a:buFont typeface="Arial" panose="020B0604020202020204" pitchFamily="34" charset="0"/>
              <a:buChar char="•"/>
            </a:pPr>
            <a:r>
              <a:rPr lang="en-US" dirty="0">
                <a:solidFill>
                  <a:schemeClr val="tx1"/>
                </a:solidFill>
              </a:rPr>
              <a:t>Funnel drop-offs and conversion inefficiencies are unclear</a:t>
            </a:r>
          </a:p>
          <a:p>
            <a:pPr marL="285750" indent="-285750">
              <a:buFont typeface="Arial" panose="020B0604020202020204" pitchFamily="34" charset="0"/>
              <a:buChar char="•"/>
            </a:pPr>
            <a:r>
              <a:rPr lang="en-US" dirty="0">
                <a:solidFill>
                  <a:schemeClr val="tx1"/>
                </a:solidFill>
              </a:rPr>
              <a:t>Marketing ROI cannot be accurately evaluated</a:t>
            </a:r>
          </a:p>
          <a:p>
            <a:pPr marL="285750" indent="-285750">
              <a:buFont typeface="Arial" panose="020B0604020202020204" pitchFamily="34" charset="0"/>
              <a:buChar char="•"/>
            </a:pPr>
            <a:r>
              <a:rPr lang="en-US" dirty="0">
                <a:solidFill>
                  <a:schemeClr val="tx1"/>
                </a:solidFill>
              </a:rPr>
              <a:t>Product and customer quality signals (refunds, repeat behavior) are difficult to track</a:t>
            </a:r>
          </a:p>
        </p:txBody>
      </p:sp>
    </p:spTree>
    <p:extLst>
      <p:ext uri="{BB962C8B-B14F-4D97-AF65-F5344CB8AC3E}">
        <p14:creationId xmlns:p14="http://schemas.microsoft.com/office/powerpoint/2010/main" val="1067837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CB08FE-4163-E57F-BA85-A163ADB419DD}"/>
              </a:ext>
            </a:extLst>
          </p:cNvPr>
          <p:cNvSpPr txBox="1"/>
          <p:nvPr/>
        </p:nvSpPr>
        <p:spPr>
          <a:xfrm>
            <a:off x="481781" y="275303"/>
            <a:ext cx="9763432"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Identifying the Stakeholders &amp; their Needs(1/2)</a:t>
            </a:r>
            <a:endParaRPr lang="en-IN" dirty="0"/>
          </a:p>
        </p:txBody>
      </p:sp>
      <p:sp>
        <p:nvSpPr>
          <p:cNvPr id="5" name="TextBox 4">
            <a:extLst>
              <a:ext uri="{FF2B5EF4-FFF2-40B4-BE49-F238E27FC236}">
                <a16:creationId xmlns:a16="http://schemas.microsoft.com/office/drawing/2014/main" id="{E7EA11DF-4AE6-45C9-DE57-E2B2D1476A3D}"/>
              </a:ext>
            </a:extLst>
          </p:cNvPr>
          <p:cNvSpPr txBox="1"/>
          <p:nvPr/>
        </p:nvSpPr>
        <p:spPr>
          <a:xfrm>
            <a:off x="471948" y="1204452"/>
            <a:ext cx="10668001" cy="5078313"/>
          </a:xfrm>
          <a:prstGeom prst="rect">
            <a:avLst/>
          </a:prstGeom>
          <a:solidFill>
            <a:schemeClr val="bg1"/>
          </a:solidFill>
        </p:spPr>
        <p:txBody>
          <a:bodyPr wrap="square">
            <a:spAutoFit/>
          </a:bodyPr>
          <a:lstStyle/>
          <a:p>
            <a:r>
              <a:rPr lang="en-US" b="1" dirty="0"/>
              <a:t>1.  </a:t>
            </a:r>
            <a:r>
              <a:rPr lang="en-US" b="1" u="sng" dirty="0"/>
              <a:t>Cindy Sharp – CEO</a:t>
            </a:r>
          </a:p>
          <a:p>
            <a:endParaRPr lang="en-US" b="1" dirty="0"/>
          </a:p>
          <a:p>
            <a:pPr>
              <a:buNone/>
            </a:pPr>
            <a:r>
              <a:rPr lang="en-US" dirty="0"/>
              <a:t>The CEO is interested in overall business performance and long-term growth patterns. Her focus is on understanding where traffic is coming from, how free and paid channels contribute to growth, and whether the business shows clear seasonality and repeatable patterns. She closely monitors product-level sales, new product launch performance and cross-sell opportunities. Product refund rates are critical to ensure growth quality. These insights help her </a:t>
            </a:r>
            <a:r>
              <a:rPr lang="en-US" b="1" dirty="0"/>
              <a:t>evaluate investment readiness and strategic direction.</a:t>
            </a:r>
          </a:p>
          <a:p>
            <a:pPr>
              <a:buNone/>
            </a:pPr>
            <a:endParaRPr lang="en-US" dirty="0"/>
          </a:p>
          <a:p>
            <a:pPr marL="342900" indent="-342900">
              <a:buAutoNum type="arabicPeriod" startAt="2"/>
            </a:pPr>
            <a:r>
              <a:rPr lang="en-IN" b="1" u="sng" dirty="0"/>
              <a:t>Morgan Rockwell – Website Manager</a:t>
            </a:r>
          </a:p>
          <a:p>
            <a:pPr marL="342900" indent="-342900">
              <a:buAutoNum type="arabicPeriod" startAt="2"/>
            </a:pPr>
            <a:endParaRPr lang="en-IN" b="1" u="sng" dirty="0"/>
          </a:p>
          <a:p>
            <a:r>
              <a:rPr lang="en-US" dirty="0"/>
              <a:t>The Website Manager is focused on how users interact with the website and convert. He is interested in traffic conversion rates, identifying top website and entry pages, and analyzing bounce rates to understand user engagement. He closely tracks landing page trends, and conversion funnel performance to identify drop-off points. Product pathing and product-level funnels help him optimize user journeys. </a:t>
            </a:r>
            <a:r>
              <a:rPr lang="en-US" b="1" dirty="0"/>
              <a:t>His goal is continuous website optimization through data-driven decisions.</a:t>
            </a:r>
            <a:endParaRPr lang="en-US" b="1" u="sng" dirty="0"/>
          </a:p>
          <a:p>
            <a:pPr>
              <a:buNone/>
            </a:pPr>
            <a:endParaRPr lang="en-US" dirty="0"/>
          </a:p>
          <a:p>
            <a:pPr>
              <a:buNone/>
            </a:pPr>
            <a:endParaRPr lang="en-US" dirty="0"/>
          </a:p>
        </p:txBody>
      </p:sp>
      <p:sp>
        <p:nvSpPr>
          <p:cNvPr id="6" name="Rectangle 5">
            <a:extLst>
              <a:ext uri="{FF2B5EF4-FFF2-40B4-BE49-F238E27FC236}">
                <a16:creationId xmlns:a16="http://schemas.microsoft.com/office/drawing/2014/main" id="{EA84C532-BF3F-5971-06A3-7C7573437774}"/>
              </a:ext>
            </a:extLst>
          </p:cNvPr>
          <p:cNvSpPr/>
          <p:nvPr/>
        </p:nvSpPr>
        <p:spPr>
          <a:xfrm>
            <a:off x="481781" y="1651818"/>
            <a:ext cx="10658168" cy="17771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US" dirty="0">
                <a:solidFill>
                  <a:schemeClr val="tx1"/>
                </a:solidFill>
              </a:rPr>
              <a:t>The CEO is interested in </a:t>
            </a:r>
            <a:r>
              <a:rPr lang="en-US" b="1" dirty="0">
                <a:solidFill>
                  <a:schemeClr val="tx1"/>
                </a:solidFill>
              </a:rPr>
              <a:t>overall business performance and long-term growth patterns</a:t>
            </a:r>
            <a:r>
              <a:rPr lang="en-US" dirty="0">
                <a:solidFill>
                  <a:schemeClr val="tx1"/>
                </a:solidFill>
              </a:rPr>
              <a:t>. Her focus is on understanding where traffic is coming from, how free and paid channels contribute to growth, and whether the business shows clear seasonality and repeatable patterns. She closely monitors product-level sales, new product launch performance and cross-sell opportunities. Product refund rates are critical to ensure growth quality. These insights help her </a:t>
            </a:r>
            <a:r>
              <a:rPr lang="en-US" b="1" dirty="0">
                <a:solidFill>
                  <a:schemeClr val="tx1"/>
                </a:solidFill>
              </a:rPr>
              <a:t>evaluate investment readiness and strategic direction.</a:t>
            </a:r>
          </a:p>
        </p:txBody>
      </p:sp>
      <p:sp>
        <p:nvSpPr>
          <p:cNvPr id="7" name="Rectangle 6">
            <a:extLst>
              <a:ext uri="{FF2B5EF4-FFF2-40B4-BE49-F238E27FC236}">
                <a16:creationId xmlns:a16="http://schemas.microsoft.com/office/drawing/2014/main" id="{46BEF45B-3D4C-1D84-AD94-63C2F5519E67}"/>
              </a:ext>
            </a:extLst>
          </p:cNvPr>
          <p:cNvSpPr/>
          <p:nvPr/>
        </p:nvSpPr>
        <p:spPr>
          <a:xfrm>
            <a:off x="481781" y="4149213"/>
            <a:ext cx="10658168" cy="15043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The Website Manager is focused on how users interact with the website and convert. He is interested in traffic conversion rates, identifying top website and entry pages, and analyzing bounce rates to understand user engagement. He closely tracks landing page trends, and conversion funnel performance to identify drop-off points. Product pathing and product-level funnels help him optimize user journeys. </a:t>
            </a:r>
            <a:r>
              <a:rPr lang="en-US" b="1" dirty="0">
                <a:solidFill>
                  <a:schemeClr val="tx1"/>
                </a:solidFill>
              </a:rPr>
              <a:t>His goal is continuous website optimization through data-driven decisions.</a:t>
            </a:r>
            <a:endParaRPr lang="en-US" b="1" u="sng" dirty="0">
              <a:solidFill>
                <a:schemeClr val="tx1"/>
              </a:solidFill>
            </a:endParaRPr>
          </a:p>
        </p:txBody>
      </p:sp>
    </p:spTree>
    <p:extLst>
      <p:ext uri="{BB962C8B-B14F-4D97-AF65-F5344CB8AC3E}">
        <p14:creationId xmlns:p14="http://schemas.microsoft.com/office/powerpoint/2010/main" val="3095618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DEA500-3E66-FA4C-BEAB-F655B3DF8A70}"/>
              </a:ext>
            </a:extLst>
          </p:cNvPr>
          <p:cNvSpPr txBox="1"/>
          <p:nvPr/>
        </p:nvSpPr>
        <p:spPr>
          <a:xfrm>
            <a:off x="481781" y="275303"/>
            <a:ext cx="9763432"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Identifying the Stakeholders &amp; their Needs(2/2)</a:t>
            </a:r>
            <a:endParaRPr lang="en-IN" dirty="0"/>
          </a:p>
        </p:txBody>
      </p:sp>
      <p:sp>
        <p:nvSpPr>
          <p:cNvPr id="4" name="TextBox 3">
            <a:extLst>
              <a:ext uri="{FF2B5EF4-FFF2-40B4-BE49-F238E27FC236}">
                <a16:creationId xmlns:a16="http://schemas.microsoft.com/office/drawing/2014/main" id="{04B069FA-21DC-BA08-C08F-DC555E2F7CF4}"/>
              </a:ext>
            </a:extLst>
          </p:cNvPr>
          <p:cNvSpPr txBox="1"/>
          <p:nvPr/>
        </p:nvSpPr>
        <p:spPr>
          <a:xfrm>
            <a:off x="481780" y="1208801"/>
            <a:ext cx="11031793" cy="2308324"/>
          </a:xfrm>
          <a:prstGeom prst="rect">
            <a:avLst/>
          </a:prstGeom>
          <a:noFill/>
        </p:spPr>
        <p:txBody>
          <a:bodyPr wrap="square">
            <a:spAutoFit/>
          </a:bodyPr>
          <a:lstStyle/>
          <a:p>
            <a:r>
              <a:rPr lang="en-US" b="1" dirty="0"/>
              <a:t>3. </a:t>
            </a:r>
            <a:r>
              <a:rPr lang="en-IN" b="1" u="sng" dirty="0"/>
              <a:t>Tom Parmesan – Marketing Director</a:t>
            </a:r>
            <a:endParaRPr lang="en-US" b="1" u="sng" dirty="0"/>
          </a:p>
          <a:p>
            <a:endParaRPr lang="en-US" dirty="0"/>
          </a:p>
          <a:p>
            <a:r>
              <a:rPr lang="en-US" dirty="0"/>
              <a:t>The Marketing Director is interested in marketing efficiency and channel performance. His focus is on traffic source trends, performance of different traffic segments, and identifying which channels deliver high-quality users. He evaluates channel portfolios, compares channel characteristics, and uses bid optimization insights to allocate marketing budgets effectively. Tracking repeat visitors helps him assess customer quality and retention. These insights support optimizing marketing strategies while maximizing return on marketing spend.</a:t>
            </a:r>
            <a:endParaRPr lang="en-IN" dirty="0"/>
          </a:p>
        </p:txBody>
      </p:sp>
      <p:sp>
        <p:nvSpPr>
          <p:cNvPr id="7" name="Rectangle 6">
            <a:extLst>
              <a:ext uri="{FF2B5EF4-FFF2-40B4-BE49-F238E27FC236}">
                <a16:creationId xmlns:a16="http://schemas.microsoft.com/office/drawing/2014/main" id="{919D8E05-AA93-EF05-8572-01D4ECDFB88E}"/>
              </a:ext>
            </a:extLst>
          </p:cNvPr>
          <p:cNvSpPr/>
          <p:nvPr/>
        </p:nvSpPr>
        <p:spPr>
          <a:xfrm>
            <a:off x="481780" y="1740310"/>
            <a:ext cx="11031793" cy="17768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The Marketing Director is interested </a:t>
            </a:r>
            <a:r>
              <a:rPr lang="en-US" b="1" dirty="0">
                <a:solidFill>
                  <a:schemeClr val="tx1"/>
                </a:solidFill>
              </a:rPr>
              <a:t>in marketing efficiency and channel performance</a:t>
            </a:r>
            <a:r>
              <a:rPr lang="en-US" dirty="0">
                <a:solidFill>
                  <a:schemeClr val="tx1"/>
                </a:solidFill>
              </a:rPr>
              <a:t>. His focus is on traffic source trends, performance of different traffic segments, and identifying which channels deliver high-quality users. He evaluates channel portfolios, compares channel characteristics, and uses bid optimization insights to allocate marketing budgets effectively. Tracking repeat visitors helps him assess customer quality and retention. These insights support </a:t>
            </a:r>
            <a:r>
              <a:rPr lang="en-US" b="1" dirty="0">
                <a:solidFill>
                  <a:schemeClr val="tx1"/>
                </a:solidFill>
              </a:rPr>
              <a:t>optimizing marketing strategies </a:t>
            </a:r>
            <a:r>
              <a:rPr lang="en-US" dirty="0">
                <a:solidFill>
                  <a:schemeClr val="tx1"/>
                </a:solidFill>
              </a:rPr>
              <a:t>while maximizing return on marketing spend.</a:t>
            </a:r>
            <a:endParaRPr lang="en-IN" dirty="0">
              <a:solidFill>
                <a:schemeClr val="tx1"/>
              </a:solidFill>
            </a:endParaRPr>
          </a:p>
        </p:txBody>
      </p:sp>
    </p:spTree>
    <p:extLst>
      <p:ext uri="{BB962C8B-B14F-4D97-AF65-F5344CB8AC3E}">
        <p14:creationId xmlns:p14="http://schemas.microsoft.com/office/powerpoint/2010/main" val="1342048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DEA500-3E66-FA4C-BEAB-F655B3DF8A70}"/>
              </a:ext>
            </a:extLst>
          </p:cNvPr>
          <p:cNvSpPr txBox="1"/>
          <p:nvPr/>
        </p:nvSpPr>
        <p:spPr>
          <a:xfrm>
            <a:off x="481781" y="275303"/>
            <a:ext cx="9763432"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t>Identifying </a:t>
            </a:r>
            <a:r>
              <a:rPr lang="en-US" dirty="0"/>
              <a:t>the Stakeholders &amp; their Needs(2/2)</a:t>
            </a:r>
            <a:endParaRPr lang="en-IN" dirty="0"/>
          </a:p>
        </p:txBody>
      </p:sp>
      <p:sp>
        <p:nvSpPr>
          <p:cNvPr id="4" name="TextBox 3">
            <a:extLst>
              <a:ext uri="{FF2B5EF4-FFF2-40B4-BE49-F238E27FC236}">
                <a16:creationId xmlns:a16="http://schemas.microsoft.com/office/drawing/2014/main" id="{04B069FA-21DC-BA08-C08F-DC555E2F7CF4}"/>
              </a:ext>
            </a:extLst>
          </p:cNvPr>
          <p:cNvSpPr txBox="1"/>
          <p:nvPr/>
        </p:nvSpPr>
        <p:spPr>
          <a:xfrm>
            <a:off x="481780" y="1208801"/>
            <a:ext cx="11031793" cy="2308324"/>
          </a:xfrm>
          <a:prstGeom prst="rect">
            <a:avLst/>
          </a:prstGeom>
          <a:noFill/>
        </p:spPr>
        <p:txBody>
          <a:bodyPr wrap="square">
            <a:spAutoFit/>
          </a:bodyPr>
          <a:lstStyle/>
          <a:p>
            <a:r>
              <a:rPr lang="en-US" b="1" dirty="0"/>
              <a:t>3. </a:t>
            </a:r>
            <a:r>
              <a:rPr lang="en-IN" b="1" u="sng" dirty="0"/>
              <a:t>Tom Parmesan – Marketing Director</a:t>
            </a:r>
            <a:endParaRPr lang="en-US" b="1" u="sng" dirty="0"/>
          </a:p>
          <a:p>
            <a:endParaRPr lang="en-US" dirty="0"/>
          </a:p>
          <a:p>
            <a:r>
              <a:rPr lang="en-US" dirty="0"/>
              <a:t>The Marketing Director is interested in marketing efficiency and channel performance. His focus is on traffic source trends, performance of different traffic segments, and identifying which channels deliver high-quality users. He evaluates channel portfolios, compares channel characteristics, and uses bid optimization insights to allocate marketing budgets effectively. Tracking repeat visitors helps him assess customer quality and retention. These insights support optimizing marketing strategies while maximizing return on marketing spend.</a:t>
            </a:r>
            <a:endParaRPr lang="en-IN" dirty="0"/>
          </a:p>
        </p:txBody>
      </p:sp>
      <p:sp>
        <p:nvSpPr>
          <p:cNvPr id="7" name="Rectangle 6">
            <a:extLst>
              <a:ext uri="{FF2B5EF4-FFF2-40B4-BE49-F238E27FC236}">
                <a16:creationId xmlns:a16="http://schemas.microsoft.com/office/drawing/2014/main" id="{919D8E05-AA93-EF05-8572-01D4ECDFB88E}"/>
              </a:ext>
            </a:extLst>
          </p:cNvPr>
          <p:cNvSpPr/>
          <p:nvPr/>
        </p:nvSpPr>
        <p:spPr>
          <a:xfrm>
            <a:off x="481780" y="1740310"/>
            <a:ext cx="11031793" cy="17768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The Marketing Director is interested </a:t>
            </a:r>
            <a:r>
              <a:rPr lang="en-US" b="1" dirty="0">
                <a:solidFill>
                  <a:schemeClr val="tx1"/>
                </a:solidFill>
              </a:rPr>
              <a:t>in marketing efficiency and channel performance</a:t>
            </a:r>
            <a:r>
              <a:rPr lang="en-US" dirty="0">
                <a:solidFill>
                  <a:schemeClr val="tx1"/>
                </a:solidFill>
              </a:rPr>
              <a:t>. His focus is on traffic source trends, performance of different traffic segments, and identifying which channels deliver high-quality users. He evaluates channel portfolios, compares channel characteristics, and uses bid optimization insights to allocate marketing budgets effectively. Tracking repeat visitors helps him assess customer quality and retention. These insights support </a:t>
            </a:r>
            <a:r>
              <a:rPr lang="en-US" b="1" dirty="0">
                <a:solidFill>
                  <a:schemeClr val="tx1"/>
                </a:solidFill>
              </a:rPr>
              <a:t>optimizing marketing strategies </a:t>
            </a:r>
            <a:r>
              <a:rPr lang="en-US" dirty="0">
                <a:solidFill>
                  <a:schemeClr val="tx1"/>
                </a:solidFill>
              </a:rPr>
              <a:t>while maximizing return on marketing spend.</a:t>
            </a:r>
            <a:endParaRPr lang="en-IN" dirty="0">
              <a:solidFill>
                <a:schemeClr val="tx1"/>
              </a:solidFill>
            </a:endParaRPr>
          </a:p>
        </p:txBody>
      </p:sp>
    </p:spTree>
    <p:extLst>
      <p:ext uri="{BB962C8B-B14F-4D97-AF65-F5344CB8AC3E}">
        <p14:creationId xmlns:p14="http://schemas.microsoft.com/office/powerpoint/2010/main" val="1653415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50376F-FEED-3A42-9B87-B9FC58A2F77E}"/>
              </a:ext>
            </a:extLst>
          </p:cNvPr>
          <p:cNvSpPr txBox="1"/>
          <p:nvPr/>
        </p:nvSpPr>
        <p:spPr>
          <a:xfrm>
            <a:off x="452284" y="275303"/>
            <a:ext cx="10906596"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Stakeholder Business Questions(1/7)</a:t>
            </a:r>
            <a:endParaRPr lang="en-IN" dirty="0"/>
          </a:p>
        </p:txBody>
      </p:sp>
      <p:sp>
        <p:nvSpPr>
          <p:cNvPr id="5" name="TextBox 4">
            <a:extLst>
              <a:ext uri="{FF2B5EF4-FFF2-40B4-BE49-F238E27FC236}">
                <a16:creationId xmlns:a16="http://schemas.microsoft.com/office/drawing/2014/main" id="{9ACDD4B9-41A9-A217-33BD-F29B120ACD68}"/>
              </a:ext>
            </a:extLst>
          </p:cNvPr>
          <p:cNvSpPr txBox="1"/>
          <p:nvPr/>
        </p:nvSpPr>
        <p:spPr>
          <a:xfrm>
            <a:off x="452284" y="1134398"/>
            <a:ext cx="11089476" cy="2308324"/>
          </a:xfrm>
          <a:prstGeom prst="rect">
            <a:avLst/>
          </a:prstGeom>
          <a:noFill/>
        </p:spPr>
        <p:txBody>
          <a:bodyPr wrap="square">
            <a:spAutoFit/>
          </a:bodyPr>
          <a:lstStyle/>
          <a:p>
            <a:pPr>
              <a:buNone/>
            </a:pPr>
            <a:r>
              <a:rPr lang="en-US" b="1" dirty="0"/>
              <a:t>A. CEO – Business &amp; Investor-Level Questions</a:t>
            </a:r>
          </a:p>
          <a:p>
            <a:pPr>
              <a:buNone/>
            </a:pPr>
            <a:r>
              <a:rPr lang="en-US" dirty="0"/>
              <a:t>(</a:t>
            </a:r>
            <a:r>
              <a:rPr lang="en-US" b="1" dirty="0"/>
              <a:t>Cindy Sharp</a:t>
            </a:r>
            <a:r>
              <a:rPr lang="en-US" dirty="0"/>
              <a:t>)</a:t>
            </a:r>
          </a:p>
          <a:p>
            <a:pPr>
              <a:buNone/>
            </a:pPr>
            <a:endParaRPr lang="en-US" dirty="0"/>
          </a:p>
          <a:p>
            <a:pPr marL="342900" indent="-342900">
              <a:buFont typeface="Arial" panose="020B0604020202020204" pitchFamily="34" charset="0"/>
              <a:buChar char="•"/>
            </a:pPr>
            <a:endParaRPr lang="en-IN" b="1" dirty="0"/>
          </a:p>
          <a:p>
            <a:pPr lvl="1"/>
            <a:endParaRPr lang="en-US" dirty="0"/>
          </a:p>
          <a:p>
            <a:pPr lvl="1"/>
            <a:endParaRPr lang="en-US" dirty="0"/>
          </a:p>
          <a:p>
            <a:pPr marL="800100" lvl="1" indent="-342900">
              <a:buFont typeface="+mj-lt"/>
              <a:buAutoNum type="arabicPeriod"/>
            </a:pPr>
            <a:endParaRPr lang="en-US" dirty="0"/>
          </a:p>
          <a:p>
            <a:pPr marL="342900" indent="-342900">
              <a:buFont typeface="+mj-lt"/>
              <a:buAutoNum type="arabicPeriod"/>
            </a:pPr>
            <a:endParaRPr lang="en-US" b="1" dirty="0"/>
          </a:p>
        </p:txBody>
      </p:sp>
      <p:sp>
        <p:nvSpPr>
          <p:cNvPr id="6" name="Rectangle: Rounded Corners 5">
            <a:extLst>
              <a:ext uri="{FF2B5EF4-FFF2-40B4-BE49-F238E27FC236}">
                <a16:creationId xmlns:a16="http://schemas.microsoft.com/office/drawing/2014/main" id="{C945CCC3-6716-1935-6B15-702E5E1E4C57}"/>
              </a:ext>
            </a:extLst>
          </p:cNvPr>
          <p:cNvSpPr/>
          <p:nvPr/>
        </p:nvSpPr>
        <p:spPr>
          <a:xfrm>
            <a:off x="452284" y="2027020"/>
            <a:ext cx="11089476" cy="16001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1" dirty="0">
                <a:solidFill>
                  <a:schemeClr val="tx1"/>
                </a:solidFill>
              </a:rPr>
              <a:t>Overall Business Performance</a:t>
            </a:r>
          </a:p>
          <a:p>
            <a:pPr marL="800100" lvl="1" indent="-342900">
              <a:buFont typeface="+mj-lt"/>
              <a:buAutoNum type="arabicPeriod"/>
            </a:pPr>
            <a:r>
              <a:rPr lang="en-US" dirty="0">
                <a:solidFill>
                  <a:schemeClr val="tx1"/>
                </a:solidFill>
              </a:rPr>
              <a:t>Is Website traffic increasing over time?</a:t>
            </a:r>
          </a:p>
          <a:p>
            <a:pPr marL="800100" lvl="1" indent="-342900">
              <a:buFont typeface="+mj-lt"/>
              <a:buAutoNum type="arabicPeriod"/>
            </a:pPr>
            <a:r>
              <a:rPr lang="en-US" dirty="0">
                <a:solidFill>
                  <a:schemeClr val="tx1"/>
                </a:solidFill>
              </a:rPr>
              <a:t>Is Profit, revenue and order volume showing consistent growth?</a:t>
            </a:r>
          </a:p>
          <a:p>
            <a:pPr marL="800100" lvl="1" indent="-342900">
              <a:buFont typeface="+mj-lt"/>
              <a:buAutoNum type="arabicPeriod"/>
            </a:pPr>
            <a:r>
              <a:rPr lang="en-US" dirty="0">
                <a:solidFill>
                  <a:schemeClr val="tx1"/>
                </a:solidFill>
              </a:rPr>
              <a:t>Is there some seasonality patterns in traffic and sales?</a:t>
            </a:r>
          </a:p>
          <a:p>
            <a:pPr marL="800100" lvl="1" indent="-342900">
              <a:buFont typeface="+mj-lt"/>
              <a:buAutoNum type="arabicPeriod"/>
            </a:pPr>
            <a:r>
              <a:rPr lang="en-US" dirty="0">
                <a:solidFill>
                  <a:schemeClr val="tx1"/>
                </a:solidFill>
              </a:rPr>
              <a:t>Business performance variation by day of week and hour of day.</a:t>
            </a:r>
          </a:p>
        </p:txBody>
      </p:sp>
      <p:sp>
        <p:nvSpPr>
          <p:cNvPr id="7" name="Rectangle: Rounded Corners 6">
            <a:extLst>
              <a:ext uri="{FF2B5EF4-FFF2-40B4-BE49-F238E27FC236}">
                <a16:creationId xmlns:a16="http://schemas.microsoft.com/office/drawing/2014/main" id="{10C3BBE6-F9DC-207F-150F-A6A6ECA268B3}"/>
              </a:ext>
            </a:extLst>
          </p:cNvPr>
          <p:cNvSpPr/>
          <p:nvPr/>
        </p:nvSpPr>
        <p:spPr>
          <a:xfrm>
            <a:off x="452284" y="4035236"/>
            <a:ext cx="11089476" cy="15087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IN" b="1" dirty="0">
                <a:solidFill>
                  <a:schemeClr val="tx1"/>
                </a:solidFill>
              </a:rPr>
              <a:t>Traffic &amp; Channel Health</a:t>
            </a:r>
          </a:p>
          <a:p>
            <a:pPr marL="800100" lvl="1" indent="-342900">
              <a:buFont typeface="+mj-lt"/>
              <a:buAutoNum type="arabicPeriod"/>
            </a:pPr>
            <a:r>
              <a:rPr lang="en-US" dirty="0">
                <a:solidFill>
                  <a:schemeClr val="tx1"/>
                </a:solidFill>
              </a:rPr>
              <a:t>Which traffic sources contribute the most to sessions and revenue?</a:t>
            </a:r>
          </a:p>
          <a:p>
            <a:pPr marL="800100" lvl="1" indent="-342900">
              <a:buFont typeface="+mj-lt"/>
              <a:buAutoNum type="arabicPeriod"/>
            </a:pPr>
            <a:r>
              <a:rPr lang="en-US" dirty="0">
                <a:solidFill>
                  <a:schemeClr val="tx1"/>
                </a:solidFill>
              </a:rPr>
              <a:t>What proportion of traffic comes from free vs paid channels?</a:t>
            </a:r>
          </a:p>
          <a:p>
            <a:pPr marL="800100" lvl="1" indent="-342900">
              <a:buFont typeface="+mj-lt"/>
              <a:buAutoNum type="arabicPeriod"/>
            </a:pPr>
            <a:r>
              <a:rPr lang="en-US" dirty="0">
                <a:solidFill>
                  <a:schemeClr val="tx1"/>
                </a:solidFill>
              </a:rPr>
              <a:t>Are free channels growing sustainably over time?</a:t>
            </a:r>
          </a:p>
        </p:txBody>
      </p:sp>
    </p:spTree>
    <p:extLst>
      <p:ext uri="{BB962C8B-B14F-4D97-AF65-F5344CB8AC3E}">
        <p14:creationId xmlns:p14="http://schemas.microsoft.com/office/powerpoint/2010/main" val="2447382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91D66E-7AED-6CCE-B5D6-69611C5B1F96}"/>
              </a:ext>
            </a:extLst>
          </p:cNvPr>
          <p:cNvSpPr txBox="1"/>
          <p:nvPr/>
        </p:nvSpPr>
        <p:spPr>
          <a:xfrm>
            <a:off x="452284" y="275303"/>
            <a:ext cx="9763432"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Stakeholder Business Questions(2/7)</a:t>
            </a:r>
            <a:endParaRPr lang="en-IN" dirty="0"/>
          </a:p>
        </p:txBody>
      </p:sp>
      <p:sp>
        <p:nvSpPr>
          <p:cNvPr id="8" name="Rectangle: Rounded Corners 7">
            <a:extLst>
              <a:ext uri="{FF2B5EF4-FFF2-40B4-BE49-F238E27FC236}">
                <a16:creationId xmlns:a16="http://schemas.microsoft.com/office/drawing/2014/main" id="{69E573C0-6C69-210F-42F9-5CADAAC9320A}"/>
              </a:ext>
            </a:extLst>
          </p:cNvPr>
          <p:cNvSpPr/>
          <p:nvPr/>
        </p:nvSpPr>
        <p:spPr>
          <a:xfrm>
            <a:off x="452284" y="4253046"/>
            <a:ext cx="10990498" cy="1584960"/>
          </a:xfrm>
          <a:prstGeom prst="roundRect">
            <a:avLst>
              <a:gd name="adj" fmla="val 2179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IN" b="1" dirty="0">
                <a:solidFill>
                  <a:schemeClr val="tx1"/>
                </a:solidFill>
              </a:rPr>
              <a:t>Business Quality &amp; Risk</a:t>
            </a:r>
          </a:p>
          <a:p>
            <a:pPr marL="800100" lvl="1" indent="-342900">
              <a:buFont typeface="+mj-lt"/>
              <a:buAutoNum type="arabicPeriod"/>
            </a:pPr>
            <a:r>
              <a:rPr lang="en-US" dirty="0">
                <a:solidFill>
                  <a:schemeClr val="tx1"/>
                </a:solidFill>
              </a:rPr>
              <a:t>What are the refund rates at product level?</a:t>
            </a:r>
          </a:p>
          <a:p>
            <a:pPr marL="800100" lvl="1" indent="-342900">
              <a:buFont typeface="+mj-lt"/>
              <a:buAutoNum type="arabicPeriod"/>
            </a:pPr>
            <a:r>
              <a:rPr lang="en-US" dirty="0">
                <a:solidFill>
                  <a:schemeClr val="tx1"/>
                </a:solidFill>
              </a:rPr>
              <a:t>Is growth of revenue is coherent with acceptable refund rates over time?</a:t>
            </a:r>
          </a:p>
        </p:txBody>
      </p:sp>
      <p:sp>
        <p:nvSpPr>
          <p:cNvPr id="5" name="TextBox 4">
            <a:extLst>
              <a:ext uri="{FF2B5EF4-FFF2-40B4-BE49-F238E27FC236}">
                <a16:creationId xmlns:a16="http://schemas.microsoft.com/office/drawing/2014/main" id="{4845E305-5EF3-8E1C-A73B-5A0085E56B02}"/>
              </a:ext>
            </a:extLst>
          </p:cNvPr>
          <p:cNvSpPr txBox="1"/>
          <p:nvPr/>
        </p:nvSpPr>
        <p:spPr>
          <a:xfrm>
            <a:off x="452284" y="1019994"/>
            <a:ext cx="11089476" cy="2031325"/>
          </a:xfrm>
          <a:prstGeom prst="rect">
            <a:avLst/>
          </a:prstGeom>
          <a:noFill/>
        </p:spPr>
        <p:txBody>
          <a:bodyPr wrap="square">
            <a:spAutoFit/>
          </a:bodyPr>
          <a:lstStyle/>
          <a:p>
            <a:pPr>
              <a:buNone/>
            </a:pPr>
            <a:r>
              <a:rPr lang="en-US" b="1" dirty="0"/>
              <a:t>A. CEO – Business &amp; Investor-Level Questions (continued)</a:t>
            </a:r>
          </a:p>
          <a:p>
            <a:pPr>
              <a:buNone/>
            </a:pPr>
            <a:endParaRPr lang="en-US" dirty="0"/>
          </a:p>
          <a:p>
            <a:pPr marL="342900" indent="-342900">
              <a:buFont typeface="Arial" panose="020B0604020202020204" pitchFamily="34" charset="0"/>
              <a:buChar char="•"/>
            </a:pPr>
            <a:endParaRPr lang="en-IN" b="1" dirty="0"/>
          </a:p>
          <a:p>
            <a:pPr lvl="1"/>
            <a:endParaRPr lang="en-US" dirty="0"/>
          </a:p>
          <a:p>
            <a:pPr lvl="1"/>
            <a:endParaRPr lang="en-US" dirty="0"/>
          </a:p>
          <a:p>
            <a:pPr marL="800100" lvl="1" indent="-342900">
              <a:buFont typeface="+mj-lt"/>
              <a:buAutoNum type="arabicPeriod"/>
            </a:pPr>
            <a:endParaRPr lang="en-US" dirty="0"/>
          </a:p>
          <a:p>
            <a:pPr marL="342900" indent="-342900">
              <a:buFont typeface="+mj-lt"/>
              <a:buAutoNum type="arabicPeriod"/>
            </a:pPr>
            <a:endParaRPr lang="en-US" b="1" dirty="0"/>
          </a:p>
        </p:txBody>
      </p:sp>
      <p:sp>
        <p:nvSpPr>
          <p:cNvPr id="6" name="Rectangle: Rounded Corners 5">
            <a:extLst>
              <a:ext uri="{FF2B5EF4-FFF2-40B4-BE49-F238E27FC236}">
                <a16:creationId xmlns:a16="http://schemas.microsoft.com/office/drawing/2014/main" id="{690AF4BA-CE60-E65A-3490-CBDBEA4EAFB9}"/>
              </a:ext>
            </a:extLst>
          </p:cNvPr>
          <p:cNvSpPr/>
          <p:nvPr/>
        </p:nvSpPr>
        <p:spPr>
          <a:xfrm>
            <a:off x="452284" y="1757679"/>
            <a:ext cx="10990498" cy="213956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1" dirty="0">
                <a:solidFill>
                  <a:schemeClr val="tx1"/>
                </a:solidFill>
              </a:rPr>
              <a:t>Product &amp; Portfolio Performance</a:t>
            </a:r>
          </a:p>
          <a:p>
            <a:pPr lvl="1"/>
            <a:r>
              <a:rPr lang="en-US" dirty="0">
                <a:solidFill>
                  <a:schemeClr val="tx1"/>
                </a:solidFill>
              </a:rPr>
              <a:t>1.Which products generate the highest revenue and orders?</a:t>
            </a:r>
          </a:p>
          <a:p>
            <a:pPr lvl="1"/>
            <a:r>
              <a:rPr lang="en-US" dirty="0">
                <a:solidFill>
                  <a:schemeClr val="tx1"/>
                </a:solidFill>
              </a:rPr>
              <a:t>2.How concentrated is revenue across products?</a:t>
            </a:r>
          </a:p>
          <a:p>
            <a:pPr lvl="1"/>
            <a:r>
              <a:rPr lang="en-US" dirty="0">
                <a:solidFill>
                  <a:schemeClr val="tx1"/>
                </a:solidFill>
              </a:rPr>
              <a:t>3.New product launch has been contributing to incremental sales?</a:t>
            </a:r>
          </a:p>
          <a:p>
            <a:pPr lvl="1"/>
            <a:r>
              <a:rPr lang="en-US" dirty="0">
                <a:solidFill>
                  <a:schemeClr val="tx1"/>
                </a:solidFill>
              </a:rPr>
              <a:t>4.Which products are most frequently purchased as cross-sell items?</a:t>
            </a:r>
          </a:p>
          <a:p>
            <a:pPr lvl="1"/>
            <a:r>
              <a:rPr lang="en-US" dirty="0">
                <a:solidFill>
                  <a:schemeClr val="tx1"/>
                </a:solidFill>
              </a:rPr>
              <a:t>5.Is portfolio expansion improving overall revenue performance?</a:t>
            </a:r>
          </a:p>
        </p:txBody>
      </p:sp>
    </p:spTree>
    <p:extLst>
      <p:ext uri="{BB962C8B-B14F-4D97-AF65-F5344CB8AC3E}">
        <p14:creationId xmlns:p14="http://schemas.microsoft.com/office/powerpoint/2010/main" val="39075426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DC3CA-4254-05EE-F24C-93DAD881BA1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1341D45-4C1A-68B5-1E37-B53CDA182A7E}"/>
              </a:ext>
            </a:extLst>
          </p:cNvPr>
          <p:cNvSpPr txBox="1"/>
          <p:nvPr/>
        </p:nvSpPr>
        <p:spPr>
          <a:xfrm>
            <a:off x="452284" y="275303"/>
            <a:ext cx="9763432"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Stakeholder Business Questions(3/7)</a:t>
            </a:r>
            <a:endParaRPr lang="en-IN" dirty="0"/>
          </a:p>
        </p:txBody>
      </p:sp>
      <p:sp>
        <p:nvSpPr>
          <p:cNvPr id="8" name="Rectangle: Rounded Corners 7">
            <a:extLst>
              <a:ext uri="{FF2B5EF4-FFF2-40B4-BE49-F238E27FC236}">
                <a16:creationId xmlns:a16="http://schemas.microsoft.com/office/drawing/2014/main" id="{839EC095-7C78-21AD-B24F-C3621A996289}"/>
              </a:ext>
            </a:extLst>
          </p:cNvPr>
          <p:cNvSpPr/>
          <p:nvPr/>
        </p:nvSpPr>
        <p:spPr>
          <a:xfrm>
            <a:off x="501773" y="3196406"/>
            <a:ext cx="10990498" cy="1270001"/>
          </a:xfrm>
          <a:prstGeom prst="roundRect">
            <a:avLst>
              <a:gd name="adj" fmla="val 2179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1" dirty="0">
                <a:solidFill>
                  <a:schemeClr val="tx1"/>
                </a:solidFill>
              </a:rPr>
              <a:t>Conversion Performance</a:t>
            </a:r>
          </a:p>
          <a:p>
            <a:pPr marL="800100" lvl="1" indent="-342900">
              <a:buFont typeface="+mj-lt"/>
              <a:buAutoNum type="arabicPeriod"/>
            </a:pPr>
            <a:r>
              <a:rPr lang="en-US" dirty="0">
                <a:solidFill>
                  <a:schemeClr val="tx1"/>
                </a:solidFill>
              </a:rPr>
              <a:t>What is the overall website conversion rate?</a:t>
            </a:r>
          </a:p>
          <a:p>
            <a:pPr marL="800100" lvl="1" indent="-342900">
              <a:buFont typeface="+mj-lt"/>
              <a:buAutoNum type="arabicPeriod"/>
            </a:pPr>
            <a:r>
              <a:rPr lang="en-US" dirty="0">
                <a:solidFill>
                  <a:schemeClr val="tx1"/>
                </a:solidFill>
              </a:rPr>
              <a:t>How does conversion rate vary by traffic source?</a:t>
            </a:r>
          </a:p>
          <a:p>
            <a:pPr marL="800100" lvl="1" indent="-342900">
              <a:buFont typeface="+mj-lt"/>
              <a:buAutoNum type="arabicPeriod"/>
            </a:pPr>
            <a:r>
              <a:rPr lang="en-US" dirty="0">
                <a:solidFill>
                  <a:schemeClr val="tx1"/>
                </a:solidFill>
              </a:rPr>
              <a:t>How does conversion differ between new and repeat sessions?</a:t>
            </a:r>
          </a:p>
        </p:txBody>
      </p:sp>
      <p:sp>
        <p:nvSpPr>
          <p:cNvPr id="5" name="TextBox 4">
            <a:extLst>
              <a:ext uri="{FF2B5EF4-FFF2-40B4-BE49-F238E27FC236}">
                <a16:creationId xmlns:a16="http://schemas.microsoft.com/office/drawing/2014/main" id="{6E60E308-DD10-0044-EC3E-0608A569D360}"/>
              </a:ext>
            </a:extLst>
          </p:cNvPr>
          <p:cNvSpPr txBox="1"/>
          <p:nvPr/>
        </p:nvSpPr>
        <p:spPr>
          <a:xfrm>
            <a:off x="452284" y="1019994"/>
            <a:ext cx="11089476" cy="2308324"/>
          </a:xfrm>
          <a:prstGeom prst="rect">
            <a:avLst/>
          </a:prstGeom>
          <a:noFill/>
        </p:spPr>
        <p:txBody>
          <a:bodyPr wrap="square">
            <a:spAutoFit/>
          </a:bodyPr>
          <a:lstStyle/>
          <a:p>
            <a:r>
              <a:rPr lang="en-IN" b="1" dirty="0"/>
              <a:t>B. Website Manager – Website &amp; Conversion Questions</a:t>
            </a:r>
          </a:p>
          <a:p>
            <a:r>
              <a:rPr lang="en-IN" dirty="0"/>
              <a:t>(</a:t>
            </a:r>
            <a:r>
              <a:rPr lang="en-IN" b="1" dirty="0"/>
              <a:t>Morgan Rockwell</a:t>
            </a:r>
            <a:r>
              <a:rPr lang="en-IN" dirty="0"/>
              <a:t>)</a:t>
            </a:r>
          </a:p>
          <a:p>
            <a:pPr>
              <a:buNone/>
            </a:pPr>
            <a:endParaRPr lang="en-US" dirty="0"/>
          </a:p>
          <a:p>
            <a:pPr marL="342900" indent="-342900">
              <a:buFont typeface="Arial" panose="020B0604020202020204" pitchFamily="34" charset="0"/>
              <a:buChar char="•"/>
            </a:pPr>
            <a:endParaRPr lang="en-IN" b="1" dirty="0"/>
          </a:p>
          <a:p>
            <a:pPr lvl="1"/>
            <a:endParaRPr lang="en-US" dirty="0"/>
          </a:p>
          <a:p>
            <a:pPr lvl="1"/>
            <a:endParaRPr lang="en-US" dirty="0"/>
          </a:p>
          <a:p>
            <a:pPr marL="800100" lvl="1" indent="-342900">
              <a:buFont typeface="+mj-lt"/>
              <a:buAutoNum type="arabicPeriod"/>
            </a:pPr>
            <a:endParaRPr lang="en-US" dirty="0"/>
          </a:p>
          <a:p>
            <a:pPr marL="342900" indent="-342900">
              <a:buFont typeface="+mj-lt"/>
              <a:buAutoNum type="arabicPeriod"/>
            </a:pPr>
            <a:endParaRPr lang="en-US" b="1" dirty="0"/>
          </a:p>
        </p:txBody>
      </p:sp>
      <p:sp>
        <p:nvSpPr>
          <p:cNvPr id="6" name="Rectangle: Rounded Corners 5">
            <a:extLst>
              <a:ext uri="{FF2B5EF4-FFF2-40B4-BE49-F238E27FC236}">
                <a16:creationId xmlns:a16="http://schemas.microsoft.com/office/drawing/2014/main" id="{DB06D2A7-4756-795F-9D4E-6CBE9F61DE2F}"/>
              </a:ext>
            </a:extLst>
          </p:cNvPr>
          <p:cNvSpPr/>
          <p:nvPr/>
        </p:nvSpPr>
        <p:spPr>
          <a:xfrm>
            <a:off x="452284" y="1757679"/>
            <a:ext cx="10990498" cy="127000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1" dirty="0">
                <a:solidFill>
                  <a:schemeClr val="tx1"/>
                </a:solidFill>
              </a:rPr>
              <a:t>Website Engagement</a:t>
            </a:r>
          </a:p>
          <a:p>
            <a:pPr marL="800100" lvl="1" indent="-342900">
              <a:buFont typeface="+mj-lt"/>
              <a:buAutoNum type="arabicPeriod"/>
            </a:pPr>
            <a:r>
              <a:rPr lang="en-US" dirty="0">
                <a:solidFill>
                  <a:schemeClr val="tx1"/>
                </a:solidFill>
              </a:rPr>
              <a:t>Which website pages receive the highest traffic?</a:t>
            </a:r>
          </a:p>
          <a:p>
            <a:pPr marL="800100" lvl="1" indent="-342900">
              <a:buFont typeface="+mj-lt"/>
              <a:buAutoNum type="arabicPeriod"/>
            </a:pPr>
            <a:r>
              <a:rPr lang="en-US" dirty="0">
                <a:solidFill>
                  <a:schemeClr val="tx1"/>
                </a:solidFill>
              </a:rPr>
              <a:t>Which pages act as top entry pages for users?</a:t>
            </a:r>
          </a:p>
          <a:p>
            <a:pPr marL="800100" lvl="1" indent="-342900">
              <a:buFont typeface="+mj-lt"/>
              <a:buAutoNum type="arabicPeriod"/>
            </a:pPr>
            <a:r>
              <a:rPr lang="en-US" dirty="0">
                <a:solidFill>
                  <a:schemeClr val="tx1"/>
                </a:solidFill>
              </a:rPr>
              <a:t>Which pages have the highest bounce rates?</a:t>
            </a:r>
          </a:p>
        </p:txBody>
      </p:sp>
      <p:sp>
        <p:nvSpPr>
          <p:cNvPr id="3" name="Rectangle: Rounded Corners 2">
            <a:extLst>
              <a:ext uri="{FF2B5EF4-FFF2-40B4-BE49-F238E27FC236}">
                <a16:creationId xmlns:a16="http://schemas.microsoft.com/office/drawing/2014/main" id="{D7D03FA8-F500-492E-B3BD-CFA564456EAF}"/>
              </a:ext>
            </a:extLst>
          </p:cNvPr>
          <p:cNvSpPr/>
          <p:nvPr/>
        </p:nvSpPr>
        <p:spPr>
          <a:xfrm>
            <a:off x="501773" y="4635133"/>
            <a:ext cx="10990498" cy="12682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1" dirty="0">
                <a:solidFill>
                  <a:schemeClr val="tx1"/>
                </a:solidFill>
              </a:rPr>
              <a:t>Funnel Analysis</a:t>
            </a:r>
          </a:p>
          <a:p>
            <a:pPr marL="800100" lvl="1" indent="-342900">
              <a:buFont typeface="+mj-lt"/>
              <a:buAutoNum type="arabicPeriod"/>
            </a:pPr>
            <a:r>
              <a:rPr lang="en-US" dirty="0">
                <a:solidFill>
                  <a:schemeClr val="tx1"/>
                </a:solidFill>
              </a:rPr>
              <a:t>Where do users drop off in the conversion funnel?</a:t>
            </a:r>
          </a:p>
          <a:p>
            <a:pPr marL="800100" lvl="1" indent="-342900">
              <a:buFont typeface="+mj-lt"/>
              <a:buAutoNum type="arabicPeriod"/>
            </a:pPr>
            <a:r>
              <a:rPr lang="en-US" dirty="0">
                <a:solidFill>
                  <a:schemeClr val="tx1"/>
                </a:solidFill>
              </a:rPr>
              <a:t>How effective is the journey from landing page to checkout?</a:t>
            </a:r>
          </a:p>
          <a:p>
            <a:pPr marL="800100" lvl="1" indent="-342900">
              <a:buFont typeface="+mj-lt"/>
              <a:buAutoNum type="arabicPeriod"/>
            </a:pPr>
            <a:r>
              <a:rPr lang="en-US" dirty="0">
                <a:solidFill>
                  <a:schemeClr val="tx1"/>
                </a:solidFill>
              </a:rPr>
              <a:t>Which funnel stages show the highest leakage?</a:t>
            </a:r>
          </a:p>
        </p:txBody>
      </p:sp>
    </p:spTree>
    <p:extLst>
      <p:ext uri="{BB962C8B-B14F-4D97-AF65-F5344CB8AC3E}">
        <p14:creationId xmlns:p14="http://schemas.microsoft.com/office/powerpoint/2010/main" val="18722593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14CDF-0E8A-8538-E919-8D04B45B401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19CF743-FD87-8727-8E30-6EBC86DC9611}"/>
              </a:ext>
            </a:extLst>
          </p:cNvPr>
          <p:cNvSpPr txBox="1"/>
          <p:nvPr/>
        </p:nvSpPr>
        <p:spPr>
          <a:xfrm>
            <a:off x="452284" y="275303"/>
            <a:ext cx="9763432"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Stakeholder Business Questions(4/7)</a:t>
            </a:r>
            <a:endParaRPr lang="en-IN" dirty="0"/>
          </a:p>
        </p:txBody>
      </p:sp>
      <p:sp>
        <p:nvSpPr>
          <p:cNvPr id="8" name="Rectangle: Rounded Corners 7">
            <a:extLst>
              <a:ext uri="{FF2B5EF4-FFF2-40B4-BE49-F238E27FC236}">
                <a16:creationId xmlns:a16="http://schemas.microsoft.com/office/drawing/2014/main" id="{A47DB08A-4F0A-10C4-D9BD-6B00B5AA7B7A}"/>
              </a:ext>
            </a:extLst>
          </p:cNvPr>
          <p:cNvSpPr/>
          <p:nvPr/>
        </p:nvSpPr>
        <p:spPr>
          <a:xfrm>
            <a:off x="452284" y="1665961"/>
            <a:ext cx="10990498" cy="1268275"/>
          </a:xfrm>
          <a:prstGeom prst="roundRect">
            <a:avLst>
              <a:gd name="adj" fmla="val 2179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1" dirty="0">
                <a:solidFill>
                  <a:schemeClr val="tx1"/>
                </a:solidFill>
              </a:rPr>
              <a:t>Landing Page &amp; Experiment Analysis</a:t>
            </a:r>
          </a:p>
          <a:p>
            <a:pPr marL="800100" lvl="1" indent="-342900">
              <a:buFont typeface="+mj-lt"/>
              <a:buAutoNum type="arabicPeriod"/>
            </a:pPr>
            <a:r>
              <a:rPr lang="en-US" dirty="0">
                <a:solidFill>
                  <a:schemeClr val="tx1"/>
                </a:solidFill>
              </a:rPr>
              <a:t>How do different landing pages perform over time?</a:t>
            </a:r>
          </a:p>
          <a:p>
            <a:pPr marL="800100" lvl="1" indent="-342900">
              <a:buFont typeface="+mj-lt"/>
              <a:buAutoNum type="arabicPeriod"/>
            </a:pPr>
            <a:r>
              <a:rPr lang="en-US" dirty="0">
                <a:solidFill>
                  <a:schemeClr val="tx1"/>
                </a:solidFill>
              </a:rPr>
              <a:t>What impact do landing page tests have on conversion?</a:t>
            </a:r>
          </a:p>
          <a:p>
            <a:pPr marL="800100" lvl="1" indent="-342900">
              <a:buFont typeface="+mj-lt"/>
              <a:buAutoNum type="arabicPeriod"/>
            </a:pPr>
            <a:r>
              <a:rPr lang="en-US" dirty="0">
                <a:solidFill>
                  <a:schemeClr val="tx1"/>
                </a:solidFill>
              </a:rPr>
              <a:t>How does /billing compare with /billing-2 in conversion performance?</a:t>
            </a:r>
          </a:p>
        </p:txBody>
      </p:sp>
      <p:sp>
        <p:nvSpPr>
          <p:cNvPr id="5" name="TextBox 4">
            <a:extLst>
              <a:ext uri="{FF2B5EF4-FFF2-40B4-BE49-F238E27FC236}">
                <a16:creationId xmlns:a16="http://schemas.microsoft.com/office/drawing/2014/main" id="{53EAC4A7-B189-4B66-FD65-6880338EB700}"/>
              </a:ext>
            </a:extLst>
          </p:cNvPr>
          <p:cNvSpPr txBox="1"/>
          <p:nvPr/>
        </p:nvSpPr>
        <p:spPr>
          <a:xfrm>
            <a:off x="452284" y="1014481"/>
            <a:ext cx="11089476" cy="369332"/>
          </a:xfrm>
          <a:prstGeom prst="rect">
            <a:avLst/>
          </a:prstGeom>
          <a:noFill/>
        </p:spPr>
        <p:txBody>
          <a:bodyPr wrap="square">
            <a:spAutoFit/>
          </a:bodyPr>
          <a:lstStyle/>
          <a:p>
            <a:r>
              <a:rPr lang="en-IN" b="1" dirty="0"/>
              <a:t>B. Website Manager – Website &amp; Conversion Questions (continued)</a:t>
            </a:r>
            <a:endParaRPr lang="en-US" dirty="0"/>
          </a:p>
        </p:txBody>
      </p:sp>
      <p:sp>
        <p:nvSpPr>
          <p:cNvPr id="3" name="Rectangle: Rounded Corners 2">
            <a:extLst>
              <a:ext uri="{FF2B5EF4-FFF2-40B4-BE49-F238E27FC236}">
                <a16:creationId xmlns:a16="http://schemas.microsoft.com/office/drawing/2014/main" id="{780B5A16-0758-21A8-6CF3-C7EEDE8F924F}"/>
              </a:ext>
            </a:extLst>
          </p:cNvPr>
          <p:cNvSpPr/>
          <p:nvPr/>
        </p:nvSpPr>
        <p:spPr>
          <a:xfrm>
            <a:off x="452284" y="3088639"/>
            <a:ext cx="10990498" cy="1268275"/>
          </a:xfrm>
          <a:prstGeom prst="roundRect">
            <a:avLst>
              <a:gd name="adj" fmla="val 2307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1" dirty="0">
                <a:solidFill>
                  <a:schemeClr val="tx1"/>
                </a:solidFill>
              </a:rPr>
              <a:t>Product Journey Optimization</a:t>
            </a:r>
          </a:p>
          <a:p>
            <a:pPr marL="800100" lvl="1" indent="-342900">
              <a:buFont typeface="+mj-lt"/>
              <a:buAutoNum type="arabicPeriod"/>
            </a:pPr>
            <a:r>
              <a:rPr lang="en-US" dirty="0">
                <a:solidFill>
                  <a:schemeClr val="tx1"/>
                </a:solidFill>
              </a:rPr>
              <a:t>How do users navigate between products before purchase?</a:t>
            </a:r>
          </a:p>
          <a:p>
            <a:pPr marL="800100" lvl="1" indent="-342900">
              <a:buFont typeface="+mj-lt"/>
              <a:buAutoNum type="arabicPeriod"/>
            </a:pPr>
            <a:r>
              <a:rPr lang="en-US" dirty="0">
                <a:solidFill>
                  <a:schemeClr val="tx1"/>
                </a:solidFill>
              </a:rPr>
              <a:t>Which products lead to additional product purchases?</a:t>
            </a:r>
          </a:p>
          <a:p>
            <a:pPr marL="800100" lvl="1" indent="-342900">
              <a:buFont typeface="+mj-lt"/>
              <a:buAutoNum type="arabicPeriod"/>
            </a:pPr>
            <a:r>
              <a:rPr lang="en-US" dirty="0">
                <a:solidFill>
                  <a:schemeClr val="tx1"/>
                </a:solidFill>
              </a:rPr>
              <a:t>At which stage do users drop off for specific products?</a:t>
            </a:r>
          </a:p>
        </p:txBody>
      </p:sp>
    </p:spTree>
    <p:extLst>
      <p:ext uri="{BB962C8B-B14F-4D97-AF65-F5344CB8AC3E}">
        <p14:creationId xmlns:p14="http://schemas.microsoft.com/office/powerpoint/2010/main" val="3050482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9C239-535E-80FA-69AA-92A6DC53978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B2D620D-66C8-E335-6D20-67DC8BFAFBC1}"/>
              </a:ext>
            </a:extLst>
          </p:cNvPr>
          <p:cNvSpPr txBox="1"/>
          <p:nvPr/>
        </p:nvSpPr>
        <p:spPr>
          <a:xfrm>
            <a:off x="452284" y="275303"/>
            <a:ext cx="9763432"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Stakeholder Business Questions(5/7)</a:t>
            </a:r>
            <a:endParaRPr lang="en-IN" dirty="0"/>
          </a:p>
        </p:txBody>
      </p:sp>
      <p:sp>
        <p:nvSpPr>
          <p:cNvPr id="8" name="Rectangle: Rounded Corners 7">
            <a:extLst>
              <a:ext uri="{FF2B5EF4-FFF2-40B4-BE49-F238E27FC236}">
                <a16:creationId xmlns:a16="http://schemas.microsoft.com/office/drawing/2014/main" id="{150F9577-B24E-3C0A-E995-2494994C85D7}"/>
              </a:ext>
            </a:extLst>
          </p:cNvPr>
          <p:cNvSpPr/>
          <p:nvPr/>
        </p:nvSpPr>
        <p:spPr>
          <a:xfrm>
            <a:off x="452284" y="1809787"/>
            <a:ext cx="10990498" cy="1522693"/>
          </a:xfrm>
          <a:prstGeom prst="roundRect">
            <a:avLst>
              <a:gd name="adj" fmla="val 2179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1" dirty="0">
                <a:solidFill>
                  <a:schemeClr val="tx1"/>
                </a:solidFill>
              </a:rPr>
              <a:t>Channel Performance</a:t>
            </a:r>
          </a:p>
          <a:p>
            <a:pPr marL="800100" lvl="1" indent="-342900">
              <a:buFont typeface="+mj-lt"/>
              <a:buAutoNum type="arabicPeriod"/>
            </a:pPr>
            <a:r>
              <a:rPr lang="en-US" dirty="0">
                <a:solidFill>
                  <a:schemeClr val="tx1"/>
                </a:solidFill>
              </a:rPr>
              <a:t>How is traffic distributed across marketing channels?</a:t>
            </a:r>
          </a:p>
          <a:p>
            <a:pPr marL="800100" lvl="1" indent="-342900">
              <a:buFont typeface="+mj-lt"/>
              <a:buAutoNum type="arabicPeriod"/>
            </a:pPr>
            <a:r>
              <a:rPr lang="en-US" dirty="0">
                <a:solidFill>
                  <a:schemeClr val="tx1"/>
                </a:solidFill>
              </a:rPr>
              <a:t>Which channels generate the highest conversion rates?</a:t>
            </a:r>
          </a:p>
          <a:p>
            <a:pPr marL="800100" lvl="1" indent="-342900">
              <a:buFont typeface="+mj-lt"/>
              <a:buAutoNum type="arabicPeriod"/>
            </a:pPr>
            <a:r>
              <a:rPr lang="en-US" dirty="0">
                <a:solidFill>
                  <a:schemeClr val="tx1"/>
                </a:solidFill>
              </a:rPr>
              <a:t>Which channels contribute the most revenue?</a:t>
            </a:r>
          </a:p>
        </p:txBody>
      </p:sp>
      <p:sp>
        <p:nvSpPr>
          <p:cNvPr id="5" name="TextBox 4">
            <a:extLst>
              <a:ext uri="{FF2B5EF4-FFF2-40B4-BE49-F238E27FC236}">
                <a16:creationId xmlns:a16="http://schemas.microsoft.com/office/drawing/2014/main" id="{0C0B4617-41EF-9F44-3F3C-0337D2A196E3}"/>
              </a:ext>
            </a:extLst>
          </p:cNvPr>
          <p:cNvSpPr txBox="1"/>
          <p:nvPr/>
        </p:nvSpPr>
        <p:spPr>
          <a:xfrm>
            <a:off x="452284" y="1014481"/>
            <a:ext cx="11089476" cy="646331"/>
          </a:xfrm>
          <a:prstGeom prst="rect">
            <a:avLst/>
          </a:prstGeom>
          <a:noFill/>
        </p:spPr>
        <p:txBody>
          <a:bodyPr wrap="square">
            <a:spAutoFit/>
          </a:bodyPr>
          <a:lstStyle/>
          <a:p>
            <a:r>
              <a:rPr lang="en-US" b="1" dirty="0"/>
              <a:t>C. Marketing Manager – Marketing &amp; Channel Efficiency Questions</a:t>
            </a:r>
          </a:p>
          <a:p>
            <a:r>
              <a:rPr lang="en-US" dirty="0"/>
              <a:t>(</a:t>
            </a:r>
            <a:r>
              <a:rPr lang="en-US" b="1" dirty="0"/>
              <a:t>Tom Parmesan</a:t>
            </a:r>
            <a:r>
              <a:rPr lang="en-US" dirty="0"/>
              <a:t>)</a:t>
            </a:r>
          </a:p>
        </p:txBody>
      </p:sp>
      <p:sp>
        <p:nvSpPr>
          <p:cNvPr id="3" name="Rectangle: Rounded Corners 2">
            <a:extLst>
              <a:ext uri="{FF2B5EF4-FFF2-40B4-BE49-F238E27FC236}">
                <a16:creationId xmlns:a16="http://schemas.microsoft.com/office/drawing/2014/main" id="{79B20B4A-F78C-05D8-0D03-DD64ED8B48D4}"/>
              </a:ext>
            </a:extLst>
          </p:cNvPr>
          <p:cNvSpPr/>
          <p:nvPr/>
        </p:nvSpPr>
        <p:spPr>
          <a:xfrm>
            <a:off x="452284" y="3766731"/>
            <a:ext cx="10990498" cy="1522692"/>
          </a:xfrm>
          <a:prstGeom prst="roundRect">
            <a:avLst>
              <a:gd name="adj" fmla="val 2307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1" dirty="0">
                <a:solidFill>
                  <a:schemeClr val="tx1"/>
                </a:solidFill>
              </a:rPr>
              <a:t>Channel Trends &amp; Optimization</a:t>
            </a:r>
          </a:p>
          <a:p>
            <a:pPr marL="800100" lvl="1" indent="-342900">
              <a:buFont typeface="+mj-lt"/>
              <a:buAutoNum type="arabicPeriod"/>
            </a:pPr>
            <a:r>
              <a:rPr lang="en-US" dirty="0">
                <a:solidFill>
                  <a:schemeClr val="tx1"/>
                </a:solidFill>
              </a:rPr>
              <a:t>How are traffic sources trending over time?</a:t>
            </a:r>
          </a:p>
          <a:p>
            <a:pPr marL="800100" lvl="1" indent="-342900">
              <a:buFont typeface="+mj-lt"/>
              <a:buAutoNum type="arabicPeriod"/>
            </a:pPr>
            <a:r>
              <a:rPr lang="en-US" dirty="0">
                <a:solidFill>
                  <a:schemeClr val="tx1"/>
                </a:solidFill>
              </a:rPr>
              <a:t>Are some channels becoming more or less effective?</a:t>
            </a:r>
          </a:p>
          <a:p>
            <a:pPr marL="800100" lvl="1" indent="-342900">
              <a:buFont typeface="+mj-lt"/>
              <a:buAutoNum type="arabicPeriod"/>
            </a:pPr>
            <a:r>
              <a:rPr lang="en-US" dirty="0">
                <a:solidFill>
                  <a:schemeClr val="tx1"/>
                </a:solidFill>
              </a:rPr>
              <a:t>How does channel performance vary by segment?</a:t>
            </a:r>
          </a:p>
        </p:txBody>
      </p:sp>
    </p:spTree>
    <p:extLst>
      <p:ext uri="{BB962C8B-B14F-4D97-AF65-F5344CB8AC3E}">
        <p14:creationId xmlns:p14="http://schemas.microsoft.com/office/powerpoint/2010/main" val="21258814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204FF-4A36-7203-2DE7-8356F574BAD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F878D28-AE68-C73A-EA87-A641F01205F9}"/>
              </a:ext>
            </a:extLst>
          </p:cNvPr>
          <p:cNvSpPr txBox="1"/>
          <p:nvPr/>
        </p:nvSpPr>
        <p:spPr>
          <a:xfrm>
            <a:off x="452284" y="275303"/>
            <a:ext cx="9763432"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t>Stakeholder </a:t>
            </a:r>
            <a:r>
              <a:rPr lang="en-US" dirty="0"/>
              <a:t>Business Questions(6/7)</a:t>
            </a:r>
            <a:endParaRPr lang="en-IN" dirty="0"/>
          </a:p>
        </p:txBody>
      </p:sp>
      <p:sp>
        <p:nvSpPr>
          <p:cNvPr id="8" name="Rectangle: Rounded Corners 7">
            <a:extLst>
              <a:ext uri="{FF2B5EF4-FFF2-40B4-BE49-F238E27FC236}">
                <a16:creationId xmlns:a16="http://schemas.microsoft.com/office/drawing/2014/main" id="{2270C955-4FBC-2BD8-8D0E-C3D9804B8CF8}"/>
              </a:ext>
            </a:extLst>
          </p:cNvPr>
          <p:cNvSpPr/>
          <p:nvPr/>
        </p:nvSpPr>
        <p:spPr>
          <a:xfrm>
            <a:off x="452284" y="1809787"/>
            <a:ext cx="10990498" cy="1522693"/>
          </a:xfrm>
          <a:prstGeom prst="roundRect">
            <a:avLst>
              <a:gd name="adj" fmla="val 2179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1" dirty="0">
                <a:solidFill>
                  <a:schemeClr val="tx1"/>
                </a:solidFill>
              </a:rPr>
              <a:t>Bid &amp; Portfolio Optimization</a:t>
            </a:r>
          </a:p>
          <a:p>
            <a:pPr marL="800100" lvl="1" indent="-342900">
              <a:buFont typeface="+mj-lt"/>
              <a:buAutoNum type="arabicPeriod"/>
            </a:pPr>
            <a:r>
              <a:rPr lang="en-US" dirty="0">
                <a:solidFill>
                  <a:schemeClr val="tx1"/>
                </a:solidFill>
              </a:rPr>
              <a:t>Which paid channels deliver better quality traffic?</a:t>
            </a:r>
          </a:p>
          <a:p>
            <a:pPr marL="800100" lvl="1" indent="-342900">
              <a:buFont typeface="+mj-lt"/>
              <a:buAutoNum type="arabicPeriod"/>
            </a:pPr>
            <a:r>
              <a:rPr lang="en-US" dirty="0">
                <a:solidFill>
                  <a:schemeClr val="tx1"/>
                </a:solidFill>
              </a:rPr>
              <a:t>How should bid allocation be adjusted across channels?</a:t>
            </a:r>
          </a:p>
          <a:p>
            <a:pPr marL="800100" lvl="1" indent="-342900">
              <a:buFont typeface="+mj-lt"/>
              <a:buAutoNum type="arabicPeriod"/>
            </a:pPr>
            <a:r>
              <a:rPr lang="en-US" dirty="0">
                <a:solidFill>
                  <a:schemeClr val="tx1"/>
                </a:solidFill>
              </a:rPr>
              <a:t>Is the marketing channel portfolio balanced or over-dependent?</a:t>
            </a:r>
          </a:p>
        </p:txBody>
      </p:sp>
      <p:sp>
        <p:nvSpPr>
          <p:cNvPr id="5" name="TextBox 4">
            <a:extLst>
              <a:ext uri="{FF2B5EF4-FFF2-40B4-BE49-F238E27FC236}">
                <a16:creationId xmlns:a16="http://schemas.microsoft.com/office/drawing/2014/main" id="{238F6288-DEFF-1E31-8422-6A99A61AEF30}"/>
              </a:ext>
            </a:extLst>
          </p:cNvPr>
          <p:cNvSpPr txBox="1"/>
          <p:nvPr/>
        </p:nvSpPr>
        <p:spPr>
          <a:xfrm>
            <a:off x="452284" y="1014481"/>
            <a:ext cx="11089476" cy="369332"/>
          </a:xfrm>
          <a:prstGeom prst="rect">
            <a:avLst/>
          </a:prstGeom>
          <a:noFill/>
        </p:spPr>
        <p:txBody>
          <a:bodyPr wrap="square">
            <a:spAutoFit/>
          </a:bodyPr>
          <a:lstStyle/>
          <a:p>
            <a:r>
              <a:rPr lang="en-US" b="1" dirty="0"/>
              <a:t>C. Marketing Manager – Marketing &amp; Channel Efficiency Questions(continued)</a:t>
            </a:r>
          </a:p>
        </p:txBody>
      </p:sp>
      <p:sp>
        <p:nvSpPr>
          <p:cNvPr id="3" name="Rectangle: Rounded Corners 2">
            <a:extLst>
              <a:ext uri="{FF2B5EF4-FFF2-40B4-BE49-F238E27FC236}">
                <a16:creationId xmlns:a16="http://schemas.microsoft.com/office/drawing/2014/main" id="{1B25BC00-01FF-19A4-C821-5E30D3646D3A}"/>
              </a:ext>
            </a:extLst>
          </p:cNvPr>
          <p:cNvSpPr/>
          <p:nvPr/>
        </p:nvSpPr>
        <p:spPr>
          <a:xfrm>
            <a:off x="381164" y="3758454"/>
            <a:ext cx="10990498" cy="1522692"/>
          </a:xfrm>
          <a:prstGeom prst="roundRect">
            <a:avLst>
              <a:gd name="adj" fmla="val 2307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1" dirty="0">
                <a:solidFill>
                  <a:schemeClr val="tx1"/>
                </a:solidFill>
              </a:rPr>
              <a:t>Customer Quality</a:t>
            </a:r>
          </a:p>
          <a:p>
            <a:pPr marL="800100" lvl="1" indent="-342900">
              <a:buFont typeface="+mj-lt"/>
              <a:buAutoNum type="arabicPeriod"/>
            </a:pPr>
            <a:r>
              <a:rPr lang="en-US" dirty="0">
                <a:solidFill>
                  <a:schemeClr val="tx1"/>
                </a:solidFill>
              </a:rPr>
              <a:t>Which channels bring repeat visitors?</a:t>
            </a:r>
          </a:p>
          <a:p>
            <a:pPr marL="800100" lvl="1" indent="-342900">
              <a:buFont typeface="+mj-lt"/>
              <a:buAutoNum type="arabicPeriod"/>
            </a:pPr>
            <a:r>
              <a:rPr lang="en-US" dirty="0">
                <a:solidFill>
                  <a:schemeClr val="tx1"/>
                </a:solidFill>
              </a:rPr>
              <a:t>How does repeat behavior differ by channel?</a:t>
            </a:r>
          </a:p>
          <a:p>
            <a:pPr marL="800100" lvl="1" indent="-342900">
              <a:buFont typeface="+mj-lt"/>
              <a:buAutoNum type="arabicPeriod"/>
            </a:pPr>
            <a:r>
              <a:rPr lang="en-US" dirty="0">
                <a:solidFill>
                  <a:schemeClr val="tx1"/>
                </a:solidFill>
              </a:rPr>
              <a:t>Are new vs repeat visitor patterns different across channels?</a:t>
            </a:r>
          </a:p>
        </p:txBody>
      </p:sp>
    </p:spTree>
    <p:extLst>
      <p:ext uri="{BB962C8B-B14F-4D97-AF65-F5344CB8AC3E}">
        <p14:creationId xmlns:p14="http://schemas.microsoft.com/office/powerpoint/2010/main" val="2556923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5DC406-9754-4142-2854-DCBC535BAE91}"/>
              </a:ext>
            </a:extLst>
          </p:cNvPr>
          <p:cNvSpPr txBox="1"/>
          <p:nvPr/>
        </p:nvSpPr>
        <p:spPr>
          <a:xfrm>
            <a:off x="452284" y="275303"/>
            <a:ext cx="9763432"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Stakeholder Business Questions(7/7)</a:t>
            </a:r>
            <a:endParaRPr lang="en-IN" dirty="0"/>
          </a:p>
        </p:txBody>
      </p:sp>
      <p:sp>
        <p:nvSpPr>
          <p:cNvPr id="4" name="TextBox 3">
            <a:extLst>
              <a:ext uri="{FF2B5EF4-FFF2-40B4-BE49-F238E27FC236}">
                <a16:creationId xmlns:a16="http://schemas.microsoft.com/office/drawing/2014/main" id="{755A0DA4-EDF4-10E1-231B-F88CD261B970}"/>
              </a:ext>
            </a:extLst>
          </p:cNvPr>
          <p:cNvSpPr txBox="1"/>
          <p:nvPr/>
        </p:nvSpPr>
        <p:spPr>
          <a:xfrm>
            <a:off x="452284" y="1154559"/>
            <a:ext cx="11201236" cy="646331"/>
          </a:xfrm>
          <a:prstGeom prst="rect">
            <a:avLst/>
          </a:prstGeom>
          <a:noFill/>
        </p:spPr>
        <p:txBody>
          <a:bodyPr wrap="square">
            <a:spAutoFit/>
          </a:bodyPr>
          <a:lstStyle/>
          <a:p>
            <a:pPr>
              <a:buNone/>
            </a:pPr>
            <a:r>
              <a:rPr lang="en-US" b="1" dirty="0"/>
              <a:t>D. New Product &amp; Growth Story Questions</a:t>
            </a:r>
          </a:p>
          <a:p>
            <a:endParaRPr lang="en-US" dirty="0"/>
          </a:p>
        </p:txBody>
      </p:sp>
      <p:sp>
        <p:nvSpPr>
          <p:cNvPr id="5" name="Rectangle: Rounded Corners 4">
            <a:extLst>
              <a:ext uri="{FF2B5EF4-FFF2-40B4-BE49-F238E27FC236}">
                <a16:creationId xmlns:a16="http://schemas.microsoft.com/office/drawing/2014/main" id="{2A7C04BF-A561-A8E0-E6BF-35A092C72593}"/>
              </a:ext>
            </a:extLst>
          </p:cNvPr>
          <p:cNvSpPr/>
          <p:nvPr/>
        </p:nvSpPr>
        <p:spPr>
          <a:xfrm>
            <a:off x="452284" y="1800890"/>
            <a:ext cx="10500196" cy="181607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mj-lt"/>
              <a:buAutoNum type="arabicPeriod"/>
            </a:pPr>
            <a:r>
              <a:rPr lang="en-US" dirty="0">
                <a:solidFill>
                  <a:schemeClr val="tx1"/>
                </a:solidFill>
              </a:rPr>
              <a:t>How does a new product perform after launch compared to existing products?</a:t>
            </a:r>
          </a:p>
          <a:p>
            <a:pPr marL="342900" indent="-342900">
              <a:buFont typeface="+mj-lt"/>
              <a:buAutoNum type="arabicPeriod"/>
            </a:pPr>
            <a:r>
              <a:rPr lang="en-US" dirty="0">
                <a:solidFill>
                  <a:schemeClr val="tx1"/>
                </a:solidFill>
              </a:rPr>
              <a:t>Does a new product cannibalize existing product sales or add incremental revenue?</a:t>
            </a:r>
          </a:p>
          <a:p>
            <a:pPr marL="342900" indent="-342900">
              <a:buFont typeface="+mj-lt"/>
              <a:buAutoNum type="arabicPeriod"/>
            </a:pPr>
            <a:r>
              <a:rPr lang="en-US" dirty="0">
                <a:solidFill>
                  <a:schemeClr val="tx1"/>
                </a:solidFill>
              </a:rPr>
              <a:t>How quickly does a new product start contributing to total revenue?</a:t>
            </a:r>
          </a:p>
          <a:p>
            <a:pPr marL="342900" indent="-342900">
              <a:buFont typeface="+mj-lt"/>
              <a:buAutoNum type="arabicPeriod"/>
            </a:pPr>
            <a:r>
              <a:rPr lang="en-US" dirty="0">
                <a:solidFill>
                  <a:schemeClr val="tx1"/>
                </a:solidFill>
              </a:rPr>
              <a:t>Are new products being adopted through cross-sell paths?</a:t>
            </a:r>
          </a:p>
        </p:txBody>
      </p:sp>
    </p:spTree>
    <p:extLst>
      <p:ext uri="{BB962C8B-B14F-4D97-AF65-F5344CB8AC3E}">
        <p14:creationId xmlns:p14="http://schemas.microsoft.com/office/powerpoint/2010/main" val="29931969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8DC09-C694-0CCB-3DA5-9706C90D0D5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72E76F-5561-C6EE-0563-24CD816AF123}"/>
              </a:ext>
            </a:extLst>
          </p:cNvPr>
          <p:cNvSpPr txBox="1"/>
          <p:nvPr/>
        </p:nvSpPr>
        <p:spPr>
          <a:xfrm>
            <a:off x="452284" y="275303"/>
            <a:ext cx="9763432"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Mapping Business Questions to KPI’s(1/7)</a:t>
            </a:r>
            <a:endParaRPr lang="en-IN" dirty="0"/>
          </a:p>
        </p:txBody>
      </p:sp>
      <p:sp>
        <p:nvSpPr>
          <p:cNvPr id="6" name="TextBox 5">
            <a:extLst>
              <a:ext uri="{FF2B5EF4-FFF2-40B4-BE49-F238E27FC236}">
                <a16:creationId xmlns:a16="http://schemas.microsoft.com/office/drawing/2014/main" id="{EDE55215-CB30-1FEC-E252-2261B6F8F930}"/>
              </a:ext>
            </a:extLst>
          </p:cNvPr>
          <p:cNvSpPr txBox="1"/>
          <p:nvPr/>
        </p:nvSpPr>
        <p:spPr>
          <a:xfrm>
            <a:off x="452284" y="1220708"/>
            <a:ext cx="10825316" cy="369332"/>
          </a:xfrm>
          <a:prstGeom prst="rect">
            <a:avLst/>
          </a:prstGeom>
          <a:noFill/>
        </p:spPr>
        <p:txBody>
          <a:bodyPr wrap="square">
            <a:spAutoFit/>
          </a:bodyPr>
          <a:lstStyle/>
          <a:p>
            <a:r>
              <a:rPr lang="en-US" b="1" dirty="0"/>
              <a:t>A. CEO – Business &amp; Investor-Level Questions → KPIs</a:t>
            </a:r>
            <a:endParaRPr lang="en-IN" b="1" dirty="0"/>
          </a:p>
        </p:txBody>
      </p:sp>
      <p:sp>
        <p:nvSpPr>
          <p:cNvPr id="8" name="TextBox 7">
            <a:extLst>
              <a:ext uri="{FF2B5EF4-FFF2-40B4-BE49-F238E27FC236}">
                <a16:creationId xmlns:a16="http://schemas.microsoft.com/office/drawing/2014/main" id="{D0D265DA-86A7-E320-77C0-D5D985CE8493}"/>
              </a:ext>
            </a:extLst>
          </p:cNvPr>
          <p:cNvSpPr txBox="1"/>
          <p:nvPr/>
        </p:nvSpPr>
        <p:spPr>
          <a:xfrm>
            <a:off x="751840" y="1932077"/>
            <a:ext cx="10525760" cy="1754326"/>
          </a:xfrm>
          <a:prstGeom prst="rect">
            <a:avLst/>
          </a:prstGeom>
          <a:noFill/>
        </p:spPr>
        <p:txBody>
          <a:bodyPr wrap="square">
            <a:spAutoFit/>
          </a:bodyPr>
          <a:lstStyle/>
          <a:p>
            <a:pPr>
              <a:buNone/>
            </a:pPr>
            <a:r>
              <a:rPr lang="en-US" b="1" dirty="0"/>
              <a:t>Q: Is overall business performance growing?</a:t>
            </a:r>
          </a:p>
          <a:p>
            <a:pPr>
              <a:buNone/>
            </a:pPr>
            <a:r>
              <a:rPr lang="en-US" b="1" dirty="0"/>
              <a:t>Mapped KPIs</a:t>
            </a:r>
            <a:endParaRPr lang="en-US" dirty="0"/>
          </a:p>
          <a:p>
            <a:pPr>
              <a:buFont typeface="Arial" panose="020B0604020202020204" pitchFamily="34" charset="0"/>
              <a:buChar char="•"/>
            </a:pPr>
            <a:r>
              <a:rPr lang="en-US" dirty="0"/>
              <a:t>Total Orders</a:t>
            </a:r>
          </a:p>
          <a:p>
            <a:pPr>
              <a:buFont typeface="Arial" panose="020B0604020202020204" pitchFamily="34" charset="0"/>
              <a:buChar char="•"/>
            </a:pPr>
            <a:r>
              <a:rPr lang="en-US" dirty="0"/>
              <a:t>Total Revenue</a:t>
            </a:r>
          </a:p>
          <a:p>
            <a:pPr>
              <a:buFont typeface="Arial" panose="020B0604020202020204" pitchFamily="34" charset="0"/>
              <a:buChar char="•"/>
            </a:pPr>
            <a:r>
              <a:rPr lang="en-US" dirty="0"/>
              <a:t>Total Sessions</a:t>
            </a:r>
          </a:p>
          <a:p>
            <a:pPr>
              <a:buFont typeface="Arial" panose="020B0604020202020204" pitchFamily="34" charset="0"/>
              <a:buChar char="•"/>
            </a:pPr>
            <a:r>
              <a:rPr lang="en-US" dirty="0"/>
              <a:t>Conversion Rate (%)</a:t>
            </a:r>
          </a:p>
        </p:txBody>
      </p:sp>
      <p:sp>
        <p:nvSpPr>
          <p:cNvPr id="9" name="Rectangle: Rounded Corners 8">
            <a:extLst>
              <a:ext uri="{FF2B5EF4-FFF2-40B4-BE49-F238E27FC236}">
                <a16:creationId xmlns:a16="http://schemas.microsoft.com/office/drawing/2014/main" id="{8A04F3B2-D7ED-8DE2-3676-0C39B01986BE}"/>
              </a:ext>
            </a:extLst>
          </p:cNvPr>
          <p:cNvSpPr/>
          <p:nvPr/>
        </p:nvSpPr>
        <p:spPr>
          <a:xfrm>
            <a:off x="452284" y="1744117"/>
            <a:ext cx="10825316" cy="20980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b="1" dirty="0"/>
          </a:p>
          <a:p>
            <a:endParaRPr lang="en-US" b="1" dirty="0"/>
          </a:p>
          <a:p>
            <a:r>
              <a:rPr lang="en-US" b="1" dirty="0">
                <a:solidFill>
                  <a:schemeClr val="tx1"/>
                </a:solidFill>
              </a:rPr>
              <a:t>Q1: Is overall business performance growing?</a:t>
            </a:r>
          </a:p>
          <a:p>
            <a:r>
              <a:rPr lang="en-US" u="sng" dirty="0">
                <a:solidFill>
                  <a:schemeClr val="tx1"/>
                </a:solidFill>
              </a:rPr>
              <a:t>Mapped KPIs</a:t>
            </a:r>
          </a:p>
          <a:p>
            <a:r>
              <a:rPr lang="en-US" dirty="0">
                <a:solidFill>
                  <a:schemeClr val="tx1"/>
                </a:solidFill>
              </a:rPr>
              <a:t>Total Orders</a:t>
            </a:r>
          </a:p>
          <a:p>
            <a:r>
              <a:rPr lang="en-US" dirty="0">
                <a:solidFill>
                  <a:schemeClr val="tx1"/>
                </a:solidFill>
              </a:rPr>
              <a:t>Total Revenue</a:t>
            </a:r>
          </a:p>
          <a:p>
            <a:r>
              <a:rPr lang="en-US" dirty="0">
                <a:solidFill>
                  <a:schemeClr val="tx1"/>
                </a:solidFill>
              </a:rPr>
              <a:t>Total Sessions</a:t>
            </a:r>
          </a:p>
          <a:p>
            <a:r>
              <a:rPr lang="en-US" dirty="0">
                <a:solidFill>
                  <a:schemeClr val="tx1"/>
                </a:solidFill>
              </a:rPr>
              <a:t>Conversion Rate (%)</a:t>
            </a:r>
          </a:p>
          <a:p>
            <a:endParaRPr lang="en-US" altLang="en-US" dirty="0">
              <a:solidFill>
                <a:schemeClr val="tx1"/>
              </a:solidFill>
              <a:latin typeface="Arial" panose="020B0604020202020204" pitchFamily="34" charset="0"/>
            </a:endParaRPr>
          </a:p>
          <a:p>
            <a:endParaRPr lang="en-US" dirty="0">
              <a:solidFill>
                <a:schemeClr val="tx1"/>
              </a:solidFill>
            </a:endParaRPr>
          </a:p>
        </p:txBody>
      </p:sp>
      <p:sp>
        <p:nvSpPr>
          <p:cNvPr id="10" name="Rectangle: Rounded Corners 9">
            <a:extLst>
              <a:ext uri="{FF2B5EF4-FFF2-40B4-BE49-F238E27FC236}">
                <a16:creationId xmlns:a16="http://schemas.microsoft.com/office/drawing/2014/main" id="{57B4BCC2-0AD9-E71C-4085-3DAACD956743}"/>
              </a:ext>
            </a:extLst>
          </p:cNvPr>
          <p:cNvSpPr/>
          <p:nvPr/>
        </p:nvSpPr>
        <p:spPr>
          <a:xfrm>
            <a:off x="452284" y="4033520"/>
            <a:ext cx="10825316" cy="18796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Q2: Is revenue growth sustainable and profitable?</a:t>
            </a:r>
          </a:p>
          <a:p>
            <a:r>
              <a:rPr lang="en-US" u="sng" dirty="0">
                <a:solidFill>
                  <a:schemeClr val="tx1"/>
                </a:solidFill>
              </a:rPr>
              <a:t>Mapped KPIs</a:t>
            </a:r>
          </a:p>
          <a:p>
            <a:r>
              <a:rPr lang="en-US" dirty="0">
                <a:solidFill>
                  <a:schemeClr val="tx1"/>
                </a:solidFill>
              </a:rPr>
              <a:t>Total Revenue</a:t>
            </a:r>
          </a:p>
          <a:p>
            <a:r>
              <a:rPr lang="en-US" dirty="0">
                <a:solidFill>
                  <a:schemeClr val="tx1"/>
                </a:solidFill>
              </a:rPr>
              <a:t>Total Cost</a:t>
            </a:r>
          </a:p>
          <a:p>
            <a:r>
              <a:rPr lang="en-US" dirty="0">
                <a:solidFill>
                  <a:schemeClr val="tx1"/>
                </a:solidFill>
              </a:rPr>
              <a:t>Total Profit</a:t>
            </a:r>
          </a:p>
          <a:p>
            <a:r>
              <a:rPr lang="en-US" dirty="0">
                <a:solidFill>
                  <a:schemeClr val="tx1"/>
                </a:solidFill>
              </a:rPr>
              <a:t>Profit Margin (%)</a:t>
            </a:r>
          </a:p>
        </p:txBody>
      </p:sp>
    </p:spTree>
    <p:extLst>
      <p:ext uri="{BB962C8B-B14F-4D97-AF65-F5344CB8AC3E}">
        <p14:creationId xmlns:p14="http://schemas.microsoft.com/office/powerpoint/2010/main" val="1953968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903F5-4AA0-4B16-5D72-3078E420E2B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6C2D3B3-9BDC-2E79-E00C-9148131A6E01}"/>
              </a:ext>
            </a:extLst>
          </p:cNvPr>
          <p:cNvSpPr txBox="1"/>
          <p:nvPr/>
        </p:nvSpPr>
        <p:spPr>
          <a:xfrm>
            <a:off x="452284" y="275303"/>
            <a:ext cx="9763432"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Mapping Business Questions to KPI’s(2/7)</a:t>
            </a:r>
            <a:endParaRPr lang="en-IN" dirty="0"/>
          </a:p>
        </p:txBody>
      </p:sp>
      <p:sp>
        <p:nvSpPr>
          <p:cNvPr id="6" name="TextBox 5">
            <a:extLst>
              <a:ext uri="{FF2B5EF4-FFF2-40B4-BE49-F238E27FC236}">
                <a16:creationId xmlns:a16="http://schemas.microsoft.com/office/drawing/2014/main" id="{DDA6231F-2655-CAFA-DE5E-67DA4E0B9B8D}"/>
              </a:ext>
            </a:extLst>
          </p:cNvPr>
          <p:cNvSpPr txBox="1"/>
          <p:nvPr/>
        </p:nvSpPr>
        <p:spPr>
          <a:xfrm>
            <a:off x="452284" y="1220708"/>
            <a:ext cx="10825316" cy="369332"/>
          </a:xfrm>
          <a:prstGeom prst="rect">
            <a:avLst/>
          </a:prstGeom>
          <a:noFill/>
        </p:spPr>
        <p:txBody>
          <a:bodyPr wrap="square">
            <a:spAutoFit/>
          </a:bodyPr>
          <a:lstStyle/>
          <a:p>
            <a:r>
              <a:rPr lang="en-US" b="1" dirty="0"/>
              <a:t>A. CEO – Business &amp; Investor-Level Questions → KPIs(continued)</a:t>
            </a:r>
            <a:endParaRPr lang="en-IN" b="1" dirty="0"/>
          </a:p>
        </p:txBody>
      </p:sp>
      <p:sp>
        <p:nvSpPr>
          <p:cNvPr id="8" name="TextBox 7">
            <a:extLst>
              <a:ext uri="{FF2B5EF4-FFF2-40B4-BE49-F238E27FC236}">
                <a16:creationId xmlns:a16="http://schemas.microsoft.com/office/drawing/2014/main" id="{C859BEA4-66C4-0825-CEE2-EC144F1A2655}"/>
              </a:ext>
            </a:extLst>
          </p:cNvPr>
          <p:cNvSpPr txBox="1"/>
          <p:nvPr/>
        </p:nvSpPr>
        <p:spPr>
          <a:xfrm>
            <a:off x="751840" y="1932077"/>
            <a:ext cx="10525760" cy="1754326"/>
          </a:xfrm>
          <a:prstGeom prst="rect">
            <a:avLst/>
          </a:prstGeom>
          <a:noFill/>
        </p:spPr>
        <p:txBody>
          <a:bodyPr wrap="square">
            <a:spAutoFit/>
          </a:bodyPr>
          <a:lstStyle/>
          <a:p>
            <a:pPr>
              <a:buNone/>
            </a:pPr>
            <a:r>
              <a:rPr lang="en-US" b="1" dirty="0"/>
              <a:t>Q: Is overall business performance growing?</a:t>
            </a:r>
          </a:p>
          <a:p>
            <a:pPr>
              <a:buNone/>
            </a:pPr>
            <a:r>
              <a:rPr lang="en-US" b="1" dirty="0"/>
              <a:t>Mapped KPIs</a:t>
            </a:r>
            <a:endParaRPr lang="en-US" dirty="0"/>
          </a:p>
          <a:p>
            <a:pPr>
              <a:buFont typeface="Arial" panose="020B0604020202020204" pitchFamily="34" charset="0"/>
              <a:buChar char="•"/>
            </a:pPr>
            <a:r>
              <a:rPr lang="en-US" dirty="0"/>
              <a:t>Total Orders</a:t>
            </a:r>
          </a:p>
          <a:p>
            <a:pPr>
              <a:buFont typeface="Arial" panose="020B0604020202020204" pitchFamily="34" charset="0"/>
              <a:buChar char="•"/>
            </a:pPr>
            <a:r>
              <a:rPr lang="en-US" dirty="0"/>
              <a:t>Total Revenue</a:t>
            </a:r>
          </a:p>
          <a:p>
            <a:pPr>
              <a:buFont typeface="Arial" panose="020B0604020202020204" pitchFamily="34" charset="0"/>
              <a:buChar char="•"/>
            </a:pPr>
            <a:r>
              <a:rPr lang="en-US" dirty="0"/>
              <a:t>Total Sessions</a:t>
            </a:r>
          </a:p>
          <a:p>
            <a:pPr>
              <a:buFont typeface="Arial" panose="020B0604020202020204" pitchFamily="34" charset="0"/>
              <a:buChar char="•"/>
            </a:pPr>
            <a:r>
              <a:rPr lang="en-US" dirty="0"/>
              <a:t>Conversion Rate (%)</a:t>
            </a:r>
          </a:p>
        </p:txBody>
      </p:sp>
      <p:sp>
        <p:nvSpPr>
          <p:cNvPr id="9" name="Rectangle: Rounded Corners 8">
            <a:extLst>
              <a:ext uri="{FF2B5EF4-FFF2-40B4-BE49-F238E27FC236}">
                <a16:creationId xmlns:a16="http://schemas.microsoft.com/office/drawing/2014/main" id="{E9D55D89-F1C2-6244-87B6-0374F1F997DA}"/>
              </a:ext>
            </a:extLst>
          </p:cNvPr>
          <p:cNvSpPr/>
          <p:nvPr/>
        </p:nvSpPr>
        <p:spPr>
          <a:xfrm>
            <a:off x="371004" y="1808480"/>
            <a:ext cx="10825316" cy="20963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b="1" dirty="0">
              <a:solidFill>
                <a:schemeClr val="tx1"/>
              </a:solidFill>
            </a:endParaRPr>
          </a:p>
          <a:p>
            <a:endParaRPr lang="en-US" b="1" dirty="0">
              <a:solidFill>
                <a:schemeClr val="tx1"/>
              </a:solidFill>
            </a:endParaRPr>
          </a:p>
          <a:p>
            <a:r>
              <a:rPr lang="en-US" b="1" dirty="0">
                <a:solidFill>
                  <a:schemeClr val="tx1"/>
                </a:solidFill>
              </a:rPr>
              <a:t>Q3: Are there seasonality and business patterns?</a:t>
            </a:r>
          </a:p>
          <a:p>
            <a:r>
              <a:rPr lang="en-US" u="sng" dirty="0">
                <a:solidFill>
                  <a:schemeClr val="tx1"/>
                </a:solidFill>
              </a:rPr>
              <a:t>Mapped KPIs</a:t>
            </a:r>
          </a:p>
          <a:p>
            <a:r>
              <a:rPr lang="en-US" dirty="0">
                <a:solidFill>
                  <a:schemeClr val="tx1"/>
                </a:solidFill>
              </a:rPr>
              <a:t>Total Sessions (time-based)</a:t>
            </a:r>
          </a:p>
          <a:p>
            <a:r>
              <a:rPr lang="en-US" dirty="0">
                <a:solidFill>
                  <a:schemeClr val="tx1"/>
                </a:solidFill>
              </a:rPr>
              <a:t>Total Revenue (time-based)</a:t>
            </a:r>
          </a:p>
          <a:p>
            <a:r>
              <a:rPr lang="en-US" dirty="0">
                <a:solidFill>
                  <a:schemeClr val="tx1"/>
                </a:solidFill>
              </a:rPr>
              <a:t>Total Orders (time-based)</a:t>
            </a:r>
          </a:p>
          <a:p>
            <a:r>
              <a:rPr lang="en-US" altLang="en-US" dirty="0">
                <a:solidFill>
                  <a:schemeClr val="tx1"/>
                </a:solidFill>
                <a:latin typeface="Arial" panose="020B0604020202020204" pitchFamily="34" charset="0"/>
              </a:rPr>
              <a:t>Revenue by Day of Week</a:t>
            </a:r>
          </a:p>
          <a:p>
            <a:r>
              <a:rPr lang="en-US" altLang="en-US" dirty="0">
                <a:solidFill>
                  <a:schemeClr val="tx1"/>
                </a:solidFill>
                <a:latin typeface="Arial" panose="020B0604020202020204" pitchFamily="34" charset="0"/>
              </a:rPr>
              <a:t>Revenue by Hour of Day</a:t>
            </a:r>
          </a:p>
          <a:p>
            <a:endParaRPr lang="en-US" altLang="en-US" dirty="0">
              <a:solidFill>
                <a:schemeClr val="tx1"/>
              </a:solidFill>
              <a:latin typeface="Arial" panose="020B0604020202020204" pitchFamily="34" charset="0"/>
            </a:endParaRPr>
          </a:p>
          <a:p>
            <a:endParaRPr lang="en-US" dirty="0"/>
          </a:p>
        </p:txBody>
      </p:sp>
      <p:sp>
        <p:nvSpPr>
          <p:cNvPr id="10" name="Rectangle: Rounded Corners 9">
            <a:extLst>
              <a:ext uri="{FF2B5EF4-FFF2-40B4-BE49-F238E27FC236}">
                <a16:creationId xmlns:a16="http://schemas.microsoft.com/office/drawing/2014/main" id="{45034198-A5A8-5375-5792-D226C7E2C1E1}"/>
              </a:ext>
            </a:extLst>
          </p:cNvPr>
          <p:cNvSpPr/>
          <p:nvPr/>
        </p:nvSpPr>
        <p:spPr>
          <a:xfrm>
            <a:off x="371004" y="4123280"/>
            <a:ext cx="10825316" cy="18508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b="1" dirty="0"/>
          </a:p>
          <a:p>
            <a:r>
              <a:rPr lang="en-US" b="1" dirty="0">
                <a:solidFill>
                  <a:schemeClr val="tx1"/>
                </a:solidFill>
              </a:rPr>
              <a:t>Q4: Are new products performing well?</a:t>
            </a:r>
          </a:p>
          <a:p>
            <a:r>
              <a:rPr lang="en-US" u="sng" dirty="0">
                <a:solidFill>
                  <a:schemeClr val="tx1"/>
                </a:solidFill>
              </a:rPr>
              <a:t>Mapped KPIs</a:t>
            </a:r>
          </a:p>
          <a:p>
            <a:r>
              <a:rPr lang="en-US" dirty="0">
                <a:solidFill>
                  <a:schemeClr val="tx1"/>
                </a:solidFill>
              </a:rPr>
              <a:t>Revenue by Product</a:t>
            </a:r>
          </a:p>
          <a:p>
            <a:r>
              <a:rPr lang="en-US" dirty="0">
                <a:solidFill>
                  <a:schemeClr val="tx1"/>
                </a:solidFill>
              </a:rPr>
              <a:t>Highest Revenue Product</a:t>
            </a:r>
          </a:p>
          <a:p>
            <a:r>
              <a:rPr lang="en-US" dirty="0">
                <a:solidFill>
                  <a:schemeClr val="tx1"/>
                </a:solidFill>
              </a:rPr>
              <a:t>Lowest Revenue Product</a:t>
            </a:r>
          </a:p>
          <a:p>
            <a:r>
              <a:rPr lang="en-IN" dirty="0">
                <a:solidFill>
                  <a:schemeClr val="tx1"/>
                </a:solidFill>
              </a:rPr>
              <a:t>Revenue from New Products</a:t>
            </a:r>
          </a:p>
          <a:p>
            <a:endParaRPr lang="en-US" dirty="0"/>
          </a:p>
        </p:txBody>
      </p:sp>
    </p:spTree>
    <p:extLst>
      <p:ext uri="{BB962C8B-B14F-4D97-AF65-F5344CB8AC3E}">
        <p14:creationId xmlns:p14="http://schemas.microsoft.com/office/powerpoint/2010/main" val="865087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B1878-D74E-1FB0-DC91-B652124D9B6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0CC00EF-81FE-67D0-69B4-F1AEDC3E49AE}"/>
              </a:ext>
            </a:extLst>
          </p:cNvPr>
          <p:cNvSpPr txBox="1"/>
          <p:nvPr/>
        </p:nvSpPr>
        <p:spPr>
          <a:xfrm>
            <a:off x="452284" y="275303"/>
            <a:ext cx="9763432"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Mapping Business Questions to KPI’s(3/7)</a:t>
            </a:r>
            <a:endParaRPr lang="en-IN" dirty="0"/>
          </a:p>
        </p:txBody>
      </p:sp>
      <p:sp>
        <p:nvSpPr>
          <p:cNvPr id="6" name="TextBox 5">
            <a:extLst>
              <a:ext uri="{FF2B5EF4-FFF2-40B4-BE49-F238E27FC236}">
                <a16:creationId xmlns:a16="http://schemas.microsoft.com/office/drawing/2014/main" id="{C49E2D31-6B94-1E30-D8B8-99D209F199D8}"/>
              </a:ext>
            </a:extLst>
          </p:cNvPr>
          <p:cNvSpPr txBox="1"/>
          <p:nvPr/>
        </p:nvSpPr>
        <p:spPr>
          <a:xfrm>
            <a:off x="452284" y="1023742"/>
            <a:ext cx="10825316" cy="369332"/>
          </a:xfrm>
          <a:prstGeom prst="rect">
            <a:avLst/>
          </a:prstGeom>
          <a:noFill/>
        </p:spPr>
        <p:txBody>
          <a:bodyPr wrap="square">
            <a:spAutoFit/>
          </a:bodyPr>
          <a:lstStyle/>
          <a:p>
            <a:r>
              <a:rPr lang="en-US" b="1" dirty="0"/>
              <a:t>A. CEO – Business &amp; Investor-Level Questions → KPIs(continued)</a:t>
            </a:r>
            <a:endParaRPr lang="en-IN" b="1" dirty="0"/>
          </a:p>
        </p:txBody>
      </p:sp>
      <p:sp>
        <p:nvSpPr>
          <p:cNvPr id="9" name="Rectangle: Rounded Corners 8">
            <a:extLst>
              <a:ext uri="{FF2B5EF4-FFF2-40B4-BE49-F238E27FC236}">
                <a16:creationId xmlns:a16="http://schemas.microsoft.com/office/drawing/2014/main" id="{E3C28B9E-69F9-8321-BCCD-E397C26F4F19}"/>
              </a:ext>
            </a:extLst>
          </p:cNvPr>
          <p:cNvSpPr/>
          <p:nvPr/>
        </p:nvSpPr>
        <p:spPr>
          <a:xfrm>
            <a:off x="360844" y="1507092"/>
            <a:ext cx="10703396" cy="16933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b="1" dirty="0">
              <a:solidFill>
                <a:schemeClr val="tx1"/>
              </a:solidFill>
            </a:endParaRPr>
          </a:p>
          <a:p>
            <a:endParaRPr lang="en-US" sz="1750" b="1" dirty="0">
              <a:solidFill>
                <a:schemeClr val="tx1"/>
              </a:solidFill>
            </a:endParaRPr>
          </a:p>
          <a:p>
            <a:r>
              <a:rPr lang="en-US" sz="1750" b="1" dirty="0">
                <a:solidFill>
                  <a:schemeClr val="tx1"/>
                </a:solidFill>
              </a:rPr>
              <a:t>Q5: Is portfolio expansion improving overall revenue?</a:t>
            </a:r>
          </a:p>
          <a:p>
            <a:r>
              <a:rPr lang="en-US" sz="1750" u="sng" dirty="0">
                <a:solidFill>
                  <a:schemeClr val="tx1"/>
                </a:solidFill>
              </a:rPr>
              <a:t>Mapped KPIs</a:t>
            </a:r>
          </a:p>
          <a:p>
            <a:r>
              <a:rPr lang="en-US" sz="1750" dirty="0">
                <a:solidFill>
                  <a:schemeClr val="tx1"/>
                </a:solidFill>
              </a:rPr>
              <a:t>Revenue by Product</a:t>
            </a:r>
          </a:p>
          <a:p>
            <a:r>
              <a:rPr lang="en-US" sz="1750" dirty="0">
                <a:solidFill>
                  <a:schemeClr val="tx1"/>
                </a:solidFill>
              </a:rPr>
              <a:t>Cross-sell revenue (via non-primary items)</a:t>
            </a:r>
          </a:p>
          <a:p>
            <a:r>
              <a:rPr lang="en-US" sz="1750" dirty="0">
                <a:solidFill>
                  <a:schemeClr val="tx1"/>
                </a:solidFill>
              </a:rPr>
              <a:t>Revenue contribution of new vs existing products</a:t>
            </a:r>
          </a:p>
          <a:p>
            <a:r>
              <a:rPr lang="en-US" sz="1750" dirty="0">
                <a:solidFill>
                  <a:schemeClr val="tx1"/>
                </a:solidFill>
              </a:rPr>
              <a:t>Orders containing multiple products</a:t>
            </a:r>
          </a:p>
          <a:p>
            <a:endParaRPr lang="en-US" altLang="en-US" dirty="0">
              <a:solidFill>
                <a:schemeClr val="tx1"/>
              </a:solidFill>
              <a:latin typeface="Arial" panose="020B0604020202020204" pitchFamily="34" charset="0"/>
            </a:endParaRPr>
          </a:p>
          <a:p>
            <a:endParaRPr lang="en-US" dirty="0"/>
          </a:p>
        </p:txBody>
      </p:sp>
      <p:sp>
        <p:nvSpPr>
          <p:cNvPr id="10" name="Rectangle: Rounded Corners 9">
            <a:extLst>
              <a:ext uri="{FF2B5EF4-FFF2-40B4-BE49-F238E27FC236}">
                <a16:creationId xmlns:a16="http://schemas.microsoft.com/office/drawing/2014/main" id="{23781C4C-364D-CFDC-79DB-D66896CC81A3}"/>
              </a:ext>
            </a:extLst>
          </p:cNvPr>
          <p:cNvSpPr/>
          <p:nvPr/>
        </p:nvSpPr>
        <p:spPr>
          <a:xfrm>
            <a:off x="360844" y="3314418"/>
            <a:ext cx="10825316" cy="165041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b="1" dirty="0"/>
          </a:p>
          <a:p>
            <a:r>
              <a:rPr lang="en-US" sz="1750" b="1" dirty="0">
                <a:solidFill>
                  <a:schemeClr val="tx1"/>
                </a:solidFill>
              </a:rPr>
              <a:t>Q6: Are refunds increasing for specific products?</a:t>
            </a:r>
          </a:p>
          <a:p>
            <a:r>
              <a:rPr lang="en-US" sz="1750" u="sng" dirty="0">
                <a:solidFill>
                  <a:schemeClr val="tx1"/>
                </a:solidFill>
              </a:rPr>
              <a:t>Mapped KPIs</a:t>
            </a:r>
          </a:p>
          <a:p>
            <a:r>
              <a:rPr lang="en-US" sz="1750" dirty="0">
                <a:solidFill>
                  <a:schemeClr val="tx1"/>
                </a:solidFill>
              </a:rPr>
              <a:t>Total Refund Amount</a:t>
            </a:r>
          </a:p>
          <a:p>
            <a:r>
              <a:rPr lang="en-US" sz="1750" dirty="0">
                <a:solidFill>
                  <a:schemeClr val="tx1"/>
                </a:solidFill>
              </a:rPr>
              <a:t>Refund Rate (%)</a:t>
            </a:r>
          </a:p>
          <a:p>
            <a:r>
              <a:rPr lang="en-US" sz="1750" dirty="0">
                <a:solidFill>
                  <a:schemeClr val="tx1"/>
                </a:solidFill>
              </a:rPr>
              <a:t>Refund Rate by Product</a:t>
            </a:r>
          </a:p>
          <a:p>
            <a:r>
              <a:rPr lang="en-US" sz="1750" dirty="0">
                <a:solidFill>
                  <a:schemeClr val="tx1"/>
                </a:solidFill>
              </a:rPr>
              <a:t>Refund Trend over Time</a:t>
            </a:r>
          </a:p>
          <a:p>
            <a:endParaRPr lang="en-US" dirty="0"/>
          </a:p>
        </p:txBody>
      </p:sp>
      <p:sp>
        <p:nvSpPr>
          <p:cNvPr id="3" name="Rectangle: Rounded Corners 2">
            <a:extLst>
              <a:ext uri="{FF2B5EF4-FFF2-40B4-BE49-F238E27FC236}">
                <a16:creationId xmlns:a16="http://schemas.microsoft.com/office/drawing/2014/main" id="{AD88EA41-F601-4C17-23D1-01F61090178B}"/>
              </a:ext>
            </a:extLst>
          </p:cNvPr>
          <p:cNvSpPr/>
          <p:nvPr/>
        </p:nvSpPr>
        <p:spPr>
          <a:xfrm>
            <a:off x="360844" y="5078846"/>
            <a:ext cx="10825316" cy="118761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Q7: Is growth coming with acceptable quality signals?</a:t>
            </a:r>
          </a:p>
          <a:p>
            <a:r>
              <a:rPr lang="en-US" u="sng" dirty="0">
                <a:solidFill>
                  <a:schemeClr val="tx1"/>
                </a:solidFill>
              </a:rPr>
              <a:t>Mapped KPIs</a:t>
            </a:r>
          </a:p>
          <a:p>
            <a:r>
              <a:rPr lang="en-US" dirty="0">
                <a:solidFill>
                  <a:schemeClr val="tx1"/>
                </a:solidFill>
              </a:rPr>
              <a:t>Refund Rate (%)</a:t>
            </a:r>
          </a:p>
          <a:p>
            <a:r>
              <a:rPr lang="en-US" dirty="0">
                <a:solidFill>
                  <a:schemeClr val="tx1"/>
                </a:solidFill>
              </a:rPr>
              <a:t>Repeat Sessions Rate (%)</a:t>
            </a:r>
          </a:p>
        </p:txBody>
      </p:sp>
    </p:spTree>
    <p:extLst>
      <p:ext uri="{BB962C8B-B14F-4D97-AF65-F5344CB8AC3E}">
        <p14:creationId xmlns:p14="http://schemas.microsoft.com/office/powerpoint/2010/main" val="42233805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8ABD2-9BC5-DC99-52FD-C7A4D26A45A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1575688-7012-3CA6-37FA-66FABA1FDF1D}"/>
              </a:ext>
            </a:extLst>
          </p:cNvPr>
          <p:cNvSpPr txBox="1"/>
          <p:nvPr/>
        </p:nvSpPr>
        <p:spPr>
          <a:xfrm>
            <a:off x="452284" y="275303"/>
            <a:ext cx="9763432"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Mapping Business Questions to KPI’s(4/7)</a:t>
            </a:r>
            <a:endParaRPr lang="en-IN" dirty="0"/>
          </a:p>
        </p:txBody>
      </p:sp>
      <p:sp>
        <p:nvSpPr>
          <p:cNvPr id="6" name="TextBox 5">
            <a:extLst>
              <a:ext uri="{FF2B5EF4-FFF2-40B4-BE49-F238E27FC236}">
                <a16:creationId xmlns:a16="http://schemas.microsoft.com/office/drawing/2014/main" id="{CBB6A0D3-CA66-3521-3825-4260A6AD61A9}"/>
              </a:ext>
            </a:extLst>
          </p:cNvPr>
          <p:cNvSpPr txBox="1"/>
          <p:nvPr/>
        </p:nvSpPr>
        <p:spPr>
          <a:xfrm>
            <a:off x="452284" y="932166"/>
            <a:ext cx="10825316" cy="369332"/>
          </a:xfrm>
          <a:prstGeom prst="rect">
            <a:avLst/>
          </a:prstGeom>
          <a:noFill/>
        </p:spPr>
        <p:txBody>
          <a:bodyPr wrap="square">
            <a:spAutoFit/>
          </a:bodyPr>
          <a:lstStyle/>
          <a:p>
            <a:r>
              <a:rPr lang="en-US" b="1" dirty="0"/>
              <a:t>B. </a:t>
            </a:r>
            <a:r>
              <a:rPr lang="fr-FR" b="1" dirty="0" err="1"/>
              <a:t>Website</a:t>
            </a:r>
            <a:r>
              <a:rPr lang="fr-FR" b="1" dirty="0"/>
              <a:t> Manager – </a:t>
            </a:r>
            <a:r>
              <a:rPr lang="fr-FR" b="1" dirty="0" err="1"/>
              <a:t>Website</a:t>
            </a:r>
            <a:r>
              <a:rPr lang="fr-FR" b="1" dirty="0"/>
              <a:t> &amp; Conversion Questions → KPIs</a:t>
            </a:r>
          </a:p>
        </p:txBody>
      </p:sp>
      <p:sp>
        <p:nvSpPr>
          <p:cNvPr id="9" name="Rectangle: Rounded Corners 8">
            <a:extLst>
              <a:ext uri="{FF2B5EF4-FFF2-40B4-BE49-F238E27FC236}">
                <a16:creationId xmlns:a16="http://schemas.microsoft.com/office/drawing/2014/main" id="{0E9AED3D-FDF2-C4AE-B90B-ED9FA5DBFE58}"/>
              </a:ext>
            </a:extLst>
          </p:cNvPr>
          <p:cNvSpPr/>
          <p:nvPr/>
        </p:nvSpPr>
        <p:spPr>
          <a:xfrm>
            <a:off x="360844" y="1393074"/>
            <a:ext cx="10825316" cy="15409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b="1" dirty="0">
              <a:solidFill>
                <a:schemeClr val="tx1"/>
              </a:solidFill>
            </a:endParaRPr>
          </a:p>
          <a:p>
            <a:endParaRPr lang="en-US" sz="1750" b="1" dirty="0">
              <a:solidFill>
                <a:schemeClr val="tx1"/>
              </a:solidFill>
            </a:endParaRPr>
          </a:p>
          <a:p>
            <a:r>
              <a:rPr lang="en-US" sz="1750" b="1" dirty="0">
                <a:solidFill>
                  <a:schemeClr val="tx1"/>
                </a:solidFill>
              </a:rPr>
              <a:t>Q1: How is website traffic and engagement?</a:t>
            </a:r>
          </a:p>
          <a:p>
            <a:r>
              <a:rPr lang="en-US" sz="1750" u="sng" dirty="0">
                <a:solidFill>
                  <a:schemeClr val="tx1"/>
                </a:solidFill>
              </a:rPr>
              <a:t>Mapped KPIs</a:t>
            </a:r>
          </a:p>
          <a:p>
            <a:r>
              <a:rPr lang="en-US" sz="1750" dirty="0">
                <a:solidFill>
                  <a:schemeClr val="tx1"/>
                </a:solidFill>
              </a:rPr>
              <a:t>Total Sessions</a:t>
            </a:r>
          </a:p>
          <a:p>
            <a:r>
              <a:rPr lang="en-US" sz="1750" dirty="0">
                <a:solidFill>
                  <a:schemeClr val="tx1"/>
                </a:solidFill>
              </a:rPr>
              <a:t>Total Pageviews</a:t>
            </a:r>
          </a:p>
          <a:p>
            <a:r>
              <a:rPr lang="en-US" sz="1750" dirty="0">
                <a:solidFill>
                  <a:schemeClr val="tx1"/>
                </a:solidFill>
              </a:rPr>
              <a:t>Bounce Rate (%)</a:t>
            </a:r>
          </a:p>
          <a:p>
            <a:endParaRPr lang="en-US" altLang="en-US" dirty="0">
              <a:solidFill>
                <a:schemeClr val="tx1"/>
              </a:solidFill>
              <a:latin typeface="Arial" panose="020B0604020202020204" pitchFamily="34" charset="0"/>
            </a:endParaRPr>
          </a:p>
          <a:p>
            <a:endParaRPr lang="en-US" dirty="0"/>
          </a:p>
        </p:txBody>
      </p:sp>
      <p:sp>
        <p:nvSpPr>
          <p:cNvPr id="10" name="Rectangle: Rounded Corners 9">
            <a:extLst>
              <a:ext uri="{FF2B5EF4-FFF2-40B4-BE49-F238E27FC236}">
                <a16:creationId xmlns:a16="http://schemas.microsoft.com/office/drawing/2014/main" id="{CF335208-C445-19A0-7657-72BF6F792B41}"/>
              </a:ext>
            </a:extLst>
          </p:cNvPr>
          <p:cNvSpPr/>
          <p:nvPr/>
        </p:nvSpPr>
        <p:spPr>
          <a:xfrm>
            <a:off x="360844" y="3025558"/>
            <a:ext cx="10825316" cy="15409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750" b="1" dirty="0">
              <a:solidFill>
                <a:schemeClr val="tx1"/>
              </a:solidFill>
            </a:endParaRPr>
          </a:p>
          <a:p>
            <a:r>
              <a:rPr lang="en-US" sz="1750" b="1" dirty="0">
                <a:solidFill>
                  <a:schemeClr val="tx1"/>
                </a:solidFill>
              </a:rPr>
              <a:t>Q2: How well is the website converting?</a:t>
            </a:r>
          </a:p>
          <a:p>
            <a:r>
              <a:rPr lang="en-US" sz="1750" u="sng" dirty="0">
                <a:solidFill>
                  <a:schemeClr val="tx1"/>
                </a:solidFill>
              </a:rPr>
              <a:t>Mapped KPIs</a:t>
            </a:r>
          </a:p>
          <a:p>
            <a:r>
              <a:rPr lang="en-US" sz="1750" dirty="0">
                <a:solidFill>
                  <a:schemeClr val="tx1"/>
                </a:solidFill>
              </a:rPr>
              <a:t>Conversion Rate (%)</a:t>
            </a:r>
          </a:p>
          <a:p>
            <a:r>
              <a:rPr lang="en-US" sz="1750" dirty="0">
                <a:solidFill>
                  <a:schemeClr val="tx1"/>
                </a:solidFill>
              </a:rPr>
              <a:t>Average Revenue per Session</a:t>
            </a:r>
          </a:p>
          <a:p>
            <a:r>
              <a:rPr lang="en-US" sz="1750" dirty="0">
                <a:solidFill>
                  <a:schemeClr val="tx1"/>
                </a:solidFill>
              </a:rPr>
              <a:t>Average Order Value (AOV)</a:t>
            </a:r>
          </a:p>
          <a:p>
            <a:endParaRPr lang="en-US" dirty="0"/>
          </a:p>
        </p:txBody>
      </p:sp>
      <p:sp>
        <p:nvSpPr>
          <p:cNvPr id="3" name="Rectangle: Rounded Corners 2">
            <a:extLst>
              <a:ext uri="{FF2B5EF4-FFF2-40B4-BE49-F238E27FC236}">
                <a16:creationId xmlns:a16="http://schemas.microsoft.com/office/drawing/2014/main" id="{F25B4944-A657-9A74-7805-8DD1B0CB3785}"/>
              </a:ext>
            </a:extLst>
          </p:cNvPr>
          <p:cNvSpPr/>
          <p:nvPr/>
        </p:nvSpPr>
        <p:spPr>
          <a:xfrm>
            <a:off x="360844" y="4658042"/>
            <a:ext cx="10825316" cy="16324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750" b="1" dirty="0">
                <a:solidFill>
                  <a:schemeClr val="tx1"/>
                </a:solidFill>
              </a:rPr>
              <a:t>Q3: Which pages drive or lose users?</a:t>
            </a:r>
          </a:p>
          <a:p>
            <a:r>
              <a:rPr lang="en-US" sz="1750" u="sng" dirty="0">
                <a:solidFill>
                  <a:schemeClr val="tx1"/>
                </a:solidFill>
              </a:rPr>
              <a:t>Mapped KPIs</a:t>
            </a:r>
          </a:p>
          <a:p>
            <a:r>
              <a:rPr lang="en-US" sz="1750" dirty="0">
                <a:solidFill>
                  <a:schemeClr val="tx1"/>
                </a:solidFill>
              </a:rPr>
              <a:t>Total Pageviews</a:t>
            </a:r>
          </a:p>
          <a:p>
            <a:r>
              <a:rPr lang="en-US" sz="1750" dirty="0">
                <a:solidFill>
                  <a:schemeClr val="tx1"/>
                </a:solidFill>
              </a:rPr>
              <a:t>Bounce Rate (%)</a:t>
            </a:r>
          </a:p>
          <a:p>
            <a:r>
              <a:rPr lang="en-US" sz="1750" dirty="0">
                <a:solidFill>
                  <a:schemeClr val="tx1"/>
                </a:solidFill>
              </a:rPr>
              <a:t>Bounce Rate by Page</a:t>
            </a:r>
          </a:p>
          <a:p>
            <a:r>
              <a:rPr lang="en-US" sz="1750" dirty="0">
                <a:solidFill>
                  <a:schemeClr val="tx1"/>
                </a:solidFill>
              </a:rPr>
              <a:t>Sessions by Landing Page</a:t>
            </a:r>
          </a:p>
        </p:txBody>
      </p:sp>
    </p:spTree>
    <p:extLst>
      <p:ext uri="{BB962C8B-B14F-4D97-AF65-F5344CB8AC3E}">
        <p14:creationId xmlns:p14="http://schemas.microsoft.com/office/powerpoint/2010/main" val="33035490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8FB5C-CB5D-55C7-2B19-AA467CE33F2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439E492-04C8-DD33-791F-A7AF1B145842}"/>
              </a:ext>
            </a:extLst>
          </p:cNvPr>
          <p:cNvSpPr txBox="1"/>
          <p:nvPr/>
        </p:nvSpPr>
        <p:spPr>
          <a:xfrm>
            <a:off x="452284" y="275303"/>
            <a:ext cx="9763432"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Mapping Business Questions to KPI’s(5/7)</a:t>
            </a:r>
            <a:endParaRPr lang="en-IN" dirty="0"/>
          </a:p>
        </p:txBody>
      </p:sp>
      <p:sp>
        <p:nvSpPr>
          <p:cNvPr id="6" name="TextBox 5">
            <a:extLst>
              <a:ext uri="{FF2B5EF4-FFF2-40B4-BE49-F238E27FC236}">
                <a16:creationId xmlns:a16="http://schemas.microsoft.com/office/drawing/2014/main" id="{4F76ECD0-7633-FC0E-B030-A56917B61D64}"/>
              </a:ext>
            </a:extLst>
          </p:cNvPr>
          <p:cNvSpPr txBox="1"/>
          <p:nvPr/>
        </p:nvSpPr>
        <p:spPr>
          <a:xfrm>
            <a:off x="452284" y="932166"/>
            <a:ext cx="10825316" cy="369332"/>
          </a:xfrm>
          <a:prstGeom prst="rect">
            <a:avLst/>
          </a:prstGeom>
          <a:noFill/>
        </p:spPr>
        <p:txBody>
          <a:bodyPr wrap="square">
            <a:spAutoFit/>
          </a:bodyPr>
          <a:lstStyle/>
          <a:p>
            <a:r>
              <a:rPr lang="en-US" b="1" dirty="0"/>
              <a:t>B. </a:t>
            </a:r>
            <a:r>
              <a:rPr lang="fr-FR" b="1" dirty="0" err="1"/>
              <a:t>Website</a:t>
            </a:r>
            <a:r>
              <a:rPr lang="fr-FR" b="1" dirty="0"/>
              <a:t> Manager – </a:t>
            </a:r>
            <a:r>
              <a:rPr lang="fr-FR" b="1" dirty="0" err="1"/>
              <a:t>Website</a:t>
            </a:r>
            <a:r>
              <a:rPr lang="fr-FR" b="1" dirty="0"/>
              <a:t> &amp; Conversion Questions → KPIs(</a:t>
            </a:r>
            <a:r>
              <a:rPr lang="fr-FR" b="1" dirty="0" err="1"/>
              <a:t>continued</a:t>
            </a:r>
            <a:r>
              <a:rPr lang="fr-FR" b="1" dirty="0"/>
              <a:t>)</a:t>
            </a:r>
          </a:p>
        </p:txBody>
      </p:sp>
      <p:sp>
        <p:nvSpPr>
          <p:cNvPr id="9" name="Rectangle: Rounded Corners 8">
            <a:extLst>
              <a:ext uri="{FF2B5EF4-FFF2-40B4-BE49-F238E27FC236}">
                <a16:creationId xmlns:a16="http://schemas.microsoft.com/office/drawing/2014/main" id="{5C51F2DD-0A35-E472-143F-021FD46F305A}"/>
              </a:ext>
            </a:extLst>
          </p:cNvPr>
          <p:cNvSpPr/>
          <p:nvPr/>
        </p:nvSpPr>
        <p:spPr>
          <a:xfrm>
            <a:off x="360844" y="1393074"/>
            <a:ext cx="10825316" cy="18417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750" b="1" dirty="0">
              <a:solidFill>
                <a:schemeClr val="tx1"/>
              </a:solidFill>
            </a:endParaRPr>
          </a:p>
          <a:p>
            <a:endParaRPr lang="en-IN" sz="1750" b="1" dirty="0">
              <a:solidFill>
                <a:schemeClr val="tx1"/>
              </a:solidFill>
            </a:endParaRPr>
          </a:p>
          <a:p>
            <a:r>
              <a:rPr lang="en-IN" sz="1750" b="1" dirty="0">
                <a:solidFill>
                  <a:schemeClr val="tx1"/>
                </a:solidFill>
              </a:rPr>
              <a:t>Q4: How do landing pages perform (tests &amp; trends)?</a:t>
            </a:r>
          </a:p>
          <a:p>
            <a:r>
              <a:rPr lang="en-IN" sz="1750" u="sng" dirty="0">
                <a:solidFill>
                  <a:schemeClr val="tx1"/>
                </a:solidFill>
              </a:rPr>
              <a:t>Mapped KPIs</a:t>
            </a:r>
          </a:p>
          <a:p>
            <a:r>
              <a:rPr lang="en-IN" sz="1750" dirty="0">
                <a:solidFill>
                  <a:schemeClr val="tx1"/>
                </a:solidFill>
              </a:rPr>
              <a:t>Conversion Rate (%)</a:t>
            </a:r>
          </a:p>
          <a:p>
            <a:r>
              <a:rPr lang="en-IN" sz="1750" dirty="0">
                <a:solidFill>
                  <a:schemeClr val="tx1"/>
                </a:solidFill>
              </a:rPr>
              <a:t>Revenue per Session</a:t>
            </a:r>
          </a:p>
          <a:p>
            <a:r>
              <a:rPr lang="en-IN" sz="1750" dirty="0">
                <a:solidFill>
                  <a:schemeClr val="tx1"/>
                </a:solidFill>
              </a:rPr>
              <a:t>Conversion Rate by Landing Page</a:t>
            </a:r>
          </a:p>
          <a:p>
            <a:r>
              <a:rPr lang="en-IN" sz="1750" dirty="0">
                <a:solidFill>
                  <a:schemeClr val="tx1"/>
                </a:solidFill>
              </a:rPr>
              <a:t>Revenue per Session by Landing Page</a:t>
            </a:r>
          </a:p>
          <a:p>
            <a:r>
              <a:rPr lang="en-IN" sz="1750" dirty="0">
                <a:solidFill>
                  <a:schemeClr val="tx1"/>
                </a:solidFill>
              </a:rPr>
              <a:t>Landing Page Performance over Time</a:t>
            </a:r>
          </a:p>
          <a:p>
            <a:endParaRPr lang="en-US" altLang="en-US" dirty="0">
              <a:solidFill>
                <a:schemeClr val="tx1"/>
              </a:solidFill>
              <a:latin typeface="Arial" panose="020B0604020202020204" pitchFamily="34" charset="0"/>
            </a:endParaRPr>
          </a:p>
          <a:p>
            <a:endParaRPr lang="en-US" dirty="0"/>
          </a:p>
        </p:txBody>
      </p:sp>
      <p:sp>
        <p:nvSpPr>
          <p:cNvPr id="10" name="Rectangle: Rounded Corners 9">
            <a:extLst>
              <a:ext uri="{FF2B5EF4-FFF2-40B4-BE49-F238E27FC236}">
                <a16:creationId xmlns:a16="http://schemas.microsoft.com/office/drawing/2014/main" id="{5578A12D-F078-A867-EE99-202614F2E544}"/>
              </a:ext>
            </a:extLst>
          </p:cNvPr>
          <p:cNvSpPr/>
          <p:nvPr/>
        </p:nvSpPr>
        <p:spPr>
          <a:xfrm>
            <a:off x="360844" y="3326383"/>
            <a:ext cx="10825316" cy="12049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750" b="1" dirty="0">
              <a:solidFill>
                <a:schemeClr val="tx1"/>
              </a:solidFill>
            </a:endParaRPr>
          </a:p>
          <a:p>
            <a:endParaRPr lang="en-US" sz="1750" b="1" dirty="0">
              <a:solidFill>
                <a:schemeClr val="tx1"/>
              </a:solidFill>
            </a:endParaRPr>
          </a:p>
          <a:p>
            <a:r>
              <a:rPr lang="en-US" sz="1750" b="1" dirty="0">
                <a:solidFill>
                  <a:schemeClr val="tx1"/>
                </a:solidFill>
              </a:rPr>
              <a:t>Q5:</a:t>
            </a:r>
            <a:r>
              <a:rPr lang="en-US" sz="1600" dirty="0"/>
              <a:t> </a:t>
            </a:r>
            <a:r>
              <a:rPr lang="en-US" sz="1750" b="1" dirty="0">
                <a:solidFill>
                  <a:schemeClr val="tx1"/>
                </a:solidFill>
              </a:rPr>
              <a:t>Where do users drop off in funnels?</a:t>
            </a:r>
          </a:p>
          <a:p>
            <a:r>
              <a:rPr lang="en-US" sz="1750" u="sng" dirty="0">
                <a:solidFill>
                  <a:schemeClr val="tx1"/>
                </a:solidFill>
              </a:rPr>
              <a:t>Mapped KPIs</a:t>
            </a:r>
          </a:p>
          <a:p>
            <a:r>
              <a:rPr lang="en-US" sz="1750" dirty="0">
                <a:solidFill>
                  <a:schemeClr val="tx1"/>
                </a:solidFill>
              </a:rPr>
              <a:t>Conversion Rate (%)</a:t>
            </a:r>
          </a:p>
          <a:p>
            <a:r>
              <a:rPr lang="en-US" dirty="0">
                <a:solidFill>
                  <a:schemeClr val="tx1"/>
                </a:solidFill>
              </a:rPr>
              <a:t>Funnel Step Conversion Rates (Landing → Product → Cart → Billing → Order)</a:t>
            </a:r>
          </a:p>
          <a:p>
            <a:br>
              <a:rPr lang="en-US" dirty="0">
                <a:solidFill>
                  <a:schemeClr val="tx1"/>
                </a:solidFill>
              </a:rPr>
            </a:br>
            <a:endParaRPr lang="en-US" dirty="0">
              <a:solidFill>
                <a:schemeClr val="tx1"/>
              </a:solidFill>
            </a:endParaRPr>
          </a:p>
        </p:txBody>
      </p:sp>
      <p:sp>
        <p:nvSpPr>
          <p:cNvPr id="4" name="Rectangle: Rounded Corners 3">
            <a:extLst>
              <a:ext uri="{FF2B5EF4-FFF2-40B4-BE49-F238E27FC236}">
                <a16:creationId xmlns:a16="http://schemas.microsoft.com/office/drawing/2014/main" id="{D88FAE2D-A28C-6B0E-2AF7-F3E4383C5145}"/>
              </a:ext>
            </a:extLst>
          </p:cNvPr>
          <p:cNvSpPr/>
          <p:nvPr/>
        </p:nvSpPr>
        <p:spPr>
          <a:xfrm>
            <a:off x="360844" y="4622936"/>
            <a:ext cx="10825316" cy="165594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750" b="1" dirty="0">
                <a:solidFill>
                  <a:schemeClr val="tx1"/>
                </a:solidFill>
              </a:rPr>
              <a:t>Q6: How do users move between products?</a:t>
            </a:r>
          </a:p>
          <a:p>
            <a:r>
              <a:rPr lang="en-US" sz="1750" u="sng" dirty="0">
                <a:solidFill>
                  <a:schemeClr val="tx1"/>
                </a:solidFill>
              </a:rPr>
              <a:t>Mapped KPIs</a:t>
            </a:r>
          </a:p>
          <a:p>
            <a:r>
              <a:rPr lang="en-US" sz="1750" dirty="0">
                <a:solidFill>
                  <a:schemeClr val="tx1"/>
                </a:solidFill>
              </a:rPr>
              <a:t>Revenue by Product</a:t>
            </a:r>
          </a:p>
          <a:p>
            <a:r>
              <a:rPr lang="en-US" sz="1750" dirty="0">
                <a:solidFill>
                  <a:schemeClr val="tx1"/>
                </a:solidFill>
              </a:rPr>
              <a:t>Cross-sell indicators (non-primary items)</a:t>
            </a:r>
          </a:p>
          <a:p>
            <a:r>
              <a:rPr lang="en-US" sz="1750" dirty="0">
                <a:solidFill>
                  <a:schemeClr val="tx1"/>
                </a:solidFill>
              </a:rPr>
              <a:t>Product-to-Product Path Counts</a:t>
            </a:r>
          </a:p>
          <a:p>
            <a:r>
              <a:rPr lang="en-US" sz="1750" dirty="0">
                <a:solidFill>
                  <a:schemeClr val="tx1"/>
                </a:solidFill>
              </a:rPr>
              <a:t>% Orders with Add-on Products</a:t>
            </a:r>
          </a:p>
        </p:txBody>
      </p:sp>
    </p:spTree>
    <p:extLst>
      <p:ext uri="{BB962C8B-B14F-4D97-AF65-F5344CB8AC3E}">
        <p14:creationId xmlns:p14="http://schemas.microsoft.com/office/powerpoint/2010/main" val="27914954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AF2EA-2306-FA60-EFE1-ABFC59D71E9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8A27831-5F35-2FDF-C405-96A5597A3207}"/>
              </a:ext>
            </a:extLst>
          </p:cNvPr>
          <p:cNvSpPr txBox="1"/>
          <p:nvPr/>
        </p:nvSpPr>
        <p:spPr>
          <a:xfrm>
            <a:off x="452284" y="275303"/>
            <a:ext cx="9763432"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Mapping Business Questions to KPI’s(6/7)</a:t>
            </a:r>
            <a:endParaRPr lang="en-IN" dirty="0"/>
          </a:p>
        </p:txBody>
      </p:sp>
      <p:sp>
        <p:nvSpPr>
          <p:cNvPr id="6" name="TextBox 5">
            <a:extLst>
              <a:ext uri="{FF2B5EF4-FFF2-40B4-BE49-F238E27FC236}">
                <a16:creationId xmlns:a16="http://schemas.microsoft.com/office/drawing/2014/main" id="{2090F3DE-96B3-F9C2-167C-D9C38555CEDA}"/>
              </a:ext>
            </a:extLst>
          </p:cNvPr>
          <p:cNvSpPr txBox="1"/>
          <p:nvPr/>
        </p:nvSpPr>
        <p:spPr>
          <a:xfrm>
            <a:off x="452284" y="932166"/>
            <a:ext cx="10825316" cy="369332"/>
          </a:xfrm>
          <a:prstGeom prst="rect">
            <a:avLst/>
          </a:prstGeom>
          <a:noFill/>
        </p:spPr>
        <p:txBody>
          <a:bodyPr wrap="square">
            <a:spAutoFit/>
          </a:bodyPr>
          <a:lstStyle/>
          <a:p>
            <a:r>
              <a:rPr lang="en-US" b="1" dirty="0"/>
              <a:t>C. Marketing Manager – Marketing Questions → KPIs</a:t>
            </a:r>
            <a:endParaRPr lang="fr-FR" b="1" dirty="0"/>
          </a:p>
        </p:txBody>
      </p:sp>
      <p:sp>
        <p:nvSpPr>
          <p:cNvPr id="9" name="Rectangle: Rounded Corners 8">
            <a:extLst>
              <a:ext uri="{FF2B5EF4-FFF2-40B4-BE49-F238E27FC236}">
                <a16:creationId xmlns:a16="http://schemas.microsoft.com/office/drawing/2014/main" id="{C596CB1D-F8AF-284C-8118-B82F4461DDDA}"/>
              </a:ext>
            </a:extLst>
          </p:cNvPr>
          <p:cNvSpPr/>
          <p:nvPr/>
        </p:nvSpPr>
        <p:spPr>
          <a:xfrm>
            <a:off x="360844" y="1393074"/>
            <a:ext cx="10825316" cy="15409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b="1" dirty="0">
              <a:solidFill>
                <a:schemeClr val="tx1"/>
              </a:solidFill>
            </a:endParaRPr>
          </a:p>
          <a:p>
            <a:endParaRPr lang="en-US" sz="1750" b="1" dirty="0">
              <a:solidFill>
                <a:schemeClr val="tx1"/>
              </a:solidFill>
            </a:endParaRPr>
          </a:p>
          <a:p>
            <a:r>
              <a:rPr lang="en-US" sz="1750" b="1" dirty="0">
                <a:solidFill>
                  <a:schemeClr val="tx1"/>
                </a:solidFill>
              </a:rPr>
              <a:t>Q1: How do channels perform?</a:t>
            </a:r>
          </a:p>
          <a:p>
            <a:r>
              <a:rPr lang="en-US" sz="1750" u="sng" dirty="0">
                <a:solidFill>
                  <a:schemeClr val="tx1"/>
                </a:solidFill>
              </a:rPr>
              <a:t>Mapped KPIs</a:t>
            </a:r>
          </a:p>
          <a:p>
            <a:r>
              <a:rPr lang="en-US" sz="1750" dirty="0">
                <a:solidFill>
                  <a:schemeClr val="tx1"/>
                </a:solidFill>
              </a:rPr>
              <a:t>Source Rate (%)</a:t>
            </a:r>
          </a:p>
          <a:p>
            <a:r>
              <a:rPr lang="en-US" sz="1750" dirty="0">
                <a:solidFill>
                  <a:schemeClr val="tx1"/>
                </a:solidFill>
              </a:rPr>
              <a:t>Conversion Rate (%)</a:t>
            </a:r>
          </a:p>
          <a:p>
            <a:r>
              <a:rPr lang="en-US" sz="1750" dirty="0">
                <a:solidFill>
                  <a:schemeClr val="tx1"/>
                </a:solidFill>
              </a:rPr>
              <a:t>Average Revenue per Session</a:t>
            </a:r>
          </a:p>
          <a:p>
            <a:endParaRPr lang="en-US" altLang="en-US" dirty="0">
              <a:solidFill>
                <a:schemeClr val="tx1"/>
              </a:solidFill>
              <a:latin typeface="Arial" panose="020B0604020202020204" pitchFamily="34" charset="0"/>
            </a:endParaRPr>
          </a:p>
          <a:p>
            <a:endParaRPr lang="en-US" dirty="0"/>
          </a:p>
        </p:txBody>
      </p:sp>
      <p:sp>
        <p:nvSpPr>
          <p:cNvPr id="10" name="Rectangle: Rounded Corners 9">
            <a:extLst>
              <a:ext uri="{FF2B5EF4-FFF2-40B4-BE49-F238E27FC236}">
                <a16:creationId xmlns:a16="http://schemas.microsoft.com/office/drawing/2014/main" id="{BC26759A-5DA5-C7E1-3989-3BBADB2FC3B9}"/>
              </a:ext>
            </a:extLst>
          </p:cNvPr>
          <p:cNvSpPr/>
          <p:nvPr/>
        </p:nvSpPr>
        <p:spPr>
          <a:xfrm>
            <a:off x="360844" y="3025558"/>
            <a:ext cx="10825316" cy="12416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b="1" dirty="0">
              <a:solidFill>
                <a:schemeClr val="tx1"/>
              </a:solidFill>
            </a:endParaRPr>
          </a:p>
          <a:p>
            <a:r>
              <a:rPr lang="en-US" b="1" dirty="0">
                <a:solidFill>
                  <a:schemeClr val="tx1"/>
                </a:solidFill>
              </a:rPr>
              <a:t>Q2: Which channels drive quality traffic?</a:t>
            </a:r>
          </a:p>
          <a:p>
            <a:r>
              <a:rPr lang="en-US" u="sng" dirty="0">
                <a:solidFill>
                  <a:schemeClr val="tx1"/>
                </a:solidFill>
              </a:rPr>
              <a:t>Mapped KPIs</a:t>
            </a:r>
          </a:p>
          <a:p>
            <a:r>
              <a:rPr lang="en-US" dirty="0">
                <a:solidFill>
                  <a:schemeClr val="tx1"/>
                </a:solidFill>
              </a:rPr>
              <a:t>Conversion Rate by Source</a:t>
            </a:r>
          </a:p>
          <a:p>
            <a:r>
              <a:rPr lang="en-US" dirty="0">
                <a:solidFill>
                  <a:schemeClr val="tx1"/>
                </a:solidFill>
              </a:rPr>
              <a:t>Revenue per Session by Source</a:t>
            </a:r>
          </a:p>
          <a:p>
            <a:endParaRPr lang="en-US" dirty="0"/>
          </a:p>
        </p:txBody>
      </p:sp>
      <p:sp>
        <p:nvSpPr>
          <p:cNvPr id="3" name="Rectangle: Rounded Corners 2">
            <a:extLst>
              <a:ext uri="{FF2B5EF4-FFF2-40B4-BE49-F238E27FC236}">
                <a16:creationId xmlns:a16="http://schemas.microsoft.com/office/drawing/2014/main" id="{876958D3-CB7D-3838-FC1F-73291BAFBABA}"/>
              </a:ext>
            </a:extLst>
          </p:cNvPr>
          <p:cNvSpPr/>
          <p:nvPr/>
        </p:nvSpPr>
        <p:spPr>
          <a:xfrm>
            <a:off x="360844" y="4454842"/>
            <a:ext cx="10825316" cy="16324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Q3: Is the channel mix balanced or risky?</a:t>
            </a:r>
          </a:p>
          <a:p>
            <a:r>
              <a:rPr lang="en-US" u="sng" dirty="0">
                <a:solidFill>
                  <a:schemeClr val="tx1"/>
                </a:solidFill>
              </a:rPr>
              <a:t>Mapped KPIs</a:t>
            </a:r>
          </a:p>
          <a:p>
            <a:r>
              <a:rPr lang="en-US" dirty="0">
                <a:solidFill>
                  <a:schemeClr val="tx1"/>
                </a:solidFill>
              </a:rPr>
              <a:t>Source Rate (%)</a:t>
            </a:r>
          </a:p>
          <a:p>
            <a:r>
              <a:rPr lang="en-US" dirty="0">
                <a:solidFill>
                  <a:schemeClr val="tx1"/>
                </a:solidFill>
              </a:rPr>
              <a:t>Total Sessions by Source</a:t>
            </a:r>
          </a:p>
          <a:p>
            <a:r>
              <a:rPr lang="en-US" dirty="0">
                <a:solidFill>
                  <a:schemeClr val="tx1"/>
                </a:solidFill>
              </a:rPr>
              <a:t>Revenue Share by Source</a:t>
            </a:r>
          </a:p>
        </p:txBody>
      </p:sp>
    </p:spTree>
    <p:extLst>
      <p:ext uri="{BB962C8B-B14F-4D97-AF65-F5344CB8AC3E}">
        <p14:creationId xmlns:p14="http://schemas.microsoft.com/office/powerpoint/2010/main" val="36178674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E1E1F-F635-C1B8-3489-904E2BD9216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D3FB630-DA06-7178-C2AC-44F47CB6CE9C}"/>
              </a:ext>
            </a:extLst>
          </p:cNvPr>
          <p:cNvSpPr txBox="1"/>
          <p:nvPr/>
        </p:nvSpPr>
        <p:spPr>
          <a:xfrm>
            <a:off x="452284" y="275303"/>
            <a:ext cx="9763432"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Mapping Business Questions to KPI’s(7/7)</a:t>
            </a:r>
            <a:endParaRPr lang="en-IN" dirty="0"/>
          </a:p>
        </p:txBody>
      </p:sp>
      <p:sp>
        <p:nvSpPr>
          <p:cNvPr id="6" name="TextBox 5">
            <a:extLst>
              <a:ext uri="{FF2B5EF4-FFF2-40B4-BE49-F238E27FC236}">
                <a16:creationId xmlns:a16="http://schemas.microsoft.com/office/drawing/2014/main" id="{0C64AF65-E0E8-6976-6AC9-FA3F70FC04E1}"/>
              </a:ext>
            </a:extLst>
          </p:cNvPr>
          <p:cNvSpPr txBox="1"/>
          <p:nvPr/>
        </p:nvSpPr>
        <p:spPr>
          <a:xfrm>
            <a:off x="452284" y="1022062"/>
            <a:ext cx="10825316" cy="369332"/>
          </a:xfrm>
          <a:prstGeom prst="rect">
            <a:avLst/>
          </a:prstGeom>
          <a:noFill/>
        </p:spPr>
        <p:txBody>
          <a:bodyPr wrap="square">
            <a:spAutoFit/>
          </a:bodyPr>
          <a:lstStyle/>
          <a:p>
            <a:r>
              <a:rPr lang="en-US" b="1" dirty="0"/>
              <a:t>C. Marketing Manager – Marketing Questions → KPIs(continued)</a:t>
            </a:r>
            <a:endParaRPr lang="fr-FR" b="1" dirty="0"/>
          </a:p>
        </p:txBody>
      </p:sp>
      <p:sp>
        <p:nvSpPr>
          <p:cNvPr id="9" name="Rectangle: Rounded Corners 8">
            <a:extLst>
              <a:ext uri="{FF2B5EF4-FFF2-40B4-BE49-F238E27FC236}">
                <a16:creationId xmlns:a16="http://schemas.microsoft.com/office/drawing/2014/main" id="{749B0175-7986-A28C-98A4-298761E69591}"/>
              </a:ext>
            </a:extLst>
          </p:cNvPr>
          <p:cNvSpPr/>
          <p:nvPr/>
        </p:nvSpPr>
        <p:spPr>
          <a:xfrm>
            <a:off x="360844" y="1568822"/>
            <a:ext cx="10825316" cy="17673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b="1" dirty="0">
              <a:solidFill>
                <a:schemeClr val="tx1"/>
              </a:solidFill>
            </a:endParaRPr>
          </a:p>
          <a:p>
            <a:endParaRPr lang="en-US" sz="1750" b="1" dirty="0">
              <a:solidFill>
                <a:schemeClr val="tx1"/>
              </a:solidFill>
            </a:endParaRPr>
          </a:p>
          <a:p>
            <a:r>
              <a:rPr lang="en-US" b="1" dirty="0">
                <a:solidFill>
                  <a:schemeClr val="tx1"/>
                </a:solidFill>
              </a:rPr>
              <a:t>Q4: How should bid allocation be adjusted?</a:t>
            </a:r>
          </a:p>
          <a:p>
            <a:r>
              <a:rPr lang="en-US" u="sng" dirty="0">
                <a:solidFill>
                  <a:schemeClr val="tx1"/>
                </a:solidFill>
              </a:rPr>
              <a:t>Mapped KPIs</a:t>
            </a:r>
          </a:p>
          <a:p>
            <a:r>
              <a:rPr lang="en-US" dirty="0">
                <a:solidFill>
                  <a:schemeClr val="tx1"/>
                </a:solidFill>
              </a:rPr>
              <a:t>Conversion Rate by Source</a:t>
            </a:r>
          </a:p>
          <a:p>
            <a:r>
              <a:rPr lang="en-US" dirty="0">
                <a:solidFill>
                  <a:schemeClr val="tx1"/>
                </a:solidFill>
              </a:rPr>
              <a:t>Revenue per Session by Source</a:t>
            </a:r>
          </a:p>
          <a:p>
            <a:endParaRPr lang="en-US" altLang="en-US" dirty="0">
              <a:solidFill>
                <a:schemeClr val="tx1"/>
              </a:solidFill>
              <a:latin typeface="Arial" panose="020B0604020202020204" pitchFamily="34" charset="0"/>
            </a:endParaRPr>
          </a:p>
          <a:p>
            <a:endParaRPr lang="en-US" dirty="0"/>
          </a:p>
        </p:txBody>
      </p:sp>
      <p:sp>
        <p:nvSpPr>
          <p:cNvPr id="10" name="Rectangle: Rounded Corners 9">
            <a:extLst>
              <a:ext uri="{FF2B5EF4-FFF2-40B4-BE49-F238E27FC236}">
                <a16:creationId xmlns:a16="http://schemas.microsoft.com/office/drawing/2014/main" id="{D5523ED9-66C5-3E91-796F-80B051F04A5B}"/>
              </a:ext>
            </a:extLst>
          </p:cNvPr>
          <p:cNvSpPr/>
          <p:nvPr/>
        </p:nvSpPr>
        <p:spPr>
          <a:xfrm>
            <a:off x="360844" y="3521804"/>
            <a:ext cx="10825316" cy="17673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b="1" dirty="0">
              <a:solidFill>
                <a:schemeClr val="tx1"/>
              </a:solidFill>
            </a:endParaRPr>
          </a:p>
          <a:p>
            <a:r>
              <a:rPr lang="en-US" sz="1750" b="1" dirty="0">
                <a:solidFill>
                  <a:schemeClr val="tx1"/>
                </a:solidFill>
              </a:rPr>
              <a:t>Q5: Are channels bringing repeat visitors?</a:t>
            </a:r>
          </a:p>
          <a:p>
            <a:r>
              <a:rPr lang="en-US" sz="1750" u="sng" dirty="0">
                <a:solidFill>
                  <a:schemeClr val="tx1"/>
                </a:solidFill>
              </a:rPr>
              <a:t>Mapped KPIs</a:t>
            </a:r>
          </a:p>
          <a:p>
            <a:r>
              <a:rPr lang="en-US" sz="1750" dirty="0">
                <a:solidFill>
                  <a:schemeClr val="tx1"/>
                </a:solidFill>
              </a:rPr>
              <a:t>Repeat Visitors</a:t>
            </a:r>
          </a:p>
          <a:p>
            <a:r>
              <a:rPr lang="en-US" sz="1750" dirty="0">
                <a:solidFill>
                  <a:schemeClr val="tx1"/>
                </a:solidFill>
              </a:rPr>
              <a:t>Repeat Sessions Rate (%)</a:t>
            </a:r>
          </a:p>
          <a:p>
            <a:r>
              <a:rPr lang="en-US" sz="1750" dirty="0">
                <a:solidFill>
                  <a:schemeClr val="tx1"/>
                </a:solidFill>
              </a:rPr>
              <a:t>Average Days Between Sessions</a:t>
            </a:r>
          </a:p>
          <a:p>
            <a:endParaRPr lang="en-US" dirty="0"/>
          </a:p>
        </p:txBody>
      </p:sp>
    </p:spTree>
    <p:extLst>
      <p:ext uri="{BB962C8B-B14F-4D97-AF65-F5344CB8AC3E}">
        <p14:creationId xmlns:p14="http://schemas.microsoft.com/office/powerpoint/2010/main" val="30317861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803B91D-5C02-48C0-DF6E-84767A9F9558}"/>
              </a:ext>
            </a:extLst>
          </p:cNvPr>
          <p:cNvSpPr txBox="1"/>
          <p:nvPr/>
        </p:nvSpPr>
        <p:spPr>
          <a:xfrm>
            <a:off x="463133" y="211619"/>
            <a:ext cx="10568660"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ym typeface="Arial"/>
              </a:rPr>
              <a:t>Data Dictionary(1/8)</a:t>
            </a:r>
            <a:endParaRPr lang="en-IN" dirty="0">
              <a:sym typeface="Arial"/>
            </a:endParaRPr>
          </a:p>
        </p:txBody>
      </p:sp>
      <p:sp>
        <p:nvSpPr>
          <p:cNvPr id="4" name="Rectangle: Rounded Corners 3">
            <a:extLst>
              <a:ext uri="{FF2B5EF4-FFF2-40B4-BE49-F238E27FC236}">
                <a16:creationId xmlns:a16="http://schemas.microsoft.com/office/drawing/2014/main" id="{472FFC86-9978-F50D-2500-362007024801}"/>
              </a:ext>
            </a:extLst>
          </p:cNvPr>
          <p:cNvSpPr/>
          <p:nvPr/>
        </p:nvSpPr>
        <p:spPr>
          <a:xfrm>
            <a:off x="463134" y="1051358"/>
            <a:ext cx="10953136" cy="18948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chemeClr val="tx1">
                    <a:lumMod val="95000"/>
                    <a:lumOff val="5000"/>
                  </a:schemeClr>
                </a:solidFill>
              </a:rPr>
              <a:t>Overview</a:t>
            </a:r>
          </a:p>
          <a:p>
            <a:r>
              <a:rPr lang="en-US" sz="1600" dirty="0">
                <a:solidFill>
                  <a:schemeClr val="tx1">
                    <a:lumMod val="95000"/>
                    <a:lumOff val="5000"/>
                  </a:schemeClr>
                </a:solidFill>
              </a:rPr>
              <a:t>The analytics solution will be built using structured transactional and digital interaction data stored in a relational database. The data represents end-to-end user behavior starting from website sessions, page interactions, product views, orders, and post-purchase refunds.</a:t>
            </a:r>
          </a:p>
          <a:p>
            <a:r>
              <a:rPr lang="en-US" sz="1600" dirty="0">
                <a:solidFill>
                  <a:schemeClr val="tx1">
                    <a:lumMod val="95000"/>
                    <a:lumOff val="5000"/>
                  </a:schemeClr>
                </a:solidFill>
              </a:rPr>
              <a:t>All datasets are historical in nature and will be processed using batch-based analytics workflows.</a:t>
            </a:r>
          </a:p>
          <a:p>
            <a:endParaRPr lang="en-IN" sz="1600" b="1" dirty="0">
              <a:solidFill>
                <a:schemeClr val="tx1">
                  <a:lumMod val="95000"/>
                  <a:lumOff val="5000"/>
                </a:schemeClr>
              </a:solidFill>
            </a:endParaRPr>
          </a:p>
          <a:p>
            <a:pPr marL="285750" indent="-285750">
              <a:buFont typeface="Arial" panose="020B0604020202020204" pitchFamily="34" charset="0"/>
              <a:buChar char="•"/>
            </a:pPr>
            <a:r>
              <a:rPr lang="en-IN" sz="1600" b="1" dirty="0">
                <a:solidFill>
                  <a:schemeClr val="tx1">
                    <a:lumMod val="95000"/>
                    <a:lumOff val="5000"/>
                  </a:schemeClr>
                </a:solidFill>
              </a:rPr>
              <a:t>Data Format:</a:t>
            </a:r>
            <a:r>
              <a:rPr lang="en-IN" sz="1600" dirty="0">
                <a:solidFill>
                  <a:schemeClr val="tx1">
                    <a:lumMod val="95000"/>
                    <a:lumOff val="5000"/>
                  </a:schemeClr>
                </a:solidFill>
              </a:rPr>
              <a:t> Structured relational tables (CSV Files)</a:t>
            </a:r>
            <a:endParaRPr lang="en-US" sz="1600" dirty="0">
              <a:solidFill>
                <a:schemeClr val="tx1">
                  <a:lumMod val="95000"/>
                  <a:lumOff val="5000"/>
                </a:schemeClr>
              </a:solidFill>
            </a:endParaRPr>
          </a:p>
        </p:txBody>
      </p:sp>
      <p:graphicFrame>
        <p:nvGraphicFramePr>
          <p:cNvPr id="6" name="Table 5">
            <a:extLst>
              <a:ext uri="{FF2B5EF4-FFF2-40B4-BE49-F238E27FC236}">
                <a16:creationId xmlns:a16="http://schemas.microsoft.com/office/drawing/2014/main" id="{30F76DA2-E19C-B4FE-AEB1-BA988A0F9F83}"/>
              </a:ext>
            </a:extLst>
          </p:cNvPr>
          <p:cNvGraphicFramePr>
            <a:graphicFrameLocks noGrp="1"/>
          </p:cNvGraphicFramePr>
          <p:nvPr/>
        </p:nvGraphicFramePr>
        <p:xfrm>
          <a:off x="463133" y="3201139"/>
          <a:ext cx="10953136" cy="3036202"/>
        </p:xfrm>
        <a:graphic>
          <a:graphicData uri="http://schemas.openxmlformats.org/drawingml/2006/table">
            <a:tbl>
              <a:tblPr/>
              <a:tblGrid>
                <a:gridCol w="2753032">
                  <a:extLst>
                    <a:ext uri="{9D8B030D-6E8A-4147-A177-3AD203B41FA5}">
                      <a16:colId xmlns:a16="http://schemas.microsoft.com/office/drawing/2014/main" val="2132420413"/>
                    </a:ext>
                  </a:extLst>
                </a:gridCol>
                <a:gridCol w="2733368">
                  <a:extLst>
                    <a:ext uri="{9D8B030D-6E8A-4147-A177-3AD203B41FA5}">
                      <a16:colId xmlns:a16="http://schemas.microsoft.com/office/drawing/2014/main" val="4148384836"/>
                    </a:ext>
                  </a:extLst>
                </a:gridCol>
                <a:gridCol w="2733368">
                  <a:extLst>
                    <a:ext uri="{9D8B030D-6E8A-4147-A177-3AD203B41FA5}">
                      <a16:colId xmlns:a16="http://schemas.microsoft.com/office/drawing/2014/main" val="2890163008"/>
                    </a:ext>
                  </a:extLst>
                </a:gridCol>
                <a:gridCol w="2733368">
                  <a:extLst>
                    <a:ext uri="{9D8B030D-6E8A-4147-A177-3AD203B41FA5}">
                      <a16:colId xmlns:a16="http://schemas.microsoft.com/office/drawing/2014/main" val="756948365"/>
                    </a:ext>
                  </a:extLst>
                </a:gridCol>
              </a:tblGrid>
              <a:tr h="170287">
                <a:tc>
                  <a:txBody>
                    <a:bodyPr/>
                    <a:lstStyle/>
                    <a:p>
                      <a:pPr>
                        <a:buNone/>
                      </a:pPr>
                      <a:r>
                        <a:rPr lang="en-IN" sz="1300" b="1" dirty="0"/>
                        <a:t>Table Name</a:t>
                      </a:r>
                    </a:p>
                  </a:txBody>
                  <a:tcPr marL="65805" marR="65805" marT="32903" marB="32903" anchor="ctr">
                    <a:lnL>
                      <a:noFill/>
                    </a:lnL>
                    <a:lnR>
                      <a:noFill/>
                    </a:lnR>
                    <a:lnT>
                      <a:noFill/>
                    </a:lnT>
                    <a:lnB>
                      <a:noFill/>
                    </a:lnB>
                    <a:noFill/>
                  </a:tcPr>
                </a:tc>
                <a:tc>
                  <a:txBody>
                    <a:bodyPr/>
                    <a:lstStyle/>
                    <a:p>
                      <a:pPr>
                        <a:buNone/>
                      </a:pPr>
                      <a:r>
                        <a:rPr lang="en-IN" sz="1300" b="1" dirty="0"/>
                        <a:t>Data Type</a:t>
                      </a:r>
                    </a:p>
                  </a:txBody>
                  <a:tcPr marL="65805" marR="65805" marT="32903" marB="32903" anchor="ctr">
                    <a:lnL>
                      <a:noFill/>
                    </a:lnL>
                    <a:lnR>
                      <a:noFill/>
                    </a:lnR>
                    <a:lnT>
                      <a:noFill/>
                    </a:lnT>
                    <a:lnB>
                      <a:noFill/>
                    </a:lnB>
                    <a:noFill/>
                  </a:tcPr>
                </a:tc>
                <a:tc>
                  <a:txBody>
                    <a:bodyPr/>
                    <a:lstStyle/>
                    <a:p>
                      <a:pPr>
                        <a:buNone/>
                      </a:pPr>
                      <a:r>
                        <a:rPr lang="en-IN" sz="1300" b="1" dirty="0"/>
                        <a:t>Grain</a:t>
                      </a:r>
                    </a:p>
                  </a:txBody>
                  <a:tcPr marL="65805" marR="65805" marT="32903" marB="32903" anchor="ctr">
                    <a:lnL>
                      <a:noFill/>
                    </a:lnL>
                    <a:lnR>
                      <a:noFill/>
                    </a:lnR>
                    <a:lnT>
                      <a:noFill/>
                    </a:lnT>
                    <a:lnB>
                      <a:noFill/>
                    </a:lnB>
                    <a:noFill/>
                  </a:tcPr>
                </a:tc>
                <a:tc>
                  <a:txBody>
                    <a:bodyPr/>
                    <a:lstStyle/>
                    <a:p>
                      <a:pPr>
                        <a:buNone/>
                      </a:pPr>
                      <a:r>
                        <a:rPr lang="en-IN" sz="1300" b="1" dirty="0"/>
                        <a:t>Description</a:t>
                      </a:r>
                    </a:p>
                  </a:txBody>
                  <a:tcPr marL="65805" marR="65805" marT="32903" marB="32903" anchor="ctr">
                    <a:lnL>
                      <a:noFill/>
                    </a:lnL>
                    <a:lnR>
                      <a:noFill/>
                    </a:lnR>
                    <a:lnT>
                      <a:noFill/>
                    </a:lnT>
                    <a:lnB>
                      <a:noFill/>
                    </a:lnB>
                    <a:noFill/>
                  </a:tcPr>
                </a:tc>
                <a:extLst>
                  <a:ext uri="{0D108BD9-81ED-4DB2-BD59-A6C34878D82A}">
                    <a16:rowId xmlns:a16="http://schemas.microsoft.com/office/drawing/2014/main" val="2395587657"/>
                  </a:ext>
                </a:extLst>
              </a:tr>
              <a:tr h="428032">
                <a:tc>
                  <a:txBody>
                    <a:bodyPr/>
                    <a:lstStyle/>
                    <a:p>
                      <a:pPr>
                        <a:buNone/>
                      </a:pPr>
                      <a:r>
                        <a:rPr lang="en-IN" sz="1300"/>
                        <a:t>orders</a:t>
                      </a:r>
                    </a:p>
                  </a:txBody>
                  <a:tcPr marL="65805" marR="65805" marT="32903" marB="32903" anchor="ctr">
                    <a:lnL>
                      <a:noFill/>
                    </a:lnL>
                    <a:lnR>
                      <a:noFill/>
                    </a:lnR>
                    <a:lnT>
                      <a:noFill/>
                    </a:lnT>
                    <a:lnB>
                      <a:noFill/>
                    </a:lnB>
                    <a:noFill/>
                  </a:tcPr>
                </a:tc>
                <a:tc>
                  <a:txBody>
                    <a:bodyPr/>
                    <a:lstStyle/>
                    <a:p>
                      <a:pPr>
                        <a:buNone/>
                      </a:pPr>
                      <a:r>
                        <a:rPr lang="en-IN" sz="1300"/>
                        <a:t>Transactional</a:t>
                      </a:r>
                    </a:p>
                  </a:txBody>
                  <a:tcPr marL="65805" marR="65805" marT="32903" marB="32903" anchor="ctr">
                    <a:lnL>
                      <a:noFill/>
                    </a:lnL>
                    <a:lnR>
                      <a:noFill/>
                    </a:lnR>
                    <a:lnT>
                      <a:noFill/>
                    </a:lnT>
                    <a:lnB>
                      <a:noFill/>
                    </a:lnB>
                    <a:noFill/>
                  </a:tcPr>
                </a:tc>
                <a:tc>
                  <a:txBody>
                    <a:bodyPr/>
                    <a:lstStyle/>
                    <a:p>
                      <a:pPr>
                        <a:buNone/>
                      </a:pPr>
                      <a:r>
                        <a:rPr lang="en-IN" sz="1300"/>
                        <a:t>One record per order</a:t>
                      </a:r>
                    </a:p>
                  </a:txBody>
                  <a:tcPr marL="65805" marR="65805" marT="32903" marB="32903" anchor="ctr">
                    <a:lnL>
                      <a:noFill/>
                    </a:lnL>
                    <a:lnR>
                      <a:noFill/>
                    </a:lnR>
                    <a:lnT>
                      <a:noFill/>
                    </a:lnT>
                    <a:lnB>
                      <a:noFill/>
                    </a:lnB>
                    <a:noFill/>
                  </a:tcPr>
                </a:tc>
                <a:tc>
                  <a:txBody>
                    <a:bodyPr/>
                    <a:lstStyle/>
                    <a:p>
                      <a:pPr>
                        <a:buNone/>
                      </a:pPr>
                      <a:r>
                        <a:rPr lang="en-US" sz="1300"/>
                        <a:t>Stores order-level transaction and revenue information</a:t>
                      </a:r>
                    </a:p>
                  </a:txBody>
                  <a:tcPr marL="65805" marR="65805" marT="32903" marB="32903" anchor="ctr">
                    <a:lnL>
                      <a:noFill/>
                    </a:lnL>
                    <a:lnR>
                      <a:noFill/>
                    </a:lnR>
                    <a:lnT>
                      <a:noFill/>
                    </a:lnT>
                    <a:lnB>
                      <a:noFill/>
                    </a:lnB>
                    <a:noFill/>
                  </a:tcPr>
                </a:tc>
                <a:extLst>
                  <a:ext uri="{0D108BD9-81ED-4DB2-BD59-A6C34878D82A}">
                    <a16:rowId xmlns:a16="http://schemas.microsoft.com/office/drawing/2014/main" val="2613328333"/>
                  </a:ext>
                </a:extLst>
              </a:tr>
              <a:tr h="428032">
                <a:tc>
                  <a:txBody>
                    <a:bodyPr/>
                    <a:lstStyle/>
                    <a:p>
                      <a:pPr>
                        <a:buNone/>
                      </a:pPr>
                      <a:r>
                        <a:rPr lang="en-IN" sz="1300"/>
                        <a:t>order_items</a:t>
                      </a:r>
                    </a:p>
                  </a:txBody>
                  <a:tcPr marL="65805" marR="65805" marT="32903" marB="32903" anchor="ctr">
                    <a:lnL>
                      <a:noFill/>
                    </a:lnL>
                    <a:lnR>
                      <a:noFill/>
                    </a:lnR>
                    <a:lnT>
                      <a:noFill/>
                    </a:lnT>
                    <a:lnB>
                      <a:noFill/>
                    </a:lnB>
                    <a:noFill/>
                  </a:tcPr>
                </a:tc>
                <a:tc>
                  <a:txBody>
                    <a:bodyPr/>
                    <a:lstStyle/>
                    <a:p>
                      <a:pPr>
                        <a:buNone/>
                      </a:pPr>
                      <a:r>
                        <a:rPr lang="en-IN" sz="1300"/>
                        <a:t>Transactional</a:t>
                      </a:r>
                    </a:p>
                  </a:txBody>
                  <a:tcPr marL="65805" marR="65805" marT="32903" marB="32903" anchor="ctr">
                    <a:lnL>
                      <a:noFill/>
                    </a:lnL>
                    <a:lnR>
                      <a:noFill/>
                    </a:lnR>
                    <a:lnT>
                      <a:noFill/>
                    </a:lnT>
                    <a:lnB>
                      <a:noFill/>
                    </a:lnB>
                    <a:noFill/>
                  </a:tcPr>
                </a:tc>
                <a:tc>
                  <a:txBody>
                    <a:bodyPr/>
                    <a:lstStyle/>
                    <a:p>
                      <a:pPr>
                        <a:buNone/>
                      </a:pPr>
                      <a:r>
                        <a:rPr lang="en-US" sz="1300"/>
                        <a:t>One record per product per order</a:t>
                      </a:r>
                    </a:p>
                  </a:txBody>
                  <a:tcPr marL="65805" marR="65805" marT="32903" marB="32903" anchor="ctr">
                    <a:lnL>
                      <a:noFill/>
                    </a:lnL>
                    <a:lnR>
                      <a:noFill/>
                    </a:lnR>
                    <a:lnT>
                      <a:noFill/>
                    </a:lnT>
                    <a:lnB>
                      <a:noFill/>
                    </a:lnB>
                    <a:noFill/>
                  </a:tcPr>
                </a:tc>
                <a:tc>
                  <a:txBody>
                    <a:bodyPr/>
                    <a:lstStyle/>
                    <a:p>
                      <a:pPr>
                        <a:buNone/>
                      </a:pPr>
                      <a:r>
                        <a:rPr lang="en-US" sz="1300"/>
                        <a:t>Captures item-level purchase details within orders</a:t>
                      </a:r>
                    </a:p>
                  </a:txBody>
                  <a:tcPr marL="65805" marR="65805" marT="32903" marB="32903" anchor="ctr">
                    <a:lnL>
                      <a:noFill/>
                    </a:lnL>
                    <a:lnR>
                      <a:noFill/>
                    </a:lnR>
                    <a:lnT>
                      <a:noFill/>
                    </a:lnT>
                    <a:lnB>
                      <a:noFill/>
                    </a:lnB>
                    <a:noFill/>
                  </a:tcPr>
                </a:tc>
                <a:extLst>
                  <a:ext uri="{0D108BD9-81ED-4DB2-BD59-A6C34878D82A}">
                    <a16:rowId xmlns:a16="http://schemas.microsoft.com/office/drawing/2014/main" val="675561272"/>
                  </a:ext>
                </a:extLst>
              </a:tr>
              <a:tr h="428032">
                <a:tc>
                  <a:txBody>
                    <a:bodyPr/>
                    <a:lstStyle/>
                    <a:p>
                      <a:pPr>
                        <a:buNone/>
                      </a:pPr>
                      <a:r>
                        <a:rPr lang="en-IN" sz="1300"/>
                        <a:t>order_item_refunds</a:t>
                      </a:r>
                    </a:p>
                  </a:txBody>
                  <a:tcPr marL="65805" marR="65805" marT="32903" marB="32903" anchor="ctr">
                    <a:lnL>
                      <a:noFill/>
                    </a:lnL>
                    <a:lnR>
                      <a:noFill/>
                    </a:lnR>
                    <a:lnT>
                      <a:noFill/>
                    </a:lnT>
                    <a:lnB>
                      <a:noFill/>
                    </a:lnB>
                    <a:noFill/>
                  </a:tcPr>
                </a:tc>
                <a:tc>
                  <a:txBody>
                    <a:bodyPr/>
                    <a:lstStyle/>
                    <a:p>
                      <a:pPr>
                        <a:buNone/>
                      </a:pPr>
                      <a:r>
                        <a:rPr lang="en-IN" sz="1300"/>
                        <a:t>Transactional</a:t>
                      </a:r>
                    </a:p>
                  </a:txBody>
                  <a:tcPr marL="65805" marR="65805" marT="32903" marB="32903" anchor="ctr">
                    <a:lnL>
                      <a:noFill/>
                    </a:lnL>
                    <a:lnR>
                      <a:noFill/>
                    </a:lnR>
                    <a:lnT>
                      <a:noFill/>
                    </a:lnT>
                    <a:lnB>
                      <a:noFill/>
                    </a:lnB>
                    <a:noFill/>
                  </a:tcPr>
                </a:tc>
                <a:tc>
                  <a:txBody>
                    <a:bodyPr/>
                    <a:lstStyle/>
                    <a:p>
                      <a:pPr>
                        <a:buNone/>
                      </a:pPr>
                      <a:r>
                        <a:rPr lang="en-US" sz="1300" dirty="0"/>
                        <a:t>One record per refunded item</a:t>
                      </a:r>
                    </a:p>
                  </a:txBody>
                  <a:tcPr marL="65805" marR="65805" marT="32903" marB="32903" anchor="ctr">
                    <a:lnL>
                      <a:noFill/>
                    </a:lnL>
                    <a:lnR>
                      <a:noFill/>
                    </a:lnR>
                    <a:lnT>
                      <a:noFill/>
                    </a:lnT>
                    <a:lnB>
                      <a:noFill/>
                    </a:lnB>
                    <a:noFill/>
                  </a:tcPr>
                </a:tc>
                <a:tc>
                  <a:txBody>
                    <a:bodyPr/>
                    <a:lstStyle/>
                    <a:p>
                      <a:pPr>
                        <a:buNone/>
                      </a:pPr>
                      <a:r>
                        <a:rPr lang="en-US" sz="1300"/>
                        <a:t>Tracks refunds and post-purchase quality signals</a:t>
                      </a:r>
                    </a:p>
                  </a:txBody>
                  <a:tcPr marL="65805" marR="65805" marT="32903" marB="32903" anchor="ctr">
                    <a:lnL>
                      <a:noFill/>
                    </a:lnL>
                    <a:lnR>
                      <a:noFill/>
                    </a:lnR>
                    <a:lnT>
                      <a:noFill/>
                    </a:lnT>
                    <a:lnB>
                      <a:noFill/>
                    </a:lnB>
                    <a:noFill/>
                  </a:tcPr>
                </a:tc>
                <a:extLst>
                  <a:ext uri="{0D108BD9-81ED-4DB2-BD59-A6C34878D82A}">
                    <a16:rowId xmlns:a16="http://schemas.microsoft.com/office/drawing/2014/main" val="1409148449"/>
                  </a:ext>
                </a:extLst>
              </a:tr>
              <a:tr h="428032">
                <a:tc>
                  <a:txBody>
                    <a:bodyPr/>
                    <a:lstStyle/>
                    <a:p>
                      <a:pPr>
                        <a:buNone/>
                      </a:pPr>
                      <a:r>
                        <a:rPr lang="en-IN" sz="1300"/>
                        <a:t>products</a:t>
                      </a:r>
                    </a:p>
                  </a:txBody>
                  <a:tcPr marL="65805" marR="65805" marT="32903" marB="32903" anchor="ctr">
                    <a:lnL>
                      <a:noFill/>
                    </a:lnL>
                    <a:lnR>
                      <a:noFill/>
                    </a:lnR>
                    <a:lnT>
                      <a:noFill/>
                    </a:lnT>
                    <a:lnB>
                      <a:noFill/>
                    </a:lnB>
                    <a:noFill/>
                  </a:tcPr>
                </a:tc>
                <a:tc>
                  <a:txBody>
                    <a:bodyPr/>
                    <a:lstStyle/>
                    <a:p>
                      <a:pPr>
                        <a:buNone/>
                      </a:pPr>
                      <a:r>
                        <a:rPr lang="en-IN" sz="1300"/>
                        <a:t>Master</a:t>
                      </a:r>
                    </a:p>
                  </a:txBody>
                  <a:tcPr marL="65805" marR="65805" marT="32903" marB="32903" anchor="ctr">
                    <a:lnL>
                      <a:noFill/>
                    </a:lnL>
                    <a:lnR>
                      <a:noFill/>
                    </a:lnR>
                    <a:lnT>
                      <a:noFill/>
                    </a:lnT>
                    <a:lnB>
                      <a:noFill/>
                    </a:lnB>
                    <a:noFill/>
                  </a:tcPr>
                </a:tc>
                <a:tc>
                  <a:txBody>
                    <a:bodyPr/>
                    <a:lstStyle/>
                    <a:p>
                      <a:pPr>
                        <a:buNone/>
                      </a:pPr>
                      <a:r>
                        <a:rPr lang="en-IN" sz="1300" dirty="0"/>
                        <a:t>One record per product</a:t>
                      </a:r>
                    </a:p>
                  </a:txBody>
                  <a:tcPr marL="65805" marR="65805" marT="32903" marB="32903" anchor="ctr">
                    <a:lnL>
                      <a:noFill/>
                    </a:lnL>
                    <a:lnR>
                      <a:noFill/>
                    </a:lnR>
                    <a:lnT>
                      <a:noFill/>
                    </a:lnT>
                    <a:lnB>
                      <a:noFill/>
                    </a:lnB>
                    <a:noFill/>
                  </a:tcPr>
                </a:tc>
                <a:tc>
                  <a:txBody>
                    <a:bodyPr/>
                    <a:lstStyle/>
                    <a:p>
                      <a:pPr>
                        <a:buNone/>
                      </a:pPr>
                      <a:r>
                        <a:rPr lang="en-US" sz="1300"/>
                        <a:t>Product master data including launch information</a:t>
                      </a:r>
                    </a:p>
                  </a:txBody>
                  <a:tcPr marL="65805" marR="65805" marT="32903" marB="32903" anchor="ctr">
                    <a:lnL>
                      <a:noFill/>
                    </a:lnL>
                    <a:lnR>
                      <a:noFill/>
                    </a:lnR>
                    <a:lnT>
                      <a:noFill/>
                    </a:lnT>
                    <a:lnB>
                      <a:noFill/>
                    </a:lnB>
                    <a:noFill/>
                  </a:tcPr>
                </a:tc>
                <a:extLst>
                  <a:ext uri="{0D108BD9-81ED-4DB2-BD59-A6C34878D82A}">
                    <a16:rowId xmlns:a16="http://schemas.microsoft.com/office/drawing/2014/main" val="951803946"/>
                  </a:ext>
                </a:extLst>
              </a:tr>
              <a:tr h="428032">
                <a:tc>
                  <a:txBody>
                    <a:bodyPr/>
                    <a:lstStyle/>
                    <a:p>
                      <a:pPr>
                        <a:buNone/>
                      </a:pPr>
                      <a:r>
                        <a:rPr lang="en-IN" sz="1300"/>
                        <a:t>website_sessions</a:t>
                      </a:r>
                    </a:p>
                  </a:txBody>
                  <a:tcPr marL="65805" marR="65805" marT="32903" marB="32903" anchor="ctr">
                    <a:lnL>
                      <a:noFill/>
                    </a:lnL>
                    <a:lnR>
                      <a:noFill/>
                    </a:lnR>
                    <a:lnT>
                      <a:noFill/>
                    </a:lnT>
                    <a:lnB>
                      <a:noFill/>
                    </a:lnB>
                    <a:noFill/>
                  </a:tcPr>
                </a:tc>
                <a:tc>
                  <a:txBody>
                    <a:bodyPr/>
                    <a:lstStyle/>
                    <a:p>
                      <a:pPr>
                        <a:buNone/>
                      </a:pPr>
                      <a:r>
                        <a:rPr lang="en-IN" sz="1300"/>
                        <a:t>Behavioral</a:t>
                      </a:r>
                    </a:p>
                  </a:txBody>
                  <a:tcPr marL="65805" marR="65805" marT="32903" marB="32903" anchor="ctr">
                    <a:lnL>
                      <a:noFill/>
                    </a:lnL>
                    <a:lnR>
                      <a:noFill/>
                    </a:lnR>
                    <a:lnT>
                      <a:noFill/>
                    </a:lnT>
                    <a:lnB>
                      <a:noFill/>
                    </a:lnB>
                    <a:noFill/>
                  </a:tcPr>
                </a:tc>
                <a:tc>
                  <a:txBody>
                    <a:bodyPr/>
                    <a:lstStyle/>
                    <a:p>
                      <a:pPr>
                        <a:buNone/>
                      </a:pPr>
                      <a:r>
                        <a:rPr lang="en-IN" sz="1300" dirty="0"/>
                        <a:t>One record per session</a:t>
                      </a:r>
                    </a:p>
                  </a:txBody>
                  <a:tcPr marL="65805" marR="65805" marT="32903" marB="32903" anchor="ctr">
                    <a:lnL>
                      <a:noFill/>
                    </a:lnL>
                    <a:lnR>
                      <a:noFill/>
                    </a:lnR>
                    <a:lnT>
                      <a:noFill/>
                    </a:lnT>
                    <a:lnB>
                      <a:noFill/>
                    </a:lnB>
                    <a:noFill/>
                  </a:tcPr>
                </a:tc>
                <a:tc>
                  <a:txBody>
                    <a:bodyPr/>
                    <a:lstStyle/>
                    <a:p>
                      <a:pPr>
                        <a:buNone/>
                      </a:pPr>
                      <a:r>
                        <a:rPr lang="en-IN" sz="1300"/>
                        <a:t>Tracks website visits, acquisition source, and session attributes</a:t>
                      </a:r>
                    </a:p>
                  </a:txBody>
                  <a:tcPr marL="65805" marR="65805" marT="32903" marB="32903" anchor="ctr">
                    <a:lnL>
                      <a:noFill/>
                    </a:lnL>
                    <a:lnR>
                      <a:noFill/>
                    </a:lnR>
                    <a:lnT>
                      <a:noFill/>
                    </a:lnT>
                    <a:lnB>
                      <a:noFill/>
                    </a:lnB>
                    <a:noFill/>
                  </a:tcPr>
                </a:tc>
                <a:extLst>
                  <a:ext uri="{0D108BD9-81ED-4DB2-BD59-A6C34878D82A}">
                    <a16:rowId xmlns:a16="http://schemas.microsoft.com/office/drawing/2014/main" val="1813946310"/>
                  </a:ext>
                </a:extLst>
              </a:tr>
              <a:tr h="428032">
                <a:tc>
                  <a:txBody>
                    <a:bodyPr/>
                    <a:lstStyle/>
                    <a:p>
                      <a:pPr>
                        <a:buNone/>
                      </a:pPr>
                      <a:r>
                        <a:rPr lang="en-IN" sz="1300"/>
                        <a:t>website_pageviews</a:t>
                      </a:r>
                    </a:p>
                  </a:txBody>
                  <a:tcPr marL="65805" marR="65805" marT="32903" marB="32903" anchor="ctr">
                    <a:lnL>
                      <a:noFill/>
                    </a:lnL>
                    <a:lnR>
                      <a:noFill/>
                    </a:lnR>
                    <a:lnT>
                      <a:noFill/>
                    </a:lnT>
                    <a:lnB>
                      <a:noFill/>
                    </a:lnB>
                    <a:noFill/>
                  </a:tcPr>
                </a:tc>
                <a:tc>
                  <a:txBody>
                    <a:bodyPr/>
                    <a:lstStyle/>
                    <a:p>
                      <a:pPr>
                        <a:buNone/>
                      </a:pPr>
                      <a:r>
                        <a:rPr lang="en-IN" sz="1300"/>
                        <a:t>Behavioral</a:t>
                      </a:r>
                    </a:p>
                  </a:txBody>
                  <a:tcPr marL="65805" marR="65805" marT="32903" marB="32903" anchor="ctr">
                    <a:lnL>
                      <a:noFill/>
                    </a:lnL>
                    <a:lnR>
                      <a:noFill/>
                    </a:lnR>
                    <a:lnT>
                      <a:noFill/>
                    </a:lnT>
                    <a:lnB>
                      <a:noFill/>
                    </a:lnB>
                    <a:noFill/>
                  </a:tcPr>
                </a:tc>
                <a:tc>
                  <a:txBody>
                    <a:bodyPr/>
                    <a:lstStyle/>
                    <a:p>
                      <a:pPr>
                        <a:buNone/>
                      </a:pPr>
                      <a:r>
                        <a:rPr lang="en-IN" sz="1300" dirty="0"/>
                        <a:t>One record per pageview</a:t>
                      </a:r>
                    </a:p>
                  </a:txBody>
                  <a:tcPr marL="65805" marR="65805" marT="32903" marB="32903" anchor="ctr">
                    <a:lnL>
                      <a:noFill/>
                    </a:lnL>
                    <a:lnR>
                      <a:noFill/>
                    </a:lnR>
                    <a:lnT>
                      <a:noFill/>
                    </a:lnT>
                    <a:lnB>
                      <a:noFill/>
                    </a:lnB>
                    <a:noFill/>
                  </a:tcPr>
                </a:tc>
                <a:tc>
                  <a:txBody>
                    <a:bodyPr/>
                    <a:lstStyle/>
                    <a:p>
                      <a:pPr>
                        <a:buNone/>
                      </a:pPr>
                      <a:r>
                        <a:rPr lang="en-US" sz="1300" dirty="0"/>
                        <a:t>Captures user navigation and clickstream behavior</a:t>
                      </a:r>
                    </a:p>
                  </a:txBody>
                  <a:tcPr marL="65805" marR="65805" marT="32903" marB="32903" anchor="ctr">
                    <a:lnL>
                      <a:noFill/>
                    </a:lnL>
                    <a:lnR>
                      <a:noFill/>
                    </a:lnR>
                    <a:lnT>
                      <a:noFill/>
                    </a:lnT>
                    <a:lnB>
                      <a:noFill/>
                    </a:lnB>
                    <a:noFill/>
                  </a:tcPr>
                </a:tc>
                <a:extLst>
                  <a:ext uri="{0D108BD9-81ED-4DB2-BD59-A6C34878D82A}">
                    <a16:rowId xmlns:a16="http://schemas.microsoft.com/office/drawing/2014/main" val="3688674327"/>
                  </a:ext>
                </a:extLst>
              </a:tr>
            </a:tbl>
          </a:graphicData>
        </a:graphic>
      </p:graphicFrame>
    </p:spTree>
    <p:extLst>
      <p:ext uri="{BB962C8B-B14F-4D97-AF65-F5344CB8AC3E}">
        <p14:creationId xmlns:p14="http://schemas.microsoft.com/office/powerpoint/2010/main" val="27084974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D96A71D-757C-D64A-80BB-C4F45692A54F}"/>
              </a:ext>
            </a:extLst>
          </p:cNvPr>
          <p:cNvSpPr txBox="1"/>
          <p:nvPr/>
        </p:nvSpPr>
        <p:spPr>
          <a:xfrm>
            <a:off x="550606" y="211619"/>
            <a:ext cx="10568660"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ym typeface="Arial"/>
              </a:rPr>
              <a:t>Data Dictionary(2/8)</a:t>
            </a:r>
            <a:endParaRPr lang="en-IN" dirty="0">
              <a:sym typeface="Arial"/>
            </a:endParaRPr>
          </a:p>
        </p:txBody>
      </p:sp>
      <p:sp>
        <p:nvSpPr>
          <p:cNvPr id="7" name="Rectangle: Rounded Corners 6">
            <a:extLst>
              <a:ext uri="{FF2B5EF4-FFF2-40B4-BE49-F238E27FC236}">
                <a16:creationId xmlns:a16="http://schemas.microsoft.com/office/drawing/2014/main" id="{8A6485AB-3816-24F0-A384-0582CADCCC26}"/>
              </a:ext>
            </a:extLst>
          </p:cNvPr>
          <p:cNvSpPr/>
          <p:nvPr/>
        </p:nvSpPr>
        <p:spPr>
          <a:xfrm>
            <a:off x="550606" y="1229032"/>
            <a:ext cx="10568660" cy="408038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dirty="0">
                <a:solidFill>
                  <a:schemeClr val="tx1">
                    <a:lumMod val="95000"/>
                    <a:lumOff val="5000"/>
                  </a:schemeClr>
                </a:solidFill>
              </a:rPr>
              <a:t>Primary &amp; Foreign Key Relationships</a:t>
            </a:r>
          </a:p>
          <a:p>
            <a:endParaRPr lang="en-IN" b="1" dirty="0">
              <a:solidFill>
                <a:schemeClr val="tx1">
                  <a:lumMod val="95000"/>
                  <a:lumOff val="5000"/>
                </a:schemeClr>
              </a:solidFill>
            </a:endParaRPr>
          </a:p>
          <a:p>
            <a:pPr marL="285750" indent="-285750">
              <a:buFont typeface="Arial" panose="020B0604020202020204" pitchFamily="34" charset="0"/>
              <a:buChar char="•"/>
            </a:pPr>
            <a:r>
              <a:rPr lang="en-IN" b="1" dirty="0" err="1">
                <a:solidFill>
                  <a:schemeClr val="tx1">
                    <a:lumMod val="95000"/>
                    <a:lumOff val="5000"/>
                  </a:schemeClr>
                </a:solidFill>
              </a:rPr>
              <a:t>orders.order_id</a:t>
            </a:r>
            <a:r>
              <a:rPr lang="en-IN" dirty="0">
                <a:solidFill>
                  <a:schemeClr val="tx1">
                    <a:lumMod val="95000"/>
                    <a:lumOff val="5000"/>
                  </a:schemeClr>
                </a:solidFill>
              </a:rPr>
              <a:t> → Primary key for order-level analysis</a:t>
            </a:r>
          </a:p>
          <a:p>
            <a:pPr marL="285750" indent="-285750">
              <a:buFont typeface="Arial" panose="020B0604020202020204" pitchFamily="34" charset="0"/>
              <a:buChar char="•"/>
            </a:pPr>
            <a:r>
              <a:rPr lang="en-IN" b="1" dirty="0" err="1">
                <a:solidFill>
                  <a:schemeClr val="tx1">
                    <a:lumMod val="95000"/>
                    <a:lumOff val="5000"/>
                  </a:schemeClr>
                </a:solidFill>
              </a:rPr>
              <a:t>order_items.order_id</a:t>
            </a:r>
            <a:r>
              <a:rPr lang="en-IN" dirty="0">
                <a:solidFill>
                  <a:schemeClr val="tx1">
                    <a:lumMod val="95000"/>
                    <a:lumOff val="5000"/>
                  </a:schemeClr>
                </a:solidFill>
              </a:rPr>
              <a:t> → Foreign key linking items to orders</a:t>
            </a:r>
          </a:p>
          <a:p>
            <a:pPr marL="285750" indent="-285750">
              <a:buFont typeface="Arial" panose="020B0604020202020204" pitchFamily="34" charset="0"/>
              <a:buChar char="•"/>
            </a:pPr>
            <a:r>
              <a:rPr lang="en-IN" b="1" dirty="0" err="1">
                <a:solidFill>
                  <a:schemeClr val="tx1">
                    <a:lumMod val="95000"/>
                    <a:lumOff val="5000"/>
                  </a:schemeClr>
                </a:solidFill>
              </a:rPr>
              <a:t>order_item_refunds.order_item_id</a:t>
            </a:r>
            <a:r>
              <a:rPr lang="en-IN" dirty="0">
                <a:solidFill>
                  <a:schemeClr val="tx1">
                    <a:lumMod val="95000"/>
                    <a:lumOff val="5000"/>
                  </a:schemeClr>
                </a:solidFill>
              </a:rPr>
              <a:t> → Foreign key linking refunds to order items</a:t>
            </a:r>
          </a:p>
          <a:p>
            <a:pPr marL="285750" indent="-285750">
              <a:buFont typeface="Arial" panose="020B0604020202020204" pitchFamily="34" charset="0"/>
              <a:buChar char="•"/>
            </a:pPr>
            <a:r>
              <a:rPr lang="en-IN" b="1" dirty="0" err="1">
                <a:solidFill>
                  <a:schemeClr val="tx1">
                    <a:lumMod val="95000"/>
                    <a:lumOff val="5000"/>
                  </a:schemeClr>
                </a:solidFill>
              </a:rPr>
              <a:t>products.product_id</a:t>
            </a:r>
            <a:r>
              <a:rPr lang="en-IN" dirty="0">
                <a:solidFill>
                  <a:schemeClr val="tx1">
                    <a:lumMod val="95000"/>
                    <a:lumOff val="5000"/>
                  </a:schemeClr>
                </a:solidFill>
              </a:rPr>
              <a:t> → Foreign key in </a:t>
            </a:r>
            <a:r>
              <a:rPr lang="en-IN" dirty="0" err="1">
                <a:solidFill>
                  <a:schemeClr val="tx1">
                    <a:lumMod val="95000"/>
                    <a:lumOff val="5000"/>
                  </a:schemeClr>
                </a:solidFill>
              </a:rPr>
              <a:t>order_items</a:t>
            </a:r>
            <a:endParaRPr lang="en-IN" dirty="0">
              <a:solidFill>
                <a:schemeClr val="tx1">
                  <a:lumMod val="95000"/>
                  <a:lumOff val="5000"/>
                </a:schemeClr>
              </a:solidFill>
            </a:endParaRPr>
          </a:p>
          <a:p>
            <a:pPr marL="285750" indent="-285750">
              <a:buFont typeface="Arial" panose="020B0604020202020204" pitchFamily="34" charset="0"/>
              <a:buChar char="•"/>
            </a:pPr>
            <a:r>
              <a:rPr lang="en-IN" b="1" dirty="0" err="1">
                <a:solidFill>
                  <a:schemeClr val="tx1">
                    <a:lumMod val="95000"/>
                    <a:lumOff val="5000"/>
                  </a:schemeClr>
                </a:solidFill>
              </a:rPr>
              <a:t>website_sessions.website_session_id</a:t>
            </a:r>
            <a:r>
              <a:rPr lang="en-IN" dirty="0">
                <a:solidFill>
                  <a:schemeClr val="tx1">
                    <a:lumMod val="95000"/>
                    <a:lumOff val="5000"/>
                  </a:schemeClr>
                </a:solidFill>
              </a:rPr>
              <a:t> → Primary key for session analysis</a:t>
            </a:r>
          </a:p>
          <a:p>
            <a:pPr marL="285750" indent="-285750">
              <a:buFont typeface="Arial" panose="020B0604020202020204" pitchFamily="34" charset="0"/>
              <a:buChar char="•"/>
            </a:pPr>
            <a:r>
              <a:rPr lang="en-IN" b="1" dirty="0" err="1">
                <a:solidFill>
                  <a:schemeClr val="tx1">
                    <a:lumMod val="95000"/>
                    <a:lumOff val="5000"/>
                  </a:schemeClr>
                </a:solidFill>
              </a:rPr>
              <a:t>orders.website_session_id</a:t>
            </a:r>
            <a:r>
              <a:rPr lang="en-IN" dirty="0">
                <a:solidFill>
                  <a:schemeClr val="tx1">
                    <a:lumMod val="95000"/>
                    <a:lumOff val="5000"/>
                  </a:schemeClr>
                </a:solidFill>
              </a:rPr>
              <a:t> → Links sessions to conversions</a:t>
            </a:r>
          </a:p>
          <a:p>
            <a:pPr marL="285750" indent="-285750">
              <a:buFont typeface="Arial" panose="020B0604020202020204" pitchFamily="34" charset="0"/>
              <a:buChar char="•"/>
            </a:pPr>
            <a:r>
              <a:rPr lang="en-IN" b="1" dirty="0" err="1">
                <a:solidFill>
                  <a:schemeClr val="tx1">
                    <a:lumMod val="95000"/>
                    <a:lumOff val="5000"/>
                  </a:schemeClr>
                </a:solidFill>
              </a:rPr>
              <a:t>website_pageviews.website_session_id</a:t>
            </a:r>
            <a:r>
              <a:rPr lang="en-IN" dirty="0">
                <a:solidFill>
                  <a:schemeClr val="tx1">
                    <a:lumMod val="95000"/>
                    <a:lumOff val="5000"/>
                  </a:schemeClr>
                </a:solidFill>
              </a:rPr>
              <a:t> → Links pageviews to sessions</a:t>
            </a:r>
          </a:p>
          <a:p>
            <a:endParaRPr lang="en-IN" dirty="0">
              <a:solidFill>
                <a:schemeClr val="tx1">
                  <a:lumMod val="95000"/>
                  <a:lumOff val="5000"/>
                </a:schemeClr>
              </a:solidFill>
            </a:endParaRPr>
          </a:p>
          <a:p>
            <a:r>
              <a:rPr lang="en-IN" dirty="0">
                <a:solidFill>
                  <a:schemeClr val="tx1">
                    <a:lumMod val="95000"/>
                    <a:lumOff val="5000"/>
                  </a:schemeClr>
                </a:solidFill>
              </a:rPr>
              <a:t>These relationships enable creation of integrated analytical views such as Order_360, Product_360, Customer_360, Website_360, and Channel_360 tables.</a:t>
            </a:r>
          </a:p>
        </p:txBody>
      </p:sp>
    </p:spTree>
    <p:extLst>
      <p:ext uri="{BB962C8B-B14F-4D97-AF65-F5344CB8AC3E}">
        <p14:creationId xmlns:p14="http://schemas.microsoft.com/office/powerpoint/2010/main" val="8714463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9865DF-23A4-3400-2F63-8F47035282FF}"/>
              </a:ext>
            </a:extLst>
          </p:cNvPr>
          <p:cNvSpPr txBox="1"/>
          <p:nvPr/>
        </p:nvSpPr>
        <p:spPr>
          <a:xfrm>
            <a:off x="550606" y="211619"/>
            <a:ext cx="10568660"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ym typeface="Arial"/>
              </a:rPr>
              <a:t>Data Dictionary(3/8)</a:t>
            </a:r>
            <a:endParaRPr lang="en-IN" dirty="0">
              <a:sym typeface="Arial"/>
            </a:endParaRPr>
          </a:p>
        </p:txBody>
      </p:sp>
      <p:sp>
        <p:nvSpPr>
          <p:cNvPr id="3" name="TextBox 2">
            <a:extLst>
              <a:ext uri="{FF2B5EF4-FFF2-40B4-BE49-F238E27FC236}">
                <a16:creationId xmlns:a16="http://schemas.microsoft.com/office/drawing/2014/main" id="{8E92176F-FA5E-F839-1FEA-532A97AC24DE}"/>
              </a:ext>
            </a:extLst>
          </p:cNvPr>
          <p:cNvSpPr txBox="1"/>
          <p:nvPr/>
        </p:nvSpPr>
        <p:spPr>
          <a:xfrm>
            <a:off x="550606" y="1012723"/>
            <a:ext cx="10568660" cy="369332"/>
          </a:xfrm>
          <a:prstGeom prst="rect">
            <a:avLst/>
          </a:prstGeom>
          <a:noFill/>
        </p:spPr>
        <p:txBody>
          <a:bodyPr wrap="square" rtlCol="0">
            <a:spAutoFit/>
          </a:bodyPr>
          <a:lstStyle/>
          <a:p>
            <a:r>
              <a:rPr lang="en-US" b="1" dirty="0">
                <a:solidFill>
                  <a:schemeClr val="tx1">
                    <a:lumMod val="95000"/>
                    <a:lumOff val="5000"/>
                  </a:schemeClr>
                </a:solidFill>
              </a:rPr>
              <a:t>1. Orders Table: </a:t>
            </a:r>
            <a:r>
              <a:rPr lang="en-US" dirty="0"/>
              <a:t>Captures order-level transaction and profitability information</a:t>
            </a:r>
            <a:endParaRPr lang="en-IN" b="1" dirty="0">
              <a:solidFill>
                <a:schemeClr val="tx1">
                  <a:lumMod val="95000"/>
                  <a:lumOff val="5000"/>
                </a:schemeClr>
              </a:solidFill>
            </a:endParaRPr>
          </a:p>
        </p:txBody>
      </p:sp>
      <p:graphicFrame>
        <p:nvGraphicFramePr>
          <p:cNvPr id="5" name="Table 4">
            <a:extLst>
              <a:ext uri="{FF2B5EF4-FFF2-40B4-BE49-F238E27FC236}">
                <a16:creationId xmlns:a16="http://schemas.microsoft.com/office/drawing/2014/main" id="{8F913066-4C5F-B3C4-EB5C-8FF59CC7A027}"/>
              </a:ext>
            </a:extLst>
          </p:cNvPr>
          <p:cNvGraphicFramePr>
            <a:graphicFrameLocks noGrp="1"/>
          </p:cNvGraphicFramePr>
          <p:nvPr/>
        </p:nvGraphicFramePr>
        <p:xfrm>
          <a:off x="550606" y="1525911"/>
          <a:ext cx="11248104" cy="4414520"/>
        </p:xfrm>
        <a:graphic>
          <a:graphicData uri="http://schemas.openxmlformats.org/drawingml/2006/table">
            <a:tbl>
              <a:tblPr firstRow="1" bandRow="1">
                <a:tableStyleId>{5C22544A-7EE6-4342-B048-85BDC9FD1C3A}</a:tableStyleId>
              </a:tblPr>
              <a:tblGrid>
                <a:gridCol w="3749368">
                  <a:extLst>
                    <a:ext uri="{9D8B030D-6E8A-4147-A177-3AD203B41FA5}">
                      <a16:colId xmlns:a16="http://schemas.microsoft.com/office/drawing/2014/main" val="3123110877"/>
                    </a:ext>
                  </a:extLst>
                </a:gridCol>
                <a:gridCol w="3749368">
                  <a:extLst>
                    <a:ext uri="{9D8B030D-6E8A-4147-A177-3AD203B41FA5}">
                      <a16:colId xmlns:a16="http://schemas.microsoft.com/office/drawing/2014/main" val="3257974845"/>
                    </a:ext>
                  </a:extLst>
                </a:gridCol>
                <a:gridCol w="3749368">
                  <a:extLst>
                    <a:ext uri="{9D8B030D-6E8A-4147-A177-3AD203B41FA5}">
                      <a16:colId xmlns:a16="http://schemas.microsoft.com/office/drawing/2014/main" val="1658470014"/>
                    </a:ext>
                  </a:extLst>
                </a:gridCol>
              </a:tblGrid>
              <a:tr h="370840">
                <a:tc>
                  <a:txBody>
                    <a:bodyPr/>
                    <a:lstStyle/>
                    <a:p>
                      <a:pPr algn="ctr">
                        <a:buNone/>
                      </a:pPr>
                      <a:r>
                        <a:rPr lang="en-IN" sz="1800" dirty="0">
                          <a:solidFill>
                            <a:schemeClr val="tx1">
                              <a:lumMod val="95000"/>
                              <a:lumOff val="5000"/>
                            </a:schemeClr>
                          </a:solidFill>
                        </a:rPr>
                        <a:t>Column Name</a:t>
                      </a:r>
                    </a:p>
                  </a:txBody>
                  <a:tcPr anchor="ctr"/>
                </a:tc>
                <a:tc>
                  <a:txBody>
                    <a:bodyPr/>
                    <a:lstStyle/>
                    <a:p>
                      <a:pPr algn="ctr">
                        <a:buNone/>
                      </a:pPr>
                      <a:r>
                        <a:rPr lang="en-IN" sz="1800">
                          <a:solidFill>
                            <a:schemeClr val="tx1">
                              <a:lumMod val="95000"/>
                              <a:lumOff val="5000"/>
                            </a:schemeClr>
                          </a:solidFill>
                        </a:rPr>
                        <a:t>Meaning</a:t>
                      </a:r>
                    </a:p>
                  </a:txBody>
                  <a:tcPr anchor="ctr"/>
                </a:tc>
                <a:tc>
                  <a:txBody>
                    <a:bodyPr/>
                    <a:lstStyle/>
                    <a:p>
                      <a:pPr algn="ctr">
                        <a:buNone/>
                      </a:pPr>
                      <a:r>
                        <a:rPr lang="en-IN" sz="1800" dirty="0">
                          <a:solidFill>
                            <a:schemeClr val="tx1">
                              <a:lumMod val="95000"/>
                              <a:lumOff val="5000"/>
                            </a:schemeClr>
                          </a:solidFill>
                        </a:rPr>
                        <a:t>Analytical Use</a:t>
                      </a:r>
                    </a:p>
                  </a:txBody>
                  <a:tcPr anchor="ctr"/>
                </a:tc>
                <a:extLst>
                  <a:ext uri="{0D108BD9-81ED-4DB2-BD59-A6C34878D82A}">
                    <a16:rowId xmlns:a16="http://schemas.microsoft.com/office/drawing/2014/main" val="3015099224"/>
                  </a:ext>
                </a:extLst>
              </a:tr>
              <a:tr h="370840">
                <a:tc>
                  <a:txBody>
                    <a:bodyPr/>
                    <a:lstStyle/>
                    <a:p>
                      <a:pPr algn="ctr">
                        <a:buNone/>
                      </a:pPr>
                      <a:r>
                        <a:rPr lang="en-IN" sz="1800"/>
                        <a:t>order_id</a:t>
                      </a:r>
                    </a:p>
                  </a:txBody>
                  <a:tcPr anchor="ctr"/>
                </a:tc>
                <a:tc>
                  <a:txBody>
                    <a:bodyPr/>
                    <a:lstStyle/>
                    <a:p>
                      <a:pPr algn="ctr">
                        <a:buNone/>
                      </a:pPr>
                      <a:r>
                        <a:rPr lang="en-US" sz="1800"/>
                        <a:t>Unique identifier for each order</a:t>
                      </a:r>
                    </a:p>
                  </a:txBody>
                  <a:tcPr anchor="ctr"/>
                </a:tc>
                <a:tc>
                  <a:txBody>
                    <a:bodyPr/>
                    <a:lstStyle/>
                    <a:p>
                      <a:pPr algn="ctr">
                        <a:buNone/>
                      </a:pPr>
                      <a:r>
                        <a:rPr lang="en-US" sz="1800"/>
                        <a:t>Primary key; joins with order_items and refunds</a:t>
                      </a:r>
                    </a:p>
                  </a:txBody>
                  <a:tcPr anchor="ctr"/>
                </a:tc>
                <a:extLst>
                  <a:ext uri="{0D108BD9-81ED-4DB2-BD59-A6C34878D82A}">
                    <a16:rowId xmlns:a16="http://schemas.microsoft.com/office/drawing/2014/main" val="1093544118"/>
                  </a:ext>
                </a:extLst>
              </a:tr>
              <a:tr h="370840">
                <a:tc>
                  <a:txBody>
                    <a:bodyPr/>
                    <a:lstStyle/>
                    <a:p>
                      <a:pPr algn="ctr">
                        <a:buNone/>
                      </a:pPr>
                      <a:r>
                        <a:rPr lang="en-IN" sz="1800"/>
                        <a:t>created_at</a:t>
                      </a:r>
                    </a:p>
                  </a:txBody>
                  <a:tcPr anchor="ctr"/>
                </a:tc>
                <a:tc>
                  <a:txBody>
                    <a:bodyPr/>
                    <a:lstStyle/>
                    <a:p>
                      <a:pPr algn="ctr">
                        <a:buNone/>
                      </a:pPr>
                      <a:r>
                        <a:rPr lang="en-US" sz="1800"/>
                        <a:t>Timestamp when order was placed</a:t>
                      </a:r>
                    </a:p>
                  </a:txBody>
                  <a:tcPr anchor="ctr"/>
                </a:tc>
                <a:tc>
                  <a:txBody>
                    <a:bodyPr/>
                    <a:lstStyle/>
                    <a:p>
                      <a:pPr algn="ctr">
                        <a:buNone/>
                      </a:pPr>
                      <a:r>
                        <a:rPr lang="en-IN" sz="1800"/>
                        <a:t>Time-series analysis, seasonality</a:t>
                      </a:r>
                    </a:p>
                  </a:txBody>
                  <a:tcPr anchor="ctr"/>
                </a:tc>
                <a:extLst>
                  <a:ext uri="{0D108BD9-81ED-4DB2-BD59-A6C34878D82A}">
                    <a16:rowId xmlns:a16="http://schemas.microsoft.com/office/drawing/2014/main" val="1474741014"/>
                  </a:ext>
                </a:extLst>
              </a:tr>
              <a:tr h="370840">
                <a:tc>
                  <a:txBody>
                    <a:bodyPr/>
                    <a:lstStyle/>
                    <a:p>
                      <a:pPr algn="ctr">
                        <a:buNone/>
                      </a:pPr>
                      <a:r>
                        <a:rPr lang="en-IN" sz="1800"/>
                        <a:t>website_session_id</a:t>
                      </a:r>
                    </a:p>
                  </a:txBody>
                  <a:tcPr anchor="ctr"/>
                </a:tc>
                <a:tc>
                  <a:txBody>
                    <a:bodyPr/>
                    <a:lstStyle/>
                    <a:p>
                      <a:pPr algn="ctr">
                        <a:buNone/>
                      </a:pPr>
                      <a:r>
                        <a:rPr lang="en-US" sz="1800"/>
                        <a:t>Session that led to the order</a:t>
                      </a:r>
                    </a:p>
                  </a:txBody>
                  <a:tcPr anchor="ctr"/>
                </a:tc>
                <a:tc>
                  <a:txBody>
                    <a:bodyPr/>
                    <a:lstStyle/>
                    <a:p>
                      <a:pPr algn="ctr">
                        <a:buNone/>
                      </a:pPr>
                      <a:r>
                        <a:rPr lang="en-IN" sz="1800"/>
                        <a:t>Session-to-order conversion analysis</a:t>
                      </a:r>
                    </a:p>
                  </a:txBody>
                  <a:tcPr anchor="ctr"/>
                </a:tc>
                <a:extLst>
                  <a:ext uri="{0D108BD9-81ED-4DB2-BD59-A6C34878D82A}">
                    <a16:rowId xmlns:a16="http://schemas.microsoft.com/office/drawing/2014/main" val="3019361871"/>
                  </a:ext>
                </a:extLst>
              </a:tr>
              <a:tr h="370840">
                <a:tc>
                  <a:txBody>
                    <a:bodyPr/>
                    <a:lstStyle/>
                    <a:p>
                      <a:pPr algn="ctr">
                        <a:buNone/>
                      </a:pPr>
                      <a:r>
                        <a:rPr lang="en-IN" sz="1800"/>
                        <a:t>user_id</a:t>
                      </a:r>
                    </a:p>
                  </a:txBody>
                  <a:tcPr anchor="ctr"/>
                </a:tc>
                <a:tc>
                  <a:txBody>
                    <a:bodyPr/>
                    <a:lstStyle/>
                    <a:p>
                      <a:pPr algn="ctr">
                        <a:buNone/>
                      </a:pPr>
                      <a:r>
                        <a:rPr lang="en-IN" sz="1800"/>
                        <a:t>Unique customer identifier</a:t>
                      </a:r>
                    </a:p>
                  </a:txBody>
                  <a:tcPr anchor="ctr"/>
                </a:tc>
                <a:tc>
                  <a:txBody>
                    <a:bodyPr/>
                    <a:lstStyle/>
                    <a:p>
                      <a:pPr algn="ctr">
                        <a:buNone/>
                      </a:pPr>
                      <a:r>
                        <a:rPr lang="en-IN" sz="1800" dirty="0"/>
                        <a:t>Customer-level aggregation, repeat </a:t>
                      </a:r>
                      <a:r>
                        <a:rPr lang="en-IN" sz="1800" dirty="0" err="1"/>
                        <a:t>behavior</a:t>
                      </a:r>
                      <a:endParaRPr lang="en-IN" sz="1800" dirty="0"/>
                    </a:p>
                  </a:txBody>
                  <a:tcPr anchor="ctr"/>
                </a:tc>
                <a:extLst>
                  <a:ext uri="{0D108BD9-81ED-4DB2-BD59-A6C34878D82A}">
                    <a16:rowId xmlns:a16="http://schemas.microsoft.com/office/drawing/2014/main" val="1494325544"/>
                  </a:ext>
                </a:extLst>
              </a:tr>
              <a:tr h="370840">
                <a:tc>
                  <a:txBody>
                    <a:bodyPr/>
                    <a:lstStyle/>
                    <a:p>
                      <a:pPr algn="ctr">
                        <a:buNone/>
                      </a:pPr>
                      <a:r>
                        <a:rPr lang="en-IN" sz="1800"/>
                        <a:t>primary_product_id</a:t>
                      </a:r>
                    </a:p>
                  </a:txBody>
                  <a:tcPr anchor="ctr"/>
                </a:tc>
                <a:tc>
                  <a:txBody>
                    <a:bodyPr/>
                    <a:lstStyle/>
                    <a:p>
                      <a:pPr algn="ctr">
                        <a:buNone/>
                      </a:pPr>
                      <a:r>
                        <a:rPr lang="en-US" sz="1800"/>
                        <a:t>Main product purchased in the order</a:t>
                      </a:r>
                    </a:p>
                  </a:txBody>
                  <a:tcPr anchor="ctr"/>
                </a:tc>
                <a:tc>
                  <a:txBody>
                    <a:bodyPr/>
                    <a:lstStyle/>
                    <a:p>
                      <a:pPr algn="ctr">
                        <a:buNone/>
                      </a:pPr>
                      <a:r>
                        <a:rPr lang="en-IN" sz="1800"/>
                        <a:t>Entry product analysis</a:t>
                      </a:r>
                    </a:p>
                  </a:txBody>
                  <a:tcPr anchor="ctr"/>
                </a:tc>
                <a:extLst>
                  <a:ext uri="{0D108BD9-81ED-4DB2-BD59-A6C34878D82A}">
                    <a16:rowId xmlns:a16="http://schemas.microsoft.com/office/drawing/2014/main" val="1467448705"/>
                  </a:ext>
                </a:extLst>
              </a:tr>
              <a:tr h="370840">
                <a:tc>
                  <a:txBody>
                    <a:bodyPr/>
                    <a:lstStyle/>
                    <a:p>
                      <a:pPr algn="ctr">
                        <a:buNone/>
                      </a:pPr>
                      <a:r>
                        <a:rPr lang="en-IN" sz="1800"/>
                        <a:t>items_purchased</a:t>
                      </a:r>
                    </a:p>
                  </a:txBody>
                  <a:tcPr anchor="ctr"/>
                </a:tc>
                <a:tc>
                  <a:txBody>
                    <a:bodyPr/>
                    <a:lstStyle/>
                    <a:p>
                      <a:pPr algn="ctr">
                        <a:buNone/>
                      </a:pPr>
                      <a:r>
                        <a:rPr lang="en-US" sz="1800"/>
                        <a:t>Total number of items in the order</a:t>
                      </a:r>
                    </a:p>
                  </a:txBody>
                  <a:tcPr anchor="ctr"/>
                </a:tc>
                <a:tc>
                  <a:txBody>
                    <a:bodyPr/>
                    <a:lstStyle/>
                    <a:p>
                      <a:pPr algn="ctr">
                        <a:buNone/>
                      </a:pPr>
                      <a:r>
                        <a:rPr lang="en-US" sz="1800"/>
                        <a:t>Cross-sell and basket size analysis</a:t>
                      </a:r>
                    </a:p>
                  </a:txBody>
                  <a:tcPr anchor="ctr"/>
                </a:tc>
                <a:extLst>
                  <a:ext uri="{0D108BD9-81ED-4DB2-BD59-A6C34878D82A}">
                    <a16:rowId xmlns:a16="http://schemas.microsoft.com/office/drawing/2014/main" val="2772269568"/>
                  </a:ext>
                </a:extLst>
              </a:tr>
              <a:tr h="370840">
                <a:tc>
                  <a:txBody>
                    <a:bodyPr/>
                    <a:lstStyle/>
                    <a:p>
                      <a:pPr algn="ctr">
                        <a:buNone/>
                      </a:pPr>
                      <a:r>
                        <a:rPr lang="en-IN" sz="1800"/>
                        <a:t>price_usd</a:t>
                      </a:r>
                    </a:p>
                  </a:txBody>
                  <a:tcPr anchor="ctr"/>
                </a:tc>
                <a:tc>
                  <a:txBody>
                    <a:bodyPr/>
                    <a:lstStyle/>
                    <a:p>
                      <a:pPr algn="ctr">
                        <a:buNone/>
                      </a:pPr>
                      <a:r>
                        <a:rPr lang="en-IN" sz="1800"/>
                        <a:t>Total order revenue</a:t>
                      </a:r>
                    </a:p>
                  </a:txBody>
                  <a:tcPr anchor="ctr"/>
                </a:tc>
                <a:tc>
                  <a:txBody>
                    <a:bodyPr/>
                    <a:lstStyle/>
                    <a:p>
                      <a:pPr algn="ctr">
                        <a:buNone/>
                      </a:pPr>
                      <a:r>
                        <a:rPr lang="en-IN" sz="1800"/>
                        <a:t>Revenue, AOV, growth analysis</a:t>
                      </a:r>
                    </a:p>
                  </a:txBody>
                  <a:tcPr anchor="ctr"/>
                </a:tc>
                <a:extLst>
                  <a:ext uri="{0D108BD9-81ED-4DB2-BD59-A6C34878D82A}">
                    <a16:rowId xmlns:a16="http://schemas.microsoft.com/office/drawing/2014/main" val="406191954"/>
                  </a:ext>
                </a:extLst>
              </a:tr>
              <a:tr h="370840">
                <a:tc>
                  <a:txBody>
                    <a:bodyPr/>
                    <a:lstStyle/>
                    <a:p>
                      <a:pPr algn="ctr">
                        <a:buNone/>
                      </a:pPr>
                      <a:r>
                        <a:rPr lang="en-IN" sz="1800"/>
                        <a:t>cogs_usd</a:t>
                      </a:r>
                    </a:p>
                  </a:txBody>
                  <a:tcPr anchor="ctr"/>
                </a:tc>
                <a:tc>
                  <a:txBody>
                    <a:bodyPr/>
                    <a:lstStyle/>
                    <a:p>
                      <a:pPr algn="ctr">
                        <a:buNone/>
                      </a:pPr>
                      <a:r>
                        <a:rPr lang="en-US" sz="1800"/>
                        <a:t>Cost of goods sold for the order</a:t>
                      </a:r>
                    </a:p>
                  </a:txBody>
                  <a:tcPr anchor="ctr"/>
                </a:tc>
                <a:tc>
                  <a:txBody>
                    <a:bodyPr/>
                    <a:lstStyle/>
                    <a:p>
                      <a:pPr algn="ctr">
                        <a:buNone/>
                      </a:pPr>
                      <a:r>
                        <a:rPr lang="en-IN" sz="1800" dirty="0"/>
                        <a:t>Profit and margin analysis</a:t>
                      </a:r>
                    </a:p>
                  </a:txBody>
                  <a:tcPr anchor="ctr"/>
                </a:tc>
                <a:extLst>
                  <a:ext uri="{0D108BD9-81ED-4DB2-BD59-A6C34878D82A}">
                    <a16:rowId xmlns:a16="http://schemas.microsoft.com/office/drawing/2014/main" val="2993131165"/>
                  </a:ext>
                </a:extLst>
              </a:tr>
            </a:tbl>
          </a:graphicData>
        </a:graphic>
      </p:graphicFrame>
    </p:spTree>
    <p:extLst>
      <p:ext uri="{BB962C8B-B14F-4D97-AF65-F5344CB8AC3E}">
        <p14:creationId xmlns:p14="http://schemas.microsoft.com/office/powerpoint/2010/main" val="37034810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21753-E5E4-1503-05DE-0FBA59C7138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F6C676B-AF23-AE67-7396-58FA9030DD27}"/>
              </a:ext>
            </a:extLst>
          </p:cNvPr>
          <p:cNvSpPr txBox="1"/>
          <p:nvPr/>
        </p:nvSpPr>
        <p:spPr>
          <a:xfrm>
            <a:off x="550606" y="211619"/>
            <a:ext cx="10568660"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ym typeface="Arial"/>
              </a:rPr>
              <a:t>Data Dictionary(4/8)</a:t>
            </a:r>
            <a:endParaRPr lang="en-IN" dirty="0">
              <a:sym typeface="Arial"/>
            </a:endParaRPr>
          </a:p>
        </p:txBody>
      </p:sp>
      <p:sp>
        <p:nvSpPr>
          <p:cNvPr id="3" name="TextBox 2">
            <a:extLst>
              <a:ext uri="{FF2B5EF4-FFF2-40B4-BE49-F238E27FC236}">
                <a16:creationId xmlns:a16="http://schemas.microsoft.com/office/drawing/2014/main" id="{BAA3C42F-217E-6B8E-BC88-BF599EE01F94}"/>
              </a:ext>
            </a:extLst>
          </p:cNvPr>
          <p:cNvSpPr txBox="1"/>
          <p:nvPr/>
        </p:nvSpPr>
        <p:spPr>
          <a:xfrm>
            <a:off x="550606" y="1012723"/>
            <a:ext cx="10568660" cy="369332"/>
          </a:xfrm>
          <a:prstGeom prst="rect">
            <a:avLst/>
          </a:prstGeom>
          <a:noFill/>
        </p:spPr>
        <p:txBody>
          <a:bodyPr wrap="square" rtlCol="0">
            <a:spAutoFit/>
          </a:bodyPr>
          <a:lstStyle/>
          <a:p>
            <a:r>
              <a:rPr lang="en-US" b="1" dirty="0">
                <a:solidFill>
                  <a:schemeClr val="tx1">
                    <a:lumMod val="95000"/>
                    <a:lumOff val="5000"/>
                  </a:schemeClr>
                </a:solidFill>
              </a:rPr>
              <a:t>2. Order Items Table: </a:t>
            </a:r>
            <a:r>
              <a:rPr lang="en-IN" dirty="0"/>
              <a:t>Captures item-level purchase behaviour.</a:t>
            </a:r>
            <a:endParaRPr lang="en-IN" b="1" dirty="0">
              <a:solidFill>
                <a:schemeClr val="tx1">
                  <a:lumMod val="95000"/>
                  <a:lumOff val="5000"/>
                </a:schemeClr>
              </a:solidFill>
            </a:endParaRPr>
          </a:p>
        </p:txBody>
      </p:sp>
      <p:graphicFrame>
        <p:nvGraphicFramePr>
          <p:cNvPr id="5" name="Table 4">
            <a:extLst>
              <a:ext uri="{FF2B5EF4-FFF2-40B4-BE49-F238E27FC236}">
                <a16:creationId xmlns:a16="http://schemas.microsoft.com/office/drawing/2014/main" id="{9F16E0AA-7878-80AC-62CB-36E4656D4A2C}"/>
              </a:ext>
            </a:extLst>
          </p:cNvPr>
          <p:cNvGraphicFramePr>
            <a:graphicFrameLocks noGrp="1"/>
          </p:cNvGraphicFramePr>
          <p:nvPr/>
        </p:nvGraphicFramePr>
        <p:xfrm>
          <a:off x="550606" y="1781550"/>
          <a:ext cx="11248104" cy="3576958"/>
        </p:xfrm>
        <a:graphic>
          <a:graphicData uri="http://schemas.openxmlformats.org/drawingml/2006/table">
            <a:tbl>
              <a:tblPr firstRow="1" bandRow="1">
                <a:tableStyleId>{5C22544A-7EE6-4342-B048-85BDC9FD1C3A}</a:tableStyleId>
              </a:tblPr>
              <a:tblGrid>
                <a:gridCol w="3749368">
                  <a:extLst>
                    <a:ext uri="{9D8B030D-6E8A-4147-A177-3AD203B41FA5}">
                      <a16:colId xmlns:a16="http://schemas.microsoft.com/office/drawing/2014/main" val="3123110877"/>
                    </a:ext>
                  </a:extLst>
                </a:gridCol>
                <a:gridCol w="3749368">
                  <a:extLst>
                    <a:ext uri="{9D8B030D-6E8A-4147-A177-3AD203B41FA5}">
                      <a16:colId xmlns:a16="http://schemas.microsoft.com/office/drawing/2014/main" val="3257974845"/>
                    </a:ext>
                  </a:extLst>
                </a:gridCol>
                <a:gridCol w="3749368">
                  <a:extLst>
                    <a:ext uri="{9D8B030D-6E8A-4147-A177-3AD203B41FA5}">
                      <a16:colId xmlns:a16="http://schemas.microsoft.com/office/drawing/2014/main" val="1658470014"/>
                    </a:ext>
                  </a:extLst>
                </a:gridCol>
              </a:tblGrid>
              <a:tr h="370840">
                <a:tc>
                  <a:txBody>
                    <a:bodyPr/>
                    <a:lstStyle/>
                    <a:p>
                      <a:pPr algn="ctr">
                        <a:buNone/>
                      </a:pPr>
                      <a:r>
                        <a:rPr lang="en-IN" dirty="0">
                          <a:solidFill>
                            <a:schemeClr val="tx1">
                              <a:lumMod val="95000"/>
                              <a:lumOff val="5000"/>
                            </a:schemeClr>
                          </a:solidFill>
                        </a:rPr>
                        <a:t>Column Name</a:t>
                      </a:r>
                    </a:p>
                  </a:txBody>
                  <a:tcPr anchor="ctr"/>
                </a:tc>
                <a:tc>
                  <a:txBody>
                    <a:bodyPr/>
                    <a:lstStyle/>
                    <a:p>
                      <a:pPr algn="ctr">
                        <a:buNone/>
                      </a:pPr>
                      <a:r>
                        <a:rPr lang="en-IN">
                          <a:solidFill>
                            <a:schemeClr val="tx1">
                              <a:lumMod val="95000"/>
                              <a:lumOff val="5000"/>
                            </a:schemeClr>
                          </a:solidFill>
                        </a:rPr>
                        <a:t>Meaning</a:t>
                      </a:r>
                    </a:p>
                  </a:txBody>
                  <a:tcPr anchor="ctr"/>
                </a:tc>
                <a:tc>
                  <a:txBody>
                    <a:bodyPr/>
                    <a:lstStyle/>
                    <a:p>
                      <a:pPr algn="ctr">
                        <a:buNone/>
                      </a:pPr>
                      <a:r>
                        <a:rPr lang="en-IN">
                          <a:solidFill>
                            <a:schemeClr val="tx1">
                              <a:lumMod val="95000"/>
                              <a:lumOff val="5000"/>
                            </a:schemeClr>
                          </a:solidFill>
                        </a:rPr>
                        <a:t>Analytical Use</a:t>
                      </a:r>
                    </a:p>
                  </a:txBody>
                  <a:tcPr anchor="ctr"/>
                </a:tc>
                <a:extLst>
                  <a:ext uri="{0D108BD9-81ED-4DB2-BD59-A6C34878D82A}">
                    <a16:rowId xmlns:a16="http://schemas.microsoft.com/office/drawing/2014/main" val="1093544118"/>
                  </a:ext>
                </a:extLst>
              </a:tr>
              <a:tr h="370840">
                <a:tc>
                  <a:txBody>
                    <a:bodyPr/>
                    <a:lstStyle/>
                    <a:p>
                      <a:pPr algn="ctr">
                        <a:buNone/>
                      </a:pPr>
                      <a:r>
                        <a:rPr lang="en-IN">
                          <a:solidFill>
                            <a:schemeClr val="tx1">
                              <a:lumMod val="95000"/>
                              <a:lumOff val="5000"/>
                            </a:schemeClr>
                          </a:solidFill>
                        </a:rPr>
                        <a:t>order_item_id</a:t>
                      </a:r>
                    </a:p>
                  </a:txBody>
                  <a:tcPr anchor="ctr"/>
                </a:tc>
                <a:tc>
                  <a:txBody>
                    <a:bodyPr/>
                    <a:lstStyle/>
                    <a:p>
                      <a:pPr algn="ctr">
                        <a:buNone/>
                      </a:pPr>
                      <a:r>
                        <a:rPr lang="en-US">
                          <a:solidFill>
                            <a:schemeClr val="tx1">
                              <a:lumMod val="95000"/>
                              <a:lumOff val="5000"/>
                            </a:schemeClr>
                          </a:solidFill>
                        </a:rPr>
                        <a:t>Unique identifier for order line item</a:t>
                      </a:r>
                    </a:p>
                  </a:txBody>
                  <a:tcPr anchor="ctr"/>
                </a:tc>
                <a:tc>
                  <a:txBody>
                    <a:bodyPr/>
                    <a:lstStyle/>
                    <a:p>
                      <a:pPr algn="ctr">
                        <a:buNone/>
                      </a:pPr>
                      <a:r>
                        <a:rPr lang="en-IN">
                          <a:solidFill>
                            <a:schemeClr val="tx1">
                              <a:lumMod val="95000"/>
                              <a:lumOff val="5000"/>
                            </a:schemeClr>
                          </a:solidFill>
                        </a:rPr>
                        <a:t>Primary key</a:t>
                      </a:r>
                    </a:p>
                  </a:txBody>
                  <a:tcPr anchor="ctr"/>
                </a:tc>
                <a:extLst>
                  <a:ext uri="{0D108BD9-81ED-4DB2-BD59-A6C34878D82A}">
                    <a16:rowId xmlns:a16="http://schemas.microsoft.com/office/drawing/2014/main" val="1474741014"/>
                  </a:ext>
                </a:extLst>
              </a:tr>
              <a:tr h="370840">
                <a:tc>
                  <a:txBody>
                    <a:bodyPr/>
                    <a:lstStyle/>
                    <a:p>
                      <a:pPr algn="ctr">
                        <a:buNone/>
                      </a:pPr>
                      <a:r>
                        <a:rPr lang="en-IN">
                          <a:solidFill>
                            <a:schemeClr val="tx1">
                              <a:lumMod val="95000"/>
                              <a:lumOff val="5000"/>
                            </a:schemeClr>
                          </a:solidFill>
                        </a:rPr>
                        <a:t>created_at</a:t>
                      </a:r>
                    </a:p>
                  </a:txBody>
                  <a:tcPr anchor="ctr"/>
                </a:tc>
                <a:tc>
                  <a:txBody>
                    <a:bodyPr/>
                    <a:lstStyle/>
                    <a:p>
                      <a:pPr algn="ctr">
                        <a:buNone/>
                      </a:pPr>
                      <a:r>
                        <a:rPr lang="en-IN">
                          <a:solidFill>
                            <a:schemeClr val="tx1">
                              <a:lumMod val="95000"/>
                              <a:lumOff val="5000"/>
                            </a:schemeClr>
                          </a:solidFill>
                        </a:rPr>
                        <a:t>Timestamp of item purchase</a:t>
                      </a:r>
                    </a:p>
                  </a:txBody>
                  <a:tcPr anchor="ctr"/>
                </a:tc>
                <a:tc>
                  <a:txBody>
                    <a:bodyPr/>
                    <a:lstStyle/>
                    <a:p>
                      <a:pPr algn="ctr">
                        <a:buNone/>
                      </a:pPr>
                      <a:r>
                        <a:rPr lang="en-IN">
                          <a:solidFill>
                            <a:schemeClr val="tx1">
                              <a:lumMod val="95000"/>
                              <a:lumOff val="5000"/>
                            </a:schemeClr>
                          </a:solidFill>
                        </a:rPr>
                        <a:t>Item-level trend analysis</a:t>
                      </a:r>
                    </a:p>
                  </a:txBody>
                  <a:tcPr anchor="ctr"/>
                </a:tc>
                <a:extLst>
                  <a:ext uri="{0D108BD9-81ED-4DB2-BD59-A6C34878D82A}">
                    <a16:rowId xmlns:a16="http://schemas.microsoft.com/office/drawing/2014/main" val="3019361871"/>
                  </a:ext>
                </a:extLst>
              </a:tr>
              <a:tr h="370840">
                <a:tc>
                  <a:txBody>
                    <a:bodyPr/>
                    <a:lstStyle/>
                    <a:p>
                      <a:pPr algn="ctr">
                        <a:buNone/>
                      </a:pPr>
                      <a:r>
                        <a:rPr lang="en-IN">
                          <a:solidFill>
                            <a:schemeClr val="tx1">
                              <a:lumMod val="95000"/>
                              <a:lumOff val="5000"/>
                            </a:schemeClr>
                          </a:solidFill>
                        </a:rPr>
                        <a:t>order_id</a:t>
                      </a:r>
                    </a:p>
                  </a:txBody>
                  <a:tcPr anchor="ctr"/>
                </a:tc>
                <a:tc>
                  <a:txBody>
                    <a:bodyPr/>
                    <a:lstStyle/>
                    <a:p>
                      <a:pPr algn="ctr">
                        <a:buNone/>
                      </a:pPr>
                      <a:r>
                        <a:rPr lang="en-IN">
                          <a:solidFill>
                            <a:schemeClr val="tx1">
                              <a:lumMod val="95000"/>
                              <a:lumOff val="5000"/>
                            </a:schemeClr>
                          </a:solidFill>
                        </a:rPr>
                        <a:t>Associated order identifier</a:t>
                      </a:r>
                    </a:p>
                  </a:txBody>
                  <a:tcPr anchor="ctr"/>
                </a:tc>
                <a:tc>
                  <a:txBody>
                    <a:bodyPr/>
                    <a:lstStyle/>
                    <a:p>
                      <a:pPr algn="ctr">
                        <a:buNone/>
                      </a:pPr>
                      <a:r>
                        <a:rPr lang="en-IN">
                          <a:solidFill>
                            <a:schemeClr val="tx1">
                              <a:lumMod val="95000"/>
                              <a:lumOff val="5000"/>
                            </a:schemeClr>
                          </a:solidFill>
                        </a:rPr>
                        <a:t>Join to orders</a:t>
                      </a:r>
                    </a:p>
                  </a:txBody>
                  <a:tcPr anchor="ctr"/>
                </a:tc>
                <a:extLst>
                  <a:ext uri="{0D108BD9-81ED-4DB2-BD59-A6C34878D82A}">
                    <a16:rowId xmlns:a16="http://schemas.microsoft.com/office/drawing/2014/main" val="1494325544"/>
                  </a:ext>
                </a:extLst>
              </a:tr>
              <a:tr h="370840">
                <a:tc>
                  <a:txBody>
                    <a:bodyPr/>
                    <a:lstStyle/>
                    <a:p>
                      <a:pPr algn="ctr">
                        <a:buNone/>
                      </a:pPr>
                      <a:r>
                        <a:rPr lang="en-IN">
                          <a:solidFill>
                            <a:schemeClr val="tx1">
                              <a:lumMod val="95000"/>
                              <a:lumOff val="5000"/>
                            </a:schemeClr>
                          </a:solidFill>
                        </a:rPr>
                        <a:t>product_id</a:t>
                      </a:r>
                    </a:p>
                  </a:txBody>
                  <a:tcPr anchor="ctr"/>
                </a:tc>
                <a:tc>
                  <a:txBody>
                    <a:bodyPr/>
                    <a:lstStyle/>
                    <a:p>
                      <a:pPr algn="ctr">
                        <a:buNone/>
                      </a:pPr>
                      <a:r>
                        <a:rPr lang="en-IN">
                          <a:solidFill>
                            <a:schemeClr val="tx1">
                              <a:lumMod val="95000"/>
                              <a:lumOff val="5000"/>
                            </a:schemeClr>
                          </a:solidFill>
                        </a:rPr>
                        <a:t>Product purchased</a:t>
                      </a:r>
                    </a:p>
                  </a:txBody>
                  <a:tcPr anchor="ctr"/>
                </a:tc>
                <a:tc>
                  <a:txBody>
                    <a:bodyPr/>
                    <a:lstStyle/>
                    <a:p>
                      <a:pPr algn="ctr">
                        <a:buNone/>
                      </a:pPr>
                      <a:r>
                        <a:rPr lang="en-IN">
                          <a:solidFill>
                            <a:schemeClr val="tx1">
                              <a:lumMod val="95000"/>
                              <a:lumOff val="5000"/>
                            </a:schemeClr>
                          </a:solidFill>
                        </a:rPr>
                        <a:t>Product-level performance</a:t>
                      </a:r>
                    </a:p>
                  </a:txBody>
                  <a:tcPr anchor="ctr"/>
                </a:tc>
                <a:extLst>
                  <a:ext uri="{0D108BD9-81ED-4DB2-BD59-A6C34878D82A}">
                    <a16:rowId xmlns:a16="http://schemas.microsoft.com/office/drawing/2014/main" val="1467448705"/>
                  </a:ext>
                </a:extLst>
              </a:tr>
              <a:tr h="370840">
                <a:tc>
                  <a:txBody>
                    <a:bodyPr/>
                    <a:lstStyle/>
                    <a:p>
                      <a:pPr algn="ctr">
                        <a:buNone/>
                      </a:pPr>
                      <a:r>
                        <a:rPr lang="en-IN">
                          <a:solidFill>
                            <a:schemeClr val="tx1">
                              <a:lumMod val="95000"/>
                              <a:lumOff val="5000"/>
                            </a:schemeClr>
                          </a:solidFill>
                        </a:rPr>
                        <a:t>is_primary_item</a:t>
                      </a:r>
                    </a:p>
                  </a:txBody>
                  <a:tcPr anchor="ctr"/>
                </a:tc>
                <a:tc>
                  <a:txBody>
                    <a:bodyPr/>
                    <a:lstStyle/>
                    <a:p>
                      <a:pPr algn="ctr">
                        <a:buNone/>
                      </a:pPr>
                      <a:r>
                        <a:rPr lang="en-US">
                          <a:solidFill>
                            <a:schemeClr val="tx1">
                              <a:lumMod val="95000"/>
                              <a:lumOff val="5000"/>
                            </a:schemeClr>
                          </a:solidFill>
                        </a:rPr>
                        <a:t>Flag indicating main product in order</a:t>
                      </a:r>
                    </a:p>
                  </a:txBody>
                  <a:tcPr anchor="ctr"/>
                </a:tc>
                <a:tc>
                  <a:txBody>
                    <a:bodyPr/>
                    <a:lstStyle/>
                    <a:p>
                      <a:pPr algn="ctr">
                        <a:buNone/>
                      </a:pPr>
                      <a:r>
                        <a:rPr lang="en-IN">
                          <a:solidFill>
                            <a:schemeClr val="tx1">
                              <a:lumMod val="95000"/>
                              <a:lumOff val="5000"/>
                            </a:schemeClr>
                          </a:solidFill>
                        </a:rPr>
                        <a:t>Entry vs add-on analysis</a:t>
                      </a:r>
                    </a:p>
                  </a:txBody>
                  <a:tcPr anchor="ctr"/>
                </a:tc>
                <a:extLst>
                  <a:ext uri="{0D108BD9-81ED-4DB2-BD59-A6C34878D82A}">
                    <a16:rowId xmlns:a16="http://schemas.microsoft.com/office/drawing/2014/main" val="2772269568"/>
                  </a:ext>
                </a:extLst>
              </a:tr>
              <a:tr h="370840">
                <a:tc>
                  <a:txBody>
                    <a:bodyPr/>
                    <a:lstStyle/>
                    <a:p>
                      <a:pPr algn="ctr">
                        <a:buNone/>
                      </a:pPr>
                      <a:r>
                        <a:rPr lang="en-IN">
                          <a:solidFill>
                            <a:schemeClr val="tx1">
                              <a:lumMod val="95000"/>
                              <a:lumOff val="5000"/>
                            </a:schemeClr>
                          </a:solidFill>
                        </a:rPr>
                        <a:t>price_usd</a:t>
                      </a:r>
                    </a:p>
                  </a:txBody>
                  <a:tcPr anchor="ctr"/>
                </a:tc>
                <a:tc>
                  <a:txBody>
                    <a:bodyPr/>
                    <a:lstStyle/>
                    <a:p>
                      <a:pPr algn="ctr">
                        <a:buNone/>
                      </a:pPr>
                      <a:r>
                        <a:rPr lang="en-IN">
                          <a:solidFill>
                            <a:schemeClr val="tx1">
                              <a:lumMod val="95000"/>
                              <a:lumOff val="5000"/>
                            </a:schemeClr>
                          </a:solidFill>
                        </a:rPr>
                        <a:t>Revenue for the item</a:t>
                      </a:r>
                    </a:p>
                  </a:txBody>
                  <a:tcPr anchor="ctr"/>
                </a:tc>
                <a:tc>
                  <a:txBody>
                    <a:bodyPr/>
                    <a:lstStyle/>
                    <a:p>
                      <a:pPr algn="ctr">
                        <a:buNone/>
                      </a:pPr>
                      <a:r>
                        <a:rPr lang="en-IN">
                          <a:solidFill>
                            <a:schemeClr val="tx1">
                              <a:lumMod val="95000"/>
                              <a:lumOff val="5000"/>
                            </a:schemeClr>
                          </a:solidFill>
                        </a:rPr>
                        <a:t>Product revenue contribution</a:t>
                      </a:r>
                    </a:p>
                  </a:txBody>
                  <a:tcPr anchor="ctr"/>
                </a:tc>
                <a:extLst>
                  <a:ext uri="{0D108BD9-81ED-4DB2-BD59-A6C34878D82A}">
                    <a16:rowId xmlns:a16="http://schemas.microsoft.com/office/drawing/2014/main" val="406191954"/>
                  </a:ext>
                </a:extLst>
              </a:tr>
              <a:tr h="370840">
                <a:tc>
                  <a:txBody>
                    <a:bodyPr/>
                    <a:lstStyle/>
                    <a:p>
                      <a:pPr algn="ctr">
                        <a:buNone/>
                      </a:pPr>
                      <a:r>
                        <a:rPr lang="en-IN">
                          <a:solidFill>
                            <a:schemeClr val="tx1">
                              <a:lumMod val="95000"/>
                              <a:lumOff val="5000"/>
                            </a:schemeClr>
                          </a:solidFill>
                        </a:rPr>
                        <a:t>cogs_usd</a:t>
                      </a:r>
                    </a:p>
                  </a:txBody>
                  <a:tcPr anchor="ctr"/>
                </a:tc>
                <a:tc>
                  <a:txBody>
                    <a:bodyPr/>
                    <a:lstStyle/>
                    <a:p>
                      <a:pPr algn="ctr">
                        <a:buNone/>
                      </a:pPr>
                      <a:r>
                        <a:rPr lang="en-IN">
                          <a:solidFill>
                            <a:schemeClr val="tx1">
                              <a:lumMod val="95000"/>
                              <a:lumOff val="5000"/>
                            </a:schemeClr>
                          </a:solidFill>
                        </a:rPr>
                        <a:t>Cost of item</a:t>
                      </a:r>
                    </a:p>
                  </a:txBody>
                  <a:tcPr anchor="ctr"/>
                </a:tc>
                <a:tc>
                  <a:txBody>
                    <a:bodyPr/>
                    <a:lstStyle/>
                    <a:p>
                      <a:pPr algn="ctr">
                        <a:buNone/>
                      </a:pPr>
                      <a:r>
                        <a:rPr lang="en-IN" dirty="0">
                          <a:solidFill>
                            <a:schemeClr val="tx1">
                              <a:lumMod val="95000"/>
                              <a:lumOff val="5000"/>
                            </a:schemeClr>
                          </a:solidFill>
                        </a:rPr>
                        <a:t>Product-level profitability</a:t>
                      </a:r>
                    </a:p>
                  </a:txBody>
                  <a:tcPr anchor="ctr"/>
                </a:tc>
                <a:extLst>
                  <a:ext uri="{0D108BD9-81ED-4DB2-BD59-A6C34878D82A}">
                    <a16:rowId xmlns:a16="http://schemas.microsoft.com/office/drawing/2014/main" val="2993131165"/>
                  </a:ext>
                </a:extLst>
              </a:tr>
            </a:tbl>
          </a:graphicData>
        </a:graphic>
      </p:graphicFrame>
    </p:spTree>
    <p:extLst>
      <p:ext uri="{BB962C8B-B14F-4D97-AF65-F5344CB8AC3E}">
        <p14:creationId xmlns:p14="http://schemas.microsoft.com/office/powerpoint/2010/main" val="2177193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420EF-B026-00AA-1220-2B63B76A851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484CE9-6212-6EC1-196C-64B3E0127D93}"/>
              </a:ext>
            </a:extLst>
          </p:cNvPr>
          <p:cNvSpPr txBox="1"/>
          <p:nvPr/>
        </p:nvSpPr>
        <p:spPr>
          <a:xfrm>
            <a:off x="550606" y="211619"/>
            <a:ext cx="10568660"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ym typeface="Arial"/>
              </a:rPr>
              <a:t>Data Dictionary(5/8)</a:t>
            </a:r>
            <a:endParaRPr lang="en-IN" dirty="0">
              <a:sym typeface="Arial"/>
            </a:endParaRPr>
          </a:p>
        </p:txBody>
      </p:sp>
      <p:sp>
        <p:nvSpPr>
          <p:cNvPr id="3" name="TextBox 2">
            <a:extLst>
              <a:ext uri="{FF2B5EF4-FFF2-40B4-BE49-F238E27FC236}">
                <a16:creationId xmlns:a16="http://schemas.microsoft.com/office/drawing/2014/main" id="{B42653D2-C786-CC48-22B9-DEB665A22A29}"/>
              </a:ext>
            </a:extLst>
          </p:cNvPr>
          <p:cNvSpPr txBox="1"/>
          <p:nvPr/>
        </p:nvSpPr>
        <p:spPr>
          <a:xfrm>
            <a:off x="550606" y="1138719"/>
            <a:ext cx="10568660" cy="369332"/>
          </a:xfrm>
          <a:prstGeom prst="rect">
            <a:avLst/>
          </a:prstGeom>
          <a:noFill/>
        </p:spPr>
        <p:txBody>
          <a:bodyPr wrap="square" rtlCol="0">
            <a:spAutoFit/>
          </a:bodyPr>
          <a:lstStyle/>
          <a:p>
            <a:r>
              <a:rPr lang="en-US" b="1" dirty="0">
                <a:solidFill>
                  <a:schemeClr val="tx1">
                    <a:lumMod val="95000"/>
                    <a:lumOff val="5000"/>
                  </a:schemeClr>
                </a:solidFill>
              </a:rPr>
              <a:t>3. Order Item Refunds Table: </a:t>
            </a:r>
            <a:r>
              <a:rPr lang="en-US" dirty="0">
                <a:solidFill>
                  <a:schemeClr val="tx1">
                    <a:lumMod val="95000"/>
                    <a:lumOff val="5000"/>
                  </a:schemeClr>
                </a:solidFill>
              </a:rPr>
              <a:t>T</a:t>
            </a:r>
            <a:r>
              <a:rPr lang="en-US" dirty="0"/>
              <a:t>racks refunds and quality signals</a:t>
            </a:r>
            <a:endParaRPr lang="en-IN" b="1" dirty="0">
              <a:solidFill>
                <a:schemeClr val="tx1">
                  <a:lumMod val="95000"/>
                  <a:lumOff val="5000"/>
                </a:schemeClr>
              </a:solidFill>
            </a:endParaRPr>
          </a:p>
        </p:txBody>
      </p:sp>
      <p:graphicFrame>
        <p:nvGraphicFramePr>
          <p:cNvPr id="5" name="Table 4">
            <a:extLst>
              <a:ext uri="{FF2B5EF4-FFF2-40B4-BE49-F238E27FC236}">
                <a16:creationId xmlns:a16="http://schemas.microsoft.com/office/drawing/2014/main" id="{A13292B8-40CE-3A44-266A-608C1EFDCE03}"/>
              </a:ext>
            </a:extLst>
          </p:cNvPr>
          <p:cNvGraphicFramePr>
            <a:graphicFrameLocks noGrp="1"/>
          </p:cNvGraphicFramePr>
          <p:nvPr/>
        </p:nvGraphicFramePr>
        <p:xfrm>
          <a:off x="550606" y="1978195"/>
          <a:ext cx="11248104" cy="2255904"/>
        </p:xfrm>
        <a:graphic>
          <a:graphicData uri="http://schemas.openxmlformats.org/drawingml/2006/table">
            <a:tbl>
              <a:tblPr firstRow="1" bandRow="1">
                <a:tableStyleId>{5C22544A-7EE6-4342-B048-85BDC9FD1C3A}</a:tableStyleId>
              </a:tblPr>
              <a:tblGrid>
                <a:gridCol w="3749368">
                  <a:extLst>
                    <a:ext uri="{9D8B030D-6E8A-4147-A177-3AD203B41FA5}">
                      <a16:colId xmlns:a16="http://schemas.microsoft.com/office/drawing/2014/main" val="3123110877"/>
                    </a:ext>
                  </a:extLst>
                </a:gridCol>
                <a:gridCol w="3749368">
                  <a:extLst>
                    <a:ext uri="{9D8B030D-6E8A-4147-A177-3AD203B41FA5}">
                      <a16:colId xmlns:a16="http://schemas.microsoft.com/office/drawing/2014/main" val="3257974845"/>
                    </a:ext>
                  </a:extLst>
                </a:gridCol>
                <a:gridCol w="3749368">
                  <a:extLst>
                    <a:ext uri="{9D8B030D-6E8A-4147-A177-3AD203B41FA5}">
                      <a16:colId xmlns:a16="http://schemas.microsoft.com/office/drawing/2014/main" val="1658470014"/>
                    </a:ext>
                  </a:extLst>
                </a:gridCol>
              </a:tblGrid>
              <a:tr h="370840">
                <a:tc>
                  <a:txBody>
                    <a:bodyPr/>
                    <a:lstStyle/>
                    <a:p>
                      <a:pPr algn="ctr">
                        <a:buNone/>
                      </a:pPr>
                      <a:r>
                        <a:rPr lang="en-IN" dirty="0">
                          <a:solidFill>
                            <a:schemeClr val="tx1">
                              <a:lumMod val="95000"/>
                              <a:lumOff val="5000"/>
                            </a:schemeClr>
                          </a:solidFill>
                        </a:rPr>
                        <a:t>Column Name</a:t>
                      </a:r>
                    </a:p>
                  </a:txBody>
                  <a:tcPr anchor="ctr"/>
                </a:tc>
                <a:tc>
                  <a:txBody>
                    <a:bodyPr/>
                    <a:lstStyle/>
                    <a:p>
                      <a:pPr algn="ctr">
                        <a:buNone/>
                      </a:pPr>
                      <a:r>
                        <a:rPr lang="en-IN">
                          <a:solidFill>
                            <a:schemeClr val="tx1">
                              <a:lumMod val="95000"/>
                              <a:lumOff val="5000"/>
                            </a:schemeClr>
                          </a:solidFill>
                        </a:rPr>
                        <a:t>Meaning</a:t>
                      </a:r>
                    </a:p>
                  </a:txBody>
                  <a:tcPr anchor="ctr"/>
                </a:tc>
                <a:tc>
                  <a:txBody>
                    <a:bodyPr/>
                    <a:lstStyle/>
                    <a:p>
                      <a:pPr algn="ctr">
                        <a:buNone/>
                      </a:pPr>
                      <a:r>
                        <a:rPr lang="en-IN">
                          <a:solidFill>
                            <a:schemeClr val="tx1">
                              <a:lumMod val="95000"/>
                              <a:lumOff val="5000"/>
                            </a:schemeClr>
                          </a:solidFill>
                        </a:rPr>
                        <a:t>Analytical Use</a:t>
                      </a:r>
                    </a:p>
                  </a:txBody>
                  <a:tcPr anchor="ctr"/>
                </a:tc>
                <a:extLst>
                  <a:ext uri="{0D108BD9-81ED-4DB2-BD59-A6C34878D82A}">
                    <a16:rowId xmlns:a16="http://schemas.microsoft.com/office/drawing/2014/main" val="1093544118"/>
                  </a:ext>
                </a:extLst>
              </a:tr>
              <a:tr h="370840">
                <a:tc>
                  <a:txBody>
                    <a:bodyPr/>
                    <a:lstStyle/>
                    <a:p>
                      <a:pPr algn="ctr">
                        <a:buNone/>
                      </a:pPr>
                      <a:r>
                        <a:rPr lang="en-IN">
                          <a:solidFill>
                            <a:schemeClr val="tx1">
                              <a:lumMod val="95000"/>
                              <a:lumOff val="5000"/>
                            </a:schemeClr>
                          </a:solidFill>
                        </a:rPr>
                        <a:t>order_item_refund_id</a:t>
                      </a:r>
                    </a:p>
                  </a:txBody>
                  <a:tcPr anchor="ctr"/>
                </a:tc>
                <a:tc>
                  <a:txBody>
                    <a:bodyPr/>
                    <a:lstStyle/>
                    <a:p>
                      <a:pPr algn="ctr">
                        <a:buNone/>
                      </a:pPr>
                      <a:r>
                        <a:rPr lang="en-IN">
                          <a:solidFill>
                            <a:schemeClr val="tx1">
                              <a:lumMod val="95000"/>
                              <a:lumOff val="5000"/>
                            </a:schemeClr>
                          </a:solidFill>
                        </a:rPr>
                        <a:t>Unique refund identifier</a:t>
                      </a:r>
                    </a:p>
                  </a:txBody>
                  <a:tcPr anchor="ctr"/>
                </a:tc>
                <a:tc>
                  <a:txBody>
                    <a:bodyPr/>
                    <a:lstStyle/>
                    <a:p>
                      <a:pPr algn="ctr">
                        <a:buNone/>
                      </a:pPr>
                      <a:r>
                        <a:rPr lang="en-IN">
                          <a:solidFill>
                            <a:schemeClr val="tx1">
                              <a:lumMod val="95000"/>
                              <a:lumOff val="5000"/>
                            </a:schemeClr>
                          </a:solidFill>
                        </a:rPr>
                        <a:t>Primary key</a:t>
                      </a:r>
                    </a:p>
                  </a:txBody>
                  <a:tcPr anchor="ctr"/>
                </a:tc>
                <a:extLst>
                  <a:ext uri="{0D108BD9-81ED-4DB2-BD59-A6C34878D82A}">
                    <a16:rowId xmlns:a16="http://schemas.microsoft.com/office/drawing/2014/main" val="1474741014"/>
                  </a:ext>
                </a:extLst>
              </a:tr>
              <a:tr h="370840">
                <a:tc>
                  <a:txBody>
                    <a:bodyPr/>
                    <a:lstStyle/>
                    <a:p>
                      <a:pPr algn="ctr">
                        <a:buNone/>
                      </a:pPr>
                      <a:r>
                        <a:rPr lang="en-IN">
                          <a:solidFill>
                            <a:schemeClr val="tx1">
                              <a:lumMod val="95000"/>
                              <a:lumOff val="5000"/>
                            </a:schemeClr>
                          </a:solidFill>
                        </a:rPr>
                        <a:t>created_at</a:t>
                      </a:r>
                    </a:p>
                  </a:txBody>
                  <a:tcPr anchor="ctr"/>
                </a:tc>
                <a:tc>
                  <a:txBody>
                    <a:bodyPr/>
                    <a:lstStyle/>
                    <a:p>
                      <a:pPr algn="ctr">
                        <a:buNone/>
                      </a:pPr>
                      <a:r>
                        <a:rPr lang="en-IN">
                          <a:solidFill>
                            <a:schemeClr val="tx1">
                              <a:lumMod val="95000"/>
                              <a:lumOff val="5000"/>
                            </a:schemeClr>
                          </a:solidFill>
                        </a:rPr>
                        <a:t>Timestamp of refund</a:t>
                      </a:r>
                    </a:p>
                  </a:txBody>
                  <a:tcPr anchor="ctr"/>
                </a:tc>
                <a:tc>
                  <a:txBody>
                    <a:bodyPr/>
                    <a:lstStyle/>
                    <a:p>
                      <a:pPr algn="ctr">
                        <a:buNone/>
                      </a:pPr>
                      <a:r>
                        <a:rPr lang="en-IN">
                          <a:solidFill>
                            <a:schemeClr val="tx1">
                              <a:lumMod val="95000"/>
                              <a:lumOff val="5000"/>
                            </a:schemeClr>
                          </a:solidFill>
                        </a:rPr>
                        <a:t>Refund trend analysis</a:t>
                      </a:r>
                    </a:p>
                  </a:txBody>
                  <a:tcPr anchor="ctr"/>
                </a:tc>
                <a:extLst>
                  <a:ext uri="{0D108BD9-81ED-4DB2-BD59-A6C34878D82A}">
                    <a16:rowId xmlns:a16="http://schemas.microsoft.com/office/drawing/2014/main" val="3019361871"/>
                  </a:ext>
                </a:extLst>
              </a:tr>
              <a:tr h="370840">
                <a:tc>
                  <a:txBody>
                    <a:bodyPr/>
                    <a:lstStyle/>
                    <a:p>
                      <a:pPr algn="ctr">
                        <a:buNone/>
                      </a:pPr>
                      <a:r>
                        <a:rPr lang="en-IN">
                          <a:solidFill>
                            <a:schemeClr val="tx1">
                              <a:lumMod val="95000"/>
                              <a:lumOff val="5000"/>
                            </a:schemeClr>
                          </a:solidFill>
                        </a:rPr>
                        <a:t>order_item_id</a:t>
                      </a:r>
                    </a:p>
                  </a:txBody>
                  <a:tcPr anchor="ctr"/>
                </a:tc>
                <a:tc>
                  <a:txBody>
                    <a:bodyPr/>
                    <a:lstStyle/>
                    <a:p>
                      <a:pPr algn="ctr">
                        <a:buNone/>
                      </a:pPr>
                      <a:r>
                        <a:rPr lang="en-IN">
                          <a:solidFill>
                            <a:schemeClr val="tx1">
                              <a:lumMod val="95000"/>
                              <a:lumOff val="5000"/>
                            </a:schemeClr>
                          </a:solidFill>
                        </a:rPr>
                        <a:t>Refunded order item</a:t>
                      </a:r>
                    </a:p>
                  </a:txBody>
                  <a:tcPr anchor="ctr"/>
                </a:tc>
                <a:tc>
                  <a:txBody>
                    <a:bodyPr/>
                    <a:lstStyle/>
                    <a:p>
                      <a:pPr algn="ctr">
                        <a:buNone/>
                      </a:pPr>
                      <a:r>
                        <a:rPr lang="en-IN">
                          <a:solidFill>
                            <a:schemeClr val="tx1">
                              <a:lumMod val="95000"/>
                              <a:lumOff val="5000"/>
                            </a:schemeClr>
                          </a:solidFill>
                        </a:rPr>
                        <a:t>Join to order_items</a:t>
                      </a:r>
                    </a:p>
                  </a:txBody>
                  <a:tcPr anchor="ctr"/>
                </a:tc>
                <a:extLst>
                  <a:ext uri="{0D108BD9-81ED-4DB2-BD59-A6C34878D82A}">
                    <a16:rowId xmlns:a16="http://schemas.microsoft.com/office/drawing/2014/main" val="1494325544"/>
                  </a:ext>
                </a:extLst>
              </a:tr>
              <a:tr h="370840">
                <a:tc>
                  <a:txBody>
                    <a:bodyPr/>
                    <a:lstStyle/>
                    <a:p>
                      <a:pPr algn="ctr">
                        <a:buNone/>
                      </a:pPr>
                      <a:r>
                        <a:rPr lang="en-IN">
                          <a:solidFill>
                            <a:schemeClr val="tx1">
                              <a:lumMod val="95000"/>
                              <a:lumOff val="5000"/>
                            </a:schemeClr>
                          </a:solidFill>
                        </a:rPr>
                        <a:t>order_id</a:t>
                      </a:r>
                    </a:p>
                  </a:txBody>
                  <a:tcPr anchor="ctr"/>
                </a:tc>
                <a:tc>
                  <a:txBody>
                    <a:bodyPr/>
                    <a:lstStyle/>
                    <a:p>
                      <a:pPr algn="ctr">
                        <a:buNone/>
                      </a:pPr>
                      <a:r>
                        <a:rPr lang="en-IN">
                          <a:solidFill>
                            <a:schemeClr val="tx1">
                              <a:lumMod val="95000"/>
                              <a:lumOff val="5000"/>
                            </a:schemeClr>
                          </a:solidFill>
                        </a:rPr>
                        <a:t>Associated order</a:t>
                      </a:r>
                    </a:p>
                  </a:txBody>
                  <a:tcPr anchor="ctr"/>
                </a:tc>
                <a:tc>
                  <a:txBody>
                    <a:bodyPr/>
                    <a:lstStyle/>
                    <a:p>
                      <a:pPr algn="ctr">
                        <a:buNone/>
                      </a:pPr>
                      <a:r>
                        <a:rPr lang="en-IN">
                          <a:solidFill>
                            <a:schemeClr val="tx1">
                              <a:lumMod val="95000"/>
                              <a:lumOff val="5000"/>
                            </a:schemeClr>
                          </a:solidFill>
                        </a:rPr>
                        <a:t>Order-level quality analysis</a:t>
                      </a:r>
                    </a:p>
                  </a:txBody>
                  <a:tcPr anchor="ctr"/>
                </a:tc>
                <a:extLst>
                  <a:ext uri="{0D108BD9-81ED-4DB2-BD59-A6C34878D82A}">
                    <a16:rowId xmlns:a16="http://schemas.microsoft.com/office/drawing/2014/main" val="1467448705"/>
                  </a:ext>
                </a:extLst>
              </a:tr>
              <a:tr h="370840">
                <a:tc>
                  <a:txBody>
                    <a:bodyPr/>
                    <a:lstStyle/>
                    <a:p>
                      <a:pPr algn="ctr">
                        <a:buNone/>
                      </a:pPr>
                      <a:r>
                        <a:rPr lang="en-IN">
                          <a:solidFill>
                            <a:schemeClr val="tx1">
                              <a:lumMod val="95000"/>
                              <a:lumOff val="5000"/>
                            </a:schemeClr>
                          </a:solidFill>
                        </a:rPr>
                        <a:t>refund_amount_usd</a:t>
                      </a:r>
                    </a:p>
                  </a:txBody>
                  <a:tcPr anchor="ctr"/>
                </a:tc>
                <a:tc>
                  <a:txBody>
                    <a:bodyPr/>
                    <a:lstStyle/>
                    <a:p>
                      <a:pPr algn="ctr">
                        <a:buNone/>
                      </a:pPr>
                      <a:r>
                        <a:rPr lang="en-IN">
                          <a:solidFill>
                            <a:schemeClr val="tx1">
                              <a:lumMod val="95000"/>
                              <a:lumOff val="5000"/>
                            </a:schemeClr>
                          </a:solidFill>
                        </a:rPr>
                        <a:t>Amount refunded</a:t>
                      </a:r>
                    </a:p>
                  </a:txBody>
                  <a:tcPr anchor="ctr"/>
                </a:tc>
                <a:tc>
                  <a:txBody>
                    <a:bodyPr/>
                    <a:lstStyle/>
                    <a:p>
                      <a:pPr algn="ctr">
                        <a:buNone/>
                      </a:pPr>
                      <a:r>
                        <a:rPr lang="en-IN" dirty="0">
                          <a:solidFill>
                            <a:schemeClr val="tx1">
                              <a:lumMod val="95000"/>
                              <a:lumOff val="5000"/>
                            </a:schemeClr>
                          </a:solidFill>
                        </a:rPr>
                        <a:t>Refund rate, revenue quality</a:t>
                      </a:r>
                    </a:p>
                  </a:txBody>
                  <a:tcPr anchor="ctr"/>
                </a:tc>
                <a:extLst>
                  <a:ext uri="{0D108BD9-81ED-4DB2-BD59-A6C34878D82A}">
                    <a16:rowId xmlns:a16="http://schemas.microsoft.com/office/drawing/2014/main" val="2772269568"/>
                  </a:ext>
                </a:extLst>
              </a:tr>
            </a:tbl>
          </a:graphicData>
        </a:graphic>
      </p:graphicFrame>
    </p:spTree>
    <p:extLst>
      <p:ext uri="{BB962C8B-B14F-4D97-AF65-F5344CB8AC3E}">
        <p14:creationId xmlns:p14="http://schemas.microsoft.com/office/powerpoint/2010/main" val="40332257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1F7A3-ECCA-D740-FE9F-70DD86C574F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B6F8793-5B86-39FE-D91D-08EC541013B4}"/>
              </a:ext>
            </a:extLst>
          </p:cNvPr>
          <p:cNvSpPr txBox="1"/>
          <p:nvPr/>
        </p:nvSpPr>
        <p:spPr>
          <a:xfrm>
            <a:off x="550606" y="211619"/>
            <a:ext cx="10568660"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ym typeface="Arial"/>
              </a:rPr>
              <a:t>Data Dictionary(6/8)</a:t>
            </a:r>
            <a:endParaRPr lang="en-IN" dirty="0">
              <a:sym typeface="Arial"/>
            </a:endParaRPr>
          </a:p>
        </p:txBody>
      </p:sp>
      <p:sp>
        <p:nvSpPr>
          <p:cNvPr id="3" name="TextBox 2">
            <a:extLst>
              <a:ext uri="{FF2B5EF4-FFF2-40B4-BE49-F238E27FC236}">
                <a16:creationId xmlns:a16="http://schemas.microsoft.com/office/drawing/2014/main" id="{7B22A187-C0F7-7452-33B3-600D54AE008C}"/>
              </a:ext>
            </a:extLst>
          </p:cNvPr>
          <p:cNvSpPr txBox="1"/>
          <p:nvPr/>
        </p:nvSpPr>
        <p:spPr>
          <a:xfrm>
            <a:off x="550606" y="1138719"/>
            <a:ext cx="10568660" cy="369332"/>
          </a:xfrm>
          <a:prstGeom prst="rect">
            <a:avLst/>
          </a:prstGeom>
          <a:noFill/>
        </p:spPr>
        <p:txBody>
          <a:bodyPr wrap="square" rtlCol="0">
            <a:spAutoFit/>
          </a:bodyPr>
          <a:lstStyle/>
          <a:p>
            <a:r>
              <a:rPr lang="en-US" b="1" dirty="0">
                <a:solidFill>
                  <a:schemeClr val="tx1">
                    <a:lumMod val="95000"/>
                    <a:lumOff val="5000"/>
                  </a:schemeClr>
                </a:solidFill>
              </a:rPr>
              <a:t>4. </a:t>
            </a:r>
            <a:r>
              <a:rPr lang="en-US" b="1" dirty="0" err="1">
                <a:solidFill>
                  <a:schemeClr val="tx1">
                    <a:lumMod val="95000"/>
                    <a:lumOff val="5000"/>
                  </a:schemeClr>
                </a:solidFill>
              </a:rPr>
              <a:t>ProductsTable</a:t>
            </a:r>
            <a:r>
              <a:rPr lang="en-US" b="1" dirty="0">
                <a:solidFill>
                  <a:schemeClr val="tx1">
                    <a:lumMod val="95000"/>
                    <a:lumOff val="5000"/>
                  </a:schemeClr>
                </a:solidFill>
              </a:rPr>
              <a:t>: </a:t>
            </a:r>
            <a:r>
              <a:rPr lang="en-IN" dirty="0"/>
              <a:t>Product master data</a:t>
            </a:r>
            <a:endParaRPr lang="en-IN" b="1" dirty="0">
              <a:solidFill>
                <a:schemeClr val="tx1">
                  <a:lumMod val="95000"/>
                  <a:lumOff val="5000"/>
                </a:schemeClr>
              </a:solidFill>
            </a:endParaRPr>
          </a:p>
        </p:txBody>
      </p:sp>
      <p:graphicFrame>
        <p:nvGraphicFramePr>
          <p:cNvPr id="5" name="Table 4">
            <a:extLst>
              <a:ext uri="{FF2B5EF4-FFF2-40B4-BE49-F238E27FC236}">
                <a16:creationId xmlns:a16="http://schemas.microsoft.com/office/drawing/2014/main" id="{7D2AA9B1-C8A2-D7FE-C166-0B60B524242D}"/>
              </a:ext>
            </a:extLst>
          </p:cNvPr>
          <p:cNvGraphicFramePr>
            <a:graphicFrameLocks noGrp="1"/>
          </p:cNvGraphicFramePr>
          <p:nvPr/>
        </p:nvGraphicFramePr>
        <p:xfrm>
          <a:off x="550606" y="1978195"/>
          <a:ext cx="11248104" cy="2255904"/>
        </p:xfrm>
        <a:graphic>
          <a:graphicData uri="http://schemas.openxmlformats.org/drawingml/2006/table">
            <a:tbl>
              <a:tblPr firstRow="1" bandRow="1">
                <a:tableStyleId>{5C22544A-7EE6-4342-B048-85BDC9FD1C3A}</a:tableStyleId>
              </a:tblPr>
              <a:tblGrid>
                <a:gridCol w="3749368">
                  <a:extLst>
                    <a:ext uri="{9D8B030D-6E8A-4147-A177-3AD203B41FA5}">
                      <a16:colId xmlns:a16="http://schemas.microsoft.com/office/drawing/2014/main" val="3123110877"/>
                    </a:ext>
                  </a:extLst>
                </a:gridCol>
                <a:gridCol w="3749368">
                  <a:extLst>
                    <a:ext uri="{9D8B030D-6E8A-4147-A177-3AD203B41FA5}">
                      <a16:colId xmlns:a16="http://schemas.microsoft.com/office/drawing/2014/main" val="3257974845"/>
                    </a:ext>
                  </a:extLst>
                </a:gridCol>
                <a:gridCol w="3749368">
                  <a:extLst>
                    <a:ext uri="{9D8B030D-6E8A-4147-A177-3AD203B41FA5}">
                      <a16:colId xmlns:a16="http://schemas.microsoft.com/office/drawing/2014/main" val="1658470014"/>
                    </a:ext>
                  </a:extLst>
                </a:gridCol>
              </a:tblGrid>
              <a:tr h="370840">
                <a:tc>
                  <a:txBody>
                    <a:bodyPr/>
                    <a:lstStyle/>
                    <a:p>
                      <a:pPr algn="ctr">
                        <a:buNone/>
                      </a:pPr>
                      <a:r>
                        <a:rPr lang="en-IN" dirty="0">
                          <a:solidFill>
                            <a:schemeClr val="tx1">
                              <a:lumMod val="95000"/>
                              <a:lumOff val="5000"/>
                            </a:schemeClr>
                          </a:solidFill>
                        </a:rPr>
                        <a:t>Column Name</a:t>
                      </a:r>
                    </a:p>
                  </a:txBody>
                  <a:tcPr anchor="ctr"/>
                </a:tc>
                <a:tc>
                  <a:txBody>
                    <a:bodyPr/>
                    <a:lstStyle/>
                    <a:p>
                      <a:pPr algn="ctr">
                        <a:buNone/>
                      </a:pPr>
                      <a:r>
                        <a:rPr lang="en-IN">
                          <a:solidFill>
                            <a:schemeClr val="tx1">
                              <a:lumMod val="95000"/>
                              <a:lumOff val="5000"/>
                            </a:schemeClr>
                          </a:solidFill>
                        </a:rPr>
                        <a:t>Meaning</a:t>
                      </a:r>
                    </a:p>
                  </a:txBody>
                  <a:tcPr anchor="ctr"/>
                </a:tc>
                <a:tc>
                  <a:txBody>
                    <a:bodyPr/>
                    <a:lstStyle/>
                    <a:p>
                      <a:pPr algn="ctr">
                        <a:buNone/>
                      </a:pPr>
                      <a:r>
                        <a:rPr lang="en-IN">
                          <a:solidFill>
                            <a:schemeClr val="tx1">
                              <a:lumMod val="95000"/>
                              <a:lumOff val="5000"/>
                            </a:schemeClr>
                          </a:solidFill>
                        </a:rPr>
                        <a:t>Analytical Use</a:t>
                      </a:r>
                    </a:p>
                  </a:txBody>
                  <a:tcPr anchor="ctr"/>
                </a:tc>
                <a:extLst>
                  <a:ext uri="{0D108BD9-81ED-4DB2-BD59-A6C34878D82A}">
                    <a16:rowId xmlns:a16="http://schemas.microsoft.com/office/drawing/2014/main" val="1093544118"/>
                  </a:ext>
                </a:extLst>
              </a:tr>
              <a:tr h="370840">
                <a:tc>
                  <a:txBody>
                    <a:bodyPr/>
                    <a:lstStyle/>
                    <a:p>
                      <a:pPr algn="ctr">
                        <a:buNone/>
                      </a:pPr>
                      <a:r>
                        <a:rPr lang="en-IN">
                          <a:solidFill>
                            <a:schemeClr val="tx1">
                              <a:lumMod val="95000"/>
                              <a:lumOff val="5000"/>
                            </a:schemeClr>
                          </a:solidFill>
                        </a:rPr>
                        <a:t>order_item_refund_id</a:t>
                      </a:r>
                    </a:p>
                  </a:txBody>
                  <a:tcPr anchor="ctr"/>
                </a:tc>
                <a:tc>
                  <a:txBody>
                    <a:bodyPr/>
                    <a:lstStyle/>
                    <a:p>
                      <a:pPr algn="ctr">
                        <a:buNone/>
                      </a:pPr>
                      <a:r>
                        <a:rPr lang="en-IN">
                          <a:solidFill>
                            <a:schemeClr val="tx1">
                              <a:lumMod val="95000"/>
                              <a:lumOff val="5000"/>
                            </a:schemeClr>
                          </a:solidFill>
                        </a:rPr>
                        <a:t>Unique refund identifier</a:t>
                      </a:r>
                    </a:p>
                  </a:txBody>
                  <a:tcPr anchor="ctr"/>
                </a:tc>
                <a:tc>
                  <a:txBody>
                    <a:bodyPr/>
                    <a:lstStyle/>
                    <a:p>
                      <a:pPr algn="ctr">
                        <a:buNone/>
                      </a:pPr>
                      <a:r>
                        <a:rPr lang="en-IN">
                          <a:solidFill>
                            <a:schemeClr val="tx1">
                              <a:lumMod val="95000"/>
                              <a:lumOff val="5000"/>
                            </a:schemeClr>
                          </a:solidFill>
                        </a:rPr>
                        <a:t>Primary key</a:t>
                      </a:r>
                    </a:p>
                  </a:txBody>
                  <a:tcPr anchor="ctr"/>
                </a:tc>
                <a:extLst>
                  <a:ext uri="{0D108BD9-81ED-4DB2-BD59-A6C34878D82A}">
                    <a16:rowId xmlns:a16="http://schemas.microsoft.com/office/drawing/2014/main" val="1474741014"/>
                  </a:ext>
                </a:extLst>
              </a:tr>
              <a:tr h="370840">
                <a:tc>
                  <a:txBody>
                    <a:bodyPr/>
                    <a:lstStyle/>
                    <a:p>
                      <a:pPr algn="ctr">
                        <a:buNone/>
                      </a:pPr>
                      <a:r>
                        <a:rPr lang="en-IN">
                          <a:solidFill>
                            <a:schemeClr val="tx1">
                              <a:lumMod val="95000"/>
                              <a:lumOff val="5000"/>
                            </a:schemeClr>
                          </a:solidFill>
                        </a:rPr>
                        <a:t>created_at</a:t>
                      </a:r>
                    </a:p>
                  </a:txBody>
                  <a:tcPr anchor="ctr"/>
                </a:tc>
                <a:tc>
                  <a:txBody>
                    <a:bodyPr/>
                    <a:lstStyle/>
                    <a:p>
                      <a:pPr algn="ctr">
                        <a:buNone/>
                      </a:pPr>
                      <a:r>
                        <a:rPr lang="en-IN">
                          <a:solidFill>
                            <a:schemeClr val="tx1">
                              <a:lumMod val="95000"/>
                              <a:lumOff val="5000"/>
                            </a:schemeClr>
                          </a:solidFill>
                        </a:rPr>
                        <a:t>Timestamp of refund</a:t>
                      </a:r>
                    </a:p>
                  </a:txBody>
                  <a:tcPr anchor="ctr"/>
                </a:tc>
                <a:tc>
                  <a:txBody>
                    <a:bodyPr/>
                    <a:lstStyle/>
                    <a:p>
                      <a:pPr algn="ctr">
                        <a:buNone/>
                      </a:pPr>
                      <a:r>
                        <a:rPr lang="en-IN">
                          <a:solidFill>
                            <a:schemeClr val="tx1">
                              <a:lumMod val="95000"/>
                              <a:lumOff val="5000"/>
                            </a:schemeClr>
                          </a:solidFill>
                        </a:rPr>
                        <a:t>Refund trend analysis</a:t>
                      </a:r>
                    </a:p>
                  </a:txBody>
                  <a:tcPr anchor="ctr"/>
                </a:tc>
                <a:extLst>
                  <a:ext uri="{0D108BD9-81ED-4DB2-BD59-A6C34878D82A}">
                    <a16:rowId xmlns:a16="http://schemas.microsoft.com/office/drawing/2014/main" val="3019361871"/>
                  </a:ext>
                </a:extLst>
              </a:tr>
              <a:tr h="370840">
                <a:tc>
                  <a:txBody>
                    <a:bodyPr/>
                    <a:lstStyle/>
                    <a:p>
                      <a:pPr algn="ctr">
                        <a:buNone/>
                      </a:pPr>
                      <a:r>
                        <a:rPr lang="en-IN">
                          <a:solidFill>
                            <a:schemeClr val="tx1">
                              <a:lumMod val="95000"/>
                              <a:lumOff val="5000"/>
                            </a:schemeClr>
                          </a:solidFill>
                        </a:rPr>
                        <a:t>order_item_id</a:t>
                      </a:r>
                    </a:p>
                  </a:txBody>
                  <a:tcPr anchor="ctr"/>
                </a:tc>
                <a:tc>
                  <a:txBody>
                    <a:bodyPr/>
                    <a:lstStyle/>
                    <a:p>
                      <a:pPr algn="ctr">
                        <a:buNone/>
                      </a:pPr>
                      <a:r>
                        <a:rPr lang="en-IN">
                          <a:solidFill>
                            <a:schemeClr val="tx1">
                              <a:lumMod val="95000"/>
                              <a:lumOff val="5000"/>
                            </a:schemeClr>
                          </a:solidFill>
                        </a:rPr>
                        <a:t>Refunded order item</a:t>
                      </a:r>
                    </a:p>
                  </a:txBody>
                  <a:tcPr anchor="ctr"/>
                </a:tc>
                <a:tc>
                  <a:txBody>
                    <a:bodyPr/>
                    <a:lstStyle/>
                    <a:p>
                      <a:pPr algn="ctr">
                        <a:buNone/>
                      </a:pPr>
                      <a:r>
                        <a:rPr lang="en-IN">
                          <a:solidFill>
                            <a:schemeClr val="tx1">
                              <a:lumMod val="95000"/>
                              <a:lumOff val="5000"/>
                            </a:schemeClr>
                          </a:solidFill>
                        </a:rPr>
                        <a:t>Join to order_items</a:t>
                      </a:r>
                    </a:p>
                  </a:txBody>
                  <a:tcPr anchor="ctr"/>
                </a:tc>
                <a:extLst>
                  <a:ext uri="{0D108BD9-81ED-4DB2-BD59-A6C34878D82A}">
                    <a16:rowId xmlns:a16="http://schemas.microsoft.com/office/drawing/2014/main" val="1494325544"/>
                  </a:ext>
                </a:extLst>
              </a:tr>
              <a:tr h="370840">
                <a:tc>
                  <a:txBody>
                    <a:bodyPr/>
                    <a:lstStyle/>
                    <a:p>
                      <a:pPr algn="ctr">
                        <a:buNone/>
                      </a:pPr>
                      <a:r>
                        <a:rPr lang="en-IN">
                          <a:solidFill>
                            <a:schemeClr val="tx1">
                              <a:lumMod val="95000"/>
                              <a:lumOff val="5000"/>
                            </a:schemeClr>
                          </a:solidFill>
                        </a:rPr>
                        <a:t>order_id</a:t>
                      </a:r>
                    </a:p>
                  </a:txBody>
                  <a:tcPr anchor="ctr"/>
                </a:tc>
                <a:tc>
                  <a:txBody>
                    <a:bodyPr/>
                    <a:lstStyle/>
                    <a:p>
                      <a:pPr algn="ctr">
                        <a:buNone/>
                      </a:pPr>
                      <a:r>
                        <a:rPr lang="en-IN">
                          <a:solidFill>
                            <a:schemeClr val="tx1">
                              <a:lumMod val="95000"/>
                              <a:lumOff val="5000"/>
                            </a:schemeClr>
                          </a:solidFill>
                        </a:rPr>
                        <a:t>Associated order</a:t>
                      </a:r>
                    </a:p>
                  </a:txBody>
                  <a:tcPr anchor="ctr"/>
                </a:tc>
                <a:tc>
                  <a:txBody>
                    <a:bodyPr/>
                    <a:lstStyle/>
                    <a:p>
                      <a:pPr algn="ctr">
                        <a:buNone/>
                      </a:pPr>
                      <a:r>
                        <a:rPr lang="en-IN">
                          <a:solidFill>
                            <a:schemeClr val="tx1">
                              <a:lumMod val="95000"/>
                              <a:lumOff val="5000"/>
                            </a:schemeClr>
                          </a:solidFill>
                        </a:rPr>
                        <a:t>Order-level quality analysis</a:t>
                      </a:r>
                    </a:p>
                  </a:txBody>
                  <a:tcPr anchor="ctr"/>
                </a:tc>
                <a:extLst>
                  <a:ext uri="{0D108BD9-81ED-4DB2-BD59-A6C34878D82A}">
                    <a16:rowId xmlns:a16="http://schemas.microsoft.com/office/drawing/2014/main" val="1467448705"/>
                  </a:ext>
                </a:extLst>
              </a:tr>
              <a:tr h="370840">
                <a:tc>
                  <a:txBody>
                    <a:bodyPr/>
                    <a:lstStyle/>
                    <a:p>
                      <a:pPr algn="ctr">
                        <a:buNone/>
                      </a:pPr>
                      <a:r>
                        <a:rPr lang="en-IN">
                          <a:solidFill>
                            <a:schemeClr val="tx1">
                              <a:lumMod val="95000"/>
                              <a:lumOff val="5000"/>
                            </a:schemeClr>
                          </a:solidFill>
                        </a:rPr>
                        <a:t>refund_amount_usd</a:t>
                      </a:r>
                    </a:p>
                  </a:txBody>
                  <a:tcPr anchor="ctr"/>
                </a:tc>
                <a:tc>
                  <a:txBody>
                    <a:bodyPr/>
                    <a:lstStyle/>
                    <a:p>
                      <a:pPr algn="ctr">
                        <a:buNone/>
                      </a:pPr>
                      <a:r>
                        <a:rPr lang="en-IN">
                          <a:solidFill>
                            <a:schemeClr val="tx1">
                              <a:lumMod val="95000"/>
                              <a:lumOff val="5000"/>
                            </a:schemeClr>
                          </a:solidFill>
                        </a:rPr>
                        <a:t>Amount refunded</a:t>
                      </a:r>
                    </a:p>
                  </a:txBody>
                  <a:tcPr anchor="ctr"/>
                </a:tc>
                <a:tc>
                  <a:txBody>
                    <a:bodyPr/>
                    <a:lstStyle/>
                    <a:p>
                      <a:pPr algn="ctr">
                        <a:buNone/>
                      </a:pPr>
                      <a:r>
                        <a:rPr lang="en-IN" dirty="0">
                          <a:solidFill>
                            <a:schemeClr val="tx1">
                              <a:lumMod val="95000"/>
                              <a:lumOff val="5000"/>
                            </a:schemeClr>
                          </a:solidFill>
                        </a:rPr>
                        <a:t>Refund rate, revenue quality</a:t>
                      </a:r>
                    </a:p>
                  </a:txBody>
                  <a:tcPr anchor="ctr"/>
                </a:tc>
                <a:extLst>
                  <a:ext uri="{0D108BD9-81ED-4DB2-BD59-A6C34878D82A}">
                    <a16:rowId xmlns:a16="http://schemas.microsoft.com/office/drawing/2014/main" val="2772269568"/>
                  </a:ext>
                </a:extLst>
              </a:tr>
            </a:tbl>
          </a:graphicData>
        </a:graphic>
      </p:graphicFrame>
    </p:spTree>
    <p:extLst>
      <p:ext uri="{BB962C8B-B14F-4D97-AF65-F5344CB8AC3E}">
        <p14:creationId xmlns:p14="http://schemas.microsoft.com/office/powerpoint/2010/main" val="10055800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3C232-B663-2D45-E63C-7F82B81067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EC92AA6-5D98-6669-B32F-8F70D9DB5C35}"/>
              </a:ext>
            </a:extLst>
          </p:cNvPr>
          <p:cNvSpPr txBox="1"/>
          <p:nvPr/>
        </p:nvSpPr>
        <p:spPr>
          <a:xfrm>
            <a:off x="550606" y="211619"/>
            <a:ext cx="10568660"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ym typeface="Arial"/>
              </a:rPr>
              <a:t>Data Dictionary(7/8)</a:t>
            </a:r>
            <a:endParaRPr lang="en-IN" dirty="0">
              <a:sym typeface="Arial"/>
            </a:endParaRPr>
          </a:p>
        </p:txBody>
      </p:sp>
      <p:sp>
        <p:nvSpPr>
          <p:cNvPr id="3" name="TextBox 2">
            <a:extLst>
              <a:ext uri="{FF2B5EF4-FFF2-40B4-BE49-F238E27FC236}">
                <a16:creationId xmlns:a16="http://schemas.microsoft.com/office/drawing/2014/main" id="{27D122F9-8CAE-0DF8-9E19-48EF2023565F}"/>
              </a:ext>
            </a:extLst>
          </p:cNvPr>
          <p:cNvSpPr txBox="1"/>
          <p:nvPr/>
        </p:nvSpPr>
        <p:spPr>
          <a:xfrm>
            <a:off x="550606" y="1138719"/>
            <a:ext cx="10568660" cy="369332"/>
          </a:xfrm>
          <a:prstGeom prst="rect">
            <a:avLst/>
          </a:prstGeom>
          <a:noFill/>
        </p:spPr>
        <p:txBody>
          <a:bodyPr wrap="square" rtlCol="0">
            <a:spAutoFit/>
          </a:bodyPr>
          <a:lstStyle/>
          <a:p>
            <a:r>
              <a:rPr lang="en-US" b="1" dirty="0">
                <a:solidFill>
                  <a:schemeClr val="tx1">
                    <a:lumMod val="95000"/>
                    <a:lumOff val="5000"/>
                  </a:schemeClr>
                </a:solidFill>
              </a:rPr>
              <a:t>5. Website Sessions Table: </a:t>
            </a:r>
            <a:r>
              <a:rPr lang="en-IN" dirty="0"/>
              <a:t>Tracks acquisition, engagement, and session quality</a:t>
            </a:r>
            <a:endParaRPr lang="en-IN" b="1" dirty="0">
              <a:solidFill>
                <a:schemeClr val="tx1">
                  <a:lumMod val="95000"/>
                  <a:lumOff val="5000"/>
                </a:schemeClr>
              </a:solidFill>
            </a:endParaRPr>
          </a:p>
        </p:txBody>
      </p:sp>
      <p:graphicFrame>
        <p:nvGraphicFramePr>
          <p:cNvPr id="5" name="Table 4">
            <a:extLst>
              <a:ext uri="{FF2B5EF4-FFF2-40B4-BE49-F238E27FC236}">
                <a16:creationId xmlns:a16="http://schemas.microsoft.com/office/drawing/2014/main" id="{FBEC0001-5612-31DB-DB0D-3963AEA469BF}"/>
              </a:ext>
            </a:extLst>
          </p:cNvPr>
          <p:cNvGraphicFramePr>
            <a:graphicFrameLocks noGrp="1"/>
          </p:cNvGraphicFramePr>
          <p:nvPr/>
        </p:nvGraphicFramePr>
        <p:xfrm>
          <a:off x="550606" y="1959441"/>
          <a:ext cx="11248104" cy="3759840"/>
        </p:xfrm>
        <a:graphic>
          <a:graphicData uri="http://schemas.openxmlformats.org/drawingml/2006/table">
            <a:tbl>
              <a:tblPr firstRow="1" bandRow="1">
                <a:tableStyleId>{5C22544A-7EE6-4342-B048-85BDC9FD1C3A}</a:tableStyleId>
              </a:tblPr>
              <a:tblGrid>
                <a:gridCol w="3749368">
                  <a:extLst>
                    <a:ext uri="{9D8B030D-6E8A-4147-A177-3AD203B41FA5}">
                      <a16:colId xmlns:a16="http://schemas.microsoft.com/office/drawing/2014/main" val="3123110877"/>
                    </a:ext>
                  </a:extLst>
                </a:gridCol>
                <a:gridCol w="3749368">
                  <a:extLst>
                    <a:ext uri="{9D8B030D-6E8A-4147-A177-3AD203B41FA5}">
                      <a16:colId xmlns:a16="http://schemas.microsoft.com/office/drawing/2014/main" val="3257974845"/>
                    </a:ext>
                  </a:extLst>
                </a:gridCol>
                <a:gridCol w="3749368">
                  <a:extLst>
                    <a:ext uri="{9D8B030D-6E8A-4147-A177-3AD203B41FA5}">
                      <a16:colId xmlns:a16="http://schemas.microsoft.com/office/drawing/2014/main" val="1658470014"/>
                    </a:ext>
                  </a:extLst>
                </a:gridCol>
              </a:tblGrid>
              <a:tr h="370840">
                <a:tc>
                  <a:txBody>
                    <a:bodyPr/>
                    <a:lstStyle/>
                    <a:p>
                      <a:pPr algn="ctr">
                        <a:buNone/>
                      </a:pPr>
                      <a:r>
                        <a:rPr lang="en-IN" dirty="0">
                          <a:solidFill>
                            <a:schemeClr val="tx1">
                              <a:lumMod val="95000"/>
                              <a:lumOff val="5000"/>
                            </a:schemeClr>
                          </a:solidFill>
                        </a:rPr>
                        <a:t>Column Name</a:t>
                      </a:r>
                    </a:p>
                  </a:txBody>
                  <a:tcPr anchor="ctr"/>
                </a:tc>
                <a:tc>
                  <a:txBody>
                    <a:bodyPr/>
                    <a:lstStyle/>
                    <a:p>
                      <a:pPr algn="ctr">
                        <a:buNone/>
                      </a:pPr>
                      <a:r>
                        <a:rPr lang="en-IN">
                          <a:solidFill>
                            <a:schemeClr val="tx1">
                              <a:lumMod val="95000"/>
                              <a:lumOff val="5000"/>
                            </a:schemeClr>
                          </a:solidFill>
                        </a:rPr>
                        <a:t>Meaning</a:t>
                      </a:r>
                    </a:p>
                  </a:txBody>
                  <a:tcPr anchor="ctr"/>
                </a:tc>
                <a:tc>
                  <a:txBody>
                    <a:bodyPr/>
                    <a:lstStyle/>
                    <a:p>
                      <a:pPr algn="ctr">
                        <a:buNone/>
                      </a:pPr>
                      <a:r>
                        <a:rPr lang="en-IN">
                          <a:solidFill>
                            <a:schemeClr val="tx1">
                              <a:lumMod val="95000"/>
                              <a:lumOff val="5000"/>
                            </a:schemeClr>
                          </a:solidFill>
                        </a:rPr>
                        <a:t>Analytical Use</a:t>
                      </a:r>
                    </a:p>
                  </a:txBody>
                  <a:tcPr anchor="ctr"/>
                </a:tc>
                <a:extLst>
                  <a:ext uri="{0D108BD9-81ED-4DB2-BD59-A6C34878D82A}">
                    <a16:rowId xmlns:a16="http://schemas.microsoft.com/office/drawing/2014/main" val="1093544118"/>
                  </a:ext>
                </a:extLst>
              </a:tr>
              <a:tr h="370840">
                <a:tc>
                  <a:txBody>
                    <a:bodyPr/>
                    <a:lstStyle/>
                    <a:p>
                      <a:pPr algn="ctr">
                        <a:buNone/>
                      </a:pPr>
                      <a:r>
                        <a:rPr lang="en-IN">
                          <a:solidFill>
                            <a:schemeClr val="tx1">
                              <a:lumMod val="95000"/>
                              <a:lumOff val="5000"/>
                            </a:schemeClr>
                          </a:solidFill>
                        </a:rPr>
                        <a:t>website_session_id</a:t>
                      </a:r>
                    </a:p>
                  </a:txBody>
                  <a:tcPr anchor="ctr"/>
                </a:tc>
                <a:tc>
                  <a:txBody>
                    <a:bodyPr/>
                    <a:lstStyle/>
                    <a:p>
                      <a:pPr algn="ctr">
                        <a:buNone/>
                      </a:pPr>
                      <a:r>
                        <a:rPr lang="en-IN">
                          <a:solidFill>
                            <a:schemeClr val="tx1">
                              <a:lumMod val="95000"/>
                              <a:lumOff val="5000"/>
                            </a:schemeClr>
                          </a:solidFill>
                        </a:rPr>
                        <a:t>Unique session identifier</a:t>
                      </a:r>
                    </a:p>
                  </a:txBody>
                  <a:tcPr anchor="ctr"/>
                </a:tc>
                <a:tc>
                  <a:txBody>
                    <a:bodyPr/>
                    <a:lstStyle/>
                    <a:p>
                      <a:pPr algn="ctr">
                        <a:buNone/>
                      </a:pPr>
                      <a:r>
                        <a:rPr lang="en-US">
                          <a:solidFill>
                            <a:schemeClr val="tx1">
                              <a:lumMod val="95000"/>
                              <a:lumOff val="5000"/>
                            </a:schemeClr>
                          </a:solidFill>
                        </a:rPr>
                        <a:t>Join with pageviews and orders</a:t>
                      </a:r>
                    </a:p>
                  </a:txBody>
                  <a:tcPr anchor="ctr"/>
                </a:tc>
                <a:extLst>
                  <a:ext uri="{0D108BD9-81ED-4DB2-BD59-A6C34878D82A}">
                    <a16:rowId xmlns:a16="http://schemas.microsoft.com/office/drawing/2014/main" val="2008518211"/>
                  </a:ext>
                </a:extLst>
              </a:tr>
              <a:tr h="370840">
                <a:tc>
                  <a:txBody>
                    <a:bodyPr/>
                    <a:lstStyle/>
                    <a:p>
                      <a:pPr algn="ctr">
                        <a:buNone/>
                      </a:pPr>
                      <a:r>
                        <a:rPr lang="en-IN">
                          <a:solidFill>
                            <a:schemeClr val="tx1">
                              <a:lumMod val="95000"/>
                              <a:lumOff val="5000"/>
                            </a:schemeClr>
                          </a:solidFill>
                        </a:rPr>
                        <a:t>created_at</a:t>
                      </a:r>
                    </a:p>
                  </a:txBody>
                  <a:tcPr anchor="ctr"/>
                </a:tc>
                <a:tc>
                  <a:txBody>
                    <a:bodyPr/>
                    <a:lstStyle/>
                    <a:p>
                      <a:pPr algn="ctr">
                        <a:buNone/>
                      </a:pPr>
                      <a:r>
                        <a:rPr lang="en-IN">
                          <a:solidFill>
                            <a:schemeClr val="tx1">
                              <a:lumMod val="95000"/>
                              <a:lumOff val="5000"/>
                            </a:schemeClr>
                          </a:solidFill>
                        </a:rPr>
                        <a:t>Session start time</a:t>
                      </a:r>
                    </a:p>
                  </a:txBody>
                  <a:tcPr anchor="ctr"/>
                </a:tc>
                <a:tc>
                  <a:txBody>
                    <a:bodyPr/>
                    <a:lstStyle/>
                    <a:p>
                      <a:pPr algn="ctr">
                        <a:buNone/>
                      </a:pPr>
                      <a:r>
                        <a:rPr lang="en-IN">
                          <a:solidFill>
                            <a:schemeClr val="tx1">
                              <a:lumMod val="95000"/>
                              <a:lumOff val="5000"/>
                            </a:schemeClr>
                          </a:solidFill>
                        </a:rPr>
                        <a:t>Traffic trend analysis</a:t>
                      </a:r>
                    </a:p>
                  </a:txBody>
                  <a:tcPr anchor="ctr"/>
                </a:tc>
                <a:extLst>
                  <a:ext uri="{0D108BD9-81ED-4DB2-BD59-A6C34878D82A}">
                    <a16:rowId xmlns:a16="http://schemas.microsoft.com/office/drawing/2014/main" val="1527275212"/>
                  </a:ext>
                </a:extLst>
              </a:tr>
              <a:tr h="370840">
                <a:tc>
                  <a:txBody>
                    <a:bodyPr/>
                    <a:lstStyle/>
                    <a:p>
                      <a:pPr algn="ctr">
                        <a:buNone/>
                      </a:pPr>
                      <a:r>
                        <a:rPr lang="en-IN">
                          <a:solidFill>
                            <a:schemeClr val="tx1">
                              <a:lumMod val="95000"/>
                              <a:lumOff val="5000"/>
                            </a:schemeClr>
                          </a:solidFill>
                        </a:rPr>
                        <a:t>user_id</a:t>
                      </a:r>
                    </a:p>
                  </a:txBody>
                  <a:tcPr anchor="ctr"/>
                </a:tc>
                <a:tc>
                  <a:txBody>
                    <a:bodyPr/>
                    <a:lstStyle/>
                    <a:p>
                      <a:pPr algn="ctr">
                        <a:buNone/>
                      </a:pPr>
                      <a:r>
                        <a:rPr lang="en-IN">
                          <a:solidFill>
                            <a:schemeClr val="tx1">
                              <a:lumMod val="95000"/>
                              <a:lumOff val="5000"/>
                            </a:schemeClr>
                          </a:solidFill>
                        </a:rPr>
                        <a:t>Visitor identifier</a:t>
                      </a:r>
                    </a:p>
                  </a:txBody>
                  <a:tcPr anchor="ctr"/>
                </a:tc>
                <a:tc>
                  <a:txBody>
                    <a:bodyPr/>
                    <a:lstStyle/>
                    <a:p>
                      <a:pPr algn="ctr">
                        <a:buNone/>
                      </a:pPr>
                      <a:r>
                        <a:rPr lang="en-IN">
                          <a:solidFill>
                            <a:schemeClr val="tx1">
                              <a:lumMod val="95000"/>
                              <a:lumOff val="5000"/>
                            </a:schemeClr>
                          </a:solidFill>
                        </a:rPr>
                        <a:t>New vs repeat analysis</a:t>
                      </a:r>
                    </a:p>
                  </a:txBody>
                  <a:tcPr anchor="ctr"/>
                </a:tc>
                <a:extLst>
                  <a:ext uri="{0D108BD9-81ED-4DB2-BD59-A6C34878D82A}">
                    <a16:rowId xmlns:a16="http://schemas.microsoft.com/office/drawing/2014/main" val="2749030653"/>
                  </a:ext>
                </a:extLst>
              </a:tr>
              <a:tr h="370840">
                <a:tc>
                  <a:txBody>
                    <a:bodyPr/>
                    <a:lstStyle/>
                    <a:p>
                      <a:pPr algn="ctr">
                        <a:buNone/>
                      </a:pPr>
                      <a:r>
                        <a:rPr lang="en-IN">
                          <a:solidFill>
                            <a:schemeClr val="tx1">
                              <a:lumMod val="95000"/>
                              <a:lumOff val="5000"/>
                            </a:schemeClr>
                          </a:solidFill>
                        </a:rPr>
                        <a:t>is_repeat_session</a:t>
                      </a:r>
                    </a:p>
                  </a:txBody>
                  <a:tcPr anchor="ctr"/>
                </a:tc>
                <a:tc>
                  <a:txBody>
                    <a:bodyPr/>
                    <a:lstStyle/>
                    <a:p>
                      <a:pPr algn="ctr">
                        <a:buNone/>
                      </a:pPr>
                      <a:r>
                        <a:rPr lang="en-IN">
                          <a:solidFill>
                            <a:schemeClr val="tx1">
                              <a:lumMod val="95000"/>
                              <a:lumOff val="5000"/>
                            </a:schemeClr>
                          </a:solidFill>
                        </a:rPr>
                        <a:t>Flag for repeat visitor</a:t>
                      </a:r>
                    </a:p>
                  </a:txBody>
                  <a:tcPr anchor="ctr"/>
                </a:tc>
                <a:tc>
                  <a:txBody>
                    <a:bodyPr/>
                    <a:lstStyle/>
                    <a:p>
                      <a:pPr algn="ctr">
                        <a:buNone/>
                      </a:pPr>
                      <a:r>
                        <a:rPr lang="en-IN">
                          <a:solidFill>
                            <a:schemeClr val="tx1">
                              <a:lumMod val="95000"/>
                              <a:lumOff val="5000"/>
                            </a:schemeClr>
                          </a:solidFill>
                        </a:rPr>
                        <a:t>Retention &amp; loyalty</a:t>
                      </a:r>
                    </a:p>
                  </a:txBody>
                  <a:tcPr anchor="ctr"/>
                </a:tc>
                <a:extLst>
                  <a:ext uri="{0D108BD9-81ED-4DB2-BD59-A6C34878D82A}">
                    <a16:rowId xmlns:a16="http://schemas.microsoft.com/office/drawing/2014/main" val="1233190645"/>
                  </a:ext>
                </a:extLst>
              </a:tr>
              <a:tr h="370840">
                <a:tc>
                  <a:txBody>
                    <a:bodyPr/>
                    <a:lstStyle/>
                    <a:p>
                      <a:pPr algn="ctr">
                        <a:buNone/>
                      </a:pPr>
                      <a:r>
                        <a:rPr lang="en-IN">
                          <a:solidFill>
                            <a:schemeClr val="tx1">
                              <a:lumMod val="95000"/>
                              <a:lumOff val="5000"/>
                            </a:schemeClr>
                          </a:solidFill>
                        </a:rPr>
                        <a:t>utm_source</a:t>
                      </a:r>
                    </a:p>
                  </a:txBody>
                  <a:tcPr anchor="ctr"/>
                </a:tc>
                <a:tc>
                  <a:txBody>
                    <a:bodyPr/>
                    <a:lstStyle/>
                    <a:p>
                      <a:pPr algn="ctr">
                        <a:buNone/>
                      </a:pPr>
                      <a:r>
                        <a:rPr lang="en-IN">
                          <a:solidFill>
                            <a:schemeClr val="tx1">
                              <a:lumMod val="95000"/>
                              <a:lumOff val="5000"/>
                            </a:schemeClr>
                          </a:solidFill>
                        </a:rPr>
                        <a:t>Marketing traffic source</a:t>
                      </a:r>
                    </a:p>
                  </a:txBody>
                  <a:tcPr anchor="ctr"/>
                </a:tc>
                <a:tc>
                  <a:txBody>
                    <a:bodyPr/>
                    <a:lstStyle/>
                    <a:p>
                      <a:pPr algn="ctr">
                        <a:buNone/>
                      </a:pPr>
                      <a:r>
                        <a:rPr lang="en-IN">
                          <a:solidFill>
                            <a:schemeClr val="tx1">
                              <a:lumMod val="95000"/>
                              <a:lumOff val="5000"/>
                            </a:schemeClr>
                          </a:solidFill>
                        </a:rPr>
                        <a:t>Channel performance</a:t>
                      </a:r>
                    </a:p>
                  </a:txBody>
                  <a:tcPr anchor="ctr"/>
                </a:tc>
                <a:extLst>
                  <a:ext uri="{0D108BD9-81ED-4DB2-BD59-A6C34878D82A}">
                    <a16:rowId xmlns:a16="http://schemas.microsoft.com/office/drawing/2014/main" val="1474741014"/>
                  </a:ext>
                </a:extLst>
              </a:tr>
              <a:tr h="370840">
                <a:tc>
                  <a:txBody>
                    <a:bodyPr/>
                    <a:lstStyle/>
                    <a:p>
                      <a:pPr algn="ctr">
                        <a:buNone/>
                      </a:pPr>
                      <a:r>
                        <a:rPr lang="en-IN">
                          <a:solidFill>
                            <a:schemeClr val="tx1">
                              <a:lumMod val="95000"/>
                              <a:lumOff val="5000"/>
                            </a:schemeClr>
                          </a:solidFill>
                        </a:rPr>
                        <a:t>utm_campaign</a:t>
                      </a:r>
                    </a:p>
                  </a:txBody>
                  <a:tcPr anchor="ctr"/>
                </a:tc>
                <a:tc>
                  <a:txBody>
                    <a:bodyPr/>
                    <a:lstStyle/>
                    <a:p>
                      <a:pPr algn="ctr">
                        <a:buNone/>
                      </a:pPr>
                      <a:r>
                        <a:rPr lang="en-IN">
                          <a:solidFill>
                            <a:schemeClr val="tx1">
                              <a:lumMod val="95000"/>
                              <a:lumOff val="5000"/>
                            </a:schemeClr>
                          </a:solidFill>
                        </a:rPr>
                        <a:t>Campaign identifier</a:t>
                      </a:r>
                    </a:p>
                  </a:txBody>
                  <a:tcPr anchor="ctr"/>
                </a:tc>
                <a:tc>
                  <a:txBody>
                    <a:bodyPr/>
                    <a:lstStyle/>
                    <a:p>
                      <a:pPr algn="ctr">
                        <a:buNone/>
                      </a:pPr>
                      <a:r>
                        <a:rPr lang="en-IN">
                          <a:solidFill>
                            <a:schemeClr val="tx1">
                              <a:lumMod val="95000"/>
                              <a:lumOff val="5000"/>
                            </a:schemeClr>
                          </a:solidFill>
                        </a:rPr>
                        <a:t>Campaign effectiveness</a:t>
                      </a:r>
                    </a:p>
                  </a:txBody>
                  <a:tcPr anchor="ctr"/>
                </a:tc>
                <a:extLst>
                  <a:ext uri="{0D108BD9-81ED-4DB2-BD59-A6C34878D82A}">
                    <a16:rowId xmlns:a16="http://schemas.microsoft.com/office/drawing/2014/main" val="3019361871"/>
                  </a:ext>
                </a:extLst>
              </a:tr>
              <a:tr h="370840">
                <a:tc>
                  <a:txBody>
                    <a:bodyPr/>
                    <a:lstStyle/>
                    <a:p>
                      <a:pPr algn="ctr">
                        <a:buNone/>
                      </a:pPr>
                      <a:r>
                        <a:rPr lang="en-IN">
                          <a:solidFill>
                            <a:schemeClr val="tx1">
                              <a:lumMod val="95000"/>
                              <a:lumOff val="5000"/>
                            </a:schemeClr>
                          </a:solidFill>
                        </a:rPr>
                        <a:t>utm_content</a:t>
                      </a:r>
                    </a:p>
                  </a:txBody>
                  <a:tcPr anchor="ctr"/>
                </a:tc>
                <a:tc>
                  <a:txBody>
                    <a:bodyPr/>
                    <a:lstStyle/>
                    <a:p>
                      <a:pPr algn="ctr">
                        <a:buNone/>
                      </a:pPr>
                      <a:r>
                        <a:rPr lang="en-IN">
                          <a:solidFill>
                            <a:schemeClr val="tx1">
                              <a:lumMod val="95000"/>
                              <a:lumOff val="5000"/>
                            </a:schemeClr>
                          </a:solidFill>
                        </a:rPr>
                        <a:t>Creative or ad content</a:t>
                      </a:r>
                    </a:p>
                  </a:txBody>
                  <a:tcPr anchor="ctr"/>
                </a:tc>
                <a:tc>
                  <a:txBody>
                    <a:bodyPr/>
                    <a:lstStyle/>
                    <a:p>
                      <a:pPr algn="ctr">
                        <a:buNone/>
                      </a:pPr>
                      <a:r>
                        <a:rPr lang="en-IN">
                          <a:solidFill>
                            <a:schemeClr val="tx1">
                              <a:lumMod val="95000"/>
                              <a:lumOff val="5000"/>
                            </a:schemeClr>
                          </a:solidFill>
                        </a:rPr>
                        <a:t>Creative-level analysis</a:t>
                      </a:r>
                    </a:p>
                  </a:txBody>
                  <a:tcPr anchor="ctr"/>
                </a:tc>
                <a:extLst>
                  <a:ext uri="{0D108BD9-81ED-4DB2-BD59-A6C34878D82A}">
                    <a16:rowId xmlns:a16="http://schemas.microsoft.com/office/drawing/2014/main" val="1494325544"/>
                  </a:ext>
                </a:extLst>
              </a:tr>
              <a:tr h="370840">
                <a:tc>
                  <a:txBody>
                    <a:bodyPr/>
                    <a:lstStyle/>
                    <a:p>
                      <a:pPr algn="ctr">
                        <a:buNone/>
                      </a:pPr>
                      <a:r>
                        <a:rPr lang="en-IN">
                          <a:solidFill>
                            <a:schemeClr val="tx1">
                              <a:lumMod val="95000"/>
                              <a:lumOff val="5000"/>
                            </a:schemeClr>
                          </a:solidFill>
                        </a:rPr>
                        <a:t>device_type</a:t>
                      </a:r>
                    </a:p>
                  </a:txBody>
                  <a:tcPr anchor="ctr"/>
                </a:tc>
                <a:tc>
                  <a:txBody>
                    <a:bodyPr/>
                    <a:lstStyle/>
                    <a:p>
                      <a:pPr algn="ctr">
                        <a:buNone/>
                      </a:pPr>
                      <a:r>
                        <a:rPr lang="en-IN">
                          <a:solidFill>
                            <a:schemeClr val="tx1">
                              <a:lumMod val="95000"/>
                              <a:lumOff val="5000"/>
                            </a:schemeClr>
                          </a:solidFill>
                        </a:rPr>
                        <a:t>Device used (desktop/mobile)</a:t>
                      </a:r>
                    </a:p>
                  </a:txBody>
                  <a:tcPr anchor="ctr"/>
                </a:tc>
                <a:tc>
                  <a:txBody>
                    <a:bodyPr/>
                    <a:lstStyle/>
                    <a:p>
                      <a:pPr algn="ctr">
                        <a:buNone/>
                      </a:pPr>
                      <a:r>
                        <a:rPr lang="en-IN">
                          <a:solidFill>
                            <a:schemeClr val="tx1">
                              <a:lumMod val="95000"/>
                              <a:lumOff val="5000"/>
                            </a:schemeClr>
                          </a:solidFill>
                        </a:rPr>
                        <a:t>UX &amp; device performance</a:t>
                      </a:r>
                    </a:p>
                  </a:txBody>
                  <a:tcPr anchor="ctr"/>
                </a:tc>
                <a:extLst>
                  <a:ext uri="{0D108BD9-81ED-4DB2-BD59-A6C34878D82A}">
                    <a16:rowId xmlns:a16="http://schemas.microsoft.com/office/drawing/2014/main" val="1467448705"/>
                  </a:ext>
                </a:extLst>
              </a:tr>
              <a:tr h="370840">
                <a:tc>
                  <a:txBody>
                    <a:bodyPr/>
                    <a:lstStyle/>
                    <a:p>
                      <a:pPr algn="ctr">
                        <a:buNone/>
                      </a:pPr>
                      <a:r>
                        <a:rPr lang="en-IN">
                          <a:solidFill>
                            <a:schemeClr val="tx1">
                              <a:lumMod val="95000"/>
                              <a:lumOff val="5000"/>
                            </a:schemeClr>
                          </a:solidFill>
                        </a:rPr>
                        <a:t>http_referer</a:t>
                      </a:r>
                    </a:p>
                  </a:txBody>
                  <a:tcPr anchor="ctr"/>
                </a:tc>
                <a:tc>
                  <a:txBody>
                    <a:bodyPr/>
                    <a:lstStyle/>
                    <a:p>
                      <a:pPr algn="ctr">
                        <a:buNone/>
                      </a:pPr>
                      <a:r>
                        <a:rPr lang="en-IN">
                          <a:solidFill>
                            <a:schemeClr val="tx1">
                              <a:lumMod val="95000"/>
                              <a:lumOff val="5000"/>
                            </a:schemeClr>
                          </a:solidFill>
                        </a:rPr>
                        <a:t>Referring website</a:t>
                      </a:r>
                    </a:p>
                  </a:txBody>
                  <a:tcPr anchor="ctr"/>
                </a:tc>
                <a:tc>
                  <a:txBody>
                    <a:bodyPr/>
                    <a:lstStyle/>
                    <a:p>
                      <a:pPr algn="ctr">
                        <a:buNone/>
                      </a:pPr>
                      <a:r>
                        <a:rPr lang="en-IN" dirty="0">
                          <a:solidFill>
                            <a:schemeClr val="tx1">
                              <a:lumMod val="95000"/>
                              <a:lumOff val="5000"/>
                            </a:schemeClr>
                          </a:solidFill>
                        </a:rPr>
                        <a:t>Organic/referral analysis</a:t>
                      </a:r>
                    </a:p>
                  </a:txBody>
                  <a:tcPr anchor="ctr"/>
                </a:tc>
                <a:extLst>
                  <a:ext uri="{0D108BD9-81ED-4DB2-BD59-A6C34878D82A}">
                    <a16:rowId xmlns:a16="http://schemas.microsoft.com/office/drawing/2014/main" val="2772269568"/>
                  </a:ext>
                </a:extLst>
              </a:tr>
            </a:tbl>
          </a:graphicData>
        </a:graphic>
      </p:graphicFrame>
    </p:spTree>
    <p:extLst>
      <p:ext uri="{BB962C8B-B14F-4D97-AF65-F5344CB8AC3E}">
        <p14:creationId xmlns:p14="http://schemas.microsoft.com/office/powerpoint/2010/main" val="18120220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6BC97-7488-DDAE-E6B5-34F701EB87F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3EC5318-8564-F682-793D-79DE341ADEA0}"/>
              </a:ext>
            </a:extLst>
          </p:cNvPr>
          <p:cNvSpPr txBox="1"/>
          <p:nvPr/>
        </p:nvSpPr>
        <p:spPr>
          <a:xfrm>
            <a:off x="550606" y="211619"/>
            <a:ext cx="10568660"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ym typeface="Arial"/>
              </a:rPr>
              <a:t>Data Dictionary(8/8)</a:t>
            </a:r>
            <a:endParaRPr lang="en-IN" dirty="0">
              <a:sym typeface="Arial"/>
            </a:endParaRPr>
          </a:p>
        </p:txBody>
      </p:sp>
      <p:sp>
        <p:nvSpPr>
          <p:cNvPr id="3" name="TextBox 2">
            <a:extLst>
              <a:ext uri="{FF2B5EF4-FFF2-40B4-BE49-F238E27FC236}">
                <a16:creationId xmlns:a16="http://schemas.microsoft.com/office/drawing/2014/main" id="{0F8CF4C5-C523-3C4F-56DA-FAA6933E1F3B}"/>
              </a:ext>
            </a:extLst>
          </p:cNvPr>
          <p:cNvSpPr txBox="1"/>
          <p:nvPr/>
        </p:nvSpPr>
        <p:spPr>
          <a:xfrm>
            <a:off x="550606" y="1138719"/>
            <a:ext cx="10568660" cy="369332"/>
          </a:xfrm>
          <a:prstGeom prst="rect">
            <a:avLst/>
          </a:prstGeom>
          <a:noFill/>
        </p:spPr>
        <p:txBody>
          <a:bodyPr wrap="square" rtlCol="0">
            <a:spAutoFit/>
          </a:bodyPr>
          <a:lstStyle/>
          <a:p>
            <a:r>
              <a:rPr lang="en-US" b="1" dirty="0">
                <a:solidFill>
                  <a:schemeClr val="tx1">
                    <a:lumMod val="95000"/>
                    <a:lumOff val="5000"/>
                  </a:schemeClr>
                </a:solidFill>
              </a:rPr>
              <a:t>6. Website Pageviews Table: </a:t>
            </a:r>
            <a:r>
              <a:rPr lang="en-US" dirty="0"/>
              <a:t>Tracks user navigation and content interaction</a:t>
            </a:r>
            <a:endParaRPr lang="en-IN" b="1" dirty="0">
              <a:solidFill>
                <a:schemeClr val="tx1">
                  <a:lumMod val="95000"/>
                  <a:lumOff val="5000"/>
                </a:schemeClr>
              </a:solidFill>
            </a:endParaRPr>
          </a:p>
        </p:txBody>
      </p:sp>
      <p:graphicFrame>
        <p:nvGraphicFramePr>
          <p:cNvPr id="5" name="Table 4">
            <a:extLst>
              <a:ext uri="{FF2B5EF4-FFF2-40B4-BE49-F238E27FC236}">
                <a16:creationId xmlns:a16="http://schemas.microsoft.com/office/drawing/2014/main" id="{3B13F3FC-4E99-2A13-D81A-9394AF9955E1}"/>
              </a:ext>
            </a:extLst>
          </p:cNvPr>
          <p:cNvGraphicFramePr>
            <a:graphicFrameLocks noGrp="1"/>
          </p:cNvGraphicFramePr>
          <p:nvPr/>
        </p:nvGraphicFramePr>
        <p:xfrm>
          <a:off x="550606" y="1959441"/>
          <a:ext cx="10491021" cy="1879920"/>
        </p:xfrm>
        <a:graphic>
          <a:graphicData uri="http://schemas.openxmlformats.org/drawingml/2006/table">
            <a:tbl>
              <a:tblPr firstRow="1" bandRow="1">
                <a:tableStyleId>{5C22544A-7EE6-4342-B048-85BDC9FD1C3A}</a:tableStyleId>
              </a:tblPr>
              <a:tblGrid>
                <a:gridCol w="3497007">
                  <a:extLst>
                    <a:ext uri="{9D8B030D-6E8A-4147-A177-3AD203B41FA5}">
                      <a16:colId xmlns:a16="http://schemas.microsoft.com/office/drawing/2014/main" val="3123110877"/>
                    </a:ext>
                  </a:extLst>
                </a:gridCol>
                <a:gridCol w="3497007">
                  <a:extLst>
                    <a:ext uri="{9D8B030D-6E8A-4147-A177-3AD203B41FA5}">
                      <a16:colId xmlns:a16="http://schemas.microsoft.com/office/drawing/2014/main" val="3257974845"/>
                    </a:ext>
                  </a:extLst>
                </a:gridCol>
                <a:gridCol w="3497007">
                  <a:extLst>
                    <a:ext uri="{9D8B030D-6E8A-4147-A177-3AD203B41FA5}">
                      <a16:colId xmlns:a16="http://schemas.microsoft.com/office/drawing/2014/main" val="1658470014"/>
                    </a:ext>
                  </a:extLst>
                </a:gridCol>
              </a:tblGrid>
              <a:tr h="370840">
                <a:tc>
                  <a:txBody>
                    <a:bodyPr/>
                    <a:lstStyle/>
                    <a:p>
                      <a:pPr algn="ctr">
                        <a:buNone/>
                      </a:pPr>
                      <a:r>
                        <a:rPr lang="en-IN" dirty="0">
                          <a:solidFill>
                            <a:schemeClr val="tx1">
                              <a:lumMod val="95000"/>
                              <a:lumOff val="5000"/>
                            </a:schemeClr>
                          </a:solidFill>
                        </a:rPr>
                        <a:t>Column Name</a:t>
                      </a:r>
                    </a:p>
                  </a:txBody>
                  <a:tcPr anchor="ctr"/>
                </a:tc>
                <a:tc>
                  <a:txBody>
                    <a:bodyPr/>
                    <a:lstStyle/>
                    <a:p>
                      <a:pPr algn="ctr">
                        <a:buNone/>
                      </a:pPr>
                      <a:r>
                        <a:rPr lang="en-IN">
                          <a:solidFill>
                            <a:schemeClr val="tx1">
                              <a:lumMod val="95000"/>
                              <a:lumOff val="5000"/>
                            </a:schemeClr>
                          </a:solidFill>
                        </a:rPr>
                        <a:t>Meaning</a:t>
                      </a:r>
                    </a:p>
                  </a:txBody>
                  <a:tcPr anchor="ctr"/>
                </a:tc>
                <a:tc>
                  <a:txBody>
                    <a:bodyPr/>
                    <a:lstStyle/>
                    <a:p>
                      <a:pPr algn="ctr">
                        <a:buNone/>
                      </a:pPr>
                      <a:r>
                        <a:rPr lang="en-IN">
                          <a:solidFill>
                            <a:schemeClr val="tx1">
                              <a:lumMod val="95000"/>
                              <a:lumOff val="5000"/>
                            </a:schemeClr>
                          </a:solidFill>
                        </a:rPr>
                        <a:t>Analytical Use</a:t>
                      </a:r>
                    </a:p>
                  </a:txBody>
                  <a:tcPr anchor="ctr"/>
                </a:tc>
                <a:extLst>
                  <a:ext uri="{0D108BD9-81ED-4DB2-BD59-A6C34878D82A}">
                    <a16:rowId xmlns:a16="http://schemas.microsoft.com/office/drawing/2014/main" val="1093544118"/>
                  </a:ext>
                </a:extLst>
              </a:tr>
              <a:tr h="370840">
                <a:tc>
                  <a:txBody>
                    <a:bodyPr/>
                    <a:lstStyle/>
                    <a:p>
                      <a:pPr algn="ctr">
                        <a:buNone/>
                      </a:pPr>
                      <a:r>
                        <a:rPr lang="en-IN">
                          <a:solidFill>
                            <a:schemeClr val="tx1">
                              <a:lumMod val="95000"/>
                              <a:lumOff val="5000"/>
                            </a:schemeClr>
                          </a:solidFill>
                        </a:rPr>
                        <a:t>website_pageview_id</a:t>
                      </a:r>
                    </a:p>
                  </a:txBody>
                  <a:tcPr anchor="ctr"/>
                </a:tc>
                <a:tc>
                  <a:txBody>
                    <a:bodyPr/>
                    <a:lstStyle/>
                    <a:p>
                      <a:pPr algn="ctr">
                        <a:buNone/>
                      </a:pPr>
                      <a:r>
                        <a:rPr lang="en-IN">
                          <a:solidFill>
                            <a:schemeClr val="tx1">
                              <a:lumMod val="95000"/>
                              <a:lumOff val="5000"/>
                            </a:schemeClr>
                          </a:solidFill>
                        </a:rPr>
                        <a:t>Unique pageview identifier</a:t>
                      </a:r>
                    </a:p>
                  </a:txBody>
                  <a:tcPr anchor="ctr"/>
                </a:tc>
                <a:tc>
                  <a:txBody>
                    <a:bodyPr/>
                    <a:lstStyle/>
                    <a:p>
                      <a:pPr algn="ctr">
                        <a:buNone/>
                      </a:pPr>
                      <a:r>
                        <a:rPr lang="en-IN">
                          <a:solidFill>
                            <a:schemeClr val="tx1">
                              <a:lumMod val="95000"/>
                              <a:lumOff val="5000"/>
                            </a:schemeClr>
                          </a:solidFill>
                        </a:rPr>
                        <a:t>Primary key</a:t>
                      </a:r>
                    </a:p>
                  </a:txBody>
                  <a:tcPr anchor="ctr"/>
                </a:tc>
                <a:extLst>
                  <a:ext uri="{0D108BD9-81ED-4DB2-BD59-A6C34878D82A}">
                    <a16:rowId xmlns:a16="http://schemas.microsoft.com/office/drawing/2014/main" val="2008518211"/>
                  </a:ext>
                </a:extLst>
              </a:tr>
              <a:tr h="370840">
                <a:tc>
                  <a:txBody>
                    <a:bodyPr/>
                    <a:lstStyle/>
                    <a:p>
                      <a:pPr algn="ctr">
                        <a:buNone/>
                      </a:pPr>
                      <a:r>
                        <a:rPr lang="en-IN">
                          <a:solidFill>
                            <a:schemeClr val="tx1">
                              <a:lumMod val="95000"/>
                              <a:lumOff val="5000"/>
                            </a:schemeClr>
                          </a:solidFill>
                        </a:rPr>
                        <a:t>created_at</a:t>
                      </a:r>
                    </a:p>
                  </a:txBody>
                  <a:tcPr anchor="ctr"/>
                </a:tc>
                <a:tc>
                  <a:txBody>
                    <a:bodyPr/>
                    <a:lstStyle/>
                    <a:p>
                      <a:pPr algn="ctr">
                        <a:buNone/>
                      </a:pPr>
                      <a:r>
                        <a:rPr lang="en-IN">
                          <a:solidFill>
                            <a:schemeClr val="tx1">
                              <a:lumMod val="95000"/>
                              <a:lumOff val="5000"/>
                            </a:schemeClr>
                          </a:solidFill>
                        </a:rPr>
                        <a:t>Pageview timestamp</a:t>
                      </a:r>
                    </a:p>
                  </a:txBody>
                  <a:tcPr anchor="ctr"/>
                </a:tc>
                <a:tc>
                  <a:txBody>
                    <a:bodyPr/>
                    <a:lstStyle/>
                    <a:p>
                      <a:pPr algn="ctr">
                        <a:buNone/>
                      </a:pPr>
                      <a:r>
                        <a:rPr lang="en-IN">
                          <a:solidFill>
                            <a:schemeClr val="tx1">
                              <a:lumMod val="95000"/>
                              <a:lumOff val="5000"/>
                            </a:schemeClr>
                          </a:solidFill>
                        </a:rPr>
                        <a:t>Clickstream sequencing</a:t>
                      </a:r>
                    </a:p>
                  </a:txBody>
                  <a:tcPr anchor="ctr"/>
                </a:tc>
                <a:extLst>
                  <a:ext uri="{0D108BD9-81ED-4DB2-BD59-A6C34878D82A}">
                    <a16:rowId xmlns:a16="http://schemas.microsoft.com/office/drawing/2014/main" val="1527275212"/>
                  </a:ext>
                </a:extLst>
              </a:tr>
              <a:tr h="370840">
                <a:tc>
                  <a:txBody>
                    <a:bodyPr/>
                    <a:lstStyle/>
                    <a:p>
                      <a:pPr algn="ctr">
                        <a:buNone/>
                      </a:pPr>
                      <a:r>
                        <a:rPr lang="en-IN">
                          <a:solidFill>
                            <a:schemeClr val="tx1">
                              <a:lumMod val="95000"/>
                              <a:lumOff val="5000"/>
                            </a:schemeClr>
                          </a:solidFill>
                        </a:rPr>
                        <a:t>website_session_id</a:t>
                      </a:r>
                    </a:p>
                  </a:txBody>
                  <a:tcPr anchor="ctr"/>
                </a:tc>
                <a:tc>
                  <a:txBody>
                    <a:bodyPr/>
                    <a:lstStyle/>
                    <a:p>
                      <a:pPr algn="ctr">
                        <a:buNone/>
                      </a:pPr>
                      <a:r>
                        <a:rPr lang="en-IN">
                          <a:solidFill>
                            <a:schemeClr val="tx1">
                              <a:lumMod val="95000"/>
                              <a:lumOff val="5000"/>
                            </a:schemeClr>
                          </a:solidFill>
                        </a:rPr>
                        <a:t>Associated session</a:t>
                      </a:r>
                    </a:p>
                  </a:txBody>
                  <a:tcPr anchor="ctr"/>
                </a:tc>
                <a:tc>
                  <a:txBody>
                    <a:bodyPr/>
                    <a:lstStyle/>
                    <a:p>
                      <a:pPr algn="ctr">
                        <a:buNone/>
                      </a:pPr>
                      <a:r>
                        <a:rPr lang="en-IN">
                          <a:solidFill>
                            <a:schemeClr val="tx1">
                              <a:lumMod val="95000"/>
                              <a:lumOff val="5000"/>
                            </a:schemeClr>
                          </a:solidFill>
                        </a:rPr>
                        <a:t>Funnel &amp; path analysis</a:t>
                      </a:r>
                    </a:p>
                  </a:txBody>
                  <a:tcPr anchor="ctr"/>
                </a:tc>
                <a:extLst>
                  <a:ext uri="{0D108BD9-81ED-4DB2-BD59-A6C34878D82A}">
                    <a16:rowId xmlns:a16="http://schemas.microsoft.com/office/drawing/2014/main" val="2749030653"/>
                  </a:ext>
                </a:extLst>
              </a:tr>
              <a:tr h="370840">
                <a:tc>
                  <a:txBody>
                    <a:bodyPr/>
                    <a:lstStyle/>
                    <a:p>
                      <a:pPr algn="ctr">
                        <a:buNone/>
                      </a:pPr>
                      <a:r>
                        <a:rPr lang="en-IN">
                          <a:solidFill>
                            <a:schemeClr val="tx1">
                              <a:lumMod val="95000"/>
                              <a:lumOff val="5000"/>
                            </a:schemeClr>
                          </a:solidFill>
                        </a:rPr>
                        <a:t>pageview_url</a:t>
                      </a:r>
                    </a:p>
                  </a:txBody>
                  <a:tcPr anchor="ctr"/>
                </a:tc>
                <a:tc>
                  <a:txBody>
                    <a:bodyPr/>
                    <a:lstStyle/>
                    <a:p>
                      <a:pPr algn="ctr">
                        <a:buNone/>
                      </a:pPr>
                      <a:r>
                        <a:rPr lang="en-IN">
                          <a:solidFill>
                            <a:schemeClr val="tx1">
                              <a:lumMod val="95000"/>
                              <a:lumOff val="5000"/>
                            </a:schemeClr>
                          </a:solidFill>
                        </a:rPr>
                        <a:t>URL visited</a:t>
                      </a:r>
                    </a:p>
                  </a:txBody>
                  <a:tcPr anchor="ctr"/>
                </a:tc>
                <a:tc>
                  <a:txBody>
                    <a:bodyPr/>
                    <a:lstStyle/>
                    <a:p>
                      <a:pPr algn="ctr">
                        <a:buNone/>
                      </a:pPr>
                      <a:r>
                        <a:rPr lang="en-IN" dirty="0">
                          <a:solidFill>
                            <a:schemeClr val="tx1">
                              <a:lumMod val="95000"/>
                              <a:lumOff val="5000"/>
                            </a:schemeClr>
                          </a:solidFill>
                        </a:rPr>
                        <a:t>Entry pages, drop-off analysis</a:t>
                      </a:r>
                    </a:p>
                  </a:txBody>
                  <a:tcPr anchor="ctr"/>
                </a:tc>
                <a:extLst>
                  <a:ext uri="{0D108BD9-81ED-4DB2-BD59-A6C34878D82A}">
                    <a16:rowId xmlns:a16="http://schemas.microsoft.com/office/drawing/2014/main" val="1233190645"/>
                  </a:ext>
                </a:extLst>
              </a:tr>
            </a:tbl>
          </a:graphicData>
        </a:graphic>
      </p:graphicFrame>
    </p:spTree>
    <p:extLst>
      <p:ext uri="{BB962C8B-B14F-4D97-AF65-F5344CB8AC3E}">
        <p14:creationId xmlns:p14="http://schemas.microsoft.com/office/powerpoint/2010/main" val="24736112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F119D86-EAC7-D5A1-289E-EAAA4CE17087}"/>
              </a:ext>
            </a:extLst>
          </p:cNvPr>
          <p:cNvSpPr txBox="1"/>
          <p:nvPr/>
        </p:nvSpPr>
        <p:spPr>
          <a:xfrm>
            <a:off x="648929" y="368935"/>
            <a:ext cx="10568660"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ym typeface="Arial"/>
              </a:rPr>
              <a:t>Technology Stack Details</a:t>
            </a:r>
            <a:endParaRPr lang="en-IN" dirty="0">
              <a:sym typeface="Arial"/>
            </a:endParaRPr>
          </a:p>
        </p:txBody>
      </p:sp>
      <p:graphicFrame>
        <p:nvGraphicFramePr>
          <p:cNvPr id="7" name="Table 6">
            <a:extLst>
              <a:ext uri="{FF2B5EF4-FFF2-40B4-BE49-F238E27FC236}">
                <a16:creationId xmlns:a16="http://schemas.microsoft.com/office/drawing/2014/main" id="{4D0612A8-7CE2-E761-2F9E-4972096F49F3}"/>
              </a:ext>
            </a:extLst>
          </p:cNvPr>
          <p:cNvGraphicFramePr>
            <a:graphicFrameLocks noGrp="1"/>
          </p:cNvGraphicFramePr>
          <p:nvPr/>
        </p:nvGraphicFramePr>
        <p:xfrm>
          <a:off x="1325716" y="1460317"/>
          <a:ext cx="9540567" cy="3622960"/>
        </p:xfrm>
        <a:graphic>
          <a:graphicData uri="http://schemas.openxmlformats.org/drawingml/2006/table">
            <a:tbl>
              <a:tblPr firstRow="1" bandRow="1">
                <a:tableStyleId>{5C22544A-7EE6-4342-B048-85BDC9FD1C3A}</a:tableStyleId>
              </a:tblPr>
              <a:tblGrid>
                <a:gridCol w="3180189">
                  <a:extLst>
                    <a:ext uri="{9D8B030D-6E8A-4147-A177-3AD203B41FA5}">
                      <a16:colId xmlns:a16="http://schemas.microsoft.com/office/drawing/2014/main" val="2634607611"/>
                    </a:ext>
                  </a:extLst>
                </a:gridCol>
                <a:gridCol w="3180189">
                  <a:extLst>
                    <a:ext uri="{9D8B030D-6E8A-4147-A177-3AD203B41FA5}">
                      <a16:colId xmlns:a16="http://schemas.microsoft.com/office/drawing/2014/main" val="1589689573"/>
                    </a:ext>
                  </a:extLst>
                </a:gridCol>
                <a:gridCol w="3180189">
                  <a:extLst>
                    <a:ext uri="{9D8B030D-6E8A-4147-A177-3AD203B41FA5}">
                      <a16:colId xmlns:a16="http://schemas.microsoft.com/office/drawing/2014/main" val="2945994226"/>
                    </a:ext>
                  </a:extLst>
                </a:gridCol>
              </a:tblGrid>
              <a:tr h="453412">
                <a:tc>
                  <a:txBody>
                    <a:bodyPr/>
                    <a:lstStyle/>
                    <a:p>
                      <a:pPr algn="ctr">
                        <a:buNone/>
                      </a:pPr>
                      <a:r>
                        <a:rPr lang="en-US" dirty="0">
                          <a:solidFill>
                            <a:schemeClr val="tx1"/>
                          </a:solidFill>
                        </a:rPr>
                        <a:t>L</a:t>
                      </a:r>
                      <a:r>
                        <a:rPr lang="en-IN" dirty="0" err="1">
                          <a:solidFill>
                            <a:schemeClr val="tx1"/>
                          </a:solidFill>
                        </a:rPr>
                        <a:t>ayer</a:t>
                      </a:r>
                      <a:endParaRPr lang="en-IN" dirty="0">
                        <a:solidFill>
                          <a:schemeClr val="tx1"/>
                        </a:solidFill>
                      </a:endParaRPr>
                    </a:p>
                  </a:txBody>
                  <a:tcPr anchor="ctr"/>
                </a:tc>
                <a:tc>
                  <a:txBody>
                    <a:bodyPr/>
                    <a:lstStyle/>
                    <a:p>
                      <a:pPr algn="ctr">
                        <a:buNone/>
                      </a:pPr>
                      <a:r>
                        <a:rPr lang="en-IN" dirty="0">
                          <a:solidFill>
                            <a:schemeClr val="tx1"/>
                          </a:solidFill>
                        </a:rPr>
                        <a:t>Tools</a:t>
                      </a:r>
                    </a:p>
                  </a:txBody>
                  <a:tcPr anchor="ctr"/>
                </a:tc>
                <a:tc>
                  <a:txBody>
                    <a:bodyPr/>
                    <a:lstStyle/>
                    <a:p>
                      <a:pPr algn="ctr">
                        <a:buNone/>
                      </a:pPr>
                      <a:r>
                        <a:rPr lang="en-IN">
                          <a:solidFill>
                            <a:schemeClr val="tx1"/>
                          </a:solidFill>
                        </a:rPr>
                        <a:t>Justification</a:t>
                      </a:r>
                    </a:p>
                  </a:txBody>
                  <a:tcPr anchor="ctr"/>
                </a:tc>
                <a:extLst>
                  <a:ext uri="{0D108BD9-81ED-4DB2-BD59-A6C34878D82A}">
                    <a16:rowId xmlns:a16="http://schemas.microsoft.com/office/drawing/2014/main" val="1532930452"/>
                  </a:ext>
                </a:extLst>
              </a:tr>
              <a:tr h="693674">
                <a:tc>
                  <a:txBody>
                    <a:bodyPr/>
                    <a:lstStyle/>
                    <a:p>
                      <a:pPr algn="ctr">
                        <a:buNone/>
                      </a:pPr>
                      <a:r>
                        <a:rPr lang="en-IN" dirty="0">
                          <a:solidFill>
                            <a:schemeClr val="tx1"/>
                          </a:solidFill>
                        </a:rPr>
                        <a:t>Data Storage</a:t>
                      </a:r>
                    </a:p>
                  </a:txBody>
                  <a:tcPr anchor="ctr"/>
                </a:tc>
                <a:tc>
                  <a:txBody>
                    <a:bodyPr/>
                    <a:lstStyle/>
                    <a:p>
                      <a:pPr algn="ctr">
                        <a:buNone/>
                      </a:pPr>
                      <a:r>
                        <a:rPr lang="en-IN">
                          <a:solidFill>
                            <a:schemeClr val="tx1"/>
                          </a:solidFill>
                        </a:rPr>
                        <a:t>SQL Server</a:t>
                      </a:r>
                    </a:p>
                  </a:txBody>
                  <a:tcPr anchor="ctr"/>
                </a:tc>
                <a:tc>
                  <a:txBody>
                    <a:bodyPr/>
                    <a:lstStyle/>
                    <a:p>
                      <a:pPr algn="ctr">
                        <a:buNone/>
                      </a:pPr>
                      <a:r>
                        <a:rPr lang="en-IN" dirty="0">
                          <a:solidFill>
                            <a:schemeClr val="tx1"/>
                          </a:solidFill>
                        </a:rPr>
                        <a:t>Relational integrity, scalability</a:t>
                      </a:r>
                    </a:p>
                  </a:txBody>
                  <a:tcPr anchor="ctr"/>
                </a:tc>
                <a:extLst>
                  <a:ext uri="{0D108BD9-81ED-4DB2-BD59-A6C34878D82A}">
                    <a16:rowId xmlns:a16="http://schemas.microsoft.com/office/drawing/2014/main" val="2877856014"/>
                  </a:ext>
                </a:extLst>
              </a:tr>
              <a:tr h="693674">
                <a:tc>
                  <a:txBody>
                    <a:bodyPr/>
                    <a:lstStyle/>
                    <a:p>
                      <a:pPr algn="ctr">
                        <a:buNone/>
                      </a:pPr>
                      <a:r>
                        <a:rPr lang="en-IN" dirty="0">
                          <a:solidFill>
                            <a:schemeClr val="tx1"/>
                          </a:solidFill>
                        </a:rPr>
                        <a:t>Data Processing</a:t>
                      </a:r>
                    </a:p>
                  </a:txBody>
                  <a:tcPr anchor="ctr"/>
                </a:tc>
                <a:tc>
                  <a:txBody>
                    <a:bodyPr/>
                    <a:lstStyle/>
                    <a:p>
                      <a:pPr algn="ctr">
                        <a:buNone/>
                      </a:pPr>
                      <a:r>
                        <a:rPr lang="en-IN" dirty="0">
                          <a:solidFill>
                            <a:schemeClr val="tx1"/>
                          </a:solidFill>
                        </a:rPr>
                        <a:t>SQL, Python</a:t>
                      </a:r>
                    </a:p>
                  </a:txBody>
                  <a:tcPr anchor="ctr"/>
                </a:tc>
                <a:tc>
                  <a:txBody>
                    <a:bodyPr/>
                    <a:lstStyle/>
                    <a:p>
                      <a:pPr algn="ctr">
                        <a:buNone/>
                      </a:pPr>
                      <a:r>
                        <a:rPr lang="en-IN" dirty="0">
                          <a:solidFill>
                            <a:schemeClr val="tx1"/>
                          </a:solidFill>
                        </a:rPr>
                        <a:t>KPI creation, Analysis, Validation</a:t>
                      </a:r>
                    </a:p>
                  </a:txBody>
                  <a:tcPr anchor="ctr"/>
                </a:tc>
                <a:extLst>
                  <a:ext uri="{0D108BD9-81ED-4DB2-BD59-A6C34878D82A}">
                    <a16:rowId xmlns:a16="http://schemas.microsoft.com/office/drawing/2014/main" val="3993107336"/>
                  </a:ext>
                </a:extLst>
              </a:tr>
              <a:tr h="693674">
                <a:tc>
                  <a:txBody>
                    <a:bodyPr/>
                    <a:lstStyle/>
                    <a:p>
                      <a:pPr algn="ctr">
                        <a:buNone/>
                      </a:pPr>
                      <a:r>
                        <a:rPr lang="en-IN" dirty="0">
                          <a:solidFill>
                            <a:schemeClr val="tx1"/>
                          </a:solidFill>
                        </a:rPr>
                        <a:t>Visualization</a:t>
                      </a:r>
                    </a:p>
                  </a:txBody>
                  <a:tcPr anchor="ctr"/>
                </a:tc>
                <a:tc>
                  <a:txBody>
                    <a:bodyPr/>
                    <a:lstStyle/>
                    <a:p>
                      <a:pPr algn="ctr">
                        <a:buNone/>
                      </a:pPr>
                      <a:r>
                        <a:rPr lang="en-IN">
                          <a:solidFill>
                            <a:schemeClr val="tx1"/>
                          </a:solidFill>
                        </a:rPr>
                        <a:t>Power BI</a:t>
                      </a:r>
                    </a:p>
                  </a:txBody>
                  <a:tcPr anchor="ctr"/>
                </a:tc>
                <a:tc>
                  <a:txBody>
                    <a:bodyPr/>
                    <a:lstStyle/>
                    <a:p>
                      <a:pPr algn="ctr">
                        <a:buNone/>
                      </a:pPr>
                      <a:r>
                        <a:rPr lang="en-IN" dirty="0">
                          <a:solidFill>
                            <a:schemeClr val="tx1"/>
                          </a:solidFill>
                        </a:rPr>
                        <a:t>Interactive dashboards, investor-grade visuals</a:t>
                      </a:r>
                    </a:p>
                  </a:txBody>
                  <a:tcPr anchor="ctr"/>
                </a:tc>
                <a:extLst>
                  <a:ext uri="{0D108BD9-81ED-4DB2-BD59-A6C34878D82A}">
                    <a16:rowId xmlns:a16="http://schemas.microsoft.com/office/drawing/2014/main" val="647918847"/>
                  </a:ext>
                </a:extLst>
              </a:tr>
              <a:tr h="693674">
                <a:tc>
                  <a:txBody>
                    <a:bodyPr/>
                    <a:lstStyle/>
                    <a:p>
                      <a:pPr algn="ctr">
                        <a:buNone/>
                      </a:pPr>
                      <a:r>
                        <a:rPr lang="en-IN" dirty="0">
                          <a:solidFill>
                            <a:schemeClr val="tx1"/>
                          </a:solidFill>
                        </a:rPr>
                        <a:t>Deployment</a:t>
                      </a:r>
                    </a:p>
                  </a:txBody>
                  <a:tcPr anchor="ctr"/>
                </a:tc>
                <a:tc>
                  <a:txBody>
                    <a:bodyPr/>
                    <a:lstStyle/>
                    <a:p>
                      <a:pPr algn="ctr">
                        <a:buNone/>
                      </a:pPr>
                      <a:r>
                        <a:rPr lang="en-IN">
                          <a:solidFill>
                            <a:schemeClr val="tx1"/>
                          </a:solidFill>
                        </a:rPr>
                        <a:t>Streamlit / Render</a:t>
                      </a:r>
                    </a:p>
                  </a:txBody>
                  <a:tcPr anchor="ctr"/>
                </a:tc>
                <a:tc>
                  <a:txBody>
                    <a:bodyPr/>
                    <a:lstStyle/>
                    <a:p>
                      <a:pPr algn="ctr">
                        <a:buNone/>
                      </a:pPr>
                      <a:r>
                        <a:rPr lang="en-IN" dirty="0">
                          <a:solidFill>
                            <a:schemeClr val="tx1"/>
                          </a:solidFill>
                        </a:rPr>
                        <a:t>Web-based access to insights</a:t>
                      </a:r>
                    </a:p>
                  </a:txBody>
                  <a:tcPr anchor="ctr"/>
                </a:tc>
                <a:extLst>
                  <a:ext uri="{0D108BD9-81ED-4DB2-BD59-A6C34878D82A}">
                    <a16:rowId xmlns:a16="http://schemas.microsoft.com/office/drawing/2014/main" val="1604975790"/>
                  </a:ext>
                </a:extLst>
              </a:tr>
              <a:tr h="394852">
                <a:tc>
                  <a:txBody>
                    <a:bodyPr/>
                    <a:lstStyle/>
                    <a:p>
                      <a:pPr algn="ctr">
                        <a:buNone/>
                      </a:pPr>
                      <a:r>
                        <a:rPr lang="en-IN" dirty="0">
                          <a:solidFill>
                            <a:schemeClr val="tx1"/>
                          </a:solidFill>
                        </a:rPr>
                        <a:t>Version Control</a:t>
                      </a:r>
                    </a:p>
                  </a:txBody>
                  <a:tcPr anchor="ctr"/>
                </a:tc>
                <a:tc>
                  <a:txBody>
                    <a:bodyPr/>
                    <a:lstStyle/>
                    <a:p>
                      <a:pPr algn="ctr">
                        <a:buNone/>
                      </a:pPr>
                      <a:r>
                        <a:rPr lang="en-IN" dirty="0">
                          <a:solidFill>
                            <a:schemeClr val="tx1"/>
                          </a:solidFill>
                        </a:rPr>
                        <a:t>GitHub</a:t>
                      </a:r>
                    </a:p>
                  </a:txBody>
                  <a:tcPr anchor="ctr"/>
                </a:tc>
                <a:tc>
                  <a:txBody>
                    <a:bodyPr/>
                    <a:lstStyle/>
                    <a:p>
                      <a:pPr algn="ctr">
                        <a:buNone/>
                      </a:pPr>
                      <a:r>
                        <a:rPr lang="en-IN" dirty="0">
                          <a:solidFill>
                            <a:schemeClr val="tx1"/>
                          </a:solidFill>
                        </a:rPr>
                        <a:t>Code collaboration</a:t>
                      </a:r>
                    </a:p>
                  </a:txBody>
                  <a:tcPr anchor="ctr"/>
                </a:tc>
                <a:extLst>
                  <a:ext uri="{0D108BD9-81ED-4DB2-BD59-A6C34878D82A}">
                    <a16:rowId xmlns:a16="http://schemas.microsoft.com/office/drawing/2014/main" val="2916690211"/>
                  </a:ext>
                </a:extLst>
              </a:tr>
            </a:tbl>
          </a:graphicData>
        </a:graphic>
      </p:graphicFrame>
    </p:spTree>
    <p:extLst>
      <p:ext uri="{BB962C8B-B14F-4D97-AF65-F5344CB8AC3E}">
        <p14:creationId xmlns:p14="http://schemas.microsoft.com/office/powerpoint/2010/main" val="20884208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BE6CCD-8F82-A274-3310-7C9185E18A28}"/>
              </a:ext>
            </a:extLst>
          </p:cNvPr>
          <p:cNvSpPr txBox="1"/>
          <p:nvPr/>
        </p:nvSpPr>
        <p:spPr>
          <a:xfrm>
            <a:off x="452284" y="275303"/>
            <a:ext cx="9763432"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Data Aggregation at Various Levels(1/5)</a:t>
            </a:r>
            <a:endParaRPr lang="en-IN" dirty="0"/>
          </a:p>
        </p:txBody>
      </p:sp>
      <p:sp>
        <p:nvSpPr>
          <p:cNvPr id="4" name="Rectangle 3">
            <a:extLst>
              <a:ext uri="{FF2B5EF4-FFF2-40B4-BE49-F238E27FC236}">
                <a16:creationId xmlns:a16="http://schemas.microsoft.com/office/drawing/2014/main" id="{8FAC1DBF-353E-B8B1-577F-1D1343E84897}"/>
              </a:ext>
            </a:extLst>
          </p:cNvPr>
          <p:cNvSpPr/>
          <p:nvPr/>
        </p:nvSpPr>
        <p:spPr>
          <a:xfrm>
            <a:off x="452284" y="1127760"/>
            <a:ext cx="2727796" cy="49580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Order_360 Table</a:t>
            </a:r>
            <a:endParaRPr lang="en-IN" b="1" dirty="0">
              <a:solidFill>
                <a:schemeClr val="tx1"/>
              </a:solidFill>
            </a:endParaRPr>
          </a:p>
        </p:txBody>
      </p:sp>
      <p:sp>
        <p:nvSpPr>
          <p:cNvPr id="5" name="Rectangle 4">
            <a:extLst>
              <a:ext uri="{FF2B5EF4-FFF2-40B4-BE49-F238E27FC236}">
                <a16:creationId xmlns:a16="http://schemas.microsoft.com/office/drawing/2014/main" id="{146C57A3-F561-E6D2-4109-C310CC257A2C}"/>
              </a:ext>
            </a:extLst>
          </p:cNvPr>
          <p:cNvSpPr/>
          <p:nvPr/>
        </p:nvSpPr>
        <p:spPr>
          <a:xfrm>
            <a:off x="3180080" y="1127760"/>
            <a:ext cx="8077200" cy="7721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Purpose</a:t>
            </a:r>
          </a:p>
          <a:p>
            <a:r>
              <a:rPr lang="en-US" dirty="0">
                <a:solidFill>
                  <a:schemeClr val="tx1"/>
                </a:solidFill>
              </a:rPr>
              <a:t>To understand transaction-level performance and purchase behavior</a:t>
            </a:r>
            <a:r>
              <a:rPr lang="en-US" dirty="0"/>
              <a:t>.</a:t>
            </a:r>
          </a:p>
        </p:txBody>
      </p:sp>
      <p:sp>
        <p:nvSpPr>
          <p:cNvPr id="6" name="Rectangle 5">
            <a:extLst>
              <a:ext uri="{FF2B5EF4-FFF2-40B4-BE49-F238E27FC236}">
                <a16:creationId xmlns:a16="http://schemas.microsoft.com/office/drawing/2014/main" id="{A3936F07-D4D3-24B8-7DCB-9BE1BFF2B096}"/>
              </a:ext>
            </a:extLst>
          </p:cNvPr>
          <p:cNvSpPr/>
          <p:nvPr/>
        </p:nvSpPr>
        <p:spPr>
          <a:xfrm>
            <a:off x="3180080" y="1899920"/>
            <a:ext cx="8077200" cy="4185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600" b="1" dirty="0">
                <a:solidFill>
                  <a:schemeClr val="tx1"/>
                </a:solidFill>
              </a:rPr>
              <a:t>Revenue &amp; profitability analysis</a:t>
            </a:r>
          </a:p>
          <a:p>
            <a:pPr marL="342900" indent="-342900">
              <a:buFont typeface="+mj-lt"/>
              <a:buAutoNum type="arabicPeriod"/>
            </a:pPr>
            <a:r>
              <a:rPr lang="en-US" sz="1600" dirty="0">
                <a:solidFill>
                  <a:schemeClr val="tx1"/>
                </a:solidFill>
              </a:rPr>
              <a:t>Revenue, cost, and profit per order</a:t>
            </a:r>
          </a:p>
          <a:p>
            <a:pPr marL="342900" indent="-342900">
              <a:buFont typeface="+mj-lt"/>
              <a:buAutoNum type="arabicPeriod"/>
            </a:pPr>
            <a:r>
              <a:rPr lang="en-US" sz="1600" dirty="0">
                <a:solidFill>
                  <a:schemeClr val="tx1"/>
                </a:solidFill>
              </a:rPr>
              <a:t>Profitability distribution across orders</a:t>
            </a:r>
          </a:p>
          <a:p>
            <a:pPr marL="342900" indent="-342900">
              <a:buFont typeface="+mj-lt"/>
              <a:buAutoNum type="arabicPeriod"/>
            </a:pPr>
            <a:r>
              <a:rPr lang="en-US" sz="1600" dirty="0">
                <a:solidFill>
                  <a:schemeClr val="tx1"/>
                </a:solidFill>
              </a:rPr>
              <a:t>Time-to-order analysis (speed of conversion)</a:t>
            </a:r>
          </a:p>
          <a:p>
            <a:pPr marL="285750" indent="-285750">
              <a:buFont typeface="Arial" panose="020B0604020202020204" pitchFamily="34" charset="0"/>
              <a:buChar char="•"/>
            </a:pPr>
            <a:r>
              <a:rPr lang="en-US" sz="1600" b="1" dirty="0">
                <a:solidFill>
                  <a:schemeClr val="tx1"/>
                </a:solidFill>
              </a:rPr>
              <a:t>Product purchase behavior</a:t>
            </a:r>
          </a:p>
          <a:p>
            <a:pPr marL="342900" indent="-342900">
              <a:buFont typeface="+mj-lt"/>
              <a:buAutoNum type="arabicPeriod"/>
            </a:pPr>
            <a:r>
              <a:rPr lang="en-US" sz="1600" dirty="0">
                <a:solidFill>
                  <a:schemeClr val="tx1"/>
                </a:solidFill>
              </a:rPr>
              <a:t>Primary vs add-on product analysis</a:t>
            </a:r>
          </a:p>
          <a:p>
            <a:pPr marL="342900" indent="-342900">
              <a:buFont typeface="+mj-lt"/>
              <a:buAutoNum type="arabicPeriod"/>
            </a:pPr>
            <a:r>
              <a:rPr lang="en-US" sz="1600" dirty="0">
                <a:solidFill>
                  <a:schemeClr val="tx1"/>
                </a:solidFill>
              </a:rPr>
              <a:t>Cross-sell patterns (multi-product orders)</a:t>
            </a:r>
          </a:p>
          <a:p>
            <a:pPr marL="342900" indent="-342900">
              <a:buFont typeface="+mj-lt"/>
              <a:buAutoNum type="arabicPeriod"/>
            </a:pPr>
            <a:r>
              <a:rPr lang="en-US" sz="1600" dirty="0">
                <a:solidFill>
                  <a:schemeClr val="tx1"/>
                </a:solidFill>
              </a:rPr>
              <a:t>Product combinations frequently bought together</a:t>
            </a:r>
          </a:p>
          <a:p>
            <a:pPr marL="285750" indent="-285750">
              <a:buFont typeface="Arial" panose="020B0604020202020204" pitchFamily="34" charset="0"/>
              <a:buChar char="•"/>
            </a:pPr>
            <a:r>
              <a:rPr lang="en-US" sz="1600" b="1" dirty="0">
                <a:solidFill>
                  <a:schemeClr val="tx1"/>
                </a:solidFill>
              </a:rPr>
              <a:t>Refund &amp; quality analysis</a:t>
            </a:r>
          </a:p>
          <a:p>
            <a:pPr marL="342900" indent="-342900">
              <a:buFont typeface="+mj-lt"/>
              <a:buAutoNum type="arabicPeriod"/>
            </a:pPr>
            <a:r>
              <a:rPr lang="en-US" sz="1600" dirty="0">
                <a:solidFill>
                  <a:schemeClr val="tx1"/>
                </a:solidFill>
              </a:rPr>
              <a:t>Refund frequency per order</a:t>
            </a:r>
          </a:p>
          <a:p>
            <a:pPr marL="342900" indent="-342900">
              <a:buFont typeface="+mj-lt"/>
              <a:buAutoNum type="arabicPeriod"/>
            </a:pPr>
            <a:r>
              <a:rPr lang="en-US" sz="1600" dirty="0">
                <a:solidFill>
                  <a:schemeClr val="tx1"/>
                </a:solidFill>
              </a:rPr>
              <a:t>Product-level refund behavior</a:t>
            </a:r>
          </a:p>
          <a:p>
            <a:pPr marL="342900" indent="-342900">
              <a:buFont typeface="+mj-lt"/>
              <a:buAutoNum type="arabicPeriod"/>
            </a:pPr>
            <a:r>
              <a:rPr lang="en-US" sz="1600" dirty="0">
                <a:solidFill>
                  <a:schemeClr val="tx1"/>
                </a:solidFill>
              </a:rPr>
              <a:t>Relationship between cross-sell and refunds</a:t>
            </a:r>
          </a:p>
          <a:p>
            <a:pPr marL="285750" indent="-285750">
              <a:buFont typeface="Arial" panose="020B0604020202020204" pitchFamily="34" charset="0"/>
              <a:buChar char="•"/>
            </a:pPr>
            <a:r>
              <a:rPr lang="en-US" sz="1600" b="1" dirty="0">
                <a:solidFill>
                  <a:schemeClr val="tx1"/>
                </a:solidFill>
              </a:rPr>
              <a:t>Channel attribution (order quality)</a:t>
            </a:r>
          </a:p>
          <a:p>
            <a:pPr marL="342900" indent="-342900">
              <a:buFont typeface="+mj-lt"/>
              <a:buAutoNum type="arabicPeriod"/>
            </a:pPr>
            <a:r>
              <a:rPr lang="en-US" sz="1600" dirty="0">
                <a:solidFill>
                  <a:schemeClr val="tx1"/>
                </a:solidFill>
              </a:rPr>
              <a:t>Profitability by acquisition channel</a:t>
            </a:r>
          </a:p>
          <a:p>
            <a:pPr marL="342900" indent="-342900">
              <a:buFont typeface="+mj-lt"/>
              <a:buAutoNum type="arabicPeriod"/>
            </a:pPr>
            <a:r>
              <a:rPr lang="en-US" sz="1600" dirty="0">
                <a:solidFill>
                  <a:schemeClr val="tx1"/>
                </a:solidFill>
              </a:rPr>
              <a:t>Refunds by channel</a:t>
            </a:r>
          </a:p>
          <a:p>
            <a:pPr marL="342900" indent="-342900">
              <a:buFont typeface="+mj-lt"/>
              <a:buAutoNum type="arabicPeriod"/>
            </a:pPr>
            <a:r>
              <a:rPr lang="en-US" sz="1600" dirty="0">
                <a:solidFill>
                  <a:schemeClr val="tx1"/>
                </a:solidFill>
              </a:rPr>
              <a:t>High-value vs low-value orders by channel</a:t>
            </a:r>
          </a:p>
        </p:txBody>
      </p:sp>
    </p:spTree>
    <p:extLst>
      <p:ext uri="{BB962C8B-B14F-4D97-AF65-F5344CB8AC3E}">
        <p14:creationId xmlns:p14="http://schemas.microsoft.com/office/powerpoint/2010/main" val="28244777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F0899-90F6-0915-40E8-1B3266F75B1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7B5EAFA-EF03-072A-DF16-14FCD3213861}"/>
              </a:ext>
            </a:extLst>
          </p:cNvPr>
          <p:cNvSpPr txBox="1"/>
          <p:nvPr/>
        </p:nvSpPr>
        <p:spPr>
          <a:xfrm>
            <a:off x="452284" y="275303"/>
            <a:ext cx="9763432"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Data Aggregation at Various Levels(2/5)</a:t>
            </a:r>
            <a:endParaRPr lang="en-IN" dirty="0"/>
          </a:p>
        </p:txBody>
      </p:sp>
      <p:sp>
        <p:nvSpPr>
          <p:cNvPr id="4" name="Rectangle 3">
            <a:extLst>
              <a:ext uri="{FF2B5EF4-FFF2-40B4-BE49-F238E27FC236}">
                <a16:creationId xmlns:a16="http://schemas.microsoft.com/office/drawing/2014/main" id="{3730D8F5-103A-637D-7C4B-6CFF85E9E2BB}"/>
              </a:ext>
            </a:extLst>
          </p:cNvPr>
          <p:cNvSpPr/>
          <p:nvPr/>
        </p:nvSpPr>
        <p:spPr>
          <a:xfrm>
            <a:off x="452284" y="1127760"/>
            <a:ext cx="2595716" cy="49580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Website_360 Table</a:t>
            </a:r>
            <a:endParaRPr lang="en-IN" b="1" dirty="0">
              <a:solidFill>
                <a:schemeClr val="tx1"/>
              </a:solidFill>
            </a:endParaRPr>
          </a:p>
        </p:txBody>
      </p:sp>
      <p:sp>
        <p:nvSpPr>
          <p:cNvPr id="5" name="Rectangle 4">
            <a:extLst>
              <a:ext uri="{FF2B5EF4-FFF2-40B4-BE49-F238E27FC236}">
                <a16:creationId xmlns:a16="http://schemas.microsoft.com/office/drawing/2014/main" id="{FFA9037A-92BB-7AAD-73CB-6161F16225C6}"/>
              </a:ext>
            </a:extLst>
          </p:cNvPr>
          <p:cNvSpPr/>
          <p:nvPr/>
        </p:nvSpPr>
        <p:spPr>
          <a:xfrm>
            <a:off x="3048000" y="1127760"/>
            <a:ext cx="8209280" cy="873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Purpose</a:t>
            </a:r>
          </a:p>
          <a:p>
            <a:r>
              <a:rPr lang="en-US" dirty="0">
                <a:solidFill>
                  <a:schemeClr val="tx1"/>
                </a:solidFill>
              </a:rPr>
              <a:t>To understand how users arrive on the website and behave before converting.</a:t>
            </a:r>
          </a:p>
        </p:txBody>
      </p:sp>
      <p:sp>
        <p:nvSpPr>
          <p:cNvPr id="6" name="Rectangle 5">
            <a:extLst>
              <a:ext uri="{FF2B5EF4-FFF2-40B4-BE49-F238E27FC236}">
                <a16:creationId xmlns:a16="http://schemas.microsoft.com/office/drawing/2014/main" id="{9F093D68-1E9A-ADD5-7614-7B9327871512}"/>
              </a:ext>
            </a:extLst>
          </p:cNvPr>
          <p:cNvSpPr/>
          <p:nvPr/>
        </p:nvSpPr>
        <p:spPr>
          <a:xfrm>
            <a:off x="3048000" y="2001520"/>
            <a:ext cx="8209280" cy="40843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600" b="1" dirty="0"/>
          </a:p>
          <a:p>
            <a:pPr marL="285750" indent="-285750">
              <a:buFont typeface="Arial" panose="020B0604020202020204" pitchFamily="34" charset="0"/>
              <a:buChar char="•"/>
            </a:pPr>
            <a:r>
              <a:rPr lang="en-IN" sz="1600" b="1" dirty="0">
                <a:solidFill>
                  <a:schemeClr val="tx1"/>
                </a:solidFill>
              </a:rPr>
              <a:t>Traffic &amp; acquisition analysis</a:t>
            </a:r>
          </a:p>
          <a:p>
            <a:pPr marL="342900" indent="-342900">
              <a:buFont typeface="+mj-lt"/>
              <a:buAutoNum type="arabicPeriod"/>
            </a:pPr>
            <a:r>
              <a:rPr lang="en-IN" sz="1600" dirty="0">
                <a:solidFill>
                  <a:schemeClr val="tx1"/>
                </a:solidFill>
              </a:rPr>
              <a:t>Free vs paid traffic analysis</a:t>
            </a:r>
          </a:p>
          <a:p>
            <a:pPr marL="342900" indent="-342900">
              <a:buFont typeface="+mj-lt"/>
              <a:buAutoNum type="arabicPeriod"/>
            </a:pPr>
            <a:r>
              <a:rPr lang="en-IN" sz="1600" dirty="0">
                <a:solidFill>
                  <a:schemeClr val="tx1"/>
                </a:solidFill>
              </a:rPr>
              <a:t>Channel-wise session trends</a:t>
            </a:r>
          </a:p>
          <a:p>
            <a:pPr marL="342900" indent="-342900">
              <a:buFont typeface="+mj-lt"/>
              <a:buAutoNum type="arabicPeriod"/>
            </a:pPr>
            <a:r>
              <a:rPr lang="en-IN" sz="1600" dirty="0">
                <a:solidFill>
                  <a:schemeClr val="tx1"/>
                </a:solidFill>
              </a:rPr>
              <a:t>New vs repeat session behaviour</a:t>
            </a:r>
          </a:p>
          <a:p>
            <a:pPr marL="285750" indent="-285750">
              <a:buFont typeface="Arial" panose="020B0604020202020204" pitchFamily="34" charset="0"/>
              <a:buChar char="•"/>
            </a:pPr>
            <a:r>
              <a:rPr lang="en-IN" sz="1600" b="1" dirty="0">
                <a:solidFill>
                  <a:schemeClr val="tx1"/>
                </a:solidFill>
              </a:rPr>
              <a:t>Landing page analysis</a:t>
            </a:r>
          </a:p>
          <a:p>
            <a:pPr marL="342900" indent="-342900">
              <a:buFont typeface="+mj-lt"/>
              <a:buAutoNum type="arabicPeriod"/>
            </a:pPr>
            <a:r>
              <a:rPr lang="en-IN" sz="1600" dirty="0">
                <a:solidFill>
                  <a:schemeClr val="tx1"/>
                </a:solidFill>
              </a:rPr>
              <a:t>Landing page performance comparison</a:t>
            </a:r>
          </a:p>
          <a:p>
            <a:pPr marL="342900" indent="-342900">
              <a:buFont typeface="+mj-lt"/>
              <a:buAutoNum type="arabicPeriod"/>
            </a:pPr>
            <a:r>
              <a:rPr lang="en-IN" sz="1600" dirty="0">
                <a:solidFill>
                  <a:schemeClr val="tx1"/>
                </a:solidFill>
              </a:rPr>
              <a:t>Landing page trends over time</a:t>
            </a:r>
          </a:p>
          <a:p>
            <a:pPr marL="342900" indent="-342900">
              <a:buFont typeface="+mj-lt"/>
              <a:buAutoNum type="arabicPeriod"/>
            </a:pPr>
            <a:r>
              <a:rPr lang="en-IN" sz="1600" dirty="0">
                <a:solidFill>
                  <a:schemeClr val="tx1"/>
                </a:solidFill>
              </a:rPr>
              <a:t>Bounce rate analysis by page</a:t>
            </a:r>
          </a:p>
          <a:p>
            <a:pPr marL="285750" indent="-285750">
              <a:buFont typeface="Arial" panose="020B0604020202020204" pitchFamily="34" charset="0"/>
              <a:buChar char="•"/>
            </a:pPr>
            <a:r>
              <a:rPr lang="en-IN" sz="1600" b="1" dirty="0">
                <a:solidFill>
                  <a:schemeClr val="tx1"/>
                </a:solidFill>
              </a:rPr>
              <a:t>Funnel analysis</a:t>
            </a:r>
          </a:p>
          <a:p>
            <a:pPr marL="342900" indent="-342900">
              <a:buFont typeface="+mj-lt"/>
              <a:buAutoNum type="arabicPeriod"/>
            </a:pPr>
            <a:r>
              <a:rPr lang="en-IN" sz="1600" dirty="0">
                <a:solidFill>
                  <a:schemeClr val="tx1"/>
                </a:solidFill>
              </a:rPr>
              <a:t>Product → Cart → Checkout → Order funnel</a:t>
            </a:r>
          </a:p>
          <a:p>
            <a:pPr marL="342900" indent="-342900">
              <a:buFont typeface="+mj-lt"/>
              <a:buAutoNum type="arabicPeriod"/>
            </a:pPr>
            <a:r>
              <a:rPr lang="en-IN" sz="1600" dirty="0">
                <a:solidFill>
                  <a:schemeClr val="tx1"/>
                </a:solidFill>
              </a:rPr>
              <a:t>Drop-off points in the website journey</a:t>
            </a:r>
          </a:p>
          <a:p>
            <a:pPr marL="342900" indent="-342900">
              <a:buFont typeface="+mj-lt"/>
              <a:buAutoNum type="arabicPeriod"/>
            </a:pPr>
            <a:r>
              <a:rPr lang="en-IN" sz="1600" dirty="0">
                <a:solidFill>
                  <a:schemeClr val="tx1"/>
                </a:solidFill>
              </a:rPr>
              <a:t>Funnel comparison by channel or device</a:t>
            </a:r>
          </a:p>
          <a:p>
            <a:pPr marL="285750" indent="-285750">
              <a:buFont typeface="Arial" panose="020B0604020202020204" pitchFamily="34" charset="0"/>
              <a:buChar char="•"/>
            </a:pPr>
            <a:r>
              <a:rPr lang="en-IN" sz="1600" b="1" dirty="0">
                <a:solidFill>
                  <a:schemeClr val="tx1"/>
                </a:solidFill>
              </a:rPr>
              <a:t>Conversion behaviour</a:t>
            </a:r>
          </a:p>
          <a:p>
            <a:pPr marL="342900" indent="-342900">
              <a:buFont typeface="+mj-lt"/>
              <a:buAutoNum type="arabicPeriod"/>
            </a:pPr>
            <a:r>
              <a:rPr lang="en-IN" sz="1600" dirty="0">
                <a:solidFill>
                  <a:schemeClr val="tx1"/>
                </a:solidFill>
              </a:rPr>
              <a:t>Session-to-order conversion rate</a:t>
            </a:r>
          </a:p>
          <a:p>
            <a:pPr marL="342900" indent="-342900">
              <a:buFont typeface="+mj-lt"/>
              <a:buAutoNum type="arabicPeriod"/>
            </a:pPr>
            <a:r>
              <a:rPr lang="en-IN" sz="1600" dirty="0">
                <a:solidFill>
                  <a:schemeClr val="tx1"/>
                </a:solidFill>
              </a:rPr>
              <a:t>Conversion rate by traffic source</a:t>
            </a:r>
          </a:p>
          <a:p>
            <a:pPr marL="342900" indent="-342900">
              <a:buFont typeface="+mj-lt"/>
              <a:buAutoNum type="arabicPeriod"/>
            </a:pPr>
            <a:r>
              <a:rPr lang="en-IN" sz="1600" dirty="0">
                <a:solidFill>
                  <a:schemeClr val="tx1"/>
                </a:solidFill>
              </a:rPr>
              <a:t>Conversion differences between new vs repeat sessions</a:t>
            </a:r>
          </a:p>
          <a:p>
            <a:endParaRPr lang="en-US" sz="1600" dirty="0">
              <a:solidFill>
                <a:schemeClr val="tx1"/>
              </a:solidFill>
            </a:endParaRPr>
          </a:p>
        </p:txBody>
      </p:sp>
    </p:spTree>
    <p:extLst>
      <p:ext uri="{BB962C8B-B14F-4D97-AF65-F5344CB8AC3E}">
        <p14:creationId xmlns:p14="http://schemas.microsoft.com/office/powerpoint/2010/main" val="31256822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34123-7E7B-6E1D-9A0C-C67C4762C5C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B2B69D5-CA64-A6CF-8DBB-744315B24DB1}"/>
              </a:ext>
            </a:extLst>
          </p:cNvPr>
          <p:cNvSpPr txBox="1"/>
          <p:nvPr/>
        </p:nvSpPr>
        <p:spPr>
          <a:xfrm>
            <a:off x="452284" y="275303"/>
            <a:ext cx="9763432"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Data Aggregation at Various Levels(3/5)</a:t>
            </a:r>
            <a:endParaRPr lang="en-IN" dirty="0"/>
          </a:p>
        </p:txBody>
      </p:sp>
      <p:sp>
        <p:nvSpPr>
          <p:cNvPr id="4" name="Rectangle 3">
            <a:extLst>
              <a:ext uri="{FF2B5EF4-FFF2-40B4-BE49-F238E27FC236}">
                <a16:creationId xmlns:a16="http://schemas.microsoft.com/office/drawing/2014/main" id="{32BAC588-FB73-9998-DBE6-5358B1B8304B}"/>
              </a:ext>
            </a:extLst>
          </p:cNvPr>
          <p:cNvSpPr/>
          <p:nvPr/>
        </p:nvSpPr>
        <p:spPr>
          <a:xfrm>
            <a:off x="452284" y="1127760"/>
            <a:ext cx="2727796" cy="49580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Channel_360 Table</a:t>
            </a:r>
            <a:endParaRPr lang="en-IN" b="1" dirty="0">
              <a:solidFill>
                <a:schemeClr val="tx1"/>
              </a:solidFill>
            </a:endParaRPr>
          </a:p>
        </p:txBody>
      </p:sp>
      <p:sp>
        <p:nvSpPr>
          <p:cNvPr id="5" name="Rectangle 4">
            <a:extLst>
              <a:ext uri="{FF2B5EF4-FFF2-40B4-BE49-F238E27FC236}">
                <a16:creationId xmlns:a16="http://schemas.microsoft.com/office/drawing/2014/main" id="{A668AD71-E483-0E5B-C37D-7A307712C806}"/>
              </a:ext>
            </a:extLst>
          </p:cNvPr>
          <p:cNvSpPr/>
          <p:nvPr/>
        </p:nvSpPr>
        <p:spPr>
          <a:xfrm>
            <a:off x="3180080" y="1127760"/>
            <a:ext cx="8077200" cy="873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Purpose</a:t>
            </a:r>
          </a:p>
          <a:p>
            <a:r>
              <a:rPr lang="en-US" dirty="0">
                <a:solidFill>
                  <a:schemeClr val="tx1"/>
                </a:solidFill>
              </a:rPr>
              <a:t>To evaluate marketing performance and channel portfolio risk.</a:t>
            </a:r>
            <a:endParaRPr lang="en-US" b="1" dirty="0">
              <a:solidFill>
                <a:schemeClr val="tx1"/>
              </a:solidFill>
            </a:endParaRPr>
          </a:p>
        </p:txBody>
      </p:sp>
      <p:sp>
        <p:nvSpPr>
          <p:cNvPr id="6" name="Rectangle 5">
            <a:extLst>
              <a:ext uri="{FF2B5EF4-FFF2-40B4-BE49-F238E27FC236}">
                <a16:creationId xmlns:a16="http://schemas.microsoft.com/office/drawing/2014/main" id="{2BB97E4F-B886-2780-733B-74B71EA4FD52}"/>
              </a:ext>
            </a:extLst>
          </p:cNvPr>
          <p:cNvSpPr/>
          <p:nvPr/>
        </p:nvSpPr>
        <p:spPr>
          <a:xfrm>
            <a:off x="3180080" y="2001520"/>
            <a:ext cx="8077200" cy="40843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600" b="1" dirty="0"/>
          </a:p>
          <a:p>
            <a:pPr marL="285750" indent="-285750">
              <a:buFont typeface="Arial" panose="020B0604020202020204" pitchFamily="34" charset="0"/>
              <a:buChar char="•"/>
            </a:pPr>
            <a:r>
              <a:rPr lang="en-US" sz="1600" b="1" dirty="0">
                <a:solidFill>
                  <a:schemeClr val="tx1"/>
                </a:solidFill>
              </a:rPr>
              <a:t>Channel performance comparison</a:t>
            </a:r>
          </a:p>
          <a:p>
            <a:pPr marL="342900" indent="-342900">
              <a:buFont typeface="+mj-lt"/>
              <a:buAutoNum type="arabicPeriod"/>
            </a:pPr>
            <a:r>
              <a:rPr lang="en-US" sz="1600" dirty="0">
                <a:solidFill>
                  <a:schemeClr val="tx1"/>
                </a:solidFill>
              </a:rPr>
              <a:t>Sessions, orders, and revenue by channel</a:t>
            </a:r>
          </a:p>
          <a:p>
            <a:pPr marL="342900" indent="-342900">
              <a:buFont typeface="+mj-lt"/>
              <a:buAutoNum type="arabicPeriod"/>
            </a:pPr>
            <a:r>
              <a:rPr lang="en-US" sz="1600" dirty="0">
                <a:solidFill>
                  <a:schemeClr val="tx1"/>
                </a:solidFill>
              </a:rPr>
              <a:t>Conversion rate comparison across channels</a:t>
            </a:r>
          </a:p>
          <a:p>
            <a:pPr marL="342900" indent="-342900">
              <a:buFont typeface="+mj-lt"/>
              <a:buAutoNum type="arabicPeriod"/>
            </a:pPr>
            <a:r>
              <a:rPr lang="en-US" sz="1600" dirty="0">
                <a:solidFill>
                  <a:schemeClr val="tx1"/>
                </a:solidFill>
              </a:rPr>
              <a:t>Revenue per session by channel</a:t>
            </a:r>
          </a:p>
          <a:p>
            <a:pPr marL="285750" indent="-285750">
              <a:buFont typeface="Arial" panose="020B0604020202020204" pitchFamily="34" charset="0"/>
              <a:buChar char="•"/>
            </a:pPr>
            <a:r>
              <a:rPr lang="en-US" sz="1600" b="1" dirty="0">
                <a:solidFill>
                  <a:schemeClr val="tx1"/>
                </a:solidFill>
              </a:rPr>
              <a:t>Channel quality &amp; efficiency</a:t>
            </a:r>
          </a:p>
          <a:p>
            <a:pPr marL="342900" indent="-342900">
              <a:buFont typeface="+mj-lt"/>
              <a:buAutoNum type="arabicPeriod"/>
            </a:pPr>
            <a:r>
              <a:rPr lang="en-US" sz="1600" dirty="0">
                <a:solidFill>
                  <a:schemeClr val="tx1"/>
                </a:solidFill>
              </a:rPr>
              <a:t>Repeat session rate by channel</a:t>
            </a:r>
          </a:p>
          <a:p>
            <a:pPr marL="342900" indent="-342900">
              <a:buFont typeface="+mj-lt"/>
              <a:buAutoNum type="arabicPeriod"/>
            </a:pPr>
            <a:r>
              <a:rPr lang="en-US" sz="1600" dirty="0">
                <a:solidFill>
                  <a:schemeClr val="tx1"/>
                </a:solidFill>
              </a:rPr>
              <a:t>Refund rate by channel</a:t>
            </a:r>
          </a:p>
          <a:p>
            <a:pPr marL="342900" indent="-342900">
              <a:buFont typeface="+mj-lt"/>
              <a:buAutoNum type="arabicPeriod"/>
            </a:pPr>
            <a:r>
              <a:rPr lang="en-US" sz="1600" dirty="0">
                <a:solidFill>
                  <a:schemeClr val="tx1"/>
                </a:solidFill>
              </a:rPr>
              <a:t>High-value channel identification</a:t>
            </a:r>
          </a:p>
          <a:p>
            <a:pPr marL="285750" indent="-285750">
              <a:buFont typeface="Arial" panose="020B0604020202020204" pitchFamily="34" charset="0"/>
              <a:buChar char="•"/>
            </a:pPr>
            <a:r>
              <a:rPr lang="en-US" sz="1600" b="1" dirty="0">
                <a:solidFill>
                  <a:schemeClr val="tx1"/>
                </a:solidFill>
              </a:rPr>
              <a:t>Portfolio risk analysis</a:t>
            </a:r>
          </a:p>
          <a:p>
            <a:pPr marL="342900" indent="-342900">
              <a:buFont typeface="+mj-lt"/>
              <a:buAutoNum type="arabicPeriod"/>
            </a:pPr>
            <a:r>
              <a:rPr lang="en-US" sz="1600" dirty="0">
                <a:solidFill>
                  <a:schemeClr val="tx1"/>
                </a:solidFill>
              </a:rPr>
              <a:t>Traffic share by channel</a:t>
            </a:r>
          </a:p>
          <a:p>
            <a:pPr marL="342900" indent="-342900">
              <a:buFont typeface="+mj-lt"/>
              <a:buAutoNum type="arabicPeriod"/>
            </a:pPr>
            <a:r>
              <a:rPr lang="en-US" sz="1600" dirty="0">
                <a:solidFill>
                  <a:schemeClr val="tx1"/>
                </a:solidFill>
              </a:rPr>
              <a:t>Revenue share by channel</a:t>
            </a:r>
          </a:p>
          <a:p>
            <a:pPr marL="342900" indent="-342900">
              <a:buFont typeface="+mj-lt"/>
              <a:buAutoNum type="arabicPeriod"/>
            </a:pPr>
            <a:r>
              <a:rPr lang="en-US" sz="1600" dirty="0">
                <a:solidFill>
                  <a:schemeClr val="tx1"/>
                </a:solidFill>
              </a:rPr>
              <a:t>Dependency on a single channel</a:t>
            </a:r>
          </a:p>
          <a:p>
            <a:pPr marL="285750" indent="-285750">
              <a:buFont typeface="Arial" panose="020B0604020202020204" pitchFamily="34" charset="0"/>
              <a:buChar char="•"/>
            </a:pPr>
            <a:r>
              <a:rPr lang="en-US" sz="1600" b="1" dirty="0">
                <a:solidFill>
                  <a:schemeClr val="tx1"/>
                </a:solidFill>
              </a:rPr>
              <a:t>Budget optimization</a:t>
            </a:r>
          </a:p>
          <a:p>
            <a:pPr marL="342900" indent="-342900">
              <a:buFont typeface="+mj-lt"/>
              <a:buAutoNum type="arabicPeriod"/>
            </a:pPr>
            <a:r>
              <a:rPr lang="en-US" sz="1600" dirty="0">
                <a:solidFill>
                  <a:schemeClr val="tx1"/>
                </a:solidFill>
              </a:rPr>
              <a:t>Identify channels to scale up</a:t>
            </a:r>
          </a:p>
          <a:p>
            <a:pPr marL="342900" indent="-342900">
              <a:buFont typeface="+mj-lt"/>
              <a:buAutoNum type="arabicPeriod"/>
            </a:pPr>
            <a:r>
              <a:rPr lang="en-US" sz="1600" dirty="0">
                <a:solidFill>
                  <a:schemeClr val="tx1"/>
                </a:solidFill>
              </a:rPr>
              <a:t>Identify underperforming channels</a:t>
            </a:r>
          </a:p>
          <a:p>
            <a:endParaRPr lang="en-US" sz="1600" dirty="0">
              <a:solidFill>
                <a:schemeClr val="tx1"/>
              </a:solidFill>
            </a:endParaRPr>
          </a:p>
        </p:txBody>
      </p:sp>
    </p:spTree>
    <p:extLst>
      <p:ext uri="{BB962C8B-B14F-4D97-AF65-F5344CB8AC3E}">
        <p14:creationId xmlns:p14="http://schemas.microsoft.com/office/powerpoint/2010/main" val="26932946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FD5EA-B197-902E-0775-6C1AA2004F4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1AB8521-B2A1-830C-BB03-1002AC6CCFF6}"/>
              </a:ext>
            </a:extLst>
          </p:cNvPr>
          <p:cNvSpPr txBox="1"/>
          <p:nvPr/>
        </p:nvSpPr>
        <p:spPr>
          <a:xfrm>
            <a:off x="452284" y="275303"/>
            <a:ext cx="9763432"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Data Aggregation at Various Levels(4/5)</a:t>
            </a:r>
            <a:endParaRPr lang="en-IN" dirty="0"/>
          </a:p>
        </p:txBody>
      </p:sp>
      <p:sp>
        <p:nvSpPr>
          <p:cNvPr id="4" name="Rectangle 3">
            <a:extLst>
              <a:ext uri="{FF2B5EF4-FFF2-40B4-BE49-F238E27FC236}">
                <a16:creationId xmlns:a16="http://schemas.microsoft.com/office/drawing/2014/main" id="{D1B1FEC6-C017-14A2-315B-3B5D6FAF9AB7}"/>
              </a:ext>
            </a:extLst>
          </p:cNvPr>
          <p:cNvSpPr/>
          <p:nvPr/>
        </p:nvSpPr>
        <p:spPr>
          <a:xfrm>
            <a:off x="452284" y="1127760"/>
            <a:ext cx="2727796" cy="49580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Products_360 Table</a:t>
            </a:r>
            <a:endParaRPr lang="en-IN" b="1" dirty="0">
              <a:solidFill>
                <a:schemeClr val="tx1"/>
              </a:solidFill>
            </a:endParaRPr>
          </a:p>
        </p:txBody>
      </p:sp>
      <p:sp>
        <p:nvSpPr>
          <p:cNvPr id="5" name="Rectangle 4">
            <a:extLst>
              <a:ext uri="{FF2B5EF4-FFF2-40B4-BE49-F238E27FC236}">
                <a16:creationId xmlns:a16="http://schemas.microsoft.com/office/drawing/2014/main" id="{4F6FC2D5-1E45-1E3A-18EF-ADA317D16352}"/>
              </a:ext>
            </a:extLst>
          </p:cNvPr>
          <p:cNvSpPr/>
          <p:nvPr/>
        </p:nvSpPr>
        <p:spPr>
          <a:xfrm>
            <a:off x="3180080" y="1127760"/>
            <a:ext cx="8077200" cy="873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Purpose</a:t>
            </a:r>
          </a:p>
          <a:p>
            <a:r>
              <a:rPr lang="en-US" dirty="0">
                <a:solidFill>
                  <a:schemeClr val="tx1"/>
                </a:solidFill>
              </a:rPr>
              <a:t>To evaluate product performance, portfolio strength, and scalability.</a:t>
            </a:r>
            <a:endParaRPr lang="en-US" b="1" dirty="0">
              <a:solidFill>
                <a:schemeClr val="tx1"/>
              </a:solidFill>
            </a:endParaRPr>
          </a:p>
        </p:txBody>
      </p:sp>
      <p:sp>
        <p:nvSpPr>
          <p:cNvPr id="6" name="Rectangle 5">
            <a:extLst>
              <a:ext uri="{FF2B5EF4-FFF2-40B4-BE49-F238E27FC236}">
                <a16:creationId xmlns:a16="http://schemas.microsoft.com/office/drawing/2014/main" id="{29775F36-1C8C-D1DE-6240-7AB790F331E4}"/>
              </a:ext>
            </a:extLst>
          </p:cNvPr>
          <p:cNvSpPr/>
          <p:nvPr/>
        </p:nvSpPr>
        <p:spPr>
          <a:xfrm>
            <a:off x="3180080" y="2001520"/>
            <a:ext cx="8077200" cy="40843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600" b="1" dirty="0">
              <a:solidFill>
                <a:schemeClr val="tx1"/>
              </a:solidFill>
            </a:endParaRPr>
          </a:p>
          <a:p>
            <a:pPr marL="285750" indent="-285750">
              <a:buFont typeface="Arial" panose="020B0604020202020204" pitchFamily="34" charset="0"/>
              <a:buChar char="•"/>
            </a:pPr>
            <a:r>
              <a:rPr lang="en-US" sz="1600" b="1" dirty="0">
                <a:solidFill>
                  <a:schemeClr val="tx1"/>
                </a:solidFill>
              </a:rPr>
              <a:t>Product performance analysis</a:t>
            </a:r>
          </a:p>
          <a:p>
            <a:pPr marL="342900" indent="-342900">
              <a:buFont typeface="+mj-lt"/>
              <a:buAutoNum type="arabicPeriod"/>
            </a:pPr>
            <a:r>
              <a:rPr lang="en-US" sz="1600" dirty="0">
                <a:solidFill>
                  <a:schemeClr val="tx1"/>
                </a:solidFill>
              </a:rPr>
              <a:t>Revenue and profit by product</a:t>
            </a:r>
          </a:p>
          <a:p>
            <a:pPr marL="342900" indent="-342900">
              <a:buFont typeface="+mj-lt"/>
              <a:buAutoNum type="arabicPeriod"/>
            </a:pPr>
            <a:r>
              <a:rPr lang="en-US" sz="1600" dirty="0">
                <a:solidFill>
                  <a:schemeClr val="tx1"/>
                </a:solidFill>
              </a:rPr>
              <a:t>Units sold and order contribution</a:t>
            </a:r>
          </a:p>
          <a:p>
            <a:pPr marL="342900" indent="-342900">
              <a:buFont typeface="+mj-lt"/>
              <a:buAutoNum type="arabicPeriod"/>
            </a:pPr>
            <a:r>
              <a:rPr lang="en-US" sz="1600" dirty="0">
                <a:solidFill>
                  <a:schemeClr val="tx1"/>
                </a:solidFill>
              </a:rPr>
              <a:t>Top and bottom performing products</a:t>
            </a:r>
          </a:p>
          <a:p>
            <a:pPr marL="285750" indent="-285750">
              <a:buFont typeface="Arial" panose="020B0604020202020204" pitchFamily="34" charset="0"/>
              <a:buChar char="•"/>
            </a:pPr>
            <a:r>
              <a:rPr lang="en-US" sz="1600" b="1" dirty="0">
                <a:solidFill>
                  <a:schemeClr val="tx1"/>
                </a:solidFill>
              </a:rPr>
              <a:t>New product launch analysis</a:t>
            </a:r>
          </a:p>
          <a:p>
            <a:pPr marL="342900" indent="-342900">
              <a:buFont typeface="+mj-lt"/>
              <a:buAutoNum type="arabicPeriod"/>
            </a:pPr>
            <a:r>
              <a:rPr lang="en-US" sz="1600" dirty="0">
                <a:solidFill>
                  <a:schemeClr val="tx1"/>
                </a:solidFill>
              </a:rPr>
              <a:t>Time to first sale</a:t>
            </a:r>
          </a:p>
          <a:p>
            <a:pPr marL="342900" indent="-342900">
              <a:buFont typeface="+mj-lt"/>
              <a:buAutoNum type="arabicPeriod"/>
            </a:pPr>
            <a:r>
              <a:rPr lang="en-US" sz="1600" dirty="0">
                <a:solidFill>
                  <a:schemeClr val="tx1"/>
                </a:solidFill>
              </a:rPr>
              <a:t>Revenue contribution of new products</a:t>
            </a:r>
          </a:p>
          <a:p>
            <a:pPr marL="342900" indent="-342900">
              <a:buFont typeface="+mj-lt"/>
              <a:buAutoNum type="arabicPeriod"/>
            </a:pPr>
            <a:r>
              <a:rPr lang="en-US" sz="1600" dirty="0">
                <a:solidFill>
                  <a:schemeClr val="tx1"/>
                </a:solidFill>
              </a:rPr>
              <a:t>Adoption speed of new products</a:t>
            </a:r>
          </a:p>
          <a:p>
            <a:pPr marL="285750" indent="-285750">
              <a:buFont typeface="Arial" panose="020B0604020202020204" pitchFamily="34" charset="0"/>
              <a:buChar char="•"/>
            </a:pPr>
            <a:r>
              <a:rPr lang="en-US" sz="1600" b="1" dirty="0">
                <a:solidFill>
                  <a:schemeClr val="tx1"/>
                </a:solidFill>
              </a:rPr>
              <a:t>Cross-sell &amp; portfolio analysis</a:t>
            </a:r>
          </a:p>
          <a:p>
            <a:pPr marL="342900" indent="-342900">
              <a:buFont typeface="+mj-lt"/>
              <a:buAutoNum type="arabicPeriod"/>
            </a:pPr>
            <a:r>
              <a:rPr lang="en-US" sz="1600" dirty="0">
                <a:solidFill>
                  <a:schemeClr val="tx1"/>
                </a:solidFill>
              </a:rPr>
              <a:t>Products frequently bought as add-ons</a:t>
            </a:r>
          </a:p>
          <a:p>
            <a:pPr marL="342900" indent="-342900">
              <a:buFont typeface="+mj-lt"/>
              <a:buAutoNum type="arabicPeriod"/>
            </a:pPr>
            <a:r>
              <a:rPr lang="en-US" sz="1600" dirty="0">
                <a:solidFill>
                  <a:schemeClr val="tx1"/>
                </a:solidFill>
              </a:rPr>
              <a:t>Products acting as entry vs add-on items</a:t>
            </a:r>
          </a:p>
          <a:p>
            <a:pPr marL="342900" indent="-342900">
              <a:buFont typeface="+mj-lt"/>
              <a:buAutoNum type="arabicPeriod"/>
            </a:pPr>
            <a:r>
              <a:rPr lang="en-US" sz="1600" dirty="0">
                <a:solidFill>
                  <a:schemeClr val="tx1"/>
                </a:solidFill>
              </a:rPr>
              <a:t>Portfolio expansion impact on revenue</a:t>
            </a:r>
          </a:p>
          <a:p>
            <a:pPr marL="285750" indent="-285750">
              <a:buFont typeface="Arial" panose="020B0604020202020204" pitchFamily="34" charset="0"/>
              <a:buChar char="•"/>
            </a:pPr>
            <a:r>
              <a:rPr lang="en-US" sz="1600" b="1" dirty="0">
                <a:solidFill>
                  <a:schemeClr val="tx1"/>
                </a:solidFill>
              </a:rPr>
              <a:t>Quality &amp; risk analysis</a:t>
            </a:r>
          </a:p>
          <a:p>
            <a:pPr marL="342900" indent="-342900">
              <a:buFont typeface="+mj-lt"/>
              <a:buAutoNum type="arabicPeriod"/>
            </a:pPr>
            <a:r>
              <a:rPr lang="en-US" sz="1600" dirty="0">
                <a:solidFill>
                  <a:schemeClr val="tx1"/>
                </a:solidFill>
              </a:rPr>
              <a:t>Refund rate by product</a:t>
            </a:r>
          </a:p>
          <a:p>
            <a:pPr marL="342900" indent="-342900">
              <a:buFont typeface="+mj-lt"/>
              <a:buAutoNum type="arabicPeriod"/>
            </a:pPr>
            <a:r>
              <a:rPr lang="en-US" sz="1600" dirty="0">
                <a:solidFill>
                  <a:schemeClr val="tx1"/>
                </a:solidFill>
              </a:rPr>
              <a:t>High-refund products identification</a:t>
            </a:r>
          </a:p>
          <a:p>
            <a:pPr marL="342900" indent="-342900">
              <a:buFont typeface="+mj-lt"/>
              <a:buAutoNum type="arabicPeriod"/>
            </a:pPr>
            <a:r>
              <a:rPr lang="en-US" sz="1600" dirty="0">
                <a:solidFill>
                  <a:schemeClr val="tx1"/>
                </a:solidFill>
              </a:rPr>
              <a:t>Quality comparison between new vs existing products</a:t>
            </a:r>
          </a:p>
          <a:p>
            <a:endParaRPr lang="en-US" sz="1600" dirty="0">
              <a:solidFill>
                <a:schemeClr val="tx1"/>
              </a:solidFill>
            </a:endParaRPr>
          </a:p>
        </p:txBody>
      </p:sp>
    </p:spTree>
    <p:extLst>
      <p:ext uri="{BB962C8B-B14F-4D97-AF65-F5344CB8AC3E}">
        <p14:creationId xmlns:p14="http://schemas.microsoft.com/office/powerpoint/2010/main" val="2463373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08080">
                <a:alpha val="25000"/>
                <a:lumMod val="100000"/>
              </a:srgbClr>
            </a:gs>
            <a:gs pos="66000">
              <a:schemeClr val="accent1">
                <a:lumMod val="45000"/>
                <a:lumOff val="55000"/>
              </a:schemeClr>
            </a:gs>
            <a:gs pos="83000">
              <a:schemeClr val="accent1">
                <a:lumMod val="45000"/>
                <a:lumOff val="55000"/>
              </a:schemeClr>
            </a:gs>
            <a:gs pos="100000">
              <a:schemeClr val="accent1">
                <a:lumMod val="30000"/>
                <a:lumOff val="70000"/>
              </a:schemeClr>
            </a:gs>
          </a:gsLst>
          <a:lin ang="13500000" scaled="1"/>
          <a:tileRect/>
        </a:gradFill>
        <a:effectLst/>
      </p:bgPr>
    </p:bg>
    <p:spTree>
      <p:nvGrpSpPr>
        <p:cNvPr id="1" name="">
          <a:extLst>
            <a:ext uri="{FF2B5EF4-FFF2-40B4-BE49-F238E27FC236}">
              <a16:creationId xmlns:a16="http://schemas.microsoft.com/office/drawing/2014/main" id="{E5555F12-2D64-8CFF-5B69-6C0AFC6DDCA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D985E47-D8EC-9E0B-AFB8-EC2DC30F4185}"/>
              </a:ext>
            </a:extLst>
          </p:cNvPr>
          <p:cNvSpPr txBox="1"/>
          <p:nvPr/>
        </p:nvSpPr>
        <p:spPr>
          <a:xfrm>
            <a:off x="452284" y="275303"/>
            <a:ext cx="9763432"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Data Aggregation at Various Levels(5/5)</a:t>
            </a:r>
            <a:endParaRPr lang="en-IN" dirty="0"/>
          </a:p>
        </p:txBody>
      </p:sp>
      <p:sp>
        <p:nvSpPr>
          <p:cNvPr id="4" name="Rectangle 3">
            <a:extLst>
              <a:ext uri="{FF2B5EF4-FFF2-40B4-BE49-F238E27FC236}">
                <a16:creationId xmlns:a16="http://schemas.microsoft.com/office/drawing/2014/main" id="{F455C44F-963F-B210-81C2-365A07D651AF}"/>
              </a:ext>
            </a:extLst>
          </p:cNvPr>
          <p:cNvSpPr/>
          <p:nvPr/>
        </p:nvSpPr>
        <p:spPr>
          <a:xfrm>
            <a:off x="452284" y="1127760"/>
            <a:ext cx="2727796" cy="49580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Customer_360 Table</a:t>
            </a:r>
            <a:endParaRPr lang="en-IN" b="1" dirty="0">
              <a:solidFill>
                <a:schemeClr val="tx1"/>
              </a:solidFill>
            </a:endParaRPr>
          </a:p>
        </p:txBody>
      </p:sp>
      <p:sp>
        <p:nvSpPr>
          <p:cNvPr id="5" name="Rectangle 4">
            <a:extLst>
              <a:ext uri="{FF2B5EF4-FFF2-40B4-BE49-F238E27FC236}">
                <a16:creationId xmlns:a16="http://schemas.microsoft.com/office/drawing/2014/main" id="{48F2A357-6389-5350-27AC-9D24D1A5C737}"/>
              </a:ext>
            </a:extLst>
          </p:cNvPr>
          <p:cNvSpPr/>
          <p:nvPr/>
        </p:nvSpPr>
        <p:spPr>
          <a:xfrm>
            <a:off x="3180080" y="1127760"/>
            <a:ext cx="8077200" cy="873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Purpose</a:t>
            </a:r>
          </a:p>
          <a:p>
            <a:r>
              <a:rPr lang="en-US" dirty="0">
                <a:solidFill>
                  <a:schemeClr val="tx1"/>
                </a:solidFill>
              </a:rPr>
              <a:t>To understand customer value, loyalty, and long-term sustainability of growth.</a:t>
            </a:r>
            <a:endParaRPr lang="en-US" b="1" dirty="0">
              <a:solidFill>
                <a:schemeClr val="tx1"/>
              </a:solidFill>
            </a:endParaRPr>
          </a:p>
        </p:txBody>
      </p:sp>
      <p:sp>
        <p:nvSpPr>
          <p:cNvPr id="6" name="Rectangle 5">
            <a:extLst>
              <a:ext uri="{FF2B5EF4-FFF2-40B4-BE49-F238E27FC236}">
                <a16:creationId xmlns:a16="http://schemas.microsoft.com/office/drawing/2014/main" id="{432EF2AA-7B8D-3E72-D194-93B4FF5D1038}"/>
              </a:ext>
            </a:extLst>
          </p:cNvPr>
          <p:cNvSpPr/>
          <p:nvPr/>
        </p:nvSpPr>
        <p:spPr>
          <a:xfrm>
            <a:off x="3180080" y="2001520"/>
            <a:ext cx="8077200" cy="40843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600" b="1" dirty="0">
              <a:solidFill>
                <a:schemeClr val="tx1"/>
              </a:solidFill>
            </a:endParaRPr>
          </a:p>
          <a:p>
            <a:pPr marL="285750" indent="-285750">
              <a:buFont typeface="Arial" panose="020B0604020202020204" pitchFamily="34" charset="0"/>
              <a:buChar char="•"/>
            </a:pPr>
            <a:r>
              <a:rPr lang="en-US" sz="1600" b="1" dirty="0">
                <a:solidFill>
                  <a:schemeClr val="tx1"/>
                </a:solidFill>
              </a:rPr>
              <a:t>Customer lifecycle analysis</a:t>
            </a:r>
          </a:p>
          <a:p>
            <a:pPr marL="342900" indent="-342900">
              <a:buFont typeface="+mj-lt"/>
              <a:buAutoNum type="arabicPeriod"/>
            </a:pPr>
            <a:r>
              <a:rPr lang="en-US" sz="1600" dirty="0">
                <a:solidFill>
                  <a:schemeClr val="tx1"/>
                </a:solidFill>
              </a:rPr>
              <a:t>First-time vs repeat customer behavior</a:t>
            </a:r>
          </a:p>
          <a:p>
            <a:pPr marL="342900" indent="-342900">
              <a:buFont typeface="+mj-lt"/>
              <a:buAutoNum type="arabicPeriod"/>
            </a:pPr>
            <a:r>
              <a:rPr lang="en-US" sz="1600" dirty="0">
                <a:solidFill>
                  <a:schemeClr val="tx1"/>
                </a:solidFill>
              </a:rPr>
              <a:t>Customer lifetime duration</a:t>
            </a:r>
          </a:p>
          <a:p>
            <a:pPr marL="342900" indent="-342900">
              <a:buFont typeface="+mj-lt"/>
              <a:buAutoNum type="arabicPeriod"/>
            </a:pPr>
            <a:r>
              <a:rPr lang="en-US" sz="1600" dirty="0">
                <a:solidFill>
                  <a:schemeClr val="tx1"/>
                </a:solidFill>
              </a:rPr>
              <a:t>Frequency of purchases</a:t>
            </a:r>
          </a:p>
          <a:p>
            <a:pPr marL="285750" indent="-285750">
              <a:buFont typeface="Arial" panose="020B0604020202020204" pitchFamily="34" charset="0"/>
              <a:buChar char="•"/>
            </a:pPr>
            <a:r>
              <a:rPr lang="en-US" sz="1600" b="1" dirty="0">
                <a:solidFill>
                  <a:schemeClr val="tx1"/>
                </a:solidFill>
              </a:rPr>
              <a:t>Value &amp; profitability analysis</a:t>
            </a:r>
          </a:p>
          <a:p>
            <a:pPr marL="342900" indent="-342900">
              <a:buFont typeface="+mj-lt"/>
              <a:buAutoNum type="arabicPeriod"/>
            </a:pPr>
            <a:r>
              <a:rPr lang="en-US" sz="1600" dirty="0">
                <a:solidFill>
                  <a:schemeClr val="tx1"/>
                </a:solidFill>
              </a:rPr>
              <a:t>Revenue and profit per customer</a:t>
            </a:r>
          </a:p>
          <a:p>
            <a:pPr marL="342900" indent="-342900">
              <a:buFont typeface="+mj-lt"/>
              <a:buAutoNum type="arabicPeriod"/>
            </a:pPr>
            <a:r>
              <a:rPr lang="en-US" sz="1600" dirty="0">
                <a:solidFill>
                  <a:schemeClr val="tx1"/>
                </a:solidFill>
              </a:rPr>
              <a:t>High-value vs low-value customers</a:t>
            </a:r>
          </a:p>
          <a:p>
            <a:pPr marL="342900" indent="-342900">
              <a:buFont typeface="+mj-lt"/>
              <a:buAutoNum type="arabicPeriod"/>
            </a:pPr>
            <a:r>
              <a:rPr lang="en-US" sz="1600" dirty="0">
                <a:solidFill>
                  <a:schemeClr val="tx1"/>
                </a:solidFill>
              </a:rPr>
              <a:t>Average order value by customer type</a:t>
            </a:r>
          </a:p>
          <a:p>
            <a:pPr marL="285750" indent="-285750">
              <a:buFont typeface="Arial" panose="020B0604020202020204" pitchFamily="34" charset="0"/>
              <a:buChar char="•"/>
            </a:pPr>
            <a:r>
              <a:rPr lang="en-US" sz="1600" b="1" dirty="0">
                <a:solidFill>
                  <a:schemeClr val="tx1"/>
                </a:solidFill>
              </a:rPr>
              <a:t>Loyalty &amp; stickiness</a:t>
            </a:r>
          </a:p>
          <a:p>
            <a:pPr marL="342900" indent="-342900">
              <a:buFont typeface="+mj-lt"/>
              <a:buAutoNum type="arabicPeriod"/>
            </a:pPr>
            <a:r>
              <a:rPr lang="en-US" sz="1600" dirty="0">
                <a:solidFill>
                  <a:schemeClr val="tx1"/>
                </a:solidFill>
              </a:rPr>
              <a:t>Repeat purchase rates</a:t>
            </a:r>
          </a:p>
          <a:p>
            <a:pPr marL="342900" indent="-342900">
              <a:buFont typeface="+mj-lt"/>
              <a:buAutoNum type="arabicPeriod"/>
            </a:pPr>
            <a:r>
              <a:rPr lang="en-US" sz="1600" dirty="0">
                <a:solidFill>
                  <a:schemeClr val="tx1"/>
                </a:solidFill>
              </a:rPr>
              <a:t>Orders per customer</a:t>
            </a:r>
          </a:p>
          <a:p>
            <a:pPr marL="342900" indent="-342900">
              <a:buFont typeface="+mj-lt"/>
              <a:buAutoNum type="arabicPeriod"/>
            </a:pPr>
            <a:r>
              <a:rPr lang="en-US" sz="1600" dirty="0">
                <a:solidFill>
                  <a:schemeClr val="tx1"/>
                </a:solidFill>
              </a:rPr>
              <a:t>Cross-sell adoption at customer level</a:t>
            </a:r>
          </a:p>
          <a:p>
            <a:pPr marL="285750" indent="-285750">
              <a:buFont typeface="Arial" panose="020B0604020202020204" pitchFamily="34" charset="0"/>
              <a:buChar char="•"/>
            </a:pPr>
            <a:r>
              <a:rPr lang="en-US" sz="1600" b="1" dirty="0">
                <a:solidFill>
                  <a:schemeClr val="tx1"/>
                </a:solidFill>
              </a:rPr>
              <a:t>Quality &amp; risk analysis</a:t>
            </a:r>
          </a:p>
          <a:p>
            <a:pPr marL="342900" indent="-342900">
              <a:buFont typeface="+mj-lt"/>
              <a:buAutoNum type="arabicPeriod"/>
            </a:pPr>
            <a:r>
              <a:rPr lang="en-US" sz="1600" dirty="0">
                <a:solidFill>
                  <a:schemeClr val="tx1"/>
                </a:solidFill>
              </a:rPr>
              <a:t>Refund-prone customers</a:t>
            </a:r>
          </a:p>
          <a:p>
            <a:pPr marL="342900" indent="-342900">
              <a:buFont typeface="+mj-lt"/>
              <a:buAutoNum type="arabicPeriod"/>
            </a:pPr>
            <a:r>
              <a:rPr lang="en-US" sz="1600" dirty="0">
                <a:solidFill>
                  <a:schemeClr val="tx1"/>
                </a:solidFill>
              </a:rPr>
              <a:t>Refund concentration among customers</a:t>
            </a:r>
          </a:p>
          <a:p>
            <a:pPr marL="342900" indent="-342900">
              <a:buFont typeface="+mj-lt"/>
              <a:buAutoNum type="arabicPeriod"/>
            </a:pPr>
            <a:r>
              <a:rPr lang="en-US" sz="1600" dirty="0">
                <a:solidFill>
                  <a:schemeClr val="tx1"/>
                </a:solidFill>
              </a:rPr>
              <a:t>Relationship between refunds and customer value</a:t>
            </a:r>
          </a:p>
          <a:p>
            <a:endParaRPr lang="en-US" sz="1600" dirty="0">
              <a:solidFill>
                <a:schemeClr val="tx1"/>
              </a:solidFill>
            </a:endParaRPr>
          </a:p>
        </p:txBody>
      </p:sp>
    </p:spTree>
    <p:extLst>
      <p:ext uri="{BB962C8B-B14F-4D97-AF65-F5344CB8AC3E}">
        <p14:creationId xmlns:p14="http://schemas.microsoft.com/office/powerpoint/2010/main" val="1581326"/>
      </p:ext>
    </p:extLst>
  </p:cSld>
  <p:clrMapOvr>
    <a:overrideClrMapping bg1="lt1" tx1="dk1" bg2="dk2" tx2="lt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A27BC8-8AD5-B391-DE13-DA621EB9AB2C}"/>
              </a:ext>
            </a:extLst>
          </p:cNvPr>
          <p:cNvSpPr txBox="1"/>
          <p:nvPr/>
        </p:nvSpPr>
        <p:spPr>
          <a:xfrm>
            <a:off x="452284" y="275303"/>
            <a:ext cx="10873442"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CEO- Executive Business Overview Dashboard Layout </a:t>
            </a:r>
            <a:endParaRPr lang="en-IN" dirty="0"/>
          </a:p>
        </p:txBody>
      </p:sp>
      <p:sp>
        <p:nvSpPr>
          <p:cNvPr id="3" name="Rectangle 2">
            <a:extLst>
              <a:ext uri="{FF2B5EF4-FFF2-40B4-BE49-F238E27FC236}">
                <a16:creationId xmlns:a16="http://schemas.microsoft.com/office/drawing/2014/main" id="{200996D9-E8A5-0065-BCD9-F9E2419CC244}"/>
              </a:ext>
            </a:extLst>
          </p:cNvPr>
          <p:cNvSpPr/>
          <p:nvPr/>
        </p:nvSpPr>
        <p:spPr>
          <a:xfrm>
            <a:off x="544010" y="1049284"/>
            <a:ext cx="1689904" cy="11227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Image and title</a:t>
            </a:r>
            <a:endParaRPr lang="en-IN" dirty="0">
              <a:solidFill>
                <a:schemeClr val="tx1"/>
              </a:solidFill>
            </a:endParaRPr>
          </a:p>
        </p:txBody>
      </p:sp>
      <p:sp>
        <p:nvSpPr>
          <p:cNvPr id="4" name="Rectangle 3">
            <a:extLst>
              <a:ext uri="{FF2B5EF4-FFF2-40B4-BE49-F238E27FC236}">
                <a16:creationId xmlns:a16="http://schemas.microsoft.com/office/drawing/2014/main" id="{DE0B330A-C00D-1163-5153-A5891DD3FD8C}"/>
              </a:ext>
            </a:extLst>
          </p:cNvPr>
          <p:cNvSpPr/>
          <p:nvPr/>
        </p:nvSpPr>
        <p:spPr>
          <a:xfrm>
            <a:off x="2233914" y="1049284"/>
            <a:ext cx="8900932" cy="11227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KPI’s: 1. Total Orders 2. Total Revenue 3. Total Profit 4. Profit Margin 5. Refund Rate</a:t>
            </a:r>
            <a:endParaRPr lang="en-IN" dirty="0">
              <a:solidFill>
                <a:schemeClr val="tx1"/>
              </a:solidFill>
            </a:endParaRPr>
          </a:p>
        </p:txBody>
      </p:sp>
      <p:sp>
        <p:nvSpPr>
          <p:cNvPr id="5" name="Rectangle 4">
            <a:extLst>
              <a:ext uri="{FF2B5EF4-FFF2-40B4-BE49-F238E27FC236}">
                <a16:creationId xmlns:a16="http://schemas.microsoft.com/office/drawing/2014/main" id="{B0BB9B64-A24F-1F56-B812-80A3D2331FDB}"/>
              </a:ext>
            </a:extLst>
          </p:cNvPr>
          <p:cNvSpPr/>
          <p:nvPr/>
        </p:nvSpPr>
        <p:spPr>
          <a:xfrm>
            <a:off x="544010" y="2172029"/>
            <a:ext cx="1689904" cy="39278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Slicers:</a:t>
            </a:r>
          </a:p>
          <a:p>
            <a:pPr marL="342900" indent="-342900" algn="ctr">
              <a:buAutoNum type="arabicPeriod"/>
            </a:pPr>
            <a:r>
              <a:rPr lang="en-US" dirty="0">
                <a:solidFill>
                  <a:schemeClr val="tx1"/>
                </a:solidFill>
              </a:rPr>
              <a:t>Year</a:t>
            </a:r>
          </a:p>
          <a:p>
            <a:pPr algn="ctr"/>
            <a:r>
              <a:rPr lang="en-US" dirty="0">
                <a:solidFill>
                  <a:schemeClr val="tx1"/>
                </a:solidFill>
              </a:rPr>
              <a:t>2. Month</a:t>
            </a:r>
          </a:p>
          <a:p>
            <a:pPr algn="ctr"/>
            <a:r>
              <a:rPr lang="en-US" dirty="0">
                <a:solidFill>
                  <a:schemeClr val="tx1"/>
                </a:solidFill>
              </a:rPr>
              <a:t>3. Day type</a:t>
            </a:r>
          </a:p>
          <a:p>
            <a:pPr algn="ctr"/>
            <a:r>
              <a:rPr lang="en-US" dirty="0">
                <a:solidFill>
                  <a:schemeClr val="tx1"/>
                </a:solidFill>
              </a:rPr>
              <a:t>4. Session Type</a:t>
            </a:r>
          </a:p>
          <a:p>
            <a:pPr algn="ctr"/>
            <a:r>
              <a:rPr lang="en-US" dirty="0">
                <a:solidFill>
                  <a:schemeClr val="tx1"/>
                </a:solidFill>
              </a:rPr>
              <a:t>5. Campaign</a:t>
            </a:r>
            <a:endParaRPr lang="en-IN" dirty="0">
              <a:solidFill>
                <a:schemeClr val="tx1"/>
              </a:solidFill>
            </a:endParaRPr>
          </a:p>
        </p:txBody>
      </p:sp>
      <p:sp>
        <p:nvSpPr>
          <p:cNvPr id="6" name="Rectangle 5">
            <a:extLst>
              <a:ext uri="{FF2B5EF4-FFF2-40B4-BE49-F238E27FC236}">
                <a16:creationId xmlns:a16="http://schemas.microsoft.com/office/drawing/2014/main" id="{41A0B048-9AD6-A4B5-6E59-D07D6E7D3EDC}"/>
              </a:ext>
            </a:extLst>
          </p:cNvPr>
          <p:cNvSpPr/>
          <p:nvPr/>
        </p:nvSpPr>
        <p:spPr>
          <a:xfrm>
            <a:off x="2233914" y="2172028"/>
            <a:ext cx="3750197" cy="1647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Column Chart; Total Orders by Year</a:t>
            </a:r>
            <a:endParaRPr lang="en-IN" dirty="0">
              <a:solidFill>
                <a:schemeClr val="tx1"/>
              </a:solidFill>
            </a:endParaRPr>
          </a:p>
        </p:txBody>
      </p:sp>
      <p:sp>
        <p:nvSpPr>
          <p:cNvPr id="7" name="Rectangle 6">
            <a:extLst>
              <a:ext uri="{FF2B5EF4-FFF2-40B4-BE49-F238E27FC236}">
                <a16:creationId xmlns:a16="http://schemas.microsoft.com/office/drawing/2014/main" id="{A9BA9DAC-94EA-644F-6F9F-83185FF5166C}"/>
              </a:ext>
            </a:extLst>
          </p:cNvPr>
          <p:cNvSpPr/>
          <p:nvPr/>
        </p:nvSpPr>
        <p:spPr>
          <a:xfrm>
            <a:off x="5984111" y="2172028"/>
            <a:ext cx="5150735" cy="1647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Line Chart: Total revenue and Profit margin by month</a:t>
            </a:r>
            <a:endParaRPr lang="en-IN" dirty="0">
              <a:solidFill>
                <a:schemeClr val="tx1"/>
              </a:solidFill>
            </a:endParaRPr>
          </a:p>
        </p:txBody>
      </p:sp>
      <p:sp>
        <p:nvSpPr>
          <p:cNvPr id="8" name="Rectangle 7">
            <a:extLst>
              <a:ext uri="{FF2B5EF4-FFF2-40B4-BE49-F238E27FC236}">
                <a16:creationId xmlns:a16="http://schemas.microsoft.com/office/drawing/2014/main" id="{CDE1F953-FD89-3ADF-1795-8D3A73A004C7}"/>
              </a:ext>
            </a:extLst>
          </p:cNvPr>
          <p:cNvSpPr/>
          <p:nvPr/>
        </p:nvSpPr>
        <p:spPr>
          <a:xfrm>
            <a:off x="8391646" y="3819646"/>
            <a:ext cx="2743200" cy="22802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Bar Chart: Total Revenue by Day of week</a:t>
            </a:r>
            <a:endParaRPr lang="en-IN" dirty="0">
              <a:solidFill>
                <a:schemeClr val="tx1"/>
              </a:solidFill>
            </a:endParaRPr>
          </a:p>
        </p:txBody>
      </p:sp>
      <p:sp>
        <p:nvSpPr>
          <p:cNvPr id="9" name="Rectangle 8">
            <a:extLst>
              <a:ext uri="{FF2B5EF4-FFF2-40B4-BE49-F238E27FC236}">
                <a16:creationId xmlns:a16="http://schemas.microsoft.com/office/drawing/2014/main" id="{81C861E0-CC7E-10BC-A1F9-C679C376E6FF}"/>
              </a:ext>
            </a:extLst>
          </p:cNvPr>
          <p:cNvSpPr/>
          <p:nvPr/>
        </p:nvSpPr>
        <p:spPr>
          <a:xfrm>
            <a:off x="2233915" y="3819646"/>
            <a:ext cx="3148314" cy="22802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Pie Chart: Total Orders by Products </a:t>
            </a:r>
            <a:endParaRPr lang="en-IN" dirty="0">
              <a:solidFill>
                <a:schemeClr val="tx1"/>
              </a:solidFill>
            </a:endParaRPr>
          </a:p>
        </p:txBody>
      </p:sp>
      <p:sp>
        <p:nvSpPr>
          <p:cNvPr id="10" name="Rectangle 9">
            <a:extLst>
              <a:ext uri="{FF2B5EF4-FFF2-40B4-BE49-F238E27FC236}">
                <a16:creationId xmlns:a16="http://schemas.microsoft.com/office/drawing/2014/main" id="{9D8011CF-AA6C-9401-0BEC-472C103E1AB1}"/>
              </a:ext>
            </a:extLst>
          </p:cNvPr>
          <p:cNvSpPr/>
          <p:nvPr/>
        </p:nvSpPr>
        <p:spPr>
          <a:xfrm>
            <a:off x="5382229" y="3819646"/>
            <a:ext cx="3009417" cy="22802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Column Chart: Total Revenue vs Total Profit by Product</a:t>
            </a:r>
            <a:endParaRPr lang="en-IN" dirty="0">
              <a:solidFill>
                <a:schemeClr val="tx1"/>
              </a:solidFill>
            </a:endParaRPr>
          </a:p>
        </p:txBody>
      </p:sp>
    </p:spTree>
    <p:extLst>
      <p:ext uri="{BB962C8B-B14F-4D97-AF65-F5344CB8AC3E}">
        <p14:creationId xmlns:p14="http://schemas.microsoft.com/office/powerpoint/2010/main" val="4923225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AA2CF-77D1-776A-0B05-C89502298E0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615C180-699E-B282-681E-B10751E8D78A}"/>
              </a:ext>
            </a:extLst>
          </p:cNvPr>
          <p:cNvSpPr txBox="1"/>
          <p:nvPr/>
        </p:nvSpPr>
        <p:spPr>
          <a:xfrm>
            <a:off x="452284" y="275303"/>
            <a:ext cx="10873442"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CEO- Product &amp; Profitability Strategy Dashboard Layout </a:t>
            </a:r>
            <a:endParaRPr lang="en-IN" dirty="0"/>
          </a:p>
        </p:txBody>
      </p:sp>
      <p:sp>
        <p:nvSpPr>
          <p:cNvPr id="3" name="Rectangle 2">
            <a:extLst>
              <a:ext uri="{FF2B5EF4-FFF2-40B4-BE49-F238E27FC236}">
                <a16:creationId xmlns:a16="http://schemas.microsoft.com/office/drawing/2014/main" id="{36B4E039-113B-EBCD-ED3B-4FE76D594672}"/>
              </a:ext>
            </a:extLst>
          </p:cNvPr>
          <p:cNvSpPr/>
          <p:nvPr/>
        </p:nvSpPr>
        <p:spPr>
          <a:xfrm>
            <a:off x="544010" y="1049284"/>
            <a:ext cx="1689904" cy="11227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Image and title</a:t>
            </a:r>
            <a:endParaRPr lang="en-IN" dirty="0">
              <a:solidFill>
                <a:schemeClr val="tx1"/>
              </a:solidFill>
            </a:endParaRPr>
          </a:p>
        </p:txBody>
      </p:sp>
      <p:sp>
        <p:nvSpPr>
          <p:cNvPr id="4" name="Rectangle 3">
            <a:extLst>
              <a:ext uri="{FF2B5EF4-FFF2-40B4-BE49-F238E27FC236}">
                <a16:creationId xmlns:a16="http://schemas.microsoft.com/office/drawing/2014/main" id="{E51D2CFE-9AC7-FF13-6FFA-FA4DC56C7434}"/>
              </a:ext>
            </a:extLst>
          </p:cNvPr>
          <p:cNvSpPr/>
          <p:nvPr/>
        </p:nvSpPr>
        <p:spPr>
          <a:xfrm>
            <a:off x="2233914" y="1049284"/>
            <a:ext cx="8900932" cy="11227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KPI’s: 1. Total Cost 2. Average Order Value 3. Total refunds 4. Refund Item cost</a:t>
            </a:r>
            <a:endParaRPr lang="en-IN" dirty="0">
              <a:solidFill>
                <a:schemeClr val="tx1"/>
              </a:solidFill>
            </a:endParaRPr>
          </a:p>
        </p:txBody>
      </p:sp>
      <p:sp>
        <p:nvSpPr>
          <p:cNvPr id="5" name="Rectangle 4">
            <a:extLst>
              <a:ext uri="{FF2B5EF4-FFF2-40B4-BE49-F238E27FC236}">
                <a16:creationId xmlns:a16="http://schemas.microsoft.com/office/drawing/2014/main" id="{5B4F3CB9-D8BF-F0DB-3122-61E27702D07A}"/>
              </a:ext>
            </a:extLst>
          </p:cNvPr>
          <p:cNvSpPr/>
          <p:nvPr/>
        </p:nvSpPr>
        <p:spPr>
          <a:xfrm>
            <a:off x="544010" y="2172029"/>
            <a:ext cx="1689904" cy="39278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Slicers:</a:t>
            </a:r>
          </a:p>
          <a:p>
            <a:pPr marL="342900" indent="-342900" algn="ctr">
              <a:buAutoNum type="arabicPeriod"/>
            </a:pPr>
            <a:r>
              <a:rPr lang="en-US" dirty="0">
                <a:solidFill>
                  <a:schemeClr val="tx1"/>
                </a:solidFill>
              </a:rPr>
              <a:t>Year</a:t>
            </a:r>
          </a:p>
          <a:p>
            <a:pPr algn="ctr"/>
            <a:r>
              <a:rPr lang="en-US" dirty="0">
                <a:solidFill>
                  <a:schemeClr val="tx1"/>
                </a:solidFill>
              </a:rPr>
              <a:t>2. Month</a:t>
            </a:r>
          </a:p>
          <a:p>
            <a:pPr algn="ctr"/>
            <a:r>
              <a:rPr lang="en-US" dirty="0">
                <a:solidFill>
                  <a:schemeClr val="tx1"/>
                </a:solidFill>
              </a:rPr>
              <a:t>3. Day type</a:t>
            </a:r>
          </a:p>
          <a:p>
            <a:pPr algn="ctr"/>
            <a:r>
              <a:rPr lang="en-US" dirty="0">
                <a:solidFill>
                  <a:schemeClr val="tx1"/>
                </a:solidFill>
              </a:rPr>
              <a:t>4. Session Type</a:t>
            </a:r>
          </a:p>
          <a:p>
            <a:pPr algn="ctr"/>
            <a:r>
              <a:rPr lang="en-US" dirty="0">
                <a:solidFill>
                  <a:schemeClr val="tx1"/>
                </a:solidFill>
              </a:rPr>
              <a:t>5. Campaign</a:t>
            </a:r>
            <a:endParaRPr lang="en-IN" dirty="0">
              <a:solidFill>
                <a:schemeClr val="tx1"/>
              </a:solidFill>
            </a:endParaRPr>
          </a:p>
        </p:txBody>
      </p:sp>
      <p:sp>
        <p:nvSpPr>
          <p:cNvPr id="6" name="Rectangle 5">
            <a:extLst>
              <a:ext uri="{FF2B5EF4-FFF2-40B4-BE49-F238E27FC236}">
                <a16:creationId xmlns:a16="http://schemas.microsoft.com/office/drawing/2014/main" id="{9636C4CF-44F3-E429-91B1-D00A07EA77B6}"/>
              </a:ext>
            </a:extLst>
          </p:cNvPr>
          <p:cNvSpPr/>
          <p:nvPr/>
        </p:nvSpPr>
        <p:spPr>
          <a:xfrm>
            <a:off x="2233914" y="2172028"/>
            <a:ext cx="5891515" cy="1647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Line Chart: Profit Margin by month over products</a:t>
            </a:r>
            <a:endParaRPr lang="en-IN" dirty="0">
              <a:solidFill>
                <a:schemeClr val="tx1"/>
              </a:solidFill>
            </a:endParaRPr>
          </a:p>
        </p:txBody>
      </p:sp>
      <p:sp>
        <p:nvSpPr>
          <p:cNvPr id="7" name="Rectangle 6">
            <a:extLst>
              <a:ext uri="{FF2B5EF4-FFF2-40B4-BE49-F238E27FC236}">
                <a16:creationId xmlns:a16="http://schemas.microsoft.com/office/drawing/2014/main" id="{A088216B-F344-D66E-8D34-DB0A4D3496FF}"/>
              </a:ext>
            </a:extLst>
          </p:cNvPr>
          <p:cNvSpPr/>
          <p:nvPr/>
        </p:nvSpPr>
        <p:spPr>
          <a:xfrm>
            <a:off x="8125429" y="2172028"/>
            <a:ext cx="3009417" cy="1647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Pie Chart: Primary items distribution among Products</a:t>
            </a:r>
            <a:endParaRPr lang="en-IN" dirty="0">
              <a:solidFill>
                <a:schemeClr val="tx1"/>
              </a:solidFill>
            </a:endParaRPr>
          </a:p>
        </p:txBody>
      </p:sp>
      <p:sp>
        <p:nvSpPr>
          <p:cNvPr id="8" name="Rectangle 7">
            <a:extLst>
              <a:ext uri="{FF2B5EF4-FFF2-40B4-BE49-F238E27FC236}">
                <a16:creationId xmlns:a16="http://schemas.microsoft.com/office/drawing/2014/main" id="{36282553-5F2D-371B-F2E4-A276B99AE7BE}"/>
              </a:ext>
            </a:extLst>
          </p:cNvPr>
          <p:cNvSpPr/>
          <p:nvPr/>
        </p:nvSpPr>
        <p:spPr>
          <a:xfrm>
            <a:off x="8391646" y="3819646"/>
            <a:ext cx="2743200" cy="22802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Stacked Column Chart: Product Launch Sales Analysis</a:t>
            </a:r>
            <a:endParaRPr lang="en-IN" dirty="0">
              <a:solidFill>
                <a:schemeClr val="tx1"/>
              </a:solidFill>
            </a:endParaRPr>
          </a:p>
        </p:txBody>
      </p:sp>
      <p:sp>
        <p:nvSpPr>
          <p:cNvPr id="9" name="Rectangle 8">
            <a:extLst>
              <a:ext uri="{FF2B5EF4-FFF2-40B4-BE49-F238E27FC236}">
                <a16:creationId xmlns:a16="http://schemas.microsoft.com/office/drawing/2014/main" id="{30867422-E142-51A2-01EC-739D7C2153F1}"/>
              </a:ext>
            </a:extLst>
          </p:cNvPr>
          <p:cNvSpPr/>
          <p:nvPr/>
        </p:nvSpPr>
        <p:spPr>
          <a:xfrm>
            <a:off x="2233915" y="3819646"/>
            <a:ext cx="2882097" cy="22802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Bar Chart: Refund Rate by Products </a:t>
            </a:r>
            <a:endParaRPr lang="en-IN" dirty="0">
              <a:solidFill>
                <a:schemeClr val="tx1"/>
              </a:solidFill>
            </a:endParaRPr>
          </a:p>
        </p:txBody>
      </p:sp>
      <p:sp>
        <p:nvSpPr>
          <p:cNvPr id="10" name="Rectangle 9">
            <a:extLst>
              <a:ext uri="{FF2B5EF4-FFF2-40B4-BE49-F238E27FC236}">
                <a16:creationId xmlns:a16="http://schemas.microsoft.com/office/drawing/2014/main" id="{DC1DA435-40EC-4595-4EB8-2313F7DC7CF9}"/>
              </a:ext>
            </a:extLst>
          </p:cNvPr>
          <p:cNvSpPr/>
          <p:nvPr/>
        </p:nvSpPr>
        <p:spPr>
          <a:xfrm>
            <a:off x="5116013" y="3819646"/>
            <a:ext cx="3275634" cy="22802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Column Chart: Refund Rate of Primary and Non-Primary Products</a:t>
            </a:r>
            <a:endParaRPr lang="en-IN" dirty="0">
              <a:solidFill>
                <a:schemeClr val="tx1"/>
              </a:solidFill>
            </a:endParaRPr>
          </a:p>
        </p:txBody>
      </p:sp>
    </p:spTree>
    <p:extLst>
      <p:ext uri="{BB962C8B-B14F-4D97-AF65-F5344CB8AC3E}">
        <p14:creationId xmlns:p14="http://schemas.microsoft.com/office/powerpoint/2010/main" val="10152120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2653B-94F6-33CF-7FB6-1950CC5D751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8DBA1B9-698A-EBBA-8EDD-0491DD3DC8D7}"/>
              </a:ext>
            </a:extLst>
          </p:cNvPr>
          <p:cNvSpPr txBox="1"/>
          <p:nvPr/>
        </p:nvSpPr>
        <p:spPr>
          <a:xfrm>
            <a:off x="452284" y="275303"/>
            <a:ext cx="10873442" cy="584775"/>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Website Manager- Website Performance Dashboard </a:t>
            </a:r>
            <a:endParaRPr lang="en-IN" dirty="0"/>
          </a:p>
        </p:txBody>
      </p:sp>
      <p:sp>
        <p:nvSpPr>
          <p:cNvPr id="3" name="Rectangle 2">
            <a:extLst>
              <a:ext uri="{FF2B5EF4-FFF2-40B4-BE49-F238E27FC236}">
                <a16:creationId xmlns:a16="http://schemas.microsoft.com/office/drawing/2014/main" id="{DE6EFCF2-DB80-5FC2-C5B5-9F5413E0B565}"/>
              </a:ext>
            </a:extLst>
          </p:cNvPr>
          <p:cNvSpPr/>
          <p:nvPr/>
        </p:nvSpPr>
        <p:spPr>
          <a:xfrm>
            <a:off x="544010" y="1049284"/>
            <a:ext cx="1689904" cy="11227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Image and title</a:t>
            </a:r>
            <a:endParaRPr lang="en-IN" dirty="0">
              <a:solidFill>
                <a:schemeClr val="tx1"/>
              </a:solidFill>
            </a:endParaRPr>
          </a:p>
        </p:txBody>
      </p:sp>
      <p:sp>
        <p:nvSpPr>
          <p:cNvPr id="4" name="Rectangle 3">
            <a:extLst>
              <a:ext uri="{FF2B5EF4-FFF2-40B4-BE49-F238E27FC236}">
                <a16:creationId xmlns:a16="http://schemas.microsoft.com/office/drawing/2014/main" id="{9A9ECFCF-DB46-59B3-D752-8356DFE3E386}"/>
              </a:ext>
            </a:extLst>
          </p:cNvPr>
          <p:cNvSpPr/>
          <p:nvPr/>
        </p:nvSpPr>
        <p:spPr>
          <a:xfrm>
            <a:off x="2233914" y="1049284"/>
            <a:ext cx="8900932" cy="11227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KPI’s: 1. Total Sessions 2. Repeat Sessions 3. New Sessions 4. Revenue per session</a:t>
            </a:r>
            <a:endParaRPr lang="en-IN" dirty="0">
              <a:solidFill>
                <a:schemeClr val="tx1"/>
              </a:solidFill>
            </a:endParaRPr>
          </a:p>
        </p:txBody>
      </p:sp>
      <p:sp>
        <p:nvSpPr>
          <p:cNvPr id="5" name="Rectangle 4">
            <a:extLst>
              <a:ext uri="{FF2B5EF4-FFF2-40B4-BE49-F238E27FC236}">
                <a16:creationId xmlns:a16="http://schemas.microsoft.com/office/drawing/2014/main" id="{FC8E21FC-CFEA-B2A3-6FE3-E48AFBB9C15C}"/>
              </a:ext>
            </a:extLst>
          </p:cNvPr>
          <p:cNvSpPr/>
          <p:nvPr/>
        </p:nvSpPr>
        <p:spPr>
          <a:xfrm>
            <a:off x="544010" y="2172029"/>
            <a:ext cx="1689904" cy="39278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Slicers:</a:t>
            </a:r>
          </a:p>
          <a:p>
            <a:pPr marL="342900" indent="-342900" algn="ctr">
              <a:buAutoNum type="arabicPeriod"/>
            </a:pPr>
            <a:r>
              <a:rPr lang="en-US" dirty="0">
                <a:solidFill>
                  <a:schemeClr val="tx1"/>
                </a:solidFill>
              </a:rPr>
              <a:t>Year</a:t>
            </a:r>
          </a:p>
          <a:p>
            <a:pPr algn="ctr"/>
            <a:r>
              <a:rPr lang="en-US" dirty="0">
                <a:solidFill>
                  <a:schemeClr val="tx1"/>
                </a:solidFill>
              </a:rPr>
              <a:t>2. Month</a:t>
            </a:r>
          </a:p>
          <a:p>
            <a:pPr algn="ctr"/>
            <a:r>
              <a:rPr lang="en-US" dirty="0">
                <a:solidFill>
                  <a:schemeClr val="tx1"/>
                </a:solidFill>
              </a:rPr>
              <a:t>3. Day type</a:t>
            </a:r>
          </a:p>
          <a:p>
            <a:pPr algn="ctr"/>
            <a:r>
              <a:rPr lang="en-US" dirty="0">
                <a:solidFill>
                  <a:schemeClr val="tx1"/>
                </a:solidFill>
              </a:rPr>
              <a:t>4. Session Type</a:t>
            </a:r>
          </a:p>
          <a:p>
            <a:pPr algn="ctr"/>
            <a:r>
              <a:rPr lang="en-US" dirty="0">
                <a:solidFill>
                  <a:schemeClr val="tx1"/>
                </a:solidFill>
              </a:rPr>
              <a:t>5. Campaign</a:t>
            </a:r>
            <a:endParaRPr lang="en-IN" dirty="0">
              <a:solidFill>
                <a:schemeClr val="tx1"/>
              </a:solidFill>
            </a:endParaRPr>
          </a:p>
        </p:txBody>
      </p:sp>
      <p:sp>
        <p:nvSpPr>
          <p:cNvPr id="6" name="Rectangle 5">
            <a:extLst>
              <a:ext uri="{FF2B5EF4-FFF2-40B4-BE49-F238E27FC236}">
                <a16:creationId xmlns:a16="http://schemas.microsoft.com/office/drawing/2014/main" id="{C352D514-B921-DECD-4C1F-4458B455CE5C}"/>
              </a:ext>
            </a:extLst>
          </p:cNvPr>
          <p:cNvSpPr/>
          <p:nvPr/>
        </p:nvSpPr>
        <p:spPr>
          <a:xfrm>
            <a:off x="2233914" y="2172028"/>
            <a:ext cx="5891515" cy="1647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Area Chart: Total Sessions by months</a:t>
            </a:r>
            <a:endParaRPr lang="en-IN" dirty="0">
              <a:solidFill>
                <a:schemeClr val="tx1"/>
              </a:solidFill>
            </a:endParaRPr>
          </a:p>
        </p:txBody>
      </p:sp>
      <p:sp>
        <p:nvSpPr>
          <p:cNvPr id="7" name="Rectangle 6">
            <a:extLst>
              <a:ext uri="{FF2B5EF4-FFF2-40B4-BE49-F238E27FC236}">
                <a16:creationId xmlns:a16="http://schemas.microsoft.com/office/drawing/2014/main" id="{609AE094-5968-011A-B209-60BA02904FE1}"/>
              </a:ext>
            </a:extLst>
          </p:cNvPr>
          <p:cNvSpPr/>
          <p:nvPr/>
        </p:nvSpPr>
        <p:spPr>
          <a:xfrm>
            <a:off x="8125429" y="2172028"/>
            <a:ext cx="3009417" cy="1647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Donut Chart: Conversion rate by Device Type</a:t>
            </a:r>
            <a:endParaRPr lang="en-IN" dirty="0">
              <a:solidFill>
                <a:schemeClr val="tx1"/>
              </a:solidFill>
            </a:endParaRPr>
          </a:p>
        </p:txBody>
      </p:sp>
      <p:sp>
        <p:nvSpPr>
          <p:cNvPr id="8" name="Rectangle 7">
            <a:extLst>
              <a:ext uri="{FF2B5EF4-FFF2-40B4-BE49-F238E27FC236}">
                <a16:creationId xmlns:a16="http://schemas.microsoft.com/office/drawing/2014/main" id="{D94E1EC5-4C26-16BE-D572-46D034BF7BEF}"/>
              </a:ext>
            </a:extLst>
          </p:cNvPr>
          <p:cNvSpPr/>
          <p:nvPr/>
        </p:nvSpPr>
        <p:spPr>
          <a:xfrm>
            <a:off x="8391646" y="3819646"/>
            <a:ext cx="2743200" cy="22802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Stacked Column Chart: Product Launch Sales Analysis</a:t>
            </a:r>
            <a:endParaRPr lang="en-IN" dirty="0">
              <a:solidFill>
                <a:schemeClr val="tx1"/>
              </a:solidFill>
            </a:endParaRPr>
          </a:p>
        </p:txBody>
      </p:sp>
      <p:sp>
        <p:nvSpPr>
          <p:cNvPr id="9" name="Rectangle 8">
            <a:extLst>
              <a:ext uri="{FF2B5EF4-FFF2-40B4-BE49-F238E27FC236}">
                <a16:creationId xmlns:a16="http://schemas.microsoft.com/office/drawing/2014/main" id="{2C8B941E-4208-7572-B266-EE434BCE76C9}"/>
              </a:ext>
            </a:extLst>
          </p:cNvPr>
          <p:cNvSpPr/>
          <p:nvPr/>
        </p:nvSpPr>
        <p:spPr>
          <a:xfrm>
            <a:off x="2233915" y="3819646"/>
            <a:ext cx="2882097" cy="22802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Bar Chart: Refund Rate by Products </a:t>
            </a:r>
            <a:endParaRPr lang="en-IN" dirty="0">
              <a:solidFill>
                <a:schemeClr val="tx1"/>
              </a:solidFill>
            </a:endParaRPr>
          </a:p>
        </p:txBody>
      </p:sp>
      <p:sp>
        <p:nvSpPr>
          <p:cNvPr id="10" name="Rectangle 9">
            <a:extLst>
              <a:ext uri="{FF2B5EF4-FFF2-40B4-BE49-F238E27FC236}">
                <a16:creationId xmlns:a16="http://schemas.microsoft.com/office/drawing/2014/main" id="{6462C1ED-B782-91F9-E662-AEB2F9060723}"/>
              </a:ext>
            </a:extLst>
          </p:cNvPr>
          <p:cNvSpPr/>
          <p:nvPr/>
        </p:nvSpPr>
        <p:spPr>
          <a:xfrm>
            <a:off x="5116013" y="3819646"/>
            <a:ext cx="3275634" cy="22802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Column Chart: Refund Rate of Primary and Non-Primary Products</a:t>
            </a:r>
            <a:endParaRPr lang="en-IN" dirty="0">
              <a:solidFill>
                <a:schemeClr val="tx1"/>
              </a:solidFill>
            </a:endParaRPr>
          </a:p>
        </p:txBody>
      </p:sp>
    </p:spTree>
    <p:extLst>
      <p:ext uri="{BB962C8B-B14F-4D97-AF65-F5344CB8AC3E}">
        <p14:creationId xmlns:p14="http://schemas.microsoft.com/office/powerpoint/2010/main" val="15033601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D9A96-B092-A36E-202C-D95ED5158EB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BEB2FF4-37CA-DE10-13B5-302D7C079BD1}"/>
              </a:ext>
            </a:extLst>
          </p:cNvPr>
          <p:cNvSpPr txBox="1"/>
          <p:nvPr/>
        </p:nvSpPr>
        <p:spPr>
          <a:xfrm>
            <a:off x="462117" y="98322"/>
            <a:ext cx="10873442" cy="954107"/>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Website Manager - Conversion Funnel and Drop off Analysis Dashboard</a:t>
            </a:r>
            <a:endParaRPr lang="en-IN" dirty="0"/>
          </a:p>
        </p:txBody>
      </p:sp>
      <p:sp>
        <p:nvSpPr>
          <p:cNvPr id="3" name="Rectangle 2">
            <a:extLst>
              <a:ext uri="{FF2B5EF4-FFF2-40B4-BE49-F238E27FC236}">
                <a16:creationId xmlns:a16="http://schemas.microsoft.com/office/drawing/2014/main" id="{283FFCD9-7A71-E948-D5CD-4D4F08FF5BBB}"/>
              </a:ext>
            </a:extLst>
          </p:cNvPr>
          <p:cNvSpPr/>
          <p:nvPr/>
        </p:nvSpPr>
        <p:spPr>
          <a:xfrm>
            <a:off x="544010" y="1049284"/>
            <a:ext cx="1689904" cy="11227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Image and title</a:t>
            </a:r>
            <a:endParaRPr lang="en-IN" dirty="0">
              <a:solidFill>
                <a:schemeClr val="tx1"/>
              </a:solidFill>
            </a:endParaRPr>
          </a:p>
        </p:txBody>
      </p:sp>
      <p:sp>
        <p:nvSpPr>
          <p:cNvPr id="4" name="Rectangle 3">
            <a:extLst>
              <a:ext uri="{FF2B5EF4-FFF2-40B4-BE49-F238E27FC236}">
                <a16:creationId xmlns:a16="http://schemas.microsoft.com/office/drawing/2014/main" id="{F25745DE-054A-0FA6-3F2D-5A5698A56109}"/>
              </a:ext>
            </a:extLst>
          </p:cNvPr>
          <p:cNvSpPr/>
          <p:nvPr/>
        </p:nvSpPr>
        <p:spPr>
          <a:xfrm>
            <a:off x="2233914" y="1049284"/>
            <a:ext cx="8900932" cy="11227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KPI’s: 1. Total Sessions 2. Bounce Rate 3. Conversion rate 4. Total bounced sessions 5. Total pages viewed</a:t>
            </a:r>
            <a:endParaRPr lang="en-IN" dirty="0">
              <a:solidFill>
                <a:schemeClr val="tx1"/>
              </a:solidFill>
            </a:endParaRPr>
          </a:p>
        </p:txBody>
      </p:sp>
      <p:sp>
        <p:nvSpPr>
          <p:cNvPr id="5" name="Rectangle 4">
            <a:extLst>
              <a:ext uri="{FF2B5EF4-FFF2-40B4-BE49-F238E27FC236}">
                <a16:creationId xmlns:a16="http://schemas.microsoft.com/office/drawing/2014/main" id="{9649F32F-BFDE-C2F5-EB66-D872BED64AAF}"/>
              </a:ext>
            </a:extLst>
          </p:cNvPr>
          <p:cNvSpPr/>
          <p:nvPr/>
        </p:nvSpPr>
        <p:spPr>
          <a:xfrm>
            <a:off x="544010" y="2172029"/>
            <a:ext cx="1689904" cy="39278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Slicers:</a:t>
            </a:r>
          </a:p>
          <a:p>
            <a:pPr marL="342900" indent="-342900" algn="ctr">
              <a:buAutoNum type="arabicPeriod"/>
            </a:pPr>
            <a:r>
              <a:rPr lang="en-US" dirty="0">
                <a:solidFill>
                  <a:schemeClr val="tx1"/>
                </a:solidFill>
              </a:rPr>
              <a:t>Year</a:t>
            </a:r>
          </a:p>
          <a:p>
            <a:pPr algn="ctr"/>
            <a:r>
              <a:rPr lang="en-US" dirty="0">
                <a:solidFill>
                  <a:schemeClr val="tx1"/>
                </a:solidFill>
              </a:rPr>
              <a:t>2. Month</a:t>
            </a:r>
          </a:p>
          <a:p>
            <a:pPr algn="ctr"/>
            <a:r>
              <a:rPr lang="en-US" dirty="0">
                <a:solidFill>
                  <a:schemeClr val="tx1"/>
                </a:solidFill>
              </a:rPr>
              <a:t>3. Day type</a:t>
            </a:r>
          </a:p>
          <a:p>
            <a:pPr algn="ctr"/>
            <a:r>
              <a:rPr lang="en-US" dirty="0">
                <a:solidFill>
                  <a:schemeClr val="tx1"/>
                </a:solidFill>
              </a:rPr>
              <a:t>4. Session Type</a:t>
            </a:r>
          </a:p>
          <a:p>
            <a:pPr algn="ctr"/>
            <a:r>
              <a:rPr lang="en-US" dirty="0">
                <a:solidFill>
                  <a:schemeClr val="tx1"/>
                </a:solidFill>
              </a:rPr>
              <a:t>5. Product Name</a:t>
            </a:r>
          </a:p>
          <a:p>
            <a:pPr algn="ctr"/>
            <a:r>
              <a:rPr lang="en-US" dirty="0">
                <a:solidFill>
                  <a:schemeClr val="tx1"/>
                </a:solidFill>
              </a:rPr>
              <a:t>6.Pageview </a:t>
            </a:r>
            <a:r>
              <a:rPr lang="en-US" dirty="0" err="1">
                <a:solidFill>
                  <a:schemeClr val="tx1"/>
                </a:solidFill>
              </a:rPr>
              <a:t>Url</a:t>
            </a:r>
            <a:endParaRPr lang="en-IN" dirty="0">
              <a:solidFill>
                <a:schemeClr val="tx1"/>
              </a:solidFill>
            </a:endParaRPr>
          </a:p>
        </p:txBody>
      </p:sp>
      <p:sp>
        <p:nvSpPr>
          <p:cNvPr id="6" name="Rectangle 5">
            <a:extLst>
              <a:ext uri="{FF2B5EF4-FFF2-40B4-BE49-F238E27FC236}">
                <a16:creationId xmlns:a16="http://schemas.microsoft.com/office/drawing/2014/main" id="{C14BFD0E-0D96-7817-7E31-7F8D4FF1D29D}"/>
              </a:ext>
            </a:extLst>
          </p:cNvPr>
          <p:cNvSpPr/>
          <p:nvPr/>
        </p:nvSpPr>
        <p:spPr>
          <a:xfrm>
            <a:off x="2233914" y="2172028"/>
            <a:ext cx="5891515" cy="1647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Line Chart: Conversion rate by months</a:t>
            </a:r>
            <a:endParaRPr lang="en-IN" dirty="0">
              <a:solidFill>
                <a:schemeClr val="tx1"/>
              </a:solidFill>
            </a:endParaRPr>
          </a:p>
        </p:txBody>
      </p:sp>
      <p:sp>
        <p:nvSpPr>
          <p:cNvPr id="7" name="Rectangle 6">
            <a:extLst>
              <a:ext uri="{FF2B5EF4-FFF2-40B4-BE49-F238E27FC236}">
                <a16:creationId xmlns:a16="http://schemas.microsoft.com/office/drawing/2014/main" id="{95A617C7-A51E-C31A-1005-65EBCBA60823}"/>
              </a:ext>
            </a:extLst>
          </p:cNvPr>
          <p:cNvSpPr/>
          <p:nvPr/>
        </p:nvSpPr>
        <p:spPr>
          <a:xfrm>
            <a:off x="8125429" y="2172028"/>
            <a:ext cx="3009417" cy="1647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Bar Chart: Top landing pages by sessions</a:t>
            </a:r>
            <a:endParaRPr lang="en-IN" dirty="0">
              <a:solidFill>
                <a:schemeClr val="tx1"/>
              </a:solidFill>
            </a:endParaRPr>
          </a:p>
        </p:txBody>
      </p:sp>
      <p:sp>
        <p:nvSpPr>
          <p:cNvPr id="8" name="Rectangle 7">
            <a:extLst>
              <a:ext uri="{FF2B5EF4-FFF2-40B4-BE49-F238E27FC236}">
                <a16:creationId xmlns:a16="http://schemas.microsoft.com/office/drawing/2014/main" id="{9FD71A9F-C0B9-A785-2A54-24AA7D6F36FE}"/>
              </a:ext>
            </a:extLst>
          </p:cNvPr>
          <p:cNvSpPr/>
          <p:nvPr/>
        </p:nvSpPr>
        <p:spPr>
          <a:xfrm>
            <a:off x="8391645" y="3819646"/>
            <a:ext cx="2743200" cy="22802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Funnel Chart: Bounce Rate by Landing page</a:t>
            </a:r>
            <a:endParaRPr lang="en-IN" dirty="0">
              <a:solidFill>
                <a:schemeClr val="tx1"/>
              </a:solidFill>
            </a:endParaRPr>
          </a:p>
        </p:txBody>
      </p:sp>
      <p:sp>
        <p:nvSpPr>
          <p:cNvPr id="9" name="Rectangle 8">
            <a:extLst>
              <a:ext uri="{FF2B5EF4-FFF2-40B4-BE49-F238E27FC236}">
                <a16:creationId xmlns:a16="http://schemas.microsoft.com/office/drawing/2014/main" id="{6485941B-9F24-E816-B0F7-C3761992A638}"/>
              </a:ext>
            </a:extLst>
          </p:cNvPr>
          <p:cNvSpPr/>
          <p:nvPr/>
        </p:nvSpPr>
        <p:spPr>
          <a:xfrm>
            <a:off x="2233915" y="3819646"/>
            <a:ext cx="2882097" cy="22802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Column Chart: Session by page type</a:t>
            </a:r>
            <a:endParaRPr lang="en-IN" dirty="0">
              <a:solidFill>
                <a:schemeClr val="tx1"/>
              </a:solidFill>
            </a:endParaRPr>
          </a:p>
        </p:txBody>
      </p:sp>
      <p:sp>
        <p:nvSpPr>
          <p:cNvPr id="10" name="Rectangle 9">
            <a:extLst>
              <a:ext uri="{FF2B5EF4-FFF2-40B4-BE49-F238E27FC236}">
                <a16:creationId xmlns:a16="http://schemas.microsoft.com/office/drawing/2014/main" id="{2E639B57-D53D-5EB7-0B5C-C7D7113F533B}"/>
              </a:ext>
            </a:extLst>
          </p:cNvPr>
          <p:cNvSpPr/>
          <p:nvPr/>
        </p:nvSpPr>
        <p:spPr>
          <a:xfrm>
            <a:off x="5116013" y="3819646"/>
            <a:ext cx="3275634" cy="22802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Bar Chart: Conversion Rate by Landing Page </a:t>
            </a:r>
            <a:endParaRPr lang="en-IN" dirty="0">
              <a:solidFill>
                <a:schemeClr val="tx1"/>
              </a:solidFill>
            </a:endParaRPr>
          </a:p>
        </p:txBody>
      </p:sp>
    </p:spTree>
    <p:extLst>
      <p:ext uri="{BB962C8B-B14F-4D97-AF65-F5344CB8AC3E}">
        <p14:creationId xmlns:p14="http://schemas.microsoft.com/office/powerpoint/2010/main" val="28799500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C2705-8CD9-D1D7-074F-4074CC2FECB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B5CD943-BE0D-08F8-211C-D6E822927CE5}"/>
              </a:ext>
            </a:extLst>
          </p:cNvPr>
          <p:cNvSpPr txBox="1"/>
          <p:nvPr/>
        </p:nvSpPr>
        <p:spPr>
          <a:xfrm>
            <a:off x="544010" y="264454"/>
            <a:ext cx="10873442" cy="523220"/>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Marketing Manager – Traffic and Channel Performance Dashboard</a:t>
            </a:r>
            <a:endParaRPr lang="en-IN" dirty="0"/>
          </a:p>
        </p:txBody>
      </p:sp>
      <p:sp>
        <p:nvSpPr>
          <p:cNvPr id="3" name="Rectangle 2">
            <a:extLst>
              <a:ext uri="{FF2B5EF4-FFF2-40B4-BE49-F238E27FC236}">
                <a16:creationId xmlns:a16="http://schemas.microsoft.com/office/drawing/2014/main" id="{B51D2070-04BF-B38F-C1B9-0EB161EA23F8}"/>
              </a:ext>
            </a:extLst>
          </p:cNvPr>
          <p:cNvSpPr/>
          <p:nvPr/>
        </p:nvSpPr>
        <p:spPr>
          <a:xfrm>
            <a:off x="544010" y="1049284"/>
            <a:ext cx="1689904" cy="1122744"/>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Image and title</a:t>
            </a:r>
            <a:endParaRPr lang="en-IN" dirty="0">
              <a:solidFill>
                <a:schemeClr val="tx1"/>
              </a:solidFill>
            </a:endParaRPr>
          </a:p>
        </p:txBody>
      </p:sp>
      <p:sp>
        <p:nvSpPr>
          <p:cNvPr id="4" name="Rectangle 3">
            <a:extLst>
              <a:ext uri="{FF2B5EF4-FFF2-40B4-BE49-F238E27FC236}">
                <a16:creationId xmlns:a16="http://schemas.microsoft.com/office/drawing/2014/main" id="{006DAC34-3D85-28FD-8629-4C30E7EA0040}"/>
              </a:ext>
            </a:extLst>
          </p:cNvPr>
          <p:cNvSpPr/>
          <p:nvPr/>
        </p:nvSpPr>
        <p:spPr>
          <a:xfrm>
            <a:off x="2233914" y="1049284"/>
            <a:ext cx="8900932" cy="1122744"/>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KPI’s: 1. Repeat Visitors 2. repeat session 3.Total Channels 4. Repeat session rate</a:t>
            </a:r>
            <a:endParaRPr lang="en-IN" dirty="0">
              <a:solidFill>
                <a:schemeClr val="tx1"/>
              </a:solidFill>
            </a:endParaRPr>
          </a:p>
        </p:txBody>
      </p:sp>
      <p:sp>
        <p:nvSpPr>
          <p:cNvPr id="5" name="Rectangle 4">
            <a:extLst>
              <a:ext uri="{FF2B5EF4-FFF2-40B4-BE49-F238E27FC236}">
                <a16:creationId xmlns:a16="http://schemas.microsoft.com/office/drawing/2014/main" id="{966F2C4A-C90F-6FFD-59B3-7DCE517DEAE9}"/>
              </a:ext>
            </a:extLst>
          </p:cNvPr>
          <p:cNvSpPr/>
          <p:nvPr/>
        </p:nvSpPr>
        <p:spPr>
          <a:xfrm>
            <a:off x="544010" y="2172029"/>
            <a:ext cx="1689904" cy="3927830"/>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Slicers:</a:t>
            </a:r>
          </a:p>
          <a:p>
            <a:pPr marL="342900" indent="-342900" algn="ctr">
              <a:buAutoNum type="arabicPeriod"/>
            </a:pPr>
            <a:r>
              <a:rPr lang="en-US" dirty="0">
                <a:solidFill>
                  <a:schemeClr val="tx1"/>
                </a:solidFill>
              </a:rPr>
              <a:t>Year</a:t>
            </a:r>
          </a:p>
          <a:p>
            <a:pPr algn="ctr"/>
            <a:r>
              <a:rPr lang="en-US" dirty="0">
                <a:solidFill>
                  <a:schemeClr val="tx1"/>
                </a:solidFill>
              </a:rPr>
              <a:t>2. Month</a:t>
            </a:r>
          </a:p>
          <a:p>
            <a:pPr algn="ctr"/>
            <a:r>
              <a:rPr lang="en-US" dirty="0">
                <a:solidFill>
                  <a:schemeClr val="tx1"/>
                </a:solidFill>
              </a:rPr>
              <a:t>3. Day type</a:t>
            </a:r>
          </a:p>
          <a:p>
            <a:pPr algn="ctr"/>
            <a:r>
              <a:rPr lang="en-US" dirty="0">
                <a:solidFill>
                  <a:schemeClr val="tx1"/>
                </a:solidFill>
              </a:rPr>
              <a:t>4. Campaign</a:t>
            </a:r>
          </a:p>
          <a:p>
            <a:pPr algn="ctr"/>
            <a:r>
              <a:rPr lang="en-US" dirty="0">
                <a:solidFill>
                  <a:schemeClr val="tx1"/>
                </a:solidFill>
              </a:rPr>
              <a:t>5. Channel</a:t>
            </a:r>
          </a:p>
          <a:p>
            <a:pPr algn="ctr"/>
            <a:r>
              <a:rPr lang="en-US" dirty="0">
                <a:solidFill>
                  <a:schemeClr val="tx1"/>
                </a:solidFill>
              </a:rPr>
              <a:t> </a:t>
            </a:r>
            <a:endParaRPr lang="en-IN" dirty="0">
              <a:solidFill>
                <a:schemeClr val="tx1"/>
              </a:solidFill>
            </a:endParaRPr>
          </a:p>
        </p:txBody>
      </p:sp>
      <p:sp>
        <p:nvSpPr>
          <p:cNvPr id="6" name="Rectangle 5">
            <a:extLst>
              <a:ext uri="{FF2B5EF4-FFF2-40B4-BE49-F238E27FC236}">
                <a16:creationId xmlns:a16="http://schemas.microsoft.com/office/drawing/2014/main" id="{08954A18-2332-222F-DE8D-375200D87667}"/>
              </a:ext>
            </a:extLst>
          </p:cNvPr>
          <p:cNvSpPr/>
          <p:nvPr/>
        </p:nvSpPr>
        <p:spPr>
          <a:xfrm>
            <a:off x="2233914" y="2172028"/>
            <a:ext cx="5891515" cy="1647618"/>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Line Chart: Total sessions by month rate and channel</a:t>
            </a:r>
            <a:endParaRPr lang="en-IN" dirty="0">
              <a:solidFill>
                <a:schemeClr val="tx1"/>
              </a:solidFill>
            </a:endParaRPr>
          </a:p>
        </p:txBody>
      </p:sp>
      <p:sp>
        <p:nvSpPr>
          <p:cNvPr id="7" name="Rectangle 6">
            <a:extLst>
              <a:ext uri="{FF2B5EF4-FFF2-40B4-BE49-F238E27FC236}">
                <a16:creationId xmlns:a16="http://schemas.microsoft.com/office/drawing/2014/main" id="{E16B8AF1-3A00-EADA-F6C1-99C33DD22831}"/>
              </a:ext>
            </a:extLst>
          </p:cNvPr>
          <p:cNvSpPr/>
          <p:nvPr/>
        </p:nvSpPr>
        <p:spPr>
          <a:xfrm>
            <a:off x="8125429" y="2172028"/>
            <a:ext cx="3009417" cy="1647618"/>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Donut Chart: Repeat Visitors by Channel</a:t>
            </a:r>
            <a:endParaRPr lang="en-IN" dirty="0">
              <a:solidFill>
                <a:schemeClr val="tx1"/>
              </a:solidFill>
            </a:endParaRPr>
          </a:p>
        </p:txBody>
      </p:sp>
      <p:sp>
        <p:nvSpPr>
          <p:cNvPr id="8" name="Rectangle 7">
            <a:extLst>
              <a:ext uri="{FF2B5EF4-FFF2-40B4-BE49-F238E27FC236}">
                <a16:creationId xmlns:a16="http://schemas.microsoft.com/office/drawing/2014/main" id="{F906B3A6-B354-99B3-EFF8-A74B7D631832}"/>
              </a:ext>
            </a:extLst>
          </p:cNvPr>
          <p:cNvSpPr/>
          <p:nvPr/>
        </p:nvSpPr>
        <p:spPr>
          <a:xfrm>
            <a:off x="8391645" y="3819646"/>
            <a:ext cx="2743200" cy="2280213"/>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Clustered column Chart: Traffic source segment trending</a:t>
            </a:r>
            <a:endParaRPr lang="en-IN" dirty="0">
              <a:solidFill>
                <a:schemeClr val="tx1"/>
              </a:solidFill>
            </a:endParaRPr>
          </a:p>
        </p:txBody>
      </p:sp>
      <p:sp>
        <p:nvSpPr>
          <p:cNvPr id="9" name="Rectangle 8">
            <a:extLst>
              <a:ext uri="{FF2B5EF4-FFF2-40B4-BE49-F238E27FC236}">
                <a16:creationId xmlns:a16="http://schemas.microsoft.com/office/drawing/2014/main" id="{22B8E150-6387-E001-26A7-FDE48D8881E3}"/>
              </a:ext>
            </a:extLst>
          </p:cNvPr>
          <p:cNvSpPr/>
          <p:nvPr/>
        </p:nvSpPr>
        <p:spPr>
          <a:xfrm>
            <a:off x="2233915" y="3819646"/>
            <a:ext cx="2882097" cy="2280213"/>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Bar Chart: Conversion rate by Channel</a:t>
            </a:r>
            <a:endParaRPr lang="en-IN" dirty="0">
              <a:solidFill>
                <a:schemeClr val="tx1"/>
              </a:solidFill>
            </a:endParaRPr>
          </a:p>
        </p:txBody>
      </p:sp>
      <p:sp>
        <p:nvSpPr>
          <p:cNvPr id="10" name="Rectangle 9">
            <a:extLst>
              <a:ext uri="{FF2B5EF4-FFF2-40B4-BE49-F238E27FC236}">
                <a16:creationId xmlns:a16="http://schemas.microsoft.com/office/drawing/2014/main" id="{1B912229-44E8-5C7E-2A3F-33A9830563AD}"/>
              </a:ext>
            </a:extLst>
          </p:cNvPr>
          <p:cNvSpPr/>
          <p:nvPr/>
        </p:nvSpPr>
        <p:spPr>
          <a:xfrm>
            <a:off x="5116013" y="3819646"/>
            <a:ext cx="3275634" cy="2280213"/>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Funnel Chart: Conversion Rate by </a:t>
            </a:r>
            <a:r>
              <a:rPr lang="en-US" dirty="0" err="1">
                <a:solidFill>
                  <a:schemeClr val="tx1"/>
                </a:solidFill>
              </a:rPr>
              <a:t>utm_source</a:t>
            </a:r>
            <a:endParaRPr lang="en-IN" dirty="0">
              <a:solidFill>
                <a:schemeClr val="tx1"/>
              </a:solidFill>
            </a:endParaRPr>
          </a:p>
        </p:txBody>
      </p:sp>
    </p:spTree>
    <p:extLst>
      <p:ext uri="{BB962C8B-B14F-4D97-AF65-F5344CB8AC3E}">
        <p14:creationId xmlns:p14="http://schemas.microsoft.com/office/powerpoint/2010/main" val="7870189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A7D61-036F-0606-90C6-4F30BE9FAD4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0658F13-F69F-E39B-E812-867CD614AF1F}"/>
              </a:ext>
            </a:extLst>
          </p:cNvPr>
          <p:cNvSpPr txBox="1"/>
          <p:nvPr/>
        </p:nvSpPr>
        <p:spPr>
          <a:xfrm>
            <a:off x="544010" y="264454"/>
            <a:ext cx="10873442" cy="523220"/>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500" b="1">
                <a:ln w="6600">
                  <a:solidFill>
                    <a:schemeClr val="accent2"/>
                  </a:solidFill>
                  <a:prstDash val="solid"/>
                </a:ln>
                <a:solidFill>
                  <a:srgbClr val="FFFFFF"/>
                </a:solidFill>
                <a:effectLst>
                  <a:outerShdw dist="38100" dir="2700000" algn="tl" rotWithShape="0">
                    <a:schemeClr val="accent2"/>
                  </a:outerShdw>
                </a:effectLs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Marketing Manager – Customer Retention Analysis Dashboard</a:t>
            </a:r>
            <a:endParaRPr lang="en-IN" dirty="0"/>
          </a:p>
        </p:txBody>
      </p:sp>
      <p:sp>
        <p:nvSpPr>
          <p:cNvPr id="3" name="Rectangle 2">
            <a:extLst>
              <a:ext uri="{FF2B5EF4-FFF2-40B4-BE49-F238E27FC236}">
                <a16:creationId xmlns:a16="http://schemas.microsoft.com/office/drawing/2014/main" id="{21E99C32-3266-1304-C085-1D74905833CB}"/>
              </a:ext>
            </a:extLst>
          </p:cNvPr>
          <p:cNvSpPr/>
          <p:nvPr/>
        </p:nvSpPr>
        <p:spPr>
          <a:xfrm>
            <a:off x="544010" y="1049284"/>
            <a:ext cx="1689904" cy="1122744"/>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Image and title</a:t>
            </a:r>
            <a:endParaRPr lang="en-IN" dirty="0">
              <a:solidFill>
                <a:schemeClr val="tx1"/>
              </a:solidFill>
            </a:endParaRPr>
          </a:p>
        </p:txBody>
      </p:sp>
      <p:sp>
        <p:nvSpPr>
          <p:cNvPr id="4" name="Rectangle 3">
            <a:extLst>
              <a:ext uri="{FF2B5EF4-FFF2-40B4-BE49-F238E27FC236}">
                <a16:creationId xmlns:a16="http://schemas.microsoft.com/office/drawing/2014/main" id="{5B4115B1-698D-1766-23AE-D29216E90DF2}"/>
              </a:ext>
            </a:extLst>
          </p:cNvPr>
          <p:cNvSpPr/>
          <p:nvPr/>
        </p:nvSpPr>
        <p:spPr>
          <a:xfrm>
            <a:off x="2233914" y="1049284"/>
            <a:ext cx="8900932" cy="1122744"/>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KPI’s: 1. Avg Days from first session 2. Free Revenue 3.Paid Channel Revenue 4. Repeat session rate</a:t>
            </a:r>
            <a:endParaRPr lang="en-IN" dirty="0">
              <a:solidFill>
                <a:schemeClr val="tx1"/>
              </a:solidFill>
            </a:endParaRPr>
          </a:p>
        </p:txBody>
      </p:sp>
      <p:sp>
        <p:nvSpPr>
          <p:cNvPr id="5" name="Rectangle 4">
            <a:extLst>
              <a:ext uri="{FF2B5EF4-FFF2-40B4-BE49-F238E27FC236}">
                <a16:creationId xmlns:a16="http://schemas.microsoft.com/office/drawing/2014/main" id="{FEF1D423-A7BF-7355-92A1-71D676446C6C}"/>
              </a:ext>
            </a:extLst>
          </p:cNvPr>
          <p:cNvSpPr/>
          <p:nvPr/>
        </p:nvSpPr>
        <p:spPr>
          <a:xfrm>
            <a:off x="544010" y="2172029"/>
            <a:ext cx="1689904" cy="3927830"/>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Slicers:</a:t>
            </a:r>
          </a:p>
          <a:p>
            <a:pPr marL="342900" indent="-342900" algn="ctr">
              <a:buAutoNum type="arabicPeriod"/>
            </a:pPr>
            <a:r>
              <a:rPr lang="en-US" dirty="0">
                <a:solidFill>
                  <a:schemeClr val="tx1"/>
                </a:solidFill>
              </a:rPr>
              <a:t>Year</a:t>
            </a:r>
          </a:p>
          <a:p>
            <a:pPr algn="ctr"/>
            <a:r>
              <a:rPr lang="en-US" dirty="0">
                <a:solidFill>
                  <a:schemeClr val="tx1"/>
                </a:solidFill>
              </a:rPr>
              <a:t>2. Month</a:t>
            </a:r>
          </a:p>
          <a:p>
            <a:pPr algn="ctr"/>
            <a:r>
              <a:rPr lang="en-US" dirty="0">
                <a:solidFill>
                  <a:schemeClr val="tx1"/>
                </a:solidFill>
              </a:rPr>
              <a:t>3. Day type</a:t>
            </a:r>
          </a:p>
          <a:p>
            <a:pPr algn="ctr"/>
            <a:r>
              <a:rPr lang="en-US" dirty="0">
                <a:solidFill>
                  <a:schemeClr val="tx1"/>
                </a:solidFill>
              </a:rPr>
              <a:t>4. Campaign</a:t>
            </a:r>
          </a:p>
          <a:p>
            <a:pPr algn="ctr"/>
            <a:r>
              <a:rPr lang="en-US" dirty="0">
                <a:solidFill>
                  <a:schemeClr val="tx1"/>
                </a:solidFill>
              </a:rPr>
              <a:t>5. Channel</a:t>
            </a:r>
          </a:p>
          <a:p>
            <a:pPr algn="ctr"/>
            <a:r>
              <a:rPr lang="en-US" dirty="0">
                <a:solidFill>
                  <a:schemeClr val="tx1"/>
                </a:solidFill>
              </a:rPr>
              <a:t> </a:t>
            </a:r>
            <a:endParaRPr lang="en-IN" dirty="0">
              <a:solidFill>
                <a:schemeClr val="tx1"/>
              </a:solidFill>
            </a:endParaRPr>
          </a:p>
        </p:txBody>
      </p:sp>
      <p:sp>
        <p:nvSpPr>
          <p:cNvPr id="6" name="Rectangle 5">
            <a:extLst>
              <a:ext uri="{FF2B5EF4-FFF2-40B4-BE49-F238E27FC236}">
                <a16:creationId xmlns:a16="http://schemas.microsoft.com/office/drawing/2014/main" id="{8ACA33D1-CEE3-E8BF-E807-DAAEC65366BA}"/>
              </a:ext>
            </a:extLst>
          </p:cNvPr>
          <p:cNvSpPr/>
          <p:nvPr/>
        </p:nvSpPr>
        <p:spPr>
          <a:xfrm>
            <a:off x="2233914" y="2172028"/>
            <a:ext cx="5891515" cy="1647618"/>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Line Chart: Repeat sessions trend by month</a:t>
            </a:r>
            <a:endParaRPr lang="en-IN" dirty="0">
              <a:solidFill>
                <a:schemeClr val="tx1"/>
              </a:solidFill>
            </a:endParaRPr>
          </a:p>
        </p:txBody>
      </p:sp>
      <p:sp>
        <p:nvSpPr>
          <p:cNvPr id="7" name="Rectangle 6">
            <a:extLst>
              <a:ext uri="{FF2B5EF4-FFF2-40B4-BE49-F238E27FC236}">
                <a16:creationId xmlns:a16="http://schemas.microsoft.com/office/drawing/2014/main" id="{15776387-C7E2-FE19-B6ED-8C2C53FDDDF1}"/>
              </a:ext>
            </a:extLst>
          </p:cNvPr>
          <p:cNvSpPr/>
          <p:nvPr/>
        </p:nvSpPr>
        <p:spPr>
          <a:xfrm>
            <a:off x="8125429" y="2172028"/>
            <a:ext cx="3009417" cy="1647618"/>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Bar Chart: Repeat sessions by days since first session</a:t>
            </a:r>
            <a:endParaRPr lang="en-IN" dirty="0">
              <a:solidFill>
                <a:schemeClr val="tx1"/>
              </a:solidFill>
            </a:endParaRPr>
          </a:p>
        </p:txBody>
      </p:sp>
      <p:sp>
        <p:nvSpPr>
          <p:cNvPr id="8" name="Rectangle 7">
            <a:extLst>
              <a:ext uri="{FF2B5EF4-FFF2-40B4-BE49-F238E27FC236}">
                <a16:creationId xmlns:a16="http://schemas.microsoft.com/office/drawing/2014/main" id="{641B4A48-392F-CCC0-70A1-33DA7150D5DE}"/>
              </a:ext>
            </a:extLst>
          </p:cNvPr>
          <p:cNvSpPr/>
          <p:nvPr/>
        </p:nvSpPr>
        <p:spPr>
          <a:xfrm>
            <a:off x="8391645" y="3819646"/>
            <a:ext cx="2743200" cy="2280213"/>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Column Chart: Repeat session by Channel</a:t>
            </a:r>
            <a:endParaRPr lang="en-IN" dirty="0">
              <a:solidFill>
                <a:schemeClr val="tx1"/>
              </a:solidFill>
            </a:endParaRPr>
          </a:p>
        </p:txBody>
      </p:sp>
      <p:sp>
        <p:nvSpPr>
          <p:cNvPr id="9" name="Rectangle 8">
            <a:extLst>
              <a:ext uri="{FF2B5EF4-FFF2-40B4-BE49-F238E27FC236}">
                <a16:creationId xmlns:a16="http://schemas.microsoft.com/office/drawing/2014/main" id="{F03DF95D-1073-2CC6-147A-B228271521C2}"/>
              </a:ext>
            </a:extLst>
          </p:cNvPr>
          <p:cNvSpPr/>
          <p:nvPr/>
        </p:nvSpPr>
        <p:spPr>
          <a:xfrm>
            <a:off x="2233915" y="3819646"/>
            <a:ext cx="2882097" cy="2280213"/>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Bar Chart: Repeat Revenue by Channel type</a:t>
            </a:r>
            <a:endParaRPr lang="en-IN" dirty="0">
              <a:solidFill>
                <a:schemeClr val="tx1"/>
              </a:solidFill>
            </a:endParaRPr>
          </a:p>
        </p:txBody>
      </p:sp>
      <p:sp>
        <p:nvSpPr>
          <p:cNvPr id="10" name="Rectangle 9">
            <a:extLst>
              <a:ext uri="{FF2B5EF4-FFF2-40B4-BE49-F238E27FC236}">
                <a16:creationId xmlns:a16="http://schemas.microsoft.com/office/drawing/2014/main" id="{EA455BC4-A09E-1418-0CB5-5671C5E0A7B9}"/>
              </a:ext>
            </a:extLst>
          </p:cNvPr>
          <p:cNvSpPr/>
          <p:nvPr/>
        </p:nvSpPr>
        <p:spPr>
          <a:xfrm>
            <a:off x="5116013" y="3819646"/>
            <a:ext cx="3275634" cy="2280213"/>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Funnel Chart: Repeat session by product</a:t>
            </a:r>
            <a:endParaRPr lang="en-IN" dirty="0">
              <a:solidFill>
                <a:schemeClr val="tx1"/>
              </a:solidFill>
            </a:endParaRPr>
          </a:p>
        </p:txBody>
      </p:sp>
    </p:spTree>
    <p:extLst>
      <p:ext uri="{BB962C8B-B14F-4D97-AF65-F5344CB8AC3E}">
        <p14:creationId xmlns:p14="http://schemas.microsoft.com/office/powerpoint/2010/main" val="1262275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D68ED4E-0441-B086-1838-0FA72B9C39BF}"/>
              </a:ext>
            </a:extLst>
          </p:cNvPr>
          <p:cNvSpPr/>
          <p:nvPr/>
        </p:nvSpPr>
        <p:spPr>
          <a:xfrm>
            <a:off x="469489" y="1602659"/>
            <a:ext cx="2059859" cy="511275"/>
          </a:xfrm>
          <a:prstGeom prst="rect">
            <a:avLst/>
          </a:prstGeom>
          <a:solidFill>
            <a:srgbClr val="009999">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Total Orders</a:t>
            </a:r>
            <a:endParaRPr lang="en-IN" b="1" dirty="0">
              <a:solidFill>
                <a:schemeClr val="tx1"/>
              </a:solidFill>
            </a:endParaRPr>
          </a:p>
        </p:txBody>
      </p:sp>
      <p:sp>
        <p:nvSpPr>
          <p:cNvPr id="6" name="Rectangle 5">
            <a:extLst>
              <a:ext uri="{FF2B5EF4-FFF2-40B4-BE49-F238E27FC236}">
                <a16:creationId xmlns:a16="http://schemas.microsoft.com/office/drawing/2014/main" id="{6FBEEA38-086C-A383-8CBC-9311692370B8}"/>
              </a:ext>
            </a:extLst>
          </p:cNvPr>
          <p:cNvSpPr/>
          <p:nvPr/>
        </p:nvSpPr>
        <p:spPr>
          <a:xfrm>
            <a:off x="469489" y="2091810"/>
            <a:ext cx="2059859" cy="4817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32,313</a:t>
            </a:r>
            <a:endParaRPr lang="en-IN" dirty="0">
              <a:solidFill>
                <a:schemeClr val="tx1"/>
              </a:solidFill>
            </a:endParaRPr>
          </a:p>
        </p:txBody>
      </p:sp>
      <p:sp>
        <p:nvSpPr>
          <p:cNvPr id="7" name="Rectangle 6">
            <a:extLst>
              <a:ext uri="{FF2B5EF4-FFF2-40B4-BE49-F238E27FC236}">
                <a16:creationId xmlns:a16="http://schemas.microsoft.com/office/drawing/2014/main" id="{E2B973F9-111B-6E18-6419-071900136753}"/>
              </a:ext>
            </a:extLst>
          </p:cNvPr>
          <p:cNvSpPr/>
          <p:nvPr/>
        </p:nvSpPr>
        <p:spPr>
          <a:xfrm>
            <a:off x="5975546" y="1602659"/>
            <a:ext cx="2519525" cy="511274"/>
          </a:xfrm>
          <a:prstGeom prst="rect">
            <a:avLst/>
          </a:prstGeom>
          <a:solidFill>
            <a:srgbClr val="009999">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Gross Revenue</a:t>
            </a:r>
            <a:endParaRPr lang="en-IN" b="1" dirty="0">
              <a:solidFill>
                <a:schemeClr val="tx1"/>
              </a:solidFill>
            </a:endParaRPr>
          </a:p>
        </p:txBody>
      </p:sp>
      <p:sp>
        <p:nvSpPr>
          <p:cNvPr id="8" name="Rectangle 7">
            <a:extLst>
              <a:ext uri="{FF2B5EF4-FFF2-40B4-BE49-F238E27FC236}">
                <a16:creationId xmlns:a16="http://schemas.microsoft.com/office/drawing/2014/main" id="{D71A2F95-1062-4687-6286-1D1CA1BF1103}"/>
              </a:ext>
            </a:extLst>
          </p:cNvPr>
          <p:cNvSpPr/>
          <p:nvPr/>
        </p:nvSpPr>
        <p:spPr>
          <a:xfrm>
            <a:off x="5975545" y="2074603"/>
            <a:ext cx="2519525" cy="4817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$1,938,509 ($1.94 M) </a:t>
            </a:r>
          </a:p>
        </p:txBody>
      </p:sp>
      <p:sp>
        <p:nvSpPr>
          <p:cNvPr id="9" name="Rectangle 8">
            <a:extLst>
              <a:ext uri="{FF2B5EF4-FFF2-40B4-BE49-F238E27FC236}">
                <a16:creationId xmlns:a16="http://schemas.microsoft.com/office/drawing/2014/main" id="{0315DC67-0E25-D293-5EE0-53704C009F86}"/>
              </a:ext>
            </a:extLst>
          </p:cNvPr>
          <p:cNvSpPr/>
          <p:nvPr/>
        </p:nvSpPr>
        <p:spPr>
          <a:xfrm>
            <a:off x="9026014" y="1617405"/>
            <a:ext cx="2507226" cy="511274"/>
          </a:xfrm>
          <a:prstGeom prst="rect">
            <a:avLst/>
          </a:prstGeom>
          <a:solidFill>
            <a:srgbClr val="009999">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Net Revenue</a:t>
            </a:r>
            <a:endParaRPr lang="en-IN" b="1" dirty="0">
              <a:solidFill>
                <a:schemeClr val="tx1"/>
              </a:solidFill>
            </a:endParaRPr>
          </a:p>
        </p:txBody>
      </p:sp>
      <p:sp>
        <p:nvSpPr>
          <p:cNvPr id="10" name="Rectangle 9">
            <a:extLst>
              <a:ext uri="{FF2B5EF4-FFF2-40B4-BE49-F238E27FC236}">
                <a16:creationId xmlns:a16="http://schemas.microsoft.com/office/drawing/2014/main" id="{FECA1C07-8A0C-2571-D101-7EB57F8CB090}"/>
              </a:ext>
            </a:extLst>
          </p:cNvPr>
          <p:cNvSpPr/>
          <p:nvPr/>
        </p:nvSpPr>
        <p:spPr>
          <a:xfrm>
            <a:off x="9026014" y="2091810"/>
            <a:ext cx="2507226" cy="4817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$1,853,171($1.85M)</a:t>
            </a:r>
          </a:p>
        </p:txBody>
      </p:sp>
      <p:sp>
        <p:nvSpPr>
          <p:cNvPr id="11" name="Rectangle 10">
            <a:extLst>
              <a:ext uri="{FF2B5EF4-FFF2-40B4-BE49-F238E27FC236}">
                <a16:creationId xmlns:a16="http://schemas.microsoft.com/office/drawing/2014/main" id="{55861347-99CA-0812-F587-E5437F9F6EA7}"/>
              </a:ext>
            </a:extLst>
          </p:cNvPr>
          <p:cNvSpPr/>
          <p:nvPr/>
        </p:nvSpPr>
        <p:spPr>
          <a:xfrm>
            <a:off x="3170899" y="1617404"/>
            <a:ext cx="2273702" cy="511275"/>
          </a:xfrm>
          <a:prstGeom prst="rect">
            <a:avLst/>
          </a:prstGeom>
          <a:solidFill>
            <a:srgbClr val="009999">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Total Profit</a:t>
            </a:r>
            <a:endParaRPr lang="en-IN" b="1" dirty="0">
              <a:solidFill>
                <a:schemeClr val="tx1"/>
              </a:solidFill>
            </a:endParaRPr>
          </a:p>
        </p:txBody>
      </p:sp>
      <p:sp>
        <p:nvSpPr>
          <p:cNvPr id="12" name="Rectangle 11">
            <a:extLst>
              <a:ext uri="{FF2B5EF4-FFF2-40B4-BE49-F238E27FC236}">
                <a16:creationId xmlns:a16="http://schemas.microsoft.com/office/drawing/2014/main" id="{A5FE212A-B617-AC15-6DC3-A7C185EC690E}"/>
              </a:ext>
            </a:extLst>
          </p:cNvPr>
          <p:cNvSpPr/>
          <p:nvPr/>
        </p:nvSpPr>
        <p:spPr>
          <a:xfrm>
            <a:off x="3170899" y="2074603"/>
            <a:ext cx="2273702" cy="4817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$1,162,780($1.16M)</a:t>
            </a:r>
          </a:p>
        </p:txBody>
      </p:sp>
      <p:sp>
        <p:nvSpPr>
          <p:cNvPr id="13" name="Rectangle 12">
            <a:extLst>
              <a:ext uri="{FF2B5EF4-FFF2-40B4-BE49-F238E27FC236}">
                <a16:creationId xmlns:a16="http://schemas.microsoft.com/office/drawing/2014/main" id="{CA8ABB6D-B96D-0CD5-A6BA-48AE78446BAB}"/>
              </a:ext>
            </a:extLst>
          </p:cNvPr>
          <p:cNvSpPr/>
          <p:nvPr/>
        </p:nvSpPr>
        <p:spPr>
          <a:xfrm>
            <a:off x="469488" y="3165985"/>
            <a:ext cx="2059859" cy="511275"/>
          </a:xfrm>
          <a:prstGeom prst="rect">
            <a:avLst/>
          </a:prstGeom>
          <a:solidFill>
            <a:srgbClr val="009999">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Total Gross Cost</a:t>
            </a:r>
            <a:endParaRPr lang="en-IN" b="1" dirty="0">
              <a:solidFill>
                <a:schemeClr val="tx1"/>
              </a:solidFill>
            </a:endParaRPr>
          </a:p>
        </p:txBody>
      </p:sp>
      <p:sp>
        <p:nvSpPr>
          <p:cNvPr id="14" name="Rectangle 13">
            <a:extLst>
              <a:ext uri="{FF2B5EF4-FFF2-40B4-BE49-F238E27FC236}">
                <a16:creationId xmlns:a16="http://schemas.microsoft.com/office/drawing/2014/main" id="{5C91951C-DA3E-5DD9-4FB3-0A1E1E0EA0E5}"/>
              </a:ext>
            </a:extLst>
          </p:cNvPr>
          <p:cNvSpPr/>
          <p:nvPr/>
        </p:nvSpPr>
        <p:spPr>
          <a:xfrm>
            <a:off x="469488" y="3642841"/>
            <a:ext cx="2059859" cy="4817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$7,22370($0.72M)</a:t>
            </a:r>
          </a:p>
        </p:txBody>
      </p:sp>
      <p:sp>
        <p:nvSpPr>
          <p:cNvPr id="15" name="Rectangle 14">
            <a:extLst>
              <a:ext uri="{FF2B5EF4-FFF2-40B4-BE49-F238E27FC236}">
                <a16:creationId xmlns:a16="http://schemas.microsoft.com/office/drawing/2014/main" id="{C4D418BA-27EF-FDD7-9730-FBCC9EAEBCF8}"/>
              </a:ext>
            </a:extLst>
          </p:cNvPr>
          <p:cNvSpPr/>
          <p:nvPr/>
        </p:nvSpPr>
        <p:spPr>
          <a:xfrm>
            <a:off x="3170898" y="3131562"/>
            <a:ext cx="2059859" cy="511275"/>
          </a:xfrm>
          <a:prstGeom prst="rect">
            <a:avLst/>
          </a:prstGeom>
          <a:solidFill>
            <a:srgbClr val="009999">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Net Total Cost</a:t>
            </a:r>
            <a:endParaRPr lang="en-IN" b="1" dirty="0">
              <a:solidFill>
                <a:schemeClr val="tx1"/>
              </a:solidFill>
            </a:endParaRPr>
          </a:p>
        </p:txBody>
      </p:sp>
      <p:sp>
        <p:nvSpPr>
          <p:cNvPr id="17" name="Rectangle 16">
            <a:extLst>
              <a:ext uri="{FF2B5EF4-FFF2-40B4-BE49-F238E27FC236}">
                <a16:creationId xmlns:a16="http://schemas.microsoft.com/office/drawing/2014/main" id="{CA2894A4-21D8-EE5F-2179-4199B513E4A1}"/>
              </a:ext>
            </a:extLst>
          </p:cNvPr>
          <p:cNvSpPr/>
          <p:nvPr/>
        </p:nvSpPr>
        <p:spPr>
          <a:xfrm>
            <a:off x="3170898" y="3642841"/>
            <a:ext cx="2059859" cy="4817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$690,391($0.69M)</a:t>
            </a:r>
          </a:p>
        </p:txBody>
      </p:sp>
      <p:sp>
        <p:nvSpPr>
          <p:cNvPr id="18" name="Rectangle 17">
            <a:extLst>
              <a:ext uri="{FF2B5EF4-FFF2-40B4-BE49-F238E27FC236}">
                <a16:creationId xmlns:a16="http://schemas.microsoft.com/office/drawing/2014/main" id="{0868B559-B67F-37DD-81BD-377DD8276288}"/>
              </a:ext>
            </a:extLst>
          </p:cNvPr>
          <p:cNvSpPr/>
          <p:nvPr/>
        </p:nvSpPr>
        <p:spPr>
          <a:xfrm>
            <a:off x="5975545" y="3175813"/>
            <a:ext cx="2431036" cy="511275"/>
          </a:xfrm>
          <a:prstGeom prst="rect">
            <a:avLst/>
          </a:prstGeom>
          <a:solidFill>
            <a:srgbClr val="009999">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Total Units Sold</a:t>
            </a:r>
            <a:endParaRPr lang="en-IN" b="1" dirty="0">
              <a:solidFill>
                <a:schemeClr val="tx1"/>
              </a:solidFill>
            </a:endParaRPr>
          </a:p>
        </p:txBody>
      </p:sp>
      <p:sp>
        <p:nvSpPr>
          <p:cNvPr id="19" name="Rectangle 18">
            <a:extLst>
              <a:ext uri="{FF2B5EF4-FFF2-40B4-BE49-F238E27FC236}">
                <a16:creationId xmlns:a16="http://schemas.microsoft.com/office/drawing/2014/main" id="{FFBAD4EB-6826-F314-6196-15D1456A9829}"/>
              </a:ext>
            </a:extLst>
          </p:cNvPr>
          <p:cNvSpPr/>
          <p:nvPr/>
        </p:nvSpPr>
        <p:spPr>
          <a:xfrm>
            <a:off x="5975545" y="3642837"/>
            <a:ext cx="2431036" cy="4817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40,025</a:t>
            </a:r>
            <a:endParaRPr lang="en-IN" dirty="0">
              <a:solidFill>
                <a:schemeClr val="tx1"/>
              </a:solidFill>
            </a:endParaRPr>
          </a:p>
        </p:txBody>
      </p:sp>
      <p:sp>
        <p:nvSpPr>
          <p:cNvPr id="22" name="Rectangle 21">
            <a:extLst>
              <a:ext uri="{FF2B5EF4-FFF2-40B4-BE49-F238E27FC236}">
                <a16:creationId xmlns:a16="http://schemas.microsoft.com/office/drawing/2014/main" id="{04E62BD8-9003-769A-8C95-3156D757FCB1}"/>
              </a:ext>
            </a:extLst>
          </p:cNvPr>
          <p:cNvSpPr/>
          <p:nvPr/>
        </p:nvSpPr>
        <p:spPr>
          <a:xfrm>
            <a:off x="8707682" y="3062720"/>
            <a:ext cx="3014829" cy="481786"/>
          </a:xfrm>
          <a:prstGeom prst="rect">
            <a:avLst/>
          </a:prstGeom>
          <a:solidFill>
            <a:srgbClr val="009999">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Units Returned</a:t>
            </a:r>
            <a:endParaRPr lang="en-IN" b="1" dirty="0">
              <a:solidFill>
                <a:schemeClr val="tx1"/>
              </a:solidFill>
            </a:endParaRPr>
          </a:p>
        </p:txBody>
      </p:sp>
      <p:sp>
        <p:nvSpPr>
          <p:cNvPr id="25" name="Rectangle 24">
            <a:extLst>
              <a:ext uri="{FF2B5EF4-FFF2-40B4-BE49-F238E27FC236}">
                <a16:creationId xmlns:a16="http://schemas.microsoft.com/office/drawing/2014/main" id="{EE1F20E9-36C5-0BB4-6914-6BF195DE9652}"/>
              </a:ext>
            </a:extLst>
          </p:cNvPr>
          <p:cNvSpPr/>
          <p:nvPr/>
        </p:nvSpPr>
        <p:spPr>
          <a:xfrm>
            <a:off x="2148336" y="4810413"/>
            <a:ext cx="3296265" cy="511275"/>
          </a:xfrm>
          <a:prstGeom prst="rect">
            <a:avLst/>
          </a:prstGeom>
          <a:solidFill>
            <a:srgbClr val="009999">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Total Refund Amount</a:t>
            </a:r>
            <a:endParaRPr lang="en-IN" b="1" dirty="0">
              <a:solidFill>
                <a:schemeClr val="tx1"/>
              </a:solidFill>
            </a:endParaRPr>
          </a:p>
        </p:txBody>
      </p:sp>
      <p:sp>
        <p:nvSpPr>
          <p:cNvPr id="26" name="Rectangle 25">
            <a:extLst>
              <a:ext uri="{FF2B5EF4-FFF2-40B4-BE49-F238E27FC236}">
                <a16:creationId xmlns:a16="http://schemas.microsoft.com/office/drawing/2014/main" id="{7D98F660-EF38-CE02-FC51-7819B876EF24}"/>
              </a:ext>
            </a:extLst>
          </p:cNvPr>
          <p:cNvSpPr/>
          <p:nvPr/>
        </p:nvSpPr>
        <p:spPr>
          <a:xfrm>
            <a:off x="8707683" y="3564170"/>
            <a:ext cx="3014830" cy="4817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1,731</a:t>
            </a:r>
            <a:endParaRPr lang="en-IN" dirty="0">
              <a:solidFill>
                <a:schemeClr val="tx1"/>
              </a:solidFill>
            </a:endParaRPr>
          </a:p>
        </p:txBody>
      </p:sp>
      <p:sp>
        <p:nvSpPr>
          <p:cNvPr id="27" name="Rectangle 26">
            <a:extLst>
              <a:ext uri="{FF2B5EF4-FFF2-40B4-BE49-F238E27FC236}">
                <a16:creationId xmlns:a16="http://schemas.microsoft.com/office/drawing/2014/main" id="{8AFD1392-4095-0EB3-A2D7-C7804321BAA8}"/>
              </a:ext>
            </a:extLst>
          </p:cNvPr>
          <p:cNvSpPr/>
          <p:nvPr/>
        </p:nvSpPr>
        <p:spPr>
          <a:xfrm>
            <a:off x="2148336" y="5338895"/>
            <a:ext cx="3296265" cy="4817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$ 85,338</a:t>
            </a:r>
          </a:p>
        </p:txBody>
      </p:sp>
      <p:sp>
        <p:nvSpPr>
          <p:cNvPr id="30" name="Rectangle 29">
            <a:extLst>
              <a:ext uri="{FF2B5EF4-FFF2-40B4-BE49-F238E27FC236}">
                <a16:creationId xmlns:a16="http://schemas.microsoft.com/office/drawing/2014/main" id="{0A9B2331-74D4-1344-0AC0-F499132649DA}"/>
              </a:ext>
            </a:extLst>
          </p:cNvPr>
          <p:cNvSpPr/>
          <p:nvPr/>
        </p:nvSpPr>
        <p:spPr>
          <a:xfrm>
            <a:off x="6496048" y="4859542"/>
            <a:ext cx="2955822" cy="503915"/>
          </a:xfrm>
          <a:prstGeom prst="rect">
            <a:avLst/>
          </a:prstGeom>
          <a:solidFill>
            <a:srgbClr val="009999">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Total Customers</a:t>
            </a:r>
            <a:endParaRPr lang="en-IN" b="1" dirty="0">
              <a:solidFill>
                <a:schemeClr val="tx1"/>
              </a:solidFill>
            </a:endParaRPr>
          </a:p>
        </p:txBody>
      </p:sp>
      <p:sp>
        <p:nvSpPr>
          <p:cNvPr id="31" name="Rectangle 30">
            <a:extLst>
              <a:ext uri="{FF2B5EF4-FFF2-40B4-BE49-F238E27FC236}">
                <a16:creationId xmlns:a16="http://schemas.microsoft.com/office/drawing/2014/main" id="{6E74FC65-71DA-A723-D8BA-E3CD20044E8C}"/>
              </a:ext>
            </a:extLst>
          </p:cNvPr>
          <p:cNvSpPr/>
          <p:nvPr/>
        </p:nvSpPr>
        <p:spPr>
          <a:xfrm>
            <a:off x="6496049" y="5363457"/>
            <a:ext cx="2955821" cy="4817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31,696</a:t>
            </a:r>
            <a:endParaRPr lang="en-IN" dirty="0">
              <a:solidFill>
                <a:schemeClr val="tx1"/>
              </a:solidFill>
            </a:endParaRPr>
          </a:p>
        </p:txBody>
      </p:sp>
      <p:sp>
        <p:nvSpPr>
          <p:cNvPr id="4" name="Rectangle 3">
            <a:extLst>
              <a:ext uri="{FF2B5EF4-FFF2-40B4-BE49-F238E27FC236}">
                <a16:creationId xmlns:a16="http://schemas.microsoft.com/office/drawing/2014/main" id="{F863DB15-1BE4-1091-88AA-877A1806AEF5}"/>
              </a:ext>
            </a:extLst>
          </p:cNvPr>
          <p:cNvSpPr/>
          <p:nvPr/>
        </p:nvSpPr>
        <p:spPr>
          <a:xfrm>
            <a:off x="469488" y="324465"/>
            <a:ext cx="11063751"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EXPLORATORY DATA ANALYSIS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Tree>
    <p:extLst>
      <p:ext uri="{BB962C8B-B14F-4D97-AF65-F5344CB8AC3E}">
        <p14:creationId xmlns:p14="http://schemas.microsoft.com/office/powerpoint/2010/main" val="31571220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80E4C-50A1-DCEC-A962-A40705CC4A7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B01168D-03DE-BA0C-0F4A-96D120E64F76}"/>
              </a:ext>
            </a:extLst>
          </p:cNvPr>
          <p:cNvSpPr/>
          <p:nvPr/>
        </p:nvSpPr>
        <p:spPr>
          <a:xfrm>
            <a:off x="469488" y="324465"/>
            <a:ext cx="11063751"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EXPLORATORY DATA ANALYSIS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3" name="Rectangle 2">
            <a:extLst>
              <a:ext uri="{FF2B5EF4-FFF2-40B4-BE49-F238E27FC236}">
                <a16:creationId xmlns:a16="http://schemas.microsoft.com/office/drawing/2014/main" id="{E066FCF4-0A3E-1459-3132-AC10710E104A}"/>
              </a:ext>
            </a:extLst>
          </p:cNvPr>
          <p:cNvSpPr/>
          <p:nvPr/>
        </p:nvSpPr>
        <p:spPr>
          <a:xfrm>
            <a:off x="483316" y="1366656"/>
            <a:ext cx="3145097" cy="511275"/>
          </a:xfrm>
          <a:prstGeom prst="rect">
            <a:avLst/>
          </a:prstGeom>
          <a:solidFill>
            <a:srgbClr val="009999">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Average Order Value</a:t>
            </a:r>
            <a:endParaRPr lang="en-IN" b="1" dirty="0">
              <a:solidFill>
                <a:schemeClr val="tx1"/>
              </a:solidFill>
            </a:endParaRPr>
          </a:p>
        </p:txBody>
      </p:sp>
      <p:sp>
        <p:nvSpPr>
          <p:cNvPr id="6" name="Rectangle 5">
            <a:extLst>
              <a:ext uri="{FF2B5EF4-FFF2-40B4-BE49-F238E27FC236}">
                <a16:creationId xmlns:a16="http://schemas.microsoft.com/office/drawing/2014/main" id="{D1E48215-10D5-FF90-08C6-C9A59AEC742C}"/>
              </a:ext>
            </a:extLst>
          </p:cNvPr>
          <p:cNvSpPr/>
          <p:nvPr/>
        </p:nvSpPr>
        <p:spPr>
          <a:xfrm>
            <a:off x="483316" y="1890601"/>
            <a:ext cx="3145096" cy="4362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$ 59.99 </a:t>
            </a:r>
            <a:endParaRPr lang="en-IN" dirty="0">
              <a:solidFill>
                <a:schemeClr val="tx1"/>
              </a:solidFill>
            </a:endParaRPr>
          </a:p>
        </p:txBody>
      </p:sp>
      <p:sp>
        <p:nvSpPr>
          <p:cNvPr id="7" name="Rectangle 6">
            <a:extLst>
              <a:ext uri="{FF2B5EF4-FFF2-40B4-BE49-F238E27FC236}">
                <a16:creationId xmlns:a16="http://schemas.microsoft.com/office/drawing/2014/main" id="{A97C0D3E-E00C-3CC1-F44F-00FFFF8B84F6}"/>
              </a:ext>
            </a:extLst>
          </p:cNvPr>
          <p:cNvSpPr/>
          <p:nvPr/>
        </p:nvSpPr>
        <p:spPr>
          <a:xfrm>
            <a:off x="8391836" y="1386294"/>
            <a:ext cx="3145097" cy="511274"/>
          </a:xfrm>
          <a:prstGeom prst="rect">
            <a:avLst/>
          </a:prstGeom>
          <a:solidFill>
            <a:srgbClr val="009999">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Average Items per Order</a:t>
            </a:r>
            <a:endParaRPr lang="en-IN" b="1" dirty="0">
              <a:solidFill>
                <a:schemeClr val="tx1"/>
              </a:solidFill>
            </a:endParaRPr>
          </a:p>
        </p:txBody>
      </p:sp>
      <p:sp>
        <p:nvSpPr>
          <p:cNvPr id="8" name="Rectangle 7">
            <a:extLst>
              <a:ext uri="{FF2B5EF4-FFF2-40B4-BE49-F238E27FC236}">
                <a16:creationId xmlns:a16="http://schemas.microsoft.com/office/drawing/2014/main" id="{8F62C717-4ACE-8093-20E0-5CFAB573964E}"/>
              </a:ext>
            </a:extLst>
          </p:cNvPr>
          <p:cNvSpPr/>
          <p:nvPr/>
        </p:nvSpPr>
        <p:spPr>
          <a:xfrm>
            <a:off x="8391835" y="1869971"/>
            <a:ext cx="3136491" cy="4774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1.24</a:t>
            </a:r>
          </a:p>
        </p:txBody>
      </p:sp>
      <p:sp>
        <p:nvSpPr>
          <p:cNvPr id="11" name="Rectangle 10">
            <a:extLst>
              <a:ext uri="{FF2B5EF4-FFF2-40B4-BE49-F238E27FC236}">
                <a16:creationId xmlns:a16="http://schemas.microsoft.com/office/drawing/2014/main" id="{22BBF1CB-7232-D488-D52A-0969BB24B67A}"/>
              </a:ext>
            </a:extLst>
          </p:cNvPr>
          <p:cNvSpPr/>
          <p:nvPr/>
        </p:nvSpPr>
        <p:spPr>
          <a:xfrm>
            <a:off x="4369207" y="1398648"/>
            <a:ext cx="3374923" cy="511275"/>
          </a:xfrm>
          <a:prstGeom prst="rect">
            <a:avLst/>
          </a:prstGeom>
          <a:solidFill>
            <a:srgbClr val="009999">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Average Customer Revenue </a:t>
            </a:r>
            <a:endParaRPr lang="en-IN" b="1" dirty="0">
              <a:solidFill>
                <a:schemeClr val="tx1"/>
              </a:solidFill>
            </a:endParaRPr>
          </a:p>
        </p:txBody>
      </p:sp>
      <p:sp>
        <p:nvSpPr>
          <p:cNvPr id="12" name="Rectangle 11">
            <a:extLst>
              <a:ext uri="{FF2B5EF4-FFF2-40B4-BE49-F238E27FC236}">
                <a16:creationId xmlns:a16="http://schemas.microsoft.com/office/drawing/2014/main" id="{A68AD8EA-1F97-B9A3-C905-188886B44662}"/>
              </a:ext>
            </a:extLst>
          </p:cNvPr>
          <p:cNvSpPr/>
          <p:nvPr/>
        </p:nvSpPr>
        <p:spPr>
          <a:xfrm>
            <a:off x="4369206" y="1877931"/>
            <a:ext cx="3374923" cy="4695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$ 61.16</a:t>
            </a:r>
          </a:p>
        </p:txBody>
      </p:sp>
      <p:sp>
        <p:nvSpPr>
          <p:cNvPr id="13" name="Rectangle 12">
            <a:extLst>
              <a:ext uri="{FF2B5EF4-FFF2-40B4-BE49-F238E27FC236}">
                <a16:creationId xmlns:a16="http://schemas.microsoft.com/office/drawing/2014/main" id="{9F94F41F-0AE6-7AD2-4772-179BC31FAA09}"/>
              </a:ext>
            </a:extLst>
          </p:cNvPr>
          <p:cNvSpPr/>
          <p:nvPr/>
        </p:nvSpPr>
        <p:spPr>
          <a:xfrm>
            <a:off x="469483" y="2636859"/>
            <a:ext cx="3117437" cy="511275"/>
          </a:xfrm>
          <a:prstGeom prst="rect">
            <a:avLst/>
          </a:prstGeom>
          <a:solidFill>
            <a:srgbClr val="009999">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Profit per Customer</a:t>
            </a:r>
            <a:endParaRPr lang="en-IN" b="1" dirty="0">
              <a:solidFill>
                <a:schemeClr val="tx1"/>
              </a:solidFill>
            </a:endParaRPr>
          </a:p>
        </p:txBody>
      </p:sp>
      <p:sp>
        <p:nvSpPr>
          <p:cNvPr id="14" name="Rectangle 13">
            <a:extLst>
              <a:ext uri="{FF2B5EF4-FFF2-40B4-BE49-F238E27FC236}">
                <a16:creationId xmlns:a16="http://schemas.microsoft.com/office/drawing/2014/main" id="{F3A24099-EA38-A112-207A-AE348F416DC3}"/>
              </a:ext>
            </a:extLst>
          </p:cNvPr>
          <p:cNvSpPr/>
          <p:nvPr/>
        </p:nvSpPr>
        <p:spPr>
          <a:xfrm>
            <a:off x="471939" y="3157982"/>
            <a:ext cx="3112523" cy="4817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$ 36.69</a:t>
            </a:r>
          </a:p>
        </p:txBody>
      </p:sp>
      <p:sp>
        <p:nvSpPr>
          <p:cNvPr id="15" name="Rectangle 14">
            <a:extLst>
              <a:ext uri="{FF2B5EF4-FFF2-40B4-BE49-F238E27FC236}">
                <a16:creationId xmlns:a16="http://schemas.microsoft.com/office/drawing/2014/main" id="{2A156F6E-A10B-6B4E-70BC-D54041A0F592}"/>
              </a:ext>
            </a:extLst>
          </p:cNvPr>
          <p:cNvSpPr/>
          <p:nvPr/>
        </p:nvSpPr>
        <p:spPr>
          <a:xfrm>
            <a:off x="4377811" y="2668814"/>
            <a:ext cx="3366319" cy="511275"/>
          </a:xfrm>
          <a:prstGeom prst="rect">
            <a:avLst/>
          </a:prstGeom>
          <a:solidFill>
            <a:srgbClr val="009999">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Profit Percentage</a:t>
            </a:r>
            <a:endParaRPr lang="en-IN" b="1" dirty="0">
              <a:solidFill>
                <a:schemeClr val="tx1"/>
              </a:solidFill>
            </a:endParaRPr>
          </a:p>
        </p:txBody>
      </p:sp>
      <p:sp>
        <p:nvSpPr>
          <p:cNvPr id="17" name="Rectangle 16">
            <a:extLst>
              <a:ext uri="{FF2B5EF4-FFF2-40B4-BE49-F238E27FC236}">
                <a16:creationId xmlns:a16="http://schemas.microsoft.com/office/drawing/2014/main" id="{C468C565-D340-3334-BACF-9D6251E51EC1}"/>
              </a:ext>
            </a:extLst>
          </p:cNvPr>
          <p:cNvSpPr/>
          <p:nvPr/>
        </p:nvSpPr>
        <p:spPr>
          <a:xfrm>
            <a:off x="4369203" y="3160418"/>
            <a:ext cx="3366319" cy="4817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168.42%</a:t>
            </a:r>
          </a:p>
        </p:txBody>
      </p:sp>
      <p:sp>
        <p:nvSpPr>
          <p:cNvPr id="18" name="Rectangle 17">
            <a:extLst>
              <a:ext uri="{FF2B5EF4-FFF2-40B4-BE49-F238E27FC236}">
                <a16:creationId xmlns:a16="http://schemas.microsoft.com/office/drawing/2014/main" id="{3B4C2FE7-DFC0-687E-C639-DFA8AEE610F7}"/>
              </a:ext>
            </a:extLst>
          </p:cNvPr>
          <p:cNvSpPr/>
          <p:nvPr/>
        </p:nvSpPr>
        <p:spPr>
          <a:xfrm>
            <a:off x="8388135" y="3962418"/>
            <a:ext cx="3158923" cy="511275"/>
          </a:xfrm>
          <a:prstGeom prst="rect">
            <a:avLst/>
          </a:prstGeom>
          <a:solidFill>
            <a:srgbClr val="009999">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Conversion Rate</a:t>
            </a:r>
            <a:endParaRPr lang="en-IN" b="1" dirty="0">
              <a:solidFill>
                <a:schemeClr val="tx1"/>
              </a:solidFill>
            </a:endParaRPr>
          </a:p>
        </p:txBody>
      </p:sp>
      <p:sp>
        <p:nvSpPr>
          <p:cNvPr id="19" name="Rectangle 18">
            <a:extLst>
              <a:ext uri="{FF2B5EF4-FFF2-40B4-BE49-F238E27FC236}">
                <a16:creationId xmlns:a16="http://schemas.microsoft.com/office/drawing/2014/main" id="{BBFC7AFE-6F09-4DB7-1EE5-36D9D1F7832C}"/>
              </a:ext>
            </a:extLst>
          </p:cNvPr>
          <p:cNvSpPr/>
          <p:nvPr/>
        </p:nvSpPr>
        <p:spPr>
          <a:xfrm>
            <a:off x="8388135" y="4466296"/>
            <a:ext cx="3158923" cy="4411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6.83% </a:t>
            </a:r>
          </a:p>
        </p:txBody>
      </p:sp>
      <p:sp>
        <p:nvSpPr>
          <p:cNvPr id="20" name="Rectangle 19">
            <a:extLst>
              <a:ext uri="{FF2B5EF4-FFF2-40B4-BE49-F238E27FC236}">
                <a16:creationId xmlns:a16="http://schemas.microsoft.com/office/drawing/2014/main" id="{099C273A-26D4-2DD2-BBDC-85E62D79DB85}"/>
              </a:ext>
            </a:extLst>
          </p:cNvPr>
          <p:cNvSpPr/>
          <p:nvPr/>
        </p:nvSpPr>
        <p:spPr>
          <a:xfrm>
            <a:off x="8388135" y="2676834"/>
            <a:ext cx="3136491" cy="511275"/>
          </a:xfrm>
          <a:prstGeom prst="rect">
            <a:avLst/>
          </a:prstGeom>
          <a:solidFill>
            <a:srgbClr val="009999">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Average Sessions per user</a:t>
            </a:r>
            <a:endParaRPr lang="en-IN" b="1" dirty="0">
              <a:solidFill>
                <a:schemeClr val="tx1"/>
              </a:solidFill>
            </a:endParaRPr>
          </a:p>
        </p:txBody>
      </p:sp>
      <p:sp>
        <p:nvSpPr>
          <p:cNvPr id="21" name="Rectangle 20">
            <a:extLst>
              <a:ext uri="{FF2B5EF4-FFF2-40B4-BE49-F238E27FC236}">
                <a16:creationId xmlns:a16="http://schemas.microsoft.com/office/drawing/2014/main" id="{FF53802C-7766-E351-9942-F5AB586E122D}"/>
              </a:ext>
            </a:extLst>
          </p:cNvPr>
          <p:cNvSpPr/>
          <p:nvPr/>
        </p:nvSpPr>
        <p:spPr>
          <a:xfrm>
            <a:off x="8379529" y="3165340"/>
            <a:ext cx="3145097" cy="4817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1.19</a:t>
            </a:r>
            <a:endParaRPr lang="en-IN" dirty="0">
              <a:solidFill>
                <a:schemeClr val="tx1"/>
              </a:solidFill>
            </a:endParaRPr>
          </a:p>
        </p:txBody>
      </p:sp>
      <p:sp>
        <p:nvSpPr>
          <p:cNvPr id="22" name="Rectangle 21">
            <a:extLst>
              <a:ext uri="{FF2B5EF4-FFF2-40B4-BE49-F238E27FC236}">
                <a16:creationId xmlns:a16="http://schemas.microsoft.com/office/drawing/2014/main" id="{25C3D822-9870-8169-B0B5-C9233F8C9393}"/>
              </a:ext>
            </a:extLst>
          </p:cNvPr>
          <p:cNvSpPr/>
          <p:nvPr/>
        </p:nvSpPr>
        <p:spPr>
          <a:xfrm>
            <a:off x="469483" y="3962418"/>
            <a:ext cx="3158924" cy="511275"/>
          </a:xfrm>
          <a:prstGeom prst="rect">
            <a:avLst/>
          </a:prstGeom>
          <a:solidFill>
            <a:srgbClr val="009999">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50" b="1" dirty="0">
                <a:solidFill>
                  <a:schemeClr val="tx1"/>
                </a:solidFill>
              </a:rPr>
              <a:t>Average Gross Revenue </a:t>
            </a:r>
            <a:r>
              <a:rPr lang="en-US" sz="1625" b="1" dirty="0">
                <a:solidFill>
                  <a:schemeClr val="tx1"/>
                </a:solidFill>
              </a:rPr>
              <a:t>per Session</a:t>
            </a:r>
            <a:endParaRPr lang="en-IN" sz="1625" b="1" dirty="0">
              <a:solidFill>
                <a:schemeClr val="tx1"/>
              </a:solidFill>
            </a:endParaRPr>
          </a:p>
        </p:txBody>
      </p:sp>
      <p:sp>
        <p:nvSpPr>
          <p:cNvPr id="25" name="Rectangle 24">
            <a:extLst>
              <a:ext uri="{FF2B5EF4-FFF2-40B4-BE49-F238E27FC236}">
                <a16:creationId xmlns:a16="http://schemas.microsoft.com/office/drawing/2014/main" id="{F3F32C15-9A8E-0CD3-6DE5-0BA242D7FFF7}"/>
              </a:ext>
            </a:extLst>
          </p:cNvPr>
          <p:cNvSpPr/>
          <p:nvPr/>
        </p:nvSpPr>
        <p:spPr>
          <a:xfrm>
            <a:off x="4369203" y="3962418"/>
            <a:ext cx="3374925" cy="511275"/>
          </a:xfrm>
          <a:prstGeom prst="rect">
            <a:avLst/>
          </a:prstGeom>
          <a:solidFill>
            <a:srgbClr val="009999">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Bounce Rate</a:t>
            </a:r>
            <a:endParaRPr lang="en-IN" b="1" dirty="0">
              <a:solidFill>
                <a:schemeClr val="tx1"/>
              </a:solidFill>
            </a:endParaRPr>
          </a:p>
        </p:txBody>
      </p:sp>
      <p:sp>
        <p:nvSpPr>
          <p:cNvPr id="26" name="Rectangle 25">
            <a:extLst>
              <a:ext uri="{FF2B5EF4-FFF2-40B4-BE49-F238E27FC236}">
                <a16:creationId xmlns:a16="http://schemas.microsoft.com/office/drawing/2014/main" id="{95A0CCC8-18E9-5272-14B0-C4E31CAE9855}"/>
              </a:ext>
            </a:extLst>
          </p:cNvPr>
          <p:cNvSpPr/>
          <p:nvPr/>
        </p:nvSpPr>
        <p:spPr>
          <a:xfrm>
            <a:off x="469483" y="4468795"/>
            <a:ext cx="3158924" cy="4473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$ 4.099</a:t>
            </a:r>
            <a:endParaRPr lang="en-IN" dirty="0">
              <a:solidFill>
                <a:schemeClr val="tx1"/>
              </a:solidFill>
            </a:endParaRPr>
          </a:p>
        </p:txBody>
      </p:sp>
      <p:sp>
        <p:nvSpPr>
          <p:cNvPr id="27" name="Rectangle 26">
            <a:extLst>
              <a:ext uri="{FF2B5EF4-FFF2-40B4-BE49-F238E27FC236}">
                <a16:creationId xmlns:a16="http://schemas.microsoft.com/office/drawing/2014/main" id="{53AAF575-C949-5393-591B-F18923E6D6BD}"/>
              </a:ext>
            </a:extLst>
          </p:cNvPr>
          <p:cNvSpPr/>
          <p:nvPr/>
        </p:nvSpPr>
        <p:spPr>
          <a:xfrm>
            <a:off x="4369203" y="4466296"/>
            <a:ext cx="3374930" cy="4498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44.76%</a:t>
            </a:r>
          </a:p>
        </p:txBody>
      </p:sp>
      <p:sp>
        <p:nvSpPr>
          <p:cNvPr id="23" name="Rectangle 22">
            <a:extLst>
              <a:ext uri="{FF2B5EF4-FFF2-40B4-BE49-F238E27FC236}">
                <a16:creationId xmlns:a16="http://schemas.microsoft.com/office/drawing/2014/main" id="{9C17D88F-B84C-CBFD-EC6D-6C05B662232C}"/>
              </a:ext>
            </a:extLst>
          </p:cNvPr>
          <p:cNvSpPr/>
          <p:nvPr/>
        </p:nvSpPr>
        <p:spPr>
          <a:xfrm>
            <a:off x="2626433" y="5266976"/>
            <a:ext cx="3374925" cy="511275"/>
          </a:xfrm>
          <a:prstGeom prst="rect">
            <a:avLst/>
          </a:prstGeom>
          <a:solidFill>
            <a:srgbClr val="009999">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Free Channel Revenue</a:t>
            </a:r>
            <a:endParaRPr lang="en-IN" b="1" dirty="0">
              <a:solidFill>
                <a:schemeClr val="tx1"/>
              </a:solidFill>
            </a:endParaRPr>
          </a:p>
        </p:txBody>
      </p:sp>
      <p:sp>
        <p:nvSpPr>
          <p:cNvPr id="24" name="Rectangle 23">
            <a:extLst>
              <a:ext uri="{FF2B5EF4-FFF2-40B4-BE49-F238E27FC236}">
                <a16:creationId xmlns:a16="http://schemas.microsoft.com/office/drawing/2014/main" id="{CECDC499-0850-F524-0A80-7F92B3B30270}"/>
              </a:ext>
            </a:extLst>
          </p:cNvPr>
          <p:cNvSpPr/>
          <p:nvPr/>
        </p:nvSpPr>
        <p:spPr>
          <a:xfrm>
            <a:off x="2626433" y="5774588"/>
            <a:ext cx="3374930" cy="4498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$ 371,433</a:t>
            </a:r>
          </a:p>
        </p:txBody>
      </p:sp>
      <p:sp>
        <p:nvSpPr>
          <p:cNvPr id="28" name="Rectangle 27">
            <a:extLst>
              <a:ext uri="{FF2B5EF4-FFF2-40B4-BE49-F238E27FC236}">
                <a16:creationId xmlns:a16="http://schemas.microsoft.com/office/drawing/2014/main" id="{18D6DCD0-C4D3-5DB2-C5E8-2735DBDB33E8}"/>
              </a:ext>
            </a:extLst>
          </p:cNvPr>
          <p:cNvSpPr/>
          <p:nvPr/>
        </p:nvSpPr>
        <p:spPr>
          <a:xfrm>
            <a:off x="7012845" y="5185248"/>
            <a:ext cx="3158923" cy="511275"/>
          </a:xfrm>
          <a:prstGeom prst="rect">
            <a:avLst/>
          </a:prstGeom>
          <a:solidFill>
            <a:srgbClr val="009999">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Paid Channel Revenue</a:t>
            </a:r>
            <a:endParaRPr lang="en-IN" b="1" dirty="0">
              <a:solidFill>
                <a:schemeClr val="tx1"/>
              </a:solidFill>
            </a:endParaRPr>
          </a:p>
        </p:txBody>
      </p:sp>
      <p:sp>
        <p:nvSpPr>
          <p:cNvPr id="29" name="Rectangle 28">
            <a:extLst>
              <a:ext uri="{FF2B5EF4-FFF2-40B4-BE49-F238E27FC236}">
                <a16:creationId xmlns:a16="http://schemas.microsoft.com/office/drawing/2014/main" id="{DEF5DC8A-D29D-A366-6A4A-AD92FF261A5E}"/>
              </a:ext>
            </a:extLst>
          </p:cNvPr>
          <p:cNvSpPr/>
          <p:nvPr/>
        </p:nvSpPr>
        <p:spPr>
          <a:xfrm>
            <a:off x="7012845" y="5708184"/>
            <a:ext cx="3158923" cy="4411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$ 1,567,077($1.57 M)</a:t>
            </a:r>
          </a:p>
        </p:txBody>
      </p:sp>
    </p:spTree>
    <p:extLst>
      <p:ext uri="{BB962C8B-B14F-4D97-AF65-F5344CB8AC3E}">
        <p14:creationId xmlns:p14="http://schemas.microsoft.com/office/powerpoint/2010/main" val="15302896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3FF627-CB19-F757-3089-4082005CE7A6}"/>
              </a:ext>
            </a:extLst>
          </p:cNvPr>
          <p:cNvSpPr/>
          <p:nvPr/>
        </p:nvSpPr>
        <p:spPr>
          <a:xfrm>
            <a:off x="469488" y="324465"/>
            <a:ext cx="11063751"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EXPLORATORY DATA ANALYSIS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9" name="Rectangle 8">
            <a:extLst>
              <a:ext uri="{FF2B5EF4-FFF2-40B4-BE49-F238E27FC236}">
                <a16:creationId xmlns:a16="http://schemas.microsoft.com/office/drawing/2014/main" id="{5220A320-A0BE-362B-A3F2-BAFEBA419368}"/>
              </a:ext>
            </a:extLst>
          </p:cNvPr>
          <p:cNvSpPr/>
          <p:nvPr/>
        </p:nvSpPr>
        <p:spPr>
          <a:xfrm>
            <a:off x="469488" y="1573161"/>
            <a:ext cx="3145096" cy="511275"/>
          </a:xfrm>
          <a:prstGeom prst="rect">
            <a:avLst/>
          </a:prstGeom>
          <a:solidFill>
            <a:srgbClr val="009999">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Total Sessions</a:t>
            </a:r>
            <a:endParaRPr lang="en-IN" b="1" dirty="0">
              <a:solidFill>
                <a:schemeClr val="tx1"/>
              </a:solidFill>
            </a:endParaRPr>
          </a:p>
        </p:txBody>
      </p:sp>
      <p:sp>
        <p:nvSpPr>
          <p:cNvPr id="10" name="Rectangle 9">
            <a:extLst>
              <a:ext uri="{FF2B5EF4-FFF2-40B4-BE49-F238E27FC236}">
                <a16:creationId xmlns:a16="http://schemas.microsoft.com/office/drawing/2014/main" id="{2D806C58-519C-4F6A-115F-7DCC9C30C817}"/>
              </a:ext>
            </a:extLst>
          </p:cNvPr>
          <p:cNvSpPr/>
          <p:nvPr/>
        </p:nvSpPr>
        <p:spPr>
          <a:xfrm>
            <a:off x="469488" y="2080829"/>
            <a:ext cx="3145096" cy="4362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472,871</a:t>
            </a:r>
            <a:endParaRPr lang="en-IN" dirty="0">
              <a:solidFill>
                <a:schemeClr val="tx1"/>
              </a:solidFill>
            </a:endParaRPr>
          </a:p>
        </p:txBody>
      </p:sp>
      <p:sp>
        <p:nvSpPr>
          <p:cNvPr id="11" name="Rectangle 10">
            <a:extLst>
              <a:ext uri="{FF2B5EF4-FFF2-40B4-BE49-F238E27FC236}">
                <a16:creationId xmlns:a16="http://schemas.microsoft.com/office/drawing/2014/main" id="{59CC6B78-1EF7-8090-D2CA-6DAD760852E0}"/>
              </a:ext>
            </a:extLst>
          </p:cNvPr>
          <p:cNvSpPr/>
          <p:nvPr/>
        </p:nvSpPr>
        <p:spPr>
          <a:xfrm>
            <a:off x="4523452" y="1573160"/>
            <a:ext cx="3145096" cy="511275"/>
          </a:xfrm>
          <a:prstGeom prst="rect">
            <a:avLst/>
          </a:prstGeom>
          <a:solidFill>
            <a:srgbClr val="009999">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Total Pageviews</a:t>
            </a:r>
            <a:endParaRPr lang="en-IN" b="1" dirty="0">
              <a:solidFill>
                <a:schemeClr val="tx1"/>
              </a:solidFill>
            </a:endParaRPr>
          </a:p>
        </p:txBody>
      </p:sp>
      <p:sp>
        <p:nvSpPr>
          <p:cNvPr id="12" name="Rectangle 11">
            <a:extLst>
              <a:ext uri="{FF2B5EF4-FFF2-40B4-BE49-F238E27FC236}">
                <a16:creationId xmlns:a16="http://schemas.microsoft.com/office/drawing/2014/main" id="{2B29C1E4-53E5-AA2B-0D90-9C870AA9A3CC}"/>
              </a:ext>
            </a:extLst>
          </p:cNvPr>
          <p:cNvSpPr/>
          <p:nvPr/>
        </p:nvSpPr>
        <p:spPr>
          <a:xfrm>
            <a:off x="4523452" y="2080829"/>
            <a:ext cx="3145096" cy="4362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1,188,124</a:t>
            </a:r>
            <a:endParaRPr lang="en-IN" dirty="0">
              <a:solidFill>
                <a:schemeClr val="tx1"/>
              </a:solidFill>
            </a:endParaRPr>
          </a:p>
        </p:txBody>
      </p:sp>
      <p:sp>
        <p:nvSpPr>
          <p:cNvPr id="13" name="Rectangle 12">
            <a:extLst>
              <a:ext uri="{FF2B5EF4-FFF2-40B4-BE49-F238E27FC236}">
                <a16:creationId xmlns:a16="http://schemas.microsoft.com/office/drawing/2014/main" id="{B82F06A7-AE06-D8A6-A045-FE30B5AF5A0F}"/>
              </a:ext>
            </a:extLst>
          </p:cNvPr>
          <p:cNvSpPr/>
          <p:nvPr/>
        </p:nvSpPr>
        <p:spPr>
          <a:xfrm>
            <a:off x="8388143" y="1573160"/>
            <a:ext cx="3145096" cy="511275"/>
          </a:xfrm>
          <a:prstGeom prst="rect">
            <a:avLst/>
          </a:prstGeom>
          <a:solidFill>
            <a:srgbClr val="009999">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Total Visitors</a:t>
            </a:r>
            <a:endParaRPr lang="en-IN" b="1" dirty="0">
              <a:solidFill>
                <a:schemeClr val="tx1"/>
              </a:solidFill>
            </a:endParaRPr>
          </a:p>
        </p:txBody>
      </p:sp>
      <p:sp>
        <p:nvSpPr>
          <p:cNvPr id="14" name="Rectangle 13">
            <a:extLst>
              <a:ext uri="{FF2B5EF4-FFF2-40B4-BE49-F238E27FC236}">
                <a16:creationId xmlns:a16="http://schemas.microsoft.com/office/drawing/2014/main" id="{F1AB9190-B1BA-7566-1580-6919C41EAB60}"/>
              </a:ext>
            </a:extLst>
          </p:cNvPr>
          <p:cNvSpPr/>
          <p:nvPr/>
        </p:nvSpPr>
        <p:spPr>
          <a:xfrm>
            <a:off x="8388143" y="2080829"/>
            <a:ext cx="3145096" cy="4362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394,318</a:t>
            </a:r>
            <a:endParaRPr lang="en-IN" dirty="0">
              <a:solidFill>
                <a:schemeClr val="tx1"/>
              </a:solidFill>
            </a:endParaRPr>
          </a:p>
        </p:txBody>
      </p:sp>
      <p:sp>
        <p:nvSpPr>
          <p:cNvPr id="15" name="Rectangle 14">
            <a:extLst>
              <a:ext uri="{FF2B5EF4-FFF2-40B4-BE49-F238E27FC236}">
                <a16:creationId xmlns:a16="http://schemas.microsoft.com/office/drawing/2014/main" id="{D5A0E164-1597-37E3-3EDB-56C4CF33664B}"/>
              </a:ext>
            </a:extLst>
          </p:cNvPr>
          <p:cNvSpPr/>
          <p:nvPr/>
        </p:nvSpPr>
        <p:spPr>
          <a:xfrm>
            <a:off x="469488" y="4417934"/>
            <a:ext cx="3145096" cy="511275"/>
          </a:xfrm>
          <a:prstGeom prst="rect">
            <a:avLst/>
          </a:prstGeom>
          <a:solidFill>
            <a:srgbClr val="009999">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One-time Buyers</a:t>
            </a:r>
            <a:endParaRPr lang="en-IN" b="1" dirty="0">
              <a:solidFill>
                <a:schemeClr val="tx1"/>
              </a:solidFill>
            </a:endParaRPr>
          </a:p>
        </p:txBody>
      </p:sp>
      <p:sp>
        <p:nvSpPr>
          <p:cNvPr id="16" name="Rectangle 15">
            <a:extLst>
              <a:ext uri="{FF2B5EF4-FFF2-40B4-BE49-F238E27FC236}">
                <a16:creationId xmlns:a16="http://schemas.microsoft.com/office/drawing/2014/main" id="{3327D365-984A-B5F6-A9B2-C33A638A9A4A}"/>
              </a:ext>
            </a:extLst>
          </p:cNvPr>
          <p:cNvSpPr/>
          <p:nvPr/>
        </p:nvSpPr>
        <p:spPr>
          <a:xfrm>
            <a:off x="469488" y="4929209"/>
            <a:ext cx="3145096" cy="4362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31,105 </a:t>
            </a:r>
          </a:p>
        </p:txBody>
      </p:sp>
      <p:sp>
        <p:nvSpPr>
          <p:cNvPr id="17" name="Rectangle 16">
            <a:extLst>
              <a:ext uri="{FF2B5EF4-FFF2-40B4-BE49-F238E27FC236}">
                <a16:creationId xmlns:a16="http://schemas.microsoft.com/office/drawing/2014/main" id="{8DF3C5F6-6518-F314-2AC9-FA0A4490F550}"/>
              </a:ext>
            </a:extLst>
          </p:cNvPr>
          <p:cNvSpPr/>
          <p:nvPr/>
        </p:nvSpPr>
        <p:spPr>
          <a:xfrm>
            <a:off x="4523452" y="4417934"/>
            <a:ext cx="3145096" cy="511275"/>
          </a:xfrm>
          <a:prstGeom prst="rect">
            <a:avLst/>
          </a:prstGeom>
          <a:solidFill>
            <a:srgbClr val="009999">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Repeat Buyers</a:t>
            </a:r>
            <a:endParaRPr lang="en-IN" b="1" dirty="0">
              <a:solidFill>
                <a:schemeClr val="tx1"/>
              </a:solidFill>
            </a:endParaRPr>
          </a:p>
        </p:txBody>
      </p:sp>
      <p:sp>
        <p:nvSpPr>
          <p:cNvPr id="18" name="Rectangle 17">
            <a:extLst>
              <a:ext uri="{FF2B5EF4-FFF2-40B4-BE49-F238E27FC236}">
                <a16:creationId xmlns:a16="http://schemas.microsoft.com/office/drawing/2014/main" id="{541B31F6-A8DD-BF2B-C924-54317E977ECC}"/>
              </a:ext>
            </a:extLst>
          </p:cNvPr>
          <p:cNvSpPr/>
          <p:nvPr/>
        </p:nvSpPr>
        <p:spPr>
          <a:xfrm>
            <a:off x="4523452" y="4929209"/>
            <a:ext cx="3145096" cy="4362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591</a:t>
            </a:r>
          </a:p>
        </p:txBody>
      </p:sp>
      <p:sp>
        <p:nvSpPr>
          <p:cNvPr id="19" name="Rectangle 18">
            <a:extLst>
              <a:ext uri="{FF2B5EF4-FFF2-40B4-BE49-F238E27FC236}">
                <a16:creationId xmlns:a16="http://schemas.microsoft.com/office/drawing/2014/main" id="{52D76978-1E1C-1419-54EC-52F5C133E2D0}"/>
              </a:ext>
            </a:extLst>
          </p:cNvPr>
          <p:cNvSpPr/>
          <p:nvPr/>
        </p:nvSpPr>
        <p:spPr>
          <a:xfrm>
            <a:off x="469488" y="2929425"/>
            <a:ext cx="3145096" cy="511275"/>
          </a:xfrm>
          <a:prstGeom prst="rect">
            <a:avLst/>
          </a:prstGeom>
          <a:solidFill>
            <a:srgbClr val="009999">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One-time Visitors</a:t>
            </a:r>
            <a:endParaRPr lang="en-IN" b="1" dirty="0">
              <a:solidFill>
                <a:schemeClr val="tx1"/>
              </a:solidFill>
            </a:endParaRPr>
          </a:p>
        </p:txBody>
      </p:sp>
      <p:sp>
        <p:nvSpPr>
          <p:cNvPr id="20" name="Rectangle 19">
            <a:extLst>
              <a:ext uri="{FF2B5EF4-FFF2-40B4-BE49-F238E27FC236}">
                <a16:creationId xmlns:a16="http://schemas.microsoft.com/office/drawing/2014/main" id="{9C0DFACE-B937-5197-4860-27372EBF9B8E}"/>
              </a:ext>
            </a:extLst>
          </p:cNvPr>
          <p:cNvSpPr/>
          <p:nvPr/>
        </p:nvSpPr>
        <p:spPr>
          <a:xfrm>
            <a:off x="469488" y="3450612"/>
            <a:ext cx="3145096" cy="4362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343,048 </a:t>
            </a:r>
          </a:p>
        </p:txBody>
      </p:sp>
      <p:sp>
        <p:nvSpPr>
          <p:cNvPr id="21" name="Rectangle 20">
            <a:extLst>
              <a:ext uri="{FF2B5EF4-FFF2-40B4-BE49-F238E27FC236}">
                <a16:creationId xmlns:a16="http://schemas.microsoft.com/office/drawing/2014/main" id="{5B3A8826-9B9B-4BDE-36D2-EA22D6516416}"/>
              </a:ext>
            </a:extLst>
          </p:cNvPr>
          <p:cNvSpPr/>
          <p:nvPr/>
        </p:nvSpPr>
        <p:spPr>
          <a:xfrm>
            <a:off x="4523452" y="2929425"/>
            <a:ext cx="3145096" cy="511275"/>
          </a:xfrm>
          <a:prstGeom prst="rect">
            <a:avLst/>
          </a:prstGeom>
          <a:solidFill>
            <a:srgbClr val="009999">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Repeat Visitors</a:t>
            </a:r>
            <a:endParaRPr lang="en-IN" b="1" dirty="0">
              <a:solidFill>
                <a:schemeClr val="tx1"/>
              </a:solidFill>
            </a:endParaRPr>
          </a:p>
        </p:txBody>
      </p:sp>
      <p:sp>
        <p:nvSpPr>
          <p:cNvPr id="22" name="Rectangle 21">
            <a:extLst>
              <a:ext uri="{FF2B5EF4-FFF2-40B4-BE49-F238E27FC236}">
                <a16:creationId xmlns:a16="http://schemas.microsoft.com/office/drawing/2014/main" id="{76A21D10-75CF-38B5-ADE2-348066E0E567}"/>
              </a:ext>
            </a:extLst>
          </p:cNvPr>
          <p:cNvSpPr/>
          <p:nvPr/>
        </p:nvSpPr>
        <p:spPr>
          <a:xfrm>
            <a:off x="4523452" y="3391029"/>
            <a:ext cx="3145096" cy="4362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51,270 </a:t>
            </a:r>
          </a:p>
        </p:txBody>
      </p:sp>
      <p:sp>
        <p:nvSpPr>
          <p:cNvPr id="25" name="Rectangle 24">
            <a:extLst>
              <a:ext uri="{FF2B5EF4-FFF2-40B4-BE49-F238E27FC236}">
                <a16:creationId xmlns:a16="http://schemas.microsoft.com/office/drawing/2014/main" id="{20A45511-22BC-2F69-66A5-0CBCD958D95E}"/>
              </a:ext>
            </a:extLst>
          </p:cNvPr>
          <p:cNvSpPr/>
          <p:nvPr/>
        </p:nvSpPr>
        <p:spPr>
          <a:xfrm>
            <a:off x="8388143" y="2879754"/>
            <a:ext cx="3145096" cy="511275"/>
          </a:xfrm>
          <a:prstGeom prst="rect">
            <a:avLst/>
          </a:prstGeom>
          <a:solidFill>
            <a:srgbClr val="009999">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Bestseller</a:t>
            </a:r>
            <a:endParaRPr lang="en-IN" b="1" dirty="0">
              <a:solidFill>
                <a:schemeClr val="tx1"/>
              </a:solidFill>
            </a:endParaRPr>
          </a:p>
        </p:txBody>
      </p:sp>
      <p:sp>
        <p:nvSpPr>
          <p:cNvPr id="26" name="Rectangle 25">
            <a:extLst>
              <a:ext uri="{FF2B5EF4-FFF2-40B4-BE49-F238E27FC236}">
                <a16:creationId xmlns:a16="http://schemas.microsoft.com/office/drawing/2014/main" id="{A7060FD7-02FB-6962-56AA-23E65866DE49}"/>
              </a:ext>
            </a:extLst>
          </p:cNvPr>
          <p:cNvSpPr/>
          <p:nvPr/>
        </p:nvSpPr>
        <p:spPr>
          <a:xfrm>
            <a:off x="8388143" y="3391029"/>
            <a:ext cx="3145096" cy="4362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Original Mr. Fuzzy </a:t>
            </a:r>
          </a:p>
        </p:txBody>
      </p:sp>
      <p:sp>
        <p:nvSpPr>
          <p:cNvPr id="27" name="Rectangle 26">
            <a:extLst>
              <a:ext uri="{FF2B5EF4-FFF2-40B4-BE49-F238E27FC236}">
                <a16:creationId xmlns:a16="http://schemas.microsoft.com/office/drawing/2014/main" id="{A5B40E4B-6EB4-CD63-6BD3-7E866E6DDC1C}"/>
              </a:ext>
            </a:extLst>
          </p:cNvPr>
          <p:cNvSpPr/>
          <p:nvPr/>
        </p:nvSpPr>
        <p:spPr>
          <a:xfrm>
            <a:off x="8388143" y="4417934"/>
            <a:ext cx="3145096" cy="511275"/>
          </a:xfrm>
          <a:prstGeom prst="rect">
            <a:avLst/>
          </a:prstGeom>
          <a:solidFill>
            <a:srgbClr val="009999">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Best Ordered Channel</a:t>
            </a:r>
            <a:endParaRPr lang="en-IN" b="1" dirty="0">
              <a:solidFill>
                <a:schemeClr val="tx1"/>
              </a:solidFill>
            </a:endParaRPr>
          </a:p>
        </p:txBody>
      </p:sp>
      <p:sp>
        <p:nvSpPr>
          <p:cNvPr id="28" name="Rectangle 27">
            <a:extLst>
              <a:ext uri="{FF2B5EF4-FFF2-40B4-BE49-F238E27FC236}">
                <a16:creationId xmlns:a16="http://schemas.microsoft.com/office/drawing/2014/main" id="{D2AF9020-97BB-F83D-559B-6EF90646B5C6}"/>
              </a:ext>
            </a:extLst>
          </p:cNvPr>
          <p:cNvSpPr/>
          <p:nvPr/>
        </p:nvSpPr>
        <p:spPr>
          <a:xfrm>
            <a:off x="8388143" y="4929209"/>
            <a:ext cx="3145096" cy="4362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
            </a:r>
            <a:r>
              <a:rPr lang="en-IN" dirty="0">
                <a:solidFill>
                  <a:schemeClr val="tx1"/>
                </a:solidFill>
              </a:rPr>
              <a:t>aid Search Channel</a:t>
            </a:r>
          </a:p>
        </p:txBody>
      </p:sp>
    </p:spTree>
    <p:extLst>
      <p:ext uri="{BB962C8B-B14F-4D97-AF65-F5344CB8AC3E}">
        <p14:creationId xmlns:p14="http://schemas.microsoft.com/office/powerpoint/2010/main" val="28584161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90B2458-C39B-71AB-325E-EB92880DF1E2}"/>
              </a:ext>
            </a:extLst>
          </p:cNvPr>
          <p:cNvSpPr/>
          <p:nvPr/>
        </p:nvSpPr>
        <p:spPr>
          <a:xfrm>
            <a:off x="538315" y="294968"/>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Revenue &amp; Orders Growth and Seasonality Trends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graphicFrame>
        <p:nvGraphicFramePr>
          <p:cNvPr id="10" name="Chart 9">
            <a:extLst>
              <a:ext uri="{FF2B5EF4-FFF2-40B4-BE49-F238E27FC236}">
                <a16:creationId xmlns:a16="http://schemas.microsoft.com/office/drawing/2014/main" id="{B50D7CF7-31FC-A085-BB42-E029F65A6F86}"/>
              </a:ext>
            </a:extLst>
          </p:cNvPr>
          <p:cNvGraphicFramePr/>
          <p:nvPr>
            <p:extLst>
              <p:ext uri="{D42A27DB-BD31-4B8C-83A1-F6EECF244321}">
                <p14:modId xmlns:p14="http://schemas.microsoft.com/office/powerpoint/2010/main" val="1433445245"/>
              </p:ext>
            </p:extLst>
          </p:nvPr>
        </p:nvGraphicFramePr>
        <p:xfrm>
          <a:off x="538315" y="1307690"/>
          <a:ext cx="11253024" cy="539791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8914068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6EFE5E-B22D-824B-D47D-551B21D29094}"/>
              </a:ext>
            </a:extLst>
          </p:cNvPr>
          <p:cNvSpPr txBox="1"/>
          <p:nvPr/>
        </p:nvSpPr>
        <p:spPr>
          <a:xfrm>
            <a:off x="469488" y="1179871"/>
            <a:ext cx="11253024" cy="5078313"/>
          </a:xfrm>
          <a:prstGeom prst="rect">
            <a:avLst/>
          </a:prstGeom>
          <a:solidFill>
            <a:schemeClr val="accent3">
              <a:lumMod val="20000"/>
              <a:lumOff val="80000"/>
            </a:schemeClr>
          </a:solidFill>
          <a:ln>
            <a:solidFill>
              <a:schemeClr val="tx1"/>
            </a:solidFill>
          </a:ln>
        </p:spPr>
        <p:txBody>
          <a:bodyPr wrap="square" rtlCol="0">
            <a:spAutoFit/>
          </a:bodyPr>
          <a:lstStyle/>
          <a:p>
            <a:pPr algn="ctr"/>
            <a:r>
              <a:rPr lang="en-US" sz="2000" b="1" u="sng" dirty="0">
                <a:latin typeface="Aptos Narrow" panose="020B0004020202020204" pitchFamily="34" charset="0"/>
              </a:rPr>
              <a:t>Overall Performance Trend</a:t>
            </a:r>
          </a:p>
          <a:p>
            <a:pPr marL="285750" indent="-285750">
              <a:buFont typeface="Wingdings" panose="05000000000000000000" pitchFamily="2" charset="2"/>
              <a:buChar char="Ø"/>
            </a:pPr>
            <a:r>
              <a:rPr lang="en-US" dirty="0">
                <a:latin typeface="Aptos Narrow" panose="020B0004020202020204" pitchFamily="34" charset="0"/>
              </a:rPr>
              <a:t>Revenue &amp; Orders shows a consistent  year-on-year </a:t>
            </a:r>
            <a:r>
              <a:rPr lang="en-IN" dirty="0">
                <a:latin typeface="Aptos Narrow" panose="020B0004020202020204" pitchFamily="34" charset="0"/>
              </a:rPr>
              <a:t>upward trajectory.</a:t>
            </a:r>
          </a:p>
          <a:p>
            <a:pPr marL="285750" indent="-285750">
              <a:buFont typeface="Wingdings" panose="05000000000000000000" pitchFamily="2" charset="2"/>
              <a:buChar char="Ø"/>
            </a:pPr>
            <a:r>
              <a:rPr lang="en-IN" dirty="0">
                <a:latin typeface="Aptos Narrow" panose="020B0004020202020204" pitchFamily="34" charset="0"/>
              </a:rPr>
              <a:t>Sustained Growth observed across all years from 2012 which indicates strong long-term demand expansion</a:t>
            </a:r>
          </a:p>
          <a:p>
            <a:endParaRPr lang="en-US" dirty="0">
              <a:latin typeface="Aptos Narrow" panose="020B0004020202020204" pitchFamily="34" charset="0"/>
            </a:endParaRPr>
          </a:p>
          <a:p>
            <a:r>
              <a:rPr lang="en-US" b="1" u="sng" dirty="0">
                <a:latin typeface="Aptos Narrow" panose="020B0004020202020204" pitchFamily="34" charset="0"/>
              </a:rPr>
              <a:t>Month 6 -----&gt; </a:t>
            </a:r>
            <a:r>
              <a:rPr lang="en-IN" b="1" u="sng" dirty="0">
                <a:solidFill>
                  <a:srgbClr val="00B050"/>
                </a:solidFill>
                <a:latin typeface="Aptos Narrow" panose="020B0004020202020204" pitchFamily="34" charset="0"/>
              </a:rPr>
              <a:t>Growth Inflection Month</a:t>
            </a:r>
          </a:p>
          <a:p>
            <a:pPr marL="285750" indent="-285750">
              <a:buFont typeface="Wingdings" panose="05000000000000000000" pitchFamily="2" charset="2"/>
              <a:buChar char="Ø"/>
            </a:pPr>
            <a:r>
              <a:rPr lang="en-IN" dirty="0">
                <a:latin typeface="Aptos Narrow" panose="020B0004020202020204" pitchFamily="34" charset="0"/>
              </a:rPr>
              <a:t>Month 6 is the growth inflection point in the annual cycle .</a:t>
            </a:r>
          </a:p>
          <a:p>
            <a:pPr marL="285750" indent="-285750">
              <a:buFont typeface="Wingdings" panose="05000000000000000000" pitchFamily="2" charset="2"/>
              <a:buChar char="Ø"/>
            </a:pPr>
            <a:r>
              <a:rPr lang="en-IN" dirty="0">
                <a:latin typeface="Aptos Narrow" panose="020B0004020202020204" pitchFamily="34" charset="0"/>
              </a:rPr>
              <a:t>From this month onwards there is constant acceleration in Orders &amp; Revenue  begin.</a:t>
            </a:r>
          </a:p>
          <a:p>
            <a:pPr marL="285750" indent="-285750">
              <a:buFont typeface="Wingdings" panose="05000000000000000000" pitchFamily="2" charset="2"/>
              <a:buChar char="Ø"/>
            </a:pPr>
            <a:r>
              <a:rPr lang="en-IN" dirty="0">
                <a:latin typeface="Aptos Narrow" panose="020B0004020202020204" pitchFamily="34" charset="0"/>
              </a:rPr>
              <a:t>Indicates transition from steady growth to high momentum.</a:t>
            </a:r>
          </a:p>
          <a:p>
            <a:endParaRPr lang="en-IN" dirty="0">
              <a:latin typeface="Aptos Narrow" panose="020B0004020202020204" pitchFamily="34" charset="0"/>
            </a:endParaRPr>
          </a:p>
          <a:p>
            <a:r>
              <a:rPr lang="en-IN" b="1" u="sng" dirty="0">
                <a:latin typeface="Aptos Narrow" panose="020B0004020202020204" pitchFamily="34" charset="0"/>
              </a:rPr>
              <a:t>Month 3 ---</a:t>
            </a:r>
            <a:r>
              <a:rPr lang="en-IN" b="1" u="sng" dirty="0">
                <a:latin typeface="Aptos Narrow" panose="020B0004020202020204" pitchFamily="34" charset="0"/>
                <a:sym typeface="Wingdings" panose="05000000000000000000" pitchFamily="2" charset="2"/>
              </a:rPr>
              <a:t>--&gt; </a:t>
            </a:r>
            <a:r>
              <a:rPr lang="en-IN" b="1" u="sng" dirty="0">
                <a:solidFill>
                  <a:srgbClr val="00B050"/>
                </a:solidFill>
                <a:latin typeface="Aptos Narrow" panose="020B0004020202020204" pitchFamily="34" charset="0"/>
                <a:sym typeface="Wingdings" panose="05000000000000000000" pitchFamily="2" charset="2"/>
              </a:rPr>
              <a:t>Seasonal Dip</a:t>
            </a:r>
          </a:p>
          <a:p>
            <a:pPr marL="285750" indent="-285750">
              <a:buFont typeface="Wingdings" panose="05000000000000000000" pitchFamily="2" charset="2"/>
              <a:buChar char="Ø"/>
            </a:pPr>
            <a:r>
              <a:rPr lang="en-IN" dirty="0">
                <a:latin typeface="Aptos Narrow" panose="020B0004020202020204" pitchFamily="34" charset="0"/>
                <a:sym typeface="Wingdings" panose="05000000000000000000" pitchFamily="2" charset="2"/>
              </a:rPr>
              <a:t>Month 3 (March) there is consistently shows a seasonal decline in orders &amp; revenue across years.</a:t>
            </a:r>
          </a:p>
          <a:p>
            <a:pPr marL="285750" indent="-285750">
              <a:buFont typeface="Wingdings" panose="05000000000000000000" pitchFamily="2" charset="2"/>
              <a:buChar char="Ø"/>
            </a:pPr>
            <a:r>
              <a:rPr lang="en-IN" dirty="0">
                <a:latin typeface="Aptos Narrow" panose="020B0004020202020204" pitchFamily="34" charset="0"/>
                <a:sym typeface="Wingdings" panose="05000000000000000000" pitchFamily="2" charset="2"/>
              </a:rPr>
              <a:t>Pattern suggest recurring softness in demand in this month.</a:t>
            </a:r>
          </a:p>
          <a:p>
            <a:pPr marL="285750" indent="-285750">
              <a:buFont typeface="Wingdings" panose="05000000000000000000" pitchFamily="2" charset="2"/>
              <a:buChar char="Ø"/>
            </a:pPr>
            <a:r>
              <a:rPr lang="en-IN" dirty="0">
                <a:latin typeface="Aptos Narrow" panose="020B0004020202020204" pitchFamily="34" charset="0"/>
                <a:sym typeface="Wingdings" panose="05000000000000000000" pitchFamily="2" charset="2"/>
              </a:rPr>
              <a:t>This is the lowest point in yearly cycle.</a:t>
            </a:r>
          </a:p>
          <a:p>
            <a:pPr marL="285750" indent="-285750">
              <a:buFont typeface="Wingdings" panose="05000000000000000000" pitchFamily="2" charset="2"/>
              <a:buChar char="Ø"/>
            </a:pPr>
            <a:endParaRPr lang="en-IN" dirty="0">
              <a:latin typeface="Aptos Narrow" panose="020B0004020202020204" pitchFamily="34" charset="0"/>
              <a:sym typeface="Wingdings" panose="05000000000000000000" pitchFamily="2" charset="2"/>
            </a:endParaRPr>
          </a:p>
          <a:p>
            <a:r>
              <a:rPr lang="en-US" b="1" u="sng" dirty="0">
                <a:latin typeface="Aptos Narrow" panose="020B0004020202020204" pitchFamily="34" charset="0"/>
              </a:rPr>
              <a:t>Month 11,12 ---</a:t>
            </a:r>
            <a:r>
              <a:rPr lang="en-US" b="1" u="sng" dirty="0">
                <a:latin typeface="Aptos Narrow" panose="020B0004020202020204" pitchFamily="34" charset="0"/>
                <a:sym typeface="Wingdings" panose="05000000000000000000" pitchFamily="2" charset="2"/>
              </a:rPr>
              <a:t>--&gt; </a:t>
            </a:r>
            <a:r>
              <a:rPr lang="en-US" b="1" u="sng" dirty="0">
                <a:solidFill>
                  <a:srgbClr val="00B050"/>
                </a:solidFill>
                <a:latin typeface="Aptos Narrow" panose="020B0004020202020204" pitchFamily="34" charset="0"/>
                <a:sym typeface="Wingdings" panose="05000000000000000000" pitchFamily="2" charset="2"/>
              </a:rPr>
              <a:t>Peak Months</a:t>
            </a:r>
          </a:p>
          <a:p>
            <a:pPr marL="285750" indent="-285750">
              <a:buFont typeface="Wingdings" panose="05000000000000000000" pitchFamily="2" charset="2"/>
              <a:buChar char="Ø"/>
            </a:pPr>
            <a:r>
              <a:rPr lang="en-US" dirty="0">
                <a:latin typeface="Aptos Narrow" panose="020B0004020202020204" pitchFamily="34" charset="0"/>
                <a:sym typeface="Wingdings" panose="05000000000000000000" pitchFamily="2" charset="2"/>
              </a:rPr>
              <a:t>Month 11,12 represent the peak sales period.</a:t>
            </a:r>
          </a:p>
          <a:p>
            <a:pPr marL="285750" indent="-285750">
              <a:buFont typeface="Wingdings" panose="05000000000000000000" pitchFamily="2" charset="2"/>
              <a:buChar char="Ø"/>
            </a:pPr>
            <a:r>
              <a:rPr lang="en-US" dirty="0">
                <a:latin typeface="Aptos Narrow" panose="020B0004020202020204" pitchFamily="34" charset="0"/>
                <a:sym typeface="Wingdings" panose="05000000000000000000" pitchFamily="2" charset="2"/>
              </a:rPr>
              <a:t>Orders &amp; Revenue reach their highest level during these periods</a:t>
            </a:r>
          </a:p>
          <a:p>
            <a:pPr marL="285750" indent="-285750">
              <a:buFont typeface="Wingdings" panose="05000000000000000000" pitchFamily="2" charset="2"/>
              <a:buChar char="Ø"/>
            </a:pPr>
            <a:r>
              <a:rPr lang="en-IN" dirty="0">
                <a:latin typeface="Aptos Narrow" panose="020B0004020202020204" pitchFamily="34" charset="0"/>
              </a:rPr>
              <a:t>These month indicates a strong seasonal demand concentration in these months</a:t>
            </a:r>
          </a:p>
        </p:txBody>
      </p:sp>
      <p:sp>
        <p:nvSpPr>
          <p:cNvPr id="3" name="Rectangle 2">
            <a:extLst>
              <a:ext uri="{FF2B5EF4-FFF2-40B4-BE49-F238E27FC236}">
                <a16:creationId xmlns:a16="http://schemas.microsoft.com/office/drawing/2014/main" id="{B5A63DC7-B077-B600-F6DF-2BEE0E063D4D}"/>
              </a:ext>
            </a:extLst>
          </p:cNvPr>
          <p:cNvSpPr/>
          <p:nvPr/>
        </p:nvSpPr>
        <p:spPr>
          <a:xfrm>
            <a:off x="469488"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Revenue &amp; Orders Growth and Seasonality Trends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Tree>
    <p:extLst>
      <p:ext uri="{BB962C8B-B14F-4D97-AF65-F5344CB8AC3E}">
        <p14:creationId xmlns:p14="http://schemas.microsoft.com/office/powerpoint/2010/main" val="36863856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978CEF-C917-DD31-10B7-58081C652330}"/>
              </a:ext>
            </a:extLst>
          </p:cNvPr>
          <p:cNvSpPr/>
          <p:nvPr/>
        </p:nvSpPr>
        <p:spPr>
          <a:xfrm>
            <a:off x="469488"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Revenue &amp; Orders Growth and Seasonality Trends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4" name="TextBox 3">
            <a:extLst>
              <a:ext uri="{FF2B5EF4-FFF2-40B4-BE49-F238E27FC236}">
                <a16:creationId xmlns:a16="http://schemas.microsoft.com/office/drawing/2014/main" id="{62BA8D97-1D8A-8A5D-D9E9-B1A91D13B506}"/>
              </a:ext>
            </a:extLst>
          </p:cNvPr>
          <p:cNvSpPr txBox="1"/>
          <p:nvPr/>
        </p:nvSpPr>
        <p:spPr>
          <a:xfrm>
            <a:off x="570270" y="1504334"/>
            <a:ext cx="11152241" cy="4616648"/>
          </a:xfrm>
          <a:prstGeom prst="rect">
            <a:avLst/>
          </a:prstGeom>
          <a:solidFill>
            <a:schemeClr val="accent3">
              <a:lumMod val="20000"/>
              <a:lumOff val="80000"/>
            </a:schemeClr>
          </a:solidFill>
          <a:ln>
            <a:solidFill>
              <a:schemeClr val="tx1"/>
            </a:solidFill>
          </a:ln>
        </p:spPr>
        <p:txBody>
          <a:bodyPr wrap="square" rtlCol="0">
            <a:spAutoFit/>
          </a:bodyPr>
          <a:lstStyle/>
          <a:p>
            <a:pPr algn="ctr"/>
            <a:r>
              <a:rPr lang="en-US" sz="2000" b="1" u="sng" dirty="0">
                <a:latin typeface="Aptos Narrow" panose="020B0004020202020204" pitchFamily="34" charset="0"/>
              </a:rPr>
              <a:t>Recommendations</a:t>
            </a:r>
          </a:p>
          <a:p>
            <a:endParaRPr lang="en-US" sz="2000" b="1" u="sng" dirty="0">
              <a:latin typeface="Aptos Narrow" panose="020B0004020202020204" pitchFamily="34" charset="0"/>
            </a:endParaRPr>
          </a:p>
          <a:p>
            <a:r>
              <a:rPr lang="en-US" b="1" u="sng" dirty="0">
                <a:solidFill>
                  <a:srgbClr val="0070C0"/>
                </a:solidFill>
              </a:rPr>
              <a:t>Strategy to Address March Demand Decline</a:t>
            </a:r>
          </a:p>
          <a:p>
            <a:pPr marL="285750" indent="-285750">
              <a:buFont typeface="Wingdings" panose="05000000000000000000" pitchFamily="2" charset="2"/>
              <a:buChar char="Ø"/>
            </a:pPr>
            <a:r>
              <a:rPr lang="en-US" dirty="0">
                <a:latin typeface="Aptos Narrow" panose="020B0004020202020204" pitchFamily="34" charset="0"/>
              </a:rPr>
              <a:t>Introduce bundle pricing &amp; discounts to incentives to increase the demand in this month.</a:t>
            </a:r>
          </a:p>
          <a:p>
            <a:pPr marL="285750" indent="-285750">
              <a:buFont typeface="Wingdings" panose="05000000000000000000" pitchFamily="2" charset="2"/>
              <a:buChar char="Ø"/>
            </a:pPr>
            <a:r>
              <a:rPr lang="en-US" dirty="0">
                <a:latin typeface="Aptos Narrow" panose="020B0004020202020204" pitchFamily="34" charset="0"/>
              </a:rPr>
              <a:t>Run-off marketing campaigns to stimulate marketing campaigns.</a:t>
            </a:r>
          </a:p>
          <a:p>
            <a:pPr marL="285750" indent="-285750">
              <a:buFont typeface="Wingdings" panose="05000000000000000000" pitchFamily="2" charset="2"/>
              <a:buChar char="Ø"/>
            </a:pPr>
            <a:r>
              <a:rPr lang="en-US" dirty="0">
                <a:latin typeface="Aptos Narrow" panose="020B0004020202020204" pitchFamily="34" charset="0"/>
              </a:rPr>
              <a:t>Re-engaging with existing customer through CRM /email campaigns.</a:t>
            </a:r>
          </a:p>
          <a:p>
            <a:pPr marL="285750" indent="-285750">
              <a:buFont typeface="Wingdings" panose="05000000000000000000" pitchFamily="2" charset="2"/>
              <a:buChar char="Ø"/>
            </a:pPr>
            <a:r>
              <a:rPr lang="en-US" dirty="0">
                <a:latin typeface="Aptos Narrow" panose="020B0004020202020204" pitchFamily="34" charset="0"/>
              </a:rPr>
              <a:t>Launch a dedicated March sales event (e.g., Spring or Year-End Sale) to stimulate demand during the seasonal low period.</a:t>
            </a:r>
          </a:p>
          <a:p>
            <a:pPr marL="285750" indent="-285750">
              <a:buFont typeface="Wingdings" panose="05000000000000000000" pitchFamily="2" charset="2"/>
              <a:buChar char="Ø"/>
            </a:pPr>
            <a:endParaRPr lang="en-US" dirty="0">
              <a:latin typeface="Aptos Narrow" panose="020B0004020202020204" pitchFamily="34" charset="0"/>
            </a:endParaRPr>
          </a:p>
          <a:p>
            <a:endParaRPr lang="en-US" sz="2000" b="1" u="sng" dirty="0">
              <a:latin typeface="Aptos Narrow" panose="020B0004020202020204" pitchFamily="34" charset="0"/>
            </a:endParaRPr>
          </a:p>
          <a:p>
            <a:r>
              <a:rPr lang="en-US" b="1" u="sng" dirty="0">
                <a:solidFill>
                  <a:srgbClr val="0070C0"/>
                </a:solidFill>
              </a:rPr>
              <a:t>Strategy to Optimize Sales Peak Months</a:t>
            </a:r>
          </a:p>
          <a:p>
            <a:pPr marL="285750" indent="-285750">
              <a:buFont typeface="Wingdings" panose="05000000000000000000" pitchFamily="2" charset="2"/>
              <a:buChar char="Ø"/>
            </a:pPr>
            <a:r>
              <a:rPr lang="en-US" dirty="0">
                <a:latin typeface="Aptos Narrow" panose="020B0004020202020204" pitchFamily="34" charset="0"/>
              </a:rPr>
              <a:t>Leverage Peak Months to strengthening customer loyalty and lifetime value.</a:t>
            </a:r>
          </a:p>
          <a:p>
            <a:pPr marL="285750" indent="-285750">
              <a:buFont typeface="Wingdings" panose="05000000000000000000" pitchFamily="2" charset="2"/>
              <a:buChar char="Ø"/>
            </a:pPr>
            <a:r>
              <a:rPr lang="en-US" dirty="0">
                <a:latin typeface="Aptos Narrow" panose="020B0004020202020204" pitchFamily="34" charset="0"/>
              </a:rPr>
              <a:t>Offers loyalty points or cash-backs during these months to encourage repeat visits .</a:t>
            </a:r>
          </a:p>
          <a:p>
            <a:pPr marL="285750" indent="-285750">
              <a:buFont typeface="Wingdings" panose="05000000000000000000" pitchFamily="2" charset="2"/>
              <a:buChar char="Ø"/>
            </a:pPr>
            <a:r>
              <a:rPr lang="en-US" dirty="0">
                <a:latin typeface="Aptos Narrow" panose="020B0004020202020204" pitchFamily="34" charset="0"/>
              </a:rPr>
              <a:t>Sends follow-up actions after the peak month.</a:t>
            </a:r>
          </a:p>
          <a:p>
            <a:pPr marL="285750" indent="-285750">
              <a:buFont typeface="Wingdings" panose="05000000000000000000" pitchFamily="2" charset="2"/>
              <a:buChar char="Ø"/>
            </a:pPr>
            <a:r>
              <a:rPr lang="en-US" dirty="0">
                <a:latin typeface="Aptos Narrow" panose="020B0004020202020204" pitchFamily="34" charset="0"/>
              </a:rPr>
              <a:t>Provide next order discounts valid Jan – Mar.</a:t>
            </a:r>
          </a:p>
          <a:p>
            <a:pPr marL="285750" indent="-285750">
              <a:buFont typeface="Wingdings" panose="05000000000000000000" pitchFamily="2" charset="2"/>
              <a:buChar char="Ø"/>
            </a:pPr>
            <a:r>
              <a:rPr lang="en-US" dirty="0">
                <a:latin typeface="Aptos Narrow" panose="020B0004020202020204" pitchFamily="34" charset="0"/>
              </a:rPr>
              <a:t>Encourage second purchase withing 30-60 days.</a:t>
            </a:r>
          </a:p>
        </p:txBody>
      </p:sp>
    </p:spTree>
    <p:extLst>
      <p:ext uri="{BB962C8B-B14F-4D97-AF65-F5344CB8AC3E}">
        <p14:creationId xmlns:p14="http://schemas.microsoft.com/office/powerpoint/2010/main" val="35267421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F66734-DEDC-D9F5-5112-7C84EEC8572D}"/>
              </a:ext>
            </a:extLst>
          </p:cNvPr>
          <p:cNvSpPr/>
          <p:nvPr/>
        </p:nvSpPr>
        <p:spPr>
          <a:xfrm>
            <a:off x="469488"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500" b="1" dirty="0">
                <a:ln w="6600">
                  <a:solidFill>
                    <a:schemeClr val="accent2"/>
                  </a:solidFill>
                  <a:prstDash val="solid"/>
                </a:ln>
                <a:solidFill>
                  <a:srgbClr val="FFFFFF"/>
                </a:solidFill>
                <a:effectLst>
                  <a:outerShdw dist="38100" dir="2700000" algn="tl" rotWithShape="0">
                    <a:schemeClr val="accent2"/>
                  </a:outerShdw>
                </a:effectLst>
              </a:rPr>
              <a:t>Quarterly</a:t>
            </a:r>
            <a:r>
              <a:rPr lang="en-IN" sz="2800" dirty="0"/>
              <a:t> </a:t>
            </a:r>
            <a:r>
              <a:rPr lang="en-IN" sz="2500" b="1" dirty="0">
                <a:ln w="6600">
                  <a:solidFill>
                    <a:schemeClr val="accent2"/>
                  </a:solidFill>
                  <a:prstDash val="solid"/>
                </a:ln>
                <a:solidFill>
                  <a:srgbClr val="FFFFFF"/>
                </a:solidFill>
                <a:effectLst>
                  <a:outerShdw dist="38100" dir="2700000" algn="tl" rotWithShape="0">
                    <a:schemeClr val="accent2"/>
                  </a:outerShdw>
                </a:effectLst>
              </a:rPr>
              <a:t>Business Performance</a:t>
            </a:r>
          </a:p>
        </p:txBody>
      </p:sp>
      <p:graphicFrame>
        <p:nvGraphicFramePr>
          <p:cNvPr id="6" name="Chart 5">
            <a:extLst>
              <a:ext uri="{FF2B5EF4-FFF2-40B4-BE49-F238E27FC236}">
                <a16:creationId xmlns:a16="http://schemas.microsoft.com/office/drawing/2014/main" id="{D3C45392-D903-964C-1E6A-188CC9A89CD0}"/>
              </a:ext>
            </a:extLst>
          </p:cNvPr>
          <p:cNvGraphicFramePr/>
          <p:nvPr>
            <p:extLst>
              <p:ext uri="{D42A27DB-BD31-4B8C-83A1-F6EECF244321}">
                <p14:modId xmlns:p14="http://schemas.microsoft.com/office/powerpoint/2010/main" val="1152085527"/>
              </p:ext>
            </p:extLst>
          </p:nvPr>
        </p:nvGraphicFramePr>
        <p:xfrm>
          <a:off x="469487" y="1406014"/>
          <a:ext cx="11253023" cy="462416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50821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07956ED-4BAC-DBBC-72FE-58165596F19F}"/>
              </a:ext>
            </a:extLst>
          </p:cNvPr>
          <p:cNvSpPr/>
          <p:nvPr/>
        </p:nvSpPr>
        <p:spPr>
          <a:xfrm>
            <a:off x="469488"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500" b="1" dirty="0">
                <a:ln w="6600">
                  <a:solidFill>
                    <a:schemeClr val="accent2"/>
                  </a:solidFill>
                  <a:prstDash val="solid"/>
                </a:ln>
                <a:solidFill>
                  <a:srgbClr val="FFFFFF"/>
                </a:solidFill>
                <a:effectLst>
                  <a:outerShdw dist="38100" dir="2700000" algn="tl" rotWithShape="0">
                    <a:schemeClr val="accent2"/>
                  </a:outerShdw>
                </a:effectLst>
              </a:rPr>
              <a:t>Quarterly</a:t>
            </a:r>
            <a:r>
              <a:rPr lang="en-IN" sz="2800" dirty="0"/>
              <a:t> </a:t>
            </a:r>
            <a:r>
              <a:rPr lang="en-IN" sz="2500" b="1" dirty="0">
                <a:ln w="6600">
                  <a:solidFill>
                    <a:schemeClr val="accent2"/>
                  </a:solidFill>
                  <a:prstDash val="solid"/>
                </a:ln>
                <a:solidFill>
                  <a:srgbClr val="FFFFFF"/>
                </a:solidFill>
                <a:effectLst>
                  <a:outerShdw dist="38100" dir="2700000" algn="tl" rotWithShape="0">
                    <a:schemeClr val="accent2"/>
                  </a:outerShdw>
                </a:effectLst>
              </a:rPr>
              <a:t>Business Performance</a:t>
            </a:r>
          </a:p>
        </p:txBody>
      </p:sp>
      <p:sp>
        <p:nvSpPr>
          <p:cNvPr id="5" name="Rectangle 2">
            <a:extLst>
              <a:ext uri="{FF2B5EF4-FFF2-40B4-BE49-F238E27FC236}">
                <a16:creationId xmlns:a16="http://schemas.microsoft.com/office/drawing/2014/main" id="{73FAC8A0-FAD3-65D5-CD7E-BFB64A30B04E}"/>
              </a:ext>
            </a:extLst>
          </p:cNvPr>
          <p:cNvSpPr>
            <a:spLocks noChangeArrowheads="1"/>
          </p:cNvSpPr>
          <p:nvPr/>
        </p:nvSpPr>
        <p:spPr bwMode="auto">
          <a:xfrm>
            <a:off x="540774" y="1450350"/>
            <a:ext cx="11181738" cy="3957302"/>
          </a:xfrm>
          <a:prstGeom prst="rect">
            <a:avLst/>
          </a:prstGeom>
          <a:solidFill>
            <a:schemeClr val="bg1">
              <a:lumMod val="95000"/>
            </a:schemeClr>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R="0" lvl="0" algn="ctr" defTabSz="914400" rtl="0" eaLnBrk="0" fontAlgn="base" latinLnBrk="0" hangingPunct="0">
              <a:lnSpc>
                <a:spcPct val="200000"/>
              </a:lnSpc>
              <a:spcBef>
                <a:spcPct val="0"/>
              </a:spcBef>
              <a:spcAft>
                <a:spcPct val="0"/>
              </a:spcAft>
              <a:buClrTx/>
              <a:buSzTx/>
              <a:tabLst/>
            </a:pPr>
            <a:r>
              <a:rPr kumimoji="0" lang="en-US" altLang="en-US" sz="2000" b="1" i="0" u="sng" strike="noStrike" cap="none" normalizeH="0" baseline="0" dirty="0">
                <a:ln>
                  <a:noFill/>
                </a:ln>
                <a:solidFill>
                  <a:schemeClr val="tx1"/>
                </a:solidFill>
                <a:effectLst/>
                <a:latin typeface="Aptos Narrow" panose="020B0004020202020204" pitchFamily="34" charset="0"/>
              </a:rPr>
              <a:t>Observations</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ptos Narrow" panose="020B0004020202020204" pitchFamily="34" charset="0"/>
              </a:rPr>
              <a:t>Q4 demonstrates the strongest performance</a:t>
            </a:r>
            <a:r>
              <a:rPr kumimoji="0" lang="en-US" altLang="en-US" sz="1800" b="0" i="0" u="none" strike="noStrike" cap="none" normalizeH="0" baseline="0" dirty="0">
                <a:ln>
                  <a:noFill/>
                </a:ln>
                <a:solidFill>
                  <a:schemeClr val="tx1"/>
                </a:solidFill>
                <a:effectLst/>
                <a:latin typeface="Aptos Narrow" panose="020B0004020202020204" pitchFamily="34" charset="0"/>
              </a:rPr>
              <a:t> across all key metrics — including </a:t>
            </a:r>
            <a:r>
              <a:rPr kumimoji="0" lang="en-US" altLang="en-US" sz="1800" b="1" i="0" u="none" strike="noStrike" cap="none" normalizeH="0" baseline="0" dirty="0">
                <a:ln>
                  <a:noFill/>
                </a:ln>
                <a:solidFill>
                  <a:schemeClr val="tx1"/>
                </a:solidFill>
                <a:effectLst/>
                <a:latin typeface="Aptos Narrow" panose="020B0004020202020204" pitchFamily="34" charset="0"/>
              </a:rPr>
              <a:t>volume of items sold, revenue, and profits</a:t>
            </a:r>
            <a:r>
              <a:rPr kumimoji="0" lang="en-US" altLang="en-US" sz="1800" b="0" i="0" u="none" strike="noStrike" cap="none" normalizeH="0" baseline="0" dirty="0">
                <a:ln>
                  <a:noFill/>
                </a:ln>
                <a:solidFill>
                  <a:schemeClr val="tx1"/>
                </a:solidFill>
                <a:effectLst/>
                <a:latin typeface="Aptos Narrow" panose="020B0004020202020204" pitchFamily="34" charset="0"/>
              </a:rPr>
              <a:t>.</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ptos Narrow" panose="020B0004020202020204" pitchFamily="34" charset="0"/>
              </a:rPr>
              <a:t>The consistent upward trend in Q4 indicates strong market demand and effective sales performance during this period.</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ptos Narrow" panose="020B0004020202020204" pitchFamily="34" charset="0"/>
              </a:rPr>
              <a:t>Q1 shows the lowest performance</a:t>
            </a:r>
            <a:r>
              <a:rPr kumimoji="0" lang="en-US" altLang="en-US" sz="1800" b="0" i="0" u="none" strike="noStrike" cap="none" normalizeH="0" baseline="0" dirty="0">
                <a:ln>
                  <a:noFill/>
                </a:ln>
                <a:solidFill>
                  <a:schemeClr val="tx1"/>
                </a:solidFill>
                <a:effectLst/>
                <a:latin typeface="Aptos Narrow" panose="020B0004020202020204" pitchFamily="34" charset="0"/>
              </a:rPr>
              <a:t> compared to other quarters in terms of </a:t>
            </a:r>
            <a:r>
              <a:rPr kumimoji="0" lang="en-US" altLang="en-US" sz="1800" b="1" i="0" u="none" strike="noStrike" cap="none" normalizeH="0" baseline="0" dirty="0">
                <a:ln>
                  <a:noFill/>
                </a:ln>
                <a:solidFill>
                  <a:schemeClr val="tx1"/>
                </a:solidFill>
                <a:effectLst/>
                <a:latin typeface="Aptos Narrow" panose="020B0004020202020204" pitchFamily="34" charset="0"/>
              </a:rPr>
              <a:t>sales volume, revenue, and profitability</a:t>
            </a:r>
            <a:r>
              <a:rPr kumimoji="0" lang="en-US" altLang="en-US" sz="1800" b="0" i="0" u="none" strike="noStrike" cap="none" normalizeH="0" baseline="0" dirty="0">
                <a:ln>
                  <a:noFill/>
                </a:ln>
                <a:solidFill>
                  <a:schemeClr val="tx1"/>
                </a:solidFill>
                <a:effectLst/>
                <a:latin typeface="Aptos Narrow" panose="020B0004020202020204" pitchFamily="34" charset="0"/>
              </a:rPr>
              <a:t>.</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ptos Narrow" panose="020B0004020202020204" pitchFamily="34" charset="0"/>
              </a:rPr>
              <a:t>The comparison clearly highlights a seasonal or cyclical pattern, with </a:t>
            </a:r>
            <a:r>
              <a:rPr kumimoji="0" lang="en-US" altLang="en-US" sz="1800" b="1" i="0" u="none" strike="noStrike" cap="none" normalizeH="0" baseline="0" dirty="0">
                <a:ln>
                  <a:noFill/>
                </a:ln>
                <a:solidFill>
                  <a:schemeClr val="tx1"/>
                </a:solidFill>
                <a:effectLst/>
                <a:latin typeface="Aptos Narrow" panose="020B0004020202020204" pitchFamily="34" charset="0"/>
              </a:rPr>
              <a:t>Q4 leading across all metrics</a:t>
            </a:r>
            <a:r>
              <a:rPr kumimoji="0" lang="en-US" altLang="en-US" sz="1800" b="0" i="0" u="none" strike="noStrike" cap="none" normalizeH="0" baseline="0" dirty="0">
                <a:ln>
                  <a:noFill/>
                </a:ln>
                <a:solidFill>
                  <a:schemeClr val="tx1"/>
                </a:solidFill>
                <a:effectLst/>
                <a:latin typeface="Aptos Narrow" panose="020B0004020202020204" pitchFamily="34" charset="0"/>
              </a:rPr>
              <a:t> while </a:t>
            </a:r>
            <a:r>
              <a:rPr kumimoji="0" lang="en-US" altLang="en-US" sz="1800" b="1" i="0" u="none" strike="noStrike" cap="none" normalizeH="0" baseline="0" dirty="0">
                <a:ln>
                  <a:noFill/>
                </a:ln>
                <a:solidFill>
                  <a:schemeClr val="tx1"/>
                </a:solidFill>
                <a:effectLst/>
                <a:latin typeface="Aptos Narrow" panose="020B0004020202020204" pitchFamily="34" charset="0"/>
              </a:rPr>
              <a:t>Q1 remains the weakest quarter</a:t>
            </a:r>
            <a:r>
              <a:rPr kumimoji="0" lang="en-US" altLang="en-US" sz="1800" b="0" i="0" u="none" strike="noStrike" cap="none" normalizeH="0" baseline="0" dirty="0">
                <a:ln>
                  <a:noFill/>
                </a:ln>
                <a:solidFill>
                  <a:schemeClr val="tx1"/>
                </a:solidFill>
                <a:effectLst/>
                <a:latin typeface="Aptos Narrow" panose="020B0004020202020204" pitchFamily="34" charset="0"/>
              </a:rPr>
              <a:t>.</a:t>
            </a:r>
          </a:p>
        </p:txBody>
      </p:sp>
    </p:spTree>
    <p:extLst>
      <p:ext uri="{BB962C8B-B14F-4D97-AF65-F5344CB8AC3E}">
        <p14:creationId xmlns:p14="http://schemas.microsoft.com/office/powerpoint/2010/main" val="18442500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116591BD-B4DB-139B-47E0-946292A910F2}"/>
              </a:ext>
            </a:extLst>
          </p:cNvPr>
          <p:cNvGraphicFramePr/>
          <p:nvPr>
            <p:extLst>
              <p:ext uri="{D42A27DB-BD31-4B8C-83A1-F6EECF244321}">
                <p14:modId xmlns:p14="http://schemas.microsoft.com/office/powerpoint/2010/main" val="2283763303"/>
              </p:ext>
            </p:extLst>
          </p:nvPr>
        </p:nvGraphicFramePr>
        <p:xfrm>
          <a:off x="501444" y="1258529"/>
          <a:ext cx="7561008" cy="4879804"/>
        </p:xfrm>
        <a:graphic>
          <a:graphicData uri="http://schemas.openxmlformats.org/drawingml/2006/chart">
            <c:chart xmlns:c="http://schemas.openxmlformats.org/drawingml/2006/chart" xmlns:r="http://schemas.openxmlformats.org/officeDocument/2006/relationships" r:id="rId2"/>
          </a:graphicData>
        </a:graphic>
      </p:graphicFrame>
      <p:sp>
        <p:nvSpPr>
          <p:cNvPr id="6" name="Rectangle 5">
            <a:extLst>
              <a:ext uri="{FF2B5EF4-FFF2-40B4-BE49-F238E27FC236}">
                <a16:creationId xmlns:a16="http://schemas.microsoft.com/office/drawing/2014/main" id="{F7BA94E6-4552-99C6-DE66-66959FA638E2}"/>
              </a:ext>
            </a:extLst>
          </p:cNvPr>
          <p:cNvSpPr/>
          <p:nvPr/>
        </p:nvSpPr>
        <p:spPr>
          <a:xfrm>
            <a:off x="469488"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500" b="1" dirty="0">
                <a:ln w="6600">
                  <a:solidFill>
                    <a:schemeClr val="accent2"/>
                  </a:solidFill>
                  <a:prstDash val="solid"/>
                </a:ln>
                <a:solidFill>
                  <a:srgbClr val="FFFFFF"/>
                </a:solidFill>
                <a:effectLst>
                  <a:outerShdw dist="38100" dir="2700000" algn="tl" rotWithShape="0">
                    <a:schemeClr val="accent2"/>
                  </a:outerShdw>
                </a:effectLst>
              </a:rPr>
              <a:t>Quarterly Year –Over-Year Change Analysis </a:t>
            </a:r>
          </a:p>
        </p:txBody>
      </p:sp>
      <p:sp>
        <p:nvSpPr>
          <p:cNvPr id="14" name="TextBox 13">
            <a:extLst>
              <a:ext uri="{FF2B5EF4-FFF2-40B4-BE49-F238E27FC236}">
                <a16:creationId xmlns:a16="http://schemas.microsoft.com/office/drawing/2014/main" id="{E5429042-146D-0FD2-BFB9-65DF3A4C143E}"/>
              </a:ext>
            </a:extLst>
          </p:cNvPr>
          <p:cNvSpPr txBox="1"/>
          <p:nvPr/>
        </p:nvSpPr>
        <p:spPr>
          <a:xfrm>
            <a:off x="8239432" y="1258529"/>
            <a:ext cx="3483080" cy="4207370"/>
          </a:xfrm>
          <a:prstGeom prst="rect">
            <a:avLst/>
          </a:prstGeom>
          <a:solidFill>
            <a:schemeClr val="accent3">
              <a:lumMod val="20000"/>
              <a:lumOff val="80000"/>
            </a:schemeClr>
          </a:solidFill>
          <a:ln>
            <a:solidFill>
              <a:schemeClr val="tx1"/>
            </a:solidFill>
          </a:ln>
        </p:spPr>
        <p:txBody>
          <a:bodyPr wrap="square" rtlCol="0">
            <a:spAutoFit/>
          </a:bodyPr>
          <a:lstStyle/>
          <a:p>
            <a:pPr marL="285750" indent="-285750">
              <a:lnSpc>
                <a:spcPct val="150000"/>
              </a:lnSpc>
              <a:buFont typeface="Wingdings" panose="05000000000000000000" pitchFamily="2" charset="2"/>
              <a:buChar char="Ø"/>
            </a:pPr>
            <a:r>
              <a:rPr lang="en-US" dirty="0">
                <a:latin typeface="Aptos Narrow" panose="020B0004020202020204" pitchFamily="34" charset="0"/>
              </a:rPr>
              <a:t>Profit shows a sharp spike in 2013 across all quarters, followed by continued but moderating growth during 2014 –2015.</a:t>
            </a:r>
          </a:p>
          <a:p>
            <a:pPr marL="285750" indent="-285750">
              <a:lnSpc>
                <a:spcPct val="150000"/>
              </a:lnSpc>
              <a:buFont typeface="Wingdings" panose="05000000000000000000" pitchFamily="2" charset="2"/>
              <a:buChar char="Ø"/>
            </a:pPr>
            <a:r>
              <a:rPr lang="en-US" dirty="0">
                <a:latin typeface="Aptos Narrow" panose="020B0004020202020204" pitchFamily="34" charset="0"/>
              </a:rPr>
              <a:t>Post-2013, profit continues to increase, but at a slower and more stable growth rate, indicating normalization after the initial expansion phase.</a:t>
            </a:r>
          </a:p>
        </p:txBody>
      </p:sp>
    </p:spTree>
    <p:extLst>
      <p:ext uri="{BB962C8B-B14F-4D97-AF65-F5344CB8AC3E}">
        <p14:creationId xmlns:p14="http://schemas.microsoft.com/office/powerpoint/2010/main" val="19908155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5BBCEA98-36D5-84BB-B289-22F2CC8A2FFE}"/>
              </a:ext>
            </a:extLst>
          </p:cNvPr>
          <p:cNvGraphicFramePr/>
          <p:nvPr>
            <p:extLst>
              <p:ext uri="{D42A27DB-BD31-4B8C-83A1-F6EECF244321}">
                <p14:modId xmlns:p14="http://schemas.microsoft.com/office/powerpoint/2010/main" val="859897842"/>
              </p:ext>
            </p:extLst>
          </p:nvPr>
        </p:nvGraphicFramePr>
        <p:xfrm>
          <a:off x="469488" y="1328310"/>
          <a:ext cx="5862485" cy="4689031"/>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AC2C73DC-290E-2F14-F63C-18FF36108DA8}"/>
              </a:ext>
            </a:extLst>
          </p:cNvPr>
          <p:cNvSpPr/>
          <p:nvPr/>
        </p:nvSpPr>
        <p:spPr>
          <a:xfrm>
            <a:off x="469488"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Customer Purchase Frequency: Overall and Monthly</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graphicFrame>
        <p:nvGraphicFramePr>
          <p:cNvPr id="7" name="Chart 6">
            <a:extLst>
              <a:ext uri="{FF2B5EF4-FFF2-40B4-BE49-F238E27FC236}">
                <a16:creationId xmlns:a16="http://schemas.microsoft.com/office/drawing/2014/main" id="{0A5AD7E1-75EC-EA0D-6DC0-7818EDA49D1F}"/>
              </a:ext>
            </a:extLst>
          </p:cNvPr>
          <p:cNvGraphicFramePr/>
          <p:nvPr>
            <p:extLst>
              <p:ext uri="{D42A27DB-BD31-4B8C-83A1-F6EECF244321}">
                <p14:modId xmlns:p14="http://schemas.microsoft.com/office/powerpoint/2010/main" val="2667725747"/>
              </p:ext>
            </p:extLst>
          </p:nvPr>
        </p:nvGraphicFramePr>
        <p:xfrm>
          <a:off x="6508956" y="1328310"/>
          <a:ext cx="5213556" cy="468903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4369998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75F633C-22C0-201B-ADCB-DE63DBB981FA}"/>
              </a:ext>
            </a:extLst>
          </p:cNvPr>
          <p:cNvSpPr/>
          <p:nvPr/>
        </p:nvSpPr>
        <p:spPr>
          <a:xfrm>
            <a:off x="469488"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Customer Purchase Frequency: Overall and Monthly</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6" name="Rectangle 3">
            <a:extLst>
              <a:ext uri="{FF2B5EF4-FFF2-40B4-BE49-F238E27FC236}">
                <a16:creationId xmlns:a16="http://schemas.microsoft.com/office/drawing/2014/main" id="{BE57794C-E47F-3CB9-57CC-CBC0810F8685}"/>
              </a:ext>
            </a:extLst>
          </p:cNvPr>
          <p:cNvSpPr>
            <a:spLocks noChangeArrowheads="1"/>
          </p:cNvSpPr>
          <p:nvPr/>
        </p:nvSpPr>
        <p:spPr bwMode="auto">
          <a:xfrm>
            <a:off x="469488" y="1414991"/>
            <a:ext cx="11253024" cy="4669035"/>
          </a:xfrm>
          <a:prstGeom prst="rect">
            <a:avLst/>
          </a:prstGeom>
          <a:solidFill>
            <a:schemeClr val="accent3">
              <a:lumMod val="20000"/>
              <a:lumOff val="80000"/>
            </a:schemeClr>
          </a:solidFill>
          <a:ln>
            <a:solidFill>
              <a:schemeClr val="tx1"/>
            </a:solidFill>
          </a:ln>
        </p:spPr>
        <p:txBody>
          <a:bodyPr wrap="square" rtlCol="0">
            <a:spAutoFit/>
          </a:bodyPr>
          <a:lstStyle/>
          <a:p>
            <a:pPr algn="ctr">
              <a:lnSpc>
                <a:spcPct val="150000"/>
              </a:lnSpc>
            </a:pPr>
            <a:r>
              <a:rPr lang="en-US" altLang="en-US" sz="2000" b="1" u="sng" dirty="0">
                <a:latin typeface="Aptos Narrow" panose="020B0004020202020204" pitchFamily="34" charset="0"/>
              </a:rPr>
              <a:t>Observations</a:t>
            </a:r>
          </a:p>
          <a:p>
            <a:pPr marL="285750" indent="-285750">
              <a:lnSpc>
                <a:spcPct val="150000"/>
              </a:lnSpc>
              <a:buFont typeface="Wingdings" panose="05000000000000000000" pitchFamily="2" charset="2"/>
              <a:buChar char="Ø"/>
            </a:pPr>
            <a:r>
              <a:rPr lang="en-US" altLang="en-US" dirty="0">
                <a:latin typeface="Aptos Narrow" panose="020B0004020202020204" pitchFamily="34" charset="0"/>
              </a:rPr>
              <a:t>Overall, one-time customers account for about 98% of the customer base, while repeat customers contribute only around 2%.</a:t>
            </a:r>
          </a:p>
          <a:p>
            <a:pPr marL="285750" indent="-285750">
              <a:lnSpc>
                <a:spcPct val="150000"/>
              </a:lnSpc>
              <a:buFont typeface="Wingdings" panose="05000000000000000000" pitchFamily="2" charset="2"/>
              <a:buChar char="Ø"/>
            </a:pPr>
            <a:r>
              <a:rPr lang="en-US" altLang="en-US" dirty="0">
                <a:latin typeface="Aptos Narrow" panose="020B0004020202020204" pitchFamily="34" charset="0"/>
              </a:rPr>
              <a:t>The repeat rate is approximately 1.86%.</a:t>
            </a:r>
          </a:p>
          <a:p>
            <a:pPr marL="285750" indent="-285750">
              <a:lnSpc>
                <a:spcPct val="150000"/>
              </a:lnSpc>
              <a:buFont typeface="Wingdings" panose="05000000000000000000" pitchFamily="2" charset="2"/>
              <a:buChar char="Ø"/>
            </a:pPr>
            <a:r>
              <a:rPr lang="en-US" altLang="en-US" dirty="0">
                <a:latin typeface="Aptos Narrow" panose="020B0004020202020204" pitchFamily="34" charset="0"/>
              </a:rPr>
              <a:t>Months 1–2 have the highest repeat customer presence.</a:t>
            </a:r>
          </a:p>
          <a:p>
            <a:pPr marL="285750" indent="-285750">
              <a:lnSpc>
                <a:spcPct val="150000"/>
              </a:lnSpc>
              <a:buFont typeface="Wingdings" panose="05000000000000000000" pitchFamily="2" charset="2"/>
              <a:buChar char="Ø"/>
            </a:pPr>
            <a:r>
              <a:rPr lang="en-US" altLang="en-US" dirty="0">
                <a:latin typeface="Aptos Narrow" panose="020B0004020202020204" pitchFamily="34" charset="0"/>
              </a:rPr>
              <a:t>Months 11–12 attract the most new customers.</a:t>
            </a:r>
          </a:p>
          <a:p>
            <a:pPr marL="285750" indent="-285750">
              <a:lnSpc>
                <a:spcPct val="150000"/>
              </a:lnSpc>
              <a:buFont typeface="Wingdings" panose="05000000000000000000" pitchFamily="2" charset="2"/>
              <a:buChar char="Ø"/>
            </a:pPr>
            <a:r>
              <a:rPr lang="en-US" altLang="en-US" dirty="0">
                <a:latin typeface="Aptos Narrow" panose="020B0004020202020204" pitchFamily="34" charset="0"/>
              </a:rPr>
              <a:t>Month 4 attracts the fewest customers, contributing to lower revenue due to weaker traffic.</a:t>
            </a:r>
          </a:p>
          <a:p>
            <a:pPr marL="285750" indent="-285750">
              <a:lnSpc>
                <a:spcPct val="150000"/>
              </a:lnSpc>
              <a:buFont typeface="Wingdings" panose="05000000000000000000" pitchFamily="2" charset="2"/>
              <a:buChar char="Ø"/>
            </a:pPr>
            <a:r>
              <a:rPr lang="en-US" altLang="en-US" dirty="0">
                <a:latin typeface="Aptos Narrow" panose="020B0004020202020204" pitchFamily="34" charset="0"/>
              </a:rPr>
              <a:t>This very low repeat rate indicates the business is largely driven by one-time purchasers, raising concerns about long-term retention.</a:t>
            </a:r>
          </a:p>
          <a:p>
            <a:pPr marL="285750" indent="-285750">
              <a:lnSpc>
                <a:spcPct val="150000"/>
              </a:lnSpc>
              <a:buFont typeface="Wingdings" panose="05000000000000000000" pitchFamily="2" charset="2"/>
              <a:buChar char="Ø"/>
            </a:pPr>
            <a:r>
              <a:rPr lang="en-US" altLang="en-US" dirty="0">
                <a:latin typeface="Aptos Narrow" panose="020B0004020202020204" pitchFamily="34" charset="0"/>
              </a:rPr>
              <a:t>Month 6 has the lowest repeat customer count, after which new customer acquisition begins to dominate.</a:t>
            </a:r>
          </a:p>
          <a:p>
            <a:pPr marL="285750" indent="-285750">
              <a:lnSpc>
                <a:spcPct val="150000"/>
              </a:lnSpc>
              <a:buFont typeface="Wingdings" panose="05000000000000000000" pitchFamily="2" charset="2"/>
              <a:buChar char="Ø"/>
            </a:pPr>
            <a:endParaRPr lang="en-US" altLang="en-US" dirty="0">
              <a:latin typeface="Aptos Narrow" panose="020B0004020202020204" pitchFamily="34" charset="0"/>
            </a:endParaRPr>
          </a:p>
        </p:txBody>
      </p:sp>
    </p:spTree>
    <p:extLst>
      <p:ext uri="{BB962C8B-B14F-4D97-AF65-F5344CB8AC3E}">
        <p14:creationId xmlns:p14="http://schemas.microsoft.com/office/powerpoint/2010/main" val="19257337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E4F561D-080B-B883-1470-E56FA5ECC3D0}"/>
              </a:ext>
            </a:extLst>
          </p:cNvPr>
          <p:cNvSpPr/>
          <p:nvPr/>
        </p:nvSpPr>
        <p:spPr>
          <a:xfrm>
            <a:off x="469488"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Customer Base Composition: New vs Existing</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graphicFrame>
        <p:nvGraphicFramePr>
          <p:cNvPr id="3" name="Chart 2">
            <a:extLst>
              <a:ext uri="{FF2B5EF4-FFF2-40B4-BE49-F238E27FC236}">
                <a16:creationId xmlns:a16="http://schemas.microsoft.com/office/drawing/2014/main" id="{D3C7D83C-126A-E128-0785-EA85B6F972CC}"/>
              </a:ext>
            </a:extLst>
          </p:cNvPr>
          <p:cNvGraphicFramePr/>
          <p:nvPr>
            <p:extLst>
              <p:ext uri="{D42A27DB-BD31-4B8C-83A1-F6EECF244321}">
                <p14:modId xmlns:p14="http://schemas.microsoft.com/office/powerpoint/2010/main" val="4213005048"/>
              </p:ext>
            </p:extLst>
          </p:nvPr>
        </p:nvGraphicFramePr>
        <p:xfrm>
          <a:off x="469488" y="1328310"/>
          <a:ext cx="5862485" cy="468903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FE49D63D-1032-6E8F-64D7-CA102CD1EEA1}"/>
              </a:ext>
            </a:extLst>
          </p:cNvPr>
          <p:cNvGraphicFramePr/>
          <p:nvPr>
            <p:extLst>
              <p:ext uri="{D42A27DB-BD31-4B8C-83A1-F6EECF244321}">
                <p14:modId xmlns:p14="http://schemas.microsoft.com/office/powerpoint/2010/main" val="1853726217"/>
              </p:ext>
            </p:extLst>
          </p:nvPr>
        </p:nvGraphicFramePr>
        <p:xfrm>
          <a:off x="6508956" y="1328310"/>
          <a:ext cx="5213556" cy="468903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5833356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F8EFD2-B5AB-A7C6-74F1-445FBB8EA198}"/>
              </a:ext>
            </a:extLst>
          </p:cNvPr>
          <p:cNvSpPr/>
          <p:nvPr/>
        </p:nvSpPr>
        <p:spPr>
          <a:xfrm>
            <a:off x="469488"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Customer Base Composition: New vs Existing</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3" name="Rectangle 3">
            <a:extLst>
              <a:ext uri="{FF2B5EF4-FFF2-40B4-BE49-F238E27FC236}">
                <a16:creationId xmlns:a16="http://schemas.microsoft.com/office/drawing/2014/main" id="{86AA67F2-CAEA-84B1-FFC8-AC83E79368D0}"/>
              </a:ext>
            </a:extLst>
          </p:cNvPr>
          <p:cNvSpPr>
            <a:spLocks noChangeArrowheads="1"/>
          </p:cNvSpPr>
          <p:nvPr/>
        </p:nvSpPr>
        <p:spPr bwMode="auto">
          <a:xfrm>
            <a:off x="469488" y="1424825"/>
            <a:ext cx="11253024" cy="4622869"/>
          </a:xfrm>
          <a:prstGeom prst="rect">
            <a:avLst/>
          </a:prstGeom>
          <a:solidFill>
            <a:schemeClr val="accent3">
              <a:lumMod val="20000"/>
              <a:lumOff val="80000"/>
            </a:schemeClr>
          </a:solidFill>
          <a:ln>
            <a:solidFill>
              <a:schemeClr val="tx1"/>
            </a:solidFill>
          </a:ln>
        </p:spPr>
        <p:txBody>
          <a:bodyPr wrap="square" rtlCol="0">
            <a:spAutoFit/>
          </a:bodyPr>
          <a:lstStyle/>
          <a:p>
            <a:pPr algn="ctr">
              <a:lnSpc>
                <a:spcPct val="150000"/>
              </a:lnSpc>
            </a:pPr>
            <a:r>
              <a:rPr lang="en-US" altLang="en-US" b="1" u="sng" dirty="0">
                <a:latin typeface="Aptos Narrow" panose="020B0004020202020204" pitchFamily="34" charset="0"/>
              </a:rPr>
              <a:t>Observations</a:t>
            </a:r>
          </a:p>
          <a:p>
            <a:pPr marL="285750" indent="-285750">
              <a:lnSpc>
                <a:spcPct val="150000"/>
              </a:lnSpc>
              <a:buFont typeface="Wingdings" panose="05000000000000000000" pitchFamily="2" charset="2"/>
              <a:buChar char="Ø"/>
            </a:pPr>
            <a:r>
              <a:rPr lang="en-US" altLang="en-US" dirty="0">
                <a:latin typeface="Aptos Narrow" panose="020B0004020202020204" pitchFamily="34" charset="0"/>
              </a:rPr>
              <a:t>Existing Customer are those customer which are in the business with more than 30 days of there customer lifetime.</a:t>
            </a:r>
          </a:p>
          <a:p>
            <a:pPr marL="285750" indent="-285750">
              <a:lnSpc>
                <a:spcPct val="150000"/>
              </a:lnSpc>
              <a:buFont typeface="Wingdings" panose="05000000000000000000" pitchFamily="2" charset="2"/>
              <a:buChar char="Ø"/>
            </a:pPr>
            <a:r>
              <a:rPr lang="en-US" altLang="en-US" dirty="0">
                <a:latin typeface="Aptos Narrow" panose="020B0004020202020204" pitchFamily="34" charset="0"/>
              </a:rPr>
              <a:t>New Customer are those customer whose customer lifetime is less than or equal to 30 days.</a:t>
            </a:r>
          </a:p>
          <a:p>
            <a:pPr marL="285750" indent="-285750">
              <a:lnSpc>
                <a:spcPct val="150000"/>
              </a:lnSpc>
              <a:buFont typeface="Wingdings" panose="05000000000000000000" pitchFamily="2" charset="2"/>
              <a:buChar char="Ø"/>
            </a:pPr>
            <a:r>
              <a:rPr lang="en-US" altLang="en-US" dirty="0">
                <a:latin typeface="Aptos Narrow" panose="020B0004020202020204" pitchFamily="34" charset="0"/>
              </a:rPr>
              <a:t>Overall , Existing customer are around  only 1% which depicts that customer are not retaining more than 30 days in business &amp; New customers are 99%.</a:t>
            </a:r>
          </a:p>
          <a:p>
            <a:pPr marL="285750" indent="-285750">
              <a:lnSpc>
                <a:spcPct val="150000"/>
              </a:lnSpc>
              <a:buFont typeface="Wingdings" panose="05000000000000000000" pitchFamily="2" charset="2"/>
              <a:buChar char="Ø"/>
            </a:pPr>
            <a:r>
              <a:rPr lang="en-US" altLang="en-US" dirty="0">
                <a:latin typeface="Aptos Narrow" panose="020B0004020202020204" pitchFamily="34" charset="0"/>
              </a:rPr>
              <a:t> Month 1,2 having highest existing customer .</a:t>
            </a:r>
          </a:p>
          <a:p>
            <a:pPr marL="285750" indent="-285750">
              <a:lnSpc>
                <a:spcPct val="150000"/>
              </a:lnSpc>
              <a:buFont typeface="Wingdings" panose="05000000000000000000" pitchFamily="2" charset="2"/>
              <a:buChar char="Ø"/>
            </a:pPr>
            <a:r>
              <a:rPr lang="en-US" altLang="en-US" dirty="0">
                <a:latin typeface="Aptos Narrow" panose="020B0004020202020204" pitchFamily="34" charset="0"/>
              </a:rPr>
              <a:t>Month 11,12 are the customer acquisition month where new customer are more.</a:t>
            </a:r>
          </a:p>
          <a:p>
            <a:pPr marL="285750" indent="-285750">
              <a:lnSpc>
                <a:spcPct val="150000"/>
              </a:lnSpc>
              <a:buFont typeface="Wingdings" panose="05000000000000000000" pitchFamily="2" charset="2"/>
              <a:buChar char="Ø"/>
            </a:pPr>
            <a:r>
              <a:rPr lang="en-US" altLang="en-US" dirty="0">
                <a:latin typeface="Aptos Narrow" panose="020B0004020202020204" pitchFamily="34" charset="0"/>
              </a:rPr>
              <a:t>Month 9 there is a sudden increase in existing customer.</a:t>
            </a:r>
          </a:p>
          <a:p>
            <a:pPr marL="285750" indent="-285750">
              <a:lnSpc>
                <a:spcPct val="150000"/>
              </a:lnSpc>
              <a:buFont typeface="Wingdings" panose="05000000000000000000" pitchFamily="2" charset="2"/>
              <a:buChar char="Ø"/>
            </a:pPr>
            <a:r>
              <a:rPr lang="en-US" altLang="en-US" dirty="0">
                <a:latin typeface="Aptos Narrow" panose="020B0004020202020204" pitchFamily="34" charset="0"/>
              </a:rPr>
              <a:t>Month 4 having lowest new customer acquisition that depicts the sales are done in this month by existing customers .</a:t>
            </a:r>
          </a:p>
          <a:p>
            <a:pPr marL="285750" indent="-285750">
              <a:lnSpc>
                <a:spcPct val="150000"/>
              </a:lnSpc>
              <a:buFont typeface="Wingdings" panose="05000000000000000000" pitchFamily="2" charset="2"/>
              <a:buChar char="Ø"/>
            </a:pPr>
            <a:r>
              <a:rPr lang="en-US" altLang="en-US" dirty="0">
                <a:latin typeface="Aptos Narrow" panose="020B0004020202020204" pitchFamily="34" charset="0"/>
              </a:rPr>
              <a:t>Month 6 having lowest existing customers.</a:t>
            </a:r>
          </a:p>
          <a:p>
            <a:pPr marL="285750" indent="-285750">
              <a:lnSpc>
                <a:spcPct val="150000"/>
              </a:lnSpc>
              <a:buFont typeface="Wingdings" panose="05000000000000000000" pitchFamily="2" charset="2"/>
              <a:buChar char="Ø"/>
            </a:pPr>
            <a:endParaRPr lang="en-US" altLang="en-US" dirty="0">
              <a:latin typeface="Aptos Narrow" panose="020B0004020202020204" pitchFamily="34" charset="0"/>
            </a:endParaRPr>
          </a:p>
        </p:txBody>
      </p:sp>
    </p:spTree>
    <p:extLst>
      <p:ext uri="{BB962C8B-B14F-4D97-AF65-F5344CB8AC3E}">
        <p14:creationId xmlns:p14="http://schemas.microsoft.com/office/powerpoint/2010/main" val="41119604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5FB2D9A-84DF-7EF1-03F8-2D7550E5FC4D}"/>
              </a:ext>
            </a:extLst>
          </p:cNvPr>
          <p:cNvSpPr/>
          <p:nvPr/>
        </p:nvSpPr>
        <p:spPr>
          <a:xfrm>
            <a:off x="469488"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Customer Acquisition vs Retention: Key Improvement Areas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4" name="Rectangle 1">
            <a:extLst>
              <a:ext uri="{FF2B5EF4-FFF2-40B4-BE49-F238E27FC236}">
                <a16:creationId xmlns:a16="http://schemas.microsoft.com/office/drawing/2014/main" id="{005C15C5-8B64-D96E-73F6-B987E70A30F1}"/>
              </a:ext>
            </a:extLst>
          </p:cNvPr>
          <p:cNvSpPr>
            <a:spLocks noChangeArrowheads="1"/>
          </p:cNvSpPr>
          <p:nvPr/>
        </p:nvSpPr>
        <p:spPr bwMode="auto">
          <a:xfrm>
            <a:off x="469488" y="1357403"/>
            <a:ext cx="10965428" cy="4669035"/>
          </a:xfrm>
          <a:prstGeom prst="rect">
            <a:avLst/>
          </a:prstGeom>
          <a:solidFill>
            <a:schemeClr val="accent3">
              <a:lumMod val="20000"/>
              <a:lumOff val="80000"/>
            </a:schemeClr>
          </a:solidFill>
          <a:ln>
            <a:solidFill>
              <a:schemeClr val="tx1"/>
            </a:solidFill>
          </a:ln>
        </p:spPr>
        <p:txBody>
          <a:bodyPr wrap="square" rtlCol="0">
            <a:spAutoFit/>
          </a:bodyPr>
          <a:lstStyle/>
          <a:p>
            <a:pPr algn="ctr">
              <a:lnSpc>
                <a:spcPct val="150000"/>
              </a:lnSpc>
            </a:pPr>
            <a:r>
              <a:rPr lang="en-US" altLang="en-US" sz="2000" b="1" u="sng" dirty="0">
                <a:latin typeface="Aptos Narrow" panose="020B0004020202020204" pitchFamily="34" charset="0"/>
              </a:rPr>
              <a:t>Recommendations</a:t>
            </a:r>
            <a:endParaRPr lang="en-US" altLang="en-US" sz="2000" dirty="0">
              <a:latin typeface="Aptos Narrow" panose="020B0004020202020204" pitchFamily="34" charset="0"/>
            </a:endParaRPr>
          </a:p>
          <a:p>
            <a:pPr marL="285750" indent="-285750">
              <a:lnSpc>
                <a:spcPct val="150000"/>
              </a:lnSpc>
              <a:buFont typeface="Wingdings" panose="05000000000000000000" pitchFamily="2" charset="2"/>
              <a:buChar char="Ø"/>
            </a:pPr>
            <a:r>
              <a:rPr lang="en-US" altLang="en-US" dirty="0">
                <a:latin typeface="Aptos Narrow" panose="020B0004020202020204" pitchFamily="34" charset="0"/>
              </a:rPr>
              <a:t>The repeat rate is extremely low (~1.84%), indicating a need to strengthen customer retention through loyalty programs, targeted discounts, and reward incentives to encourage repeat purchases.</a:t>
            </a:r>
          </a:p>
          <a:p>
            <a:pPr marL="285750" indent="-285750">
              <a:lnSpc>
                <a:spcPct val="150000"/>
              </a:lnSpc>
              <a:buFont typeface="Wingdings" panose="05000000000000000000" pitchFamily="2" charset="2"/>
              <a:buChar char="Ø"/>
            </a:pPr>
            <a:r>
              <a:rPr lang="en-US" altLang="en-US" dirty="0">
                <a:latin typeface="Aptos Narrow" panose="020B0004020202020204" pitchFamily="34" charset="0"/>
              </a:rPr>
              <a:t>Months 1, 2, 9, 11, and 12 show relatively higher repeat activity; targeted retention campaigns during these periods can help convert engaged customers into long-term buyers.</a:t>
            </a:r>
          </a:p>
          <a:p>
            <a:pPr marL="285750" indent="-285750">
              <a:lnSpc>
                <a:spcPct val="150000"/>
              </a:lnSpc>
              <a:buFont typeface="Wingdings" panose="05000000000000000000" pitchFamily="2" charset="2"/>
              <a:buChar char="Ø"/>
            </a:pPr>
            <a:r>
              <a:rPr lang="en-US" altLang="en-US" dirty="0">
                <a:latin typeface="Aptos Narrow" panose="020B0004020202020204" pitchFamily="34" charset="0"/>
              </a:rPr>
              <a:t>Month 12 has the highest one-time customers; cross-sell and post-purchase engagement strategies should be deployed to convert these new buyers into repeat customers in subsequent months.</a:t>
            </a:r>
          </a:p>
          <a:p>
            <a:pPr marL="285750" indent="-285750">
              <a:lnSpc>
                <a:spcPct val="150000"/>
              </a:lnSpc>
              <a:buFont typeface="Wingdings" panose="05000000000000000000" pitchFamily="2" charset="2"/>
              <a:buChar char="Ø"/>
            </a:pPr>
            <a:r>
              <a:rPr lang="en-US" altLang="en-US" dirty="0">
                <a:latin typeface="Aptos Narrow" panose="020B0004020202020204" pitchFamily="34" charset="0"/>
              </a:rPr>
              <a:t>Month 6 shows a dip in repeat customers, indicating reliance on one-time buyers; seasonal campaigns and remarketing efforts are recommended to stabilize repeat behavior during this period.</a:t>
            </a:r>
          </a:p>
          <a:p>
            <a:pPr marL="285750" indent="-285750">
              <a:lnSpc>
                <a:spcPct val="150000"/>
              </a:lnSpc>
              <a:buFont typeface="Wingdings" panose="05000000000000000000" pitchFamily="2" charset="2"/>
              <a:buChar char="Ø"/>
            </a:pPr>
            <a:r>
              <a:rPr lang="en-US" altLang="en-US" dirty="0">
                <a:latin typeface="Aptos Narrow" panose="020B0004020202020204" pitchFamily="34" charset="0"/>
              </a:rPr>
              <a:t>Months 3–4 show declines in both one-time and repeat customers, suggesting seasonal slowdown; promotional or acquisition campaigns may help mitigate this dip.</a:t>
            </a:r>
          </a:p>
        </p:txBody>
      </p:sp>
    </p:spTree>
    <p:extLst>
      <p:ext uri="{BB962C8B-B14F-4D97-AF65-F5344CB8AC3E}">
        <p14:creationId xmlns:p14="http://schemas.microsoft.com/office/powerpoint/2010/main" val="5882267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hart 6">
            <a:extLst>
              <a:ext uri="{FF2B5EF4-FFF2-40B4-BE49-F238E27FC236}">
                <a16:creationId xmlns:a16="http://schemas.microsoft.com/office/drawing/2014/main" id="{B4D55147-B18A-D328-00CB-466B539A77E6}"/>
              </a:ext>
            </a:extLst>
          </p:cNvPr>
          <p:cNvGraphicFramePr/>
          <p:nvPr>
            <p:extLst>
              <p:ext uri="{D42A27DB-BD31-4B8C-83A1-F6EECF244321}">
                <p14:modId xmlns:p14="http://schemas.microsoft.com/office/powerpoint/2010/main" val="3397228516"/>
              </p:ext>
            </p:extLst>
          </p:nvPr>
        </p:nvGraphicFramePr>
        <p:xfrm>
          <a:off x="547328" y="1327355"/>
          <a:ext cx="11175183" cy="4788309"/>
        </p:xfrm>
        <a:graphic>
          <a:graphicData uri="http://schemas.openxmlformats.org/drawingml/2006/chart">
            <c:chart xmlns:c="http://schemas.openxmlformats.org/drawingml/2006/chart" xmlns:r="http://schemas.openxmlformats.org/officeDocument/2006/relationships" r:id="rId3"/>
          </a:graphicData>
        </a:graphic>
      </p:graphicFrame>
      <p:sp>
        <p:nvSpPr>
          <p:cNvPr id="8" name="Rectangle 7">
            <a:extLst>
              <a:ext uri="{FF2B5EF4-FFF2-40B4-BE49-F238E27FC236}">
                <a16:creationId xmlns:a16="http://schemas.microsoft.com/office/drawing/2014/main" id="{DD94B43D-ECDE-5436-1068-A05E29B2F029}"/>
              </a:ext>
            </a:extLst>
          </p:cNvPr>
          <p:cNvSpPr/>
          <p:nvPr/>
        </p:nvSpPr>
        <p:spPr>
          <a:xfrm>
            <a:off x="469488"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Monthly Conversion Rates &amp; Session Counts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Tree>
    <p:extLst>
      <p:ext uri="{BB962C8B-B14F-4D97-AF65-F5344CB8AC3E}">
        <p14:creationId xmlns:p14="http://schemas.microsoft.com/office/powerpoint/2010/main" val="10261120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FA9EEE-6AA8-BD8E-A0B6-17BD8C9B659B}"/>
              </a:ext>
            </a:extLst>
          </p:cNvPr>
          <p:cNvSpPr txBox="1"/>
          <p:nvPr/>
        </p:nvSpPr>
        <p:spPr>
          <a:xfrm>
            <a:off x="469488" y="1248696"/>
            <a:ext cx="11253024" cy="5035866"/>
          </a:xfrm>
          <a:prstGeom prst="rect">
            <a:avLst/>
          </a:prstGeom>
          <a:solidFill>
            <a:schemeClr val="accent3">
              <a:lumMod val="20000"/>
              <a:lumOff val="80000"/>
            </a:schemeClr>
          </a:solidFill>
          <a:ln>
            <a:solidFill>
              <a:schemeClr val="tx1"/>
            </a:solidFill>
          </a:ln>
        </p:spPr>
        <p:txBody>
          <a:bodyPr wrap="square" rtlCol="0">
            <a:spAutoFit/>
          </a:bodyPr>
          <a:lstStyle/>
          <a:p>
            <a:pPr marL="285750" indent="-285750">
              <a:lnSpc>
                <a:spcPct val="150000"/>
              </a:lnSpc>
              <a:buFont typeface="Wingdings" panose="05000000000000000000" pitchFamily="2" charset="2"/>
              <a:buChar char="Ø"/>
            </a:pPr>
            <a:r>
              <a:rPr lang="en-US" dirty="0">
                <a:latin typeface="Aptos Narrow" panose="020B0004020202020204" pitchFamily="34" charset="0"/>
              </a:rPr>
              <a:t>Month of 2 (February) having the Highest Conversion Rates.</a:t>
            </a:r>
          </a:p>
          <a:p>
            <a:pPr marL="285750" indent="-285750">
              <a:lnSpc>
                <a:spcPct val="150000"/>
              </a:lnSpc>
              <a:buFont typeface="Wingdings" panose="05000000000000000000" pitchFamily="2" charset="2"/>
              <a:buChar char="Ø"/>
            </a:pPr>
            <a:r>
              <a:rPr lang="en-US" dirty="0">
                <a:latin typeface="Aptos Narrow" panose="020B0004020202020204" pitchFamily="34" charset="0"/>
              </a:rPr>
              <a:t>In month of Nov , Dec(11,12) having the highest session counts but less conversion rates as compare to month 2 where </a:t>
            </a:r>
          </a:p>
          <a:p>
            <a:pPr>
              <a:lnSpc>
                <a:spcPct val="150000"/>
              </a:lnSpc>
            </a:pPr>
            <a:r>
              <a:rPr lang="en-US" dirty="0">
                <a:latin typeface="Aptos Narrow" panose="020B0004020202020204" pitchFamily="34" charset="0"/>
              </a:rPr>
              <a:t>Session counts are comparatively low.</a:t>
            </a:r>
          </a:p>
          <a:p>
            <a:pPr marL="285750" indent="-285750">
              <a:lnSpc>
                <a:spcPct val="150000"/>
              </a:lnSpc>
              <a:buFont typeface="Wingdings" panose="05000000000000000000" pitchFamily="2" charset="2"/>
              <a:buChar char="Ø"/>
            </a:pPr>
            <a:r>
              <a:rPr lang="en-US" dirty="0">
                <a:latin typeface="Aptos Narrow" panose="020B0004020202020204" pitchFamily="34" charset="0"/>
              </a:rPr>
              <a:t>Month 11,12 having more session counts than conversion which means more customer are just engaging in scrolling not buying .</a:t>
            </a:r>
          </a:p>
          <a:p>
            <a:pPr marL="285750" indent="-285750">
              <a:lnSpc>
                <a:spcPct val="150000"/>
              </a:lnSpc>
              <a:buFont typeface="Wingdings" panose="05000000000000000000" pitchFamily="2" charset="2"/>
              <a:buChar char="Ø"/>
            </a:pPr>
            <a:r>
              <a:rPr lang="en-US" dirty="0">
                <a:latin typeface="Aptos Narrow" panose="020B0004020202020204" pitchFamily="34" charset="0"/>
              </a:rPr>
              <a:t>Month 4 having lowest session counts and Conversion rates which is the reason decrease in revenue in that month </a:t>
            </a:r>
          </a:p>
          <a:p>
            <a:pPr>
              <a:lnSpc>
                <a:spcPct val="150000"/>
              </a:lnSpc>
            </a:pPr>
            <a:r>
              <a:rPr lang="en-US" dirty="0">
                <a:latin typeface="Aptos Narrow" panose="020B0004020202020204" pitchFamily="34" charset="0"/>
              </a:rPr>
              <a:t>Compare to other months.</a:t>
            </a:r>
          </a:p>
          <a:p>
            <a:pPr marL="285750" indent="-285750">
              <a:lnSpc>
                <a:spcPct val="150000"/>
              </a:lnSpc>
              <a:buFont typeface="Wingdings" panose="05000000000000000000" pitchFamily="2" charset="2"/>
              <a:buChar char="Ø"/>
            </a:pPr>
            <a:r>
              <a:rPr lang="en-US" dirty="0">
                <a:latin typeface="Aptos Narrow" panose="020B0004020202020204" pitchFamily="34" charset="0"/>
              </a:rPr>
              <a:t>Month 2 having higher conversion rate as the repeat customers are also high there so mostly the customer who are making purchase are the existing one and making repeat purchases.</a:t>
            </a:r>
          </a:p>
          <a:p>
            <a:pPr marL="285750" indent="-285750">
              <a:lnSpc>
                <a:spcPct val="150000"/>
              </a:lnSpc>
              <a:buFont typeface="Wingdings" panose="05000000000000000000" pitchFamily="2" charset="2"/>
              <a:buChar char="Ø"/>
            </a:pPr>
            <a:r>
              <a:rPr lang="en-US" dirty="0">
                <a:latin typeface="Aptos Narrow" panose="020B0004020202020204" pitchFamily="34" charset="0"/>
              </a:rPr>
              <a:t>Month 11,12 attracting new customer and these months are helping in increase on traffic on websites  </a:t>
            </a:r>
          </a:p>
          <a:p>
            <a:pPr marL="285750" indent="-285750">
              <a:lnSpc>
                <a:spcPct val="150000"/>
              </a:lnSpc>
              <a:buFont typeface="Wingdings" panose="05000000000000000000" pitchFamily="2" charset="2"/>
              <a:buChar char="Ø"/>
            </a:pPr>
            <a:r>
              <a:rPr lang="en-US" dirty="0">
                <a:solidFill>
                  <a:srgbClr val="00B050"/>
                </a:solidFill>
                <a:latin typeface="Aptos Narrow" panose="020B0004020202020204" pitchFamily="34" charset="0"/>
              </a:rPr>
              <a:t>Month 11–12:more visitors , browsing heavy , lower intent %.</a:t>
            </a:r>
          </a:p>
          <a:p>
            <a:pPr marL="285750" indent="-285750">
              <a:lnSpc>
                <a:spcPct val="150000"/>
              </a:lnSpc>
              <a:buFont typeface="Wingdings" panose="05000000000000000000" pitchFamily="2" charset="2"/>
              <a:buChar char="Ø"/>
            </a:pPr>
            <a:r>
              <a:rPr lang="en-US" dirty="0">
                <a:solidFill>
                  <a:srgbClr val="00B050"/>
                </a:solidFill>
                <a:latin typeface="Aptos Narrow" panose="020B0004020202020204" pitchFamily="34" charset="0"/>
              </a:rPr>
              <a:t>Month 2:fewer visitors , targeted/returning , higher intent %.</a:t>
            </a:r>
            <a:endParaRPr lang="en-IN" dirty="0">
              <a:solidFill>
                <a:srgbClr val="00B050"/>
              </a:solidFill>
              <a:latin typeface="Aptos Narrow" panose="020B0004020202020204" pitchFamily="34" charset="0"/>
            </a:endParaRPr>
          </a:p>
        </p:txBody>
      </p:sp>
      <p:sp>
        <p:nvSpPr>
          <p:cNvPr id="3" name="Rectangle 2">
            <a:extLst>
              <a:ext uri="{FF2B5EF4-FFF2-40B4-BE49-F238E27FC236}">
                <a16:creationId xmlns:a16="http://schemas.microsoft.com/office/drawing/2014/main" id="{AAE48F55-6F1F-DA6A-A979-E6E1717E418F}"/>
              </a:ext>
            </a:extLst>
          </p:cNvPr>
          <p:cNvSpPr/>
          <p:nvPr/>
        </p:nvSpPr>
        <p:spPr>
          <a:xfrm>
            <a:off x="469488"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Monthly Conversion Rates &amp; Session Counts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Tree>
    <p:extLst>
      <p:ext uri="{BB962C8B-B14F-4D97-AF65-F5344CB8AC3E}">
        <p14:creationId xmlns:p14="http://schemas.microsoft.com/office/powerpoint/2010/main" val="1254645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B540E7C-BB86-8F02-13C6-DEA820AD71F9}"/>
              </a:ext>
            </a:extLst>
          </p:cNvPr>
          <p:cNvSpPr/>
          <p:nvPr/>
        </p:nvSpPr>
        <p:spPr>
          <a:xfrm>
            <a:off x="469488"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500" b="1" dirty="0">
                <a:ln w="6600">
                  <a:solidFill>
                    <a:schemeClr val="accent2"/>
                  </a:solidFill>
                  <a:prstDash val="solid"/>
                </a:ln>
                <a:solidFill>
                  <a:srgbClr val="FFFFFF"/>
                </a:solidFill>
                <a:effectLst>
                  <a:outerShdw dist="38100" dir="2700000" algn="tl" rotWithShape="0">
                    <a:schemeClr val="accent2"/>
                  </a:outerShdw>
                </a:effectLst>
              </a:rPr>
              <a:t>Revenue to Profit Bridge</a:t>
            </a:r>
          </a:p>
        </p:txBody>
      </p:sp>
      <p:sp>
        <p:nvSpPr>
          <p:cNvPr id="3" name="TextBox 2">
            <a:extLst>
              <a:ext uri="{FF2B5EF4-FFF2-40B4-BE49-F238E27FC236}">
                <a16:creationId xmlns:a16="http://schemas.microsoft.com/office/drawing/2014/main" id="{2227869F-66C9-CED3-3534-CFF1B35C25A1}"/>
              </a:ext>
            </a:extLst>
          </p:cNvPr>
          <p:cNvSpPr txBox="1"/>
          <p:nvPr/>
        </p:nvSpPr>
        <p:spPr>
          <a:xfrm>
            <a:off x="8239432" y="1258529"/>
            <a:ext cx="3483080" cy="3895746"/>
          </a:xfrm>
          <a:prstGeom prst="rect">
            <a:avLst/>
          </a:prstGeom>
          <a:solidFill>
            <a:schemeClr val="accent3">
              <a:lumMod val="20000"/>
              <a:lumOff val="80000"/>
            </a:schemeClr>
          </a:solidFill>
          <a:ln>
            <a:solidFill>
              <a:schemeClr val="tx1"/>
            </a:solidFill>
          </a:ln>
        </p:spPr>
        <p:txBody>
          <a:bodyPr wrap="square" rtlCol="0">
            <a:spAutoFit/>
          </a:bodyPr>
          <a:lstStyle/>
          <a:p>
            <a:pPr marL="285750" indent="-285750">
              <a:lnSpc>
                <a:spcPct val="200000"/>
              </a:lnSpc>
              <a:buFont typeface="Wingdings" panose="05000000000000000000" pitchFamily="2" charset="2"/>
              <a:buChar char="Ø"/>
            </a:pPr>
            <a:r>
              <a:rPr lang="en-US" dirty="0">
                <a:latin typeface="Aptos Narrow" panose="020B0004020202020204" pitchFamily="34" charset="0"/>
              </a:rPr>
              <a:t>The waterfall illustrates the key drivers contributing to the change from the starting value to the final outcome.</a:t>
            </a:r>
          </a:p>
          <a:p>
            <a:pPr marL="285750" indent="-285750">
              <a:lnSpc>
                <a:spcPct val="200000"/>
              </a:lnSpc>
              <a:buFont typeface="Wingdings" panose="05000000000000000000" pitchFamily="2" charset="2"/>
              <a:buChar char="Ø"/>
            </a:pPr>
            <a:r>
              <a:rPr lang="en-US" dirty="0">
                <a:latin typeface="Aptos Narrow" panose="020B0004020202020204" pitchFamily="34" charset="0"/>
              </a:rPr>
              <a:t>This shows how the revenue gets beaked down and at last we get the profit</a:t>
            </a:r>
          </a:p>
        </p:txBody>
      </p:sp>
      <p:pic>
        <p:nvPicPr>
          <p:cNvPr id="5" name="Picture 4">
            <a:extLst>
              <a:ext uri="{FF2B5EF4-FFF2-40B4-BE49-F238E27FC236}">
                <a16:creationId xmlns:a16="http://schemas.microsoft.com/office/drawing/2014/main" id="{3FA9D665-20E2-6F62-AF5F-2A36F8247024}"/>
              </a:ext>
            </a:extLst>
          </p:cNvPr>
          <p:cNvPicPr>
            <a:picLocks noChangeAspect="1"/>
          </p:cNvPicPr>
          <p:nvPr/>
        </p:nvPicPr>
        <p:blipFill>
          <a:blip r:embed="rId3">
            <a:alphaModFix amt="70000"/>
          </a:blip>
          <a:stretch>
            <a:fillRect/>
          </a:stretch>
        </p:blipFill>
        <p:spPr>
          <a:xfrm>
            <a:off x="469488" y="1809135"/>
            <a:ext cx="7455312" cy="4159045"/>
          </a:xfrm>
          <a:prstGeom prst="rect">
            <a:avLst/>
          </a:prstGeom>
          <a:ln>
            <a:solidFill>
              <a:schemeClr val="bg2"/>
            </a:solidFill>
          </a:ln>
        </p:spPr>
      </p:pic>
      <p:sp>
        <p:nvSpPr>
          <p:cNvPr id="6" name="TextBox 5">
            <a:extLst>
              <a:ext uri="{FF2B5EF4-FFF2-40B4-BE49-F238E27FC236}">
                <a16:creationId xmlns:a16="http://schemas.microsoft.com/office/drawing/2014/main" id="{73C5E35F-F0F7-7EB0-A9D5-E000F375BA1A}"/>
              </a:ext>
            </a:extLst>
          </p:cNvPr>
          <p:cNvSpPr txBox="1"/>
          <p:nvPr/>
        </p:nvSpPr>
        <p:spPr>
          <a:xfrm>
            <a:off x="469488" y="1337187"/>
            <a:ext cx="6754761" cy="393290"/>
          </a:xfrm>
          <a:prstGeom prst="rect">
            <a:avLst/>
          </a:prstGeom>
          <a:noFill/>
          <a:ln>
            <a:solidFill>
              <a:schemeClr val="bg2"/>
            </a:solidFill>
          </a:ln>
        </p:spPr>
        <p:txBody>
          <a:bodyPr wrap="square" rtlCol="0">
            <a:spAutoFit/>
          </a:bodyPr>
          <a:lstStyle/>
          <a:p>
            <a:pPr algn="ctr">
              <a:defRPr sz="1862" b="0" i="0" u="none" strike="noStrike" baseline="0">
                <a:solidFill>
                  <a:prstClr val="black">
                    <a:lumMod val="65000"/>
                    <a:lumOff val="35000"/>
                  </a:prstClr>
                </a:solidFill>
                <a:latin typeface="+mn-lt"/>
                <a:ea typeface="+mn-ea"/>
                <a:cs typeface="+mn-cs"/>
              </a:defRPr>
            </a:pPr>
            <a:r>
              <a:rPr lang="en-US"/>
              <a:t>Revenue, Cost, Refunds, and Profit Waterfall</a:t>
            </a:r>
            <a:endParaRPr lang="en-US" dirty="0">
              <a:solidFill>
                <a:prstClr val="black">
                  <a:lumMod val="65000"/>
                  <a:lumOff val="35000"/>
                </a:prstClr>
              </a:solidFill>
            </a:endParaRPr>
          </a:p>
        </p:txBody>
      </p:sp>
    </p:spTree>
    <p:extLst>
      <p:ext uri="{BB962C8B-B14F-4D97-AF65-F5344CB8AC3E}">
        <p14:creationId xmlns:p14="http://schemas.microsoft.com/office/powerpoint/2010/main" val="18988215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9D1FC45-942E-B437-8FA4-A1CA8E73E5D4}"/>
              </a:ext>
            </a:extLst>
          </p:cNvPr>
          <p:cNvSpPr/>
          <p:nvPr/>
        </p:nvSpPr>
        <p:spPr>
          <a:xfrm>
            <a:off x="400661" y="401197"/>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500" b="1" dirty="0">
                <a:ln w="6600">
                  <a:solidFill>
                    <a:schemeClr val="accent2"/>
                  </a:solidFill>
                  <a:prstDash val="solid"/>
                </a:ln>
                <a:solidFill>
                  <a:srgbClr val="FFFFFF"/>
                </a:solidFill>
                <a:effectLst>
                  <a:outerShdw dist="38100" dir="2700000" algn="tl" rotWithShape="0">
                    <a:schemeClr val="accent2"/>
                  </a:outerShdw>
                </a:effectLst>
              </a:rPr>
              <a:t>Sales Driver: Purchase Volume</a:t>
            </a:r>
          </a:p>
        </p:txBody>
      </p:sp>
      <p:graphicFrame>
        <p:nvGraphicFramePr>
          <p:cNvPr id="8" name="Table 7">
            <a:extLst>
              <a:ext uri="{FF2B5EF4-FFF2-40B4-BE49-F238E27FC236}">
                <a16:creationId xmlns:a16="http://schemas.microsoft.com/office/drawing/2014/main" id="{518EE20F-C91D-CF29-AFB8-DF69B92F80C3}"/>
              </a:ext>
            </a:extLst>
          </p:cNvPr>
          <p:cNvGraphicFramePr>
            <a:graphicFrameLocks noGrp="1"/>
          </p:cNvGraphicFramePr>
          <p:nvPr>
            <p:extLst>
              <p:ext uri="{D42A27DB-BD31-4B8C-83A1-F6EECF244321}">
                <p14:modId xmlns:p14="http://schemas.microsoft.com/office/powerpoint/2010/main" val="2082622670"/>
              </p:ext>
            </p:extLst>
          </p:nvPr>
        </p:nvGraphicFramePr>
        <p:xfrm>
          <a:off x="361333" y="2350066"/>
          <a:ext cx="6784257" cy="2482237"/>
        </p:xfrm>
        <a:graphic>
          <a:graphicData uri="http://schemas.openxmlformats.org/drawingml/2006/table">
            <a:tbl>
              <a:tblPr firstRow="1" bandRow="1">
                <a:tableStyleId>{7DF18680-E054-41AD-8BC1-D1AEF772440D}</a:tableStyleId>
              </a:tblPr>
              <a:tblGrid>
                <a:gridCol w="2261419">
                  <a:extLst>
                    <a:ext uri="{9D8B030D-6E8A-4147-A177-3AD203B41FA5}">
                      <a16:colId xmlns:a16="http://schemas.microsoft.com/office/drawing/2014/main" val="2059836840"/>
                    </a:ext>
                  </a:extLst>
                </a:gridCol>
                <a:gridCol w="2261419">
                  <a:extLst>
                    <a:ext uri="{9D8B030D-6E8A-4147-A177-3AD203B41FA5}">
                      <a16:colId xmlns:a16="http://schemas.microsoft.com/office/drawing/2014/main" val="2752659600"/>
                    </a:ext>
                  </a:extLst>
                </a:gridCol>
                <a:gridCol w="2261419">
                  <a:extLst>
                    <a:ext uri="{9D8B030D-6E8A-4147-A177-3AD203B41FA5}">
                      <a16:colId xmlns:a16="http://schemas.microsoft.com/office/drawing/2014/main" val="3097174696"/>
                    </a:ext>
                  </a:extLst>
                </a:gridCol>
              </a:tblGrid>
              <a:tr h="966145">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67" b="1" i="0" u="none" strike="noStrike" cap="none" dirty="0">
                          <a:solidFill>
                            <a:schemeClr val="lt1"/>
                          </a:solidFill>
                          <a:effectLst/>
                          <a:latin typeface="+mn-lt"/>
                          <a:ea typeface="+mn-ea"/>
                          <a:cs typeface="+mn-cs"/>
                          <a:sym typeface="Arial"/>
                        </a:rPr>
                        <a:t>No items purchased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Revenue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9278022"/>
                  </a:ext>
                </a:extLst>
              </a:tr>
              <a:tr h="966145">
                <a:tc>
                  <a:txBody>
                    <a:bodyPr/>
                    <a:lstStyle/>
                    <a:p>
                      <a:pPr algn="ctr"/>
                      <a:r>
                        <a:rPr lang="en-IN" sz="1867" b="0" i="0" u="none" strike="noStrike" cap="none" dirty="0">
                          <a:solidFill>
                            <a:schemeClr val="tx1"/>
                          </a:solidFill>
                          <a:effectLst/>
                          <a:latin typeface="+mn-lt"/>
                          <a:ea typeface="+mn-ea"/>
                          <a:cs typeface="+mn-cs"/>
                          <a:sym typeface="Arial"/>
                        </a:rPr>
                        <a:t>No items purchased</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dirty="0">
                          <a:effectLst/>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867" b="0" i="0" u="none" strike="noStrike" cap="none" dirty="0">
                          <a:solidFill>
                            <a:schemeClr val="dk1"/>
                          </a:solidFill>
                          <a:effectLst/>
                          <a:latin typeface="+mn-lt"/>
                          <a:ea typeface="+mn-ea"/>
                          <a:cs typeface="+mn-cs"/>
                          <a:sym typeface="Arial"/>
                        </a:rPr>
                        <a:t>0.920044</a:t>
                      </a:r>
                      <a:endParaRPr lang="en-IN"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9534304"/>
                  </a:ext>
                </a:extLst>
              </a:tr>
              <a:tr h="549947">
                <a:tc>
                  <a:txBody>
                    <a:bodyPr/>
                    <a:lstStyle/>
                    <a:p>
                      <a:pPr algn="ctr"/>
                      <a:r>
                        <a:rPr lang="en-US" dirty="0"/>
                        <a:t>Revenue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867" b="0" i="0" u="none" strike="noStrike" cap="none" dirty="0">
                          <a:solidFill>
                            <a:schemeClr val="dk1"/>
                          </a:solidFill>
                          <a:effectLst/>
                          <a:latin typeface="+mn-lt"/>
                          <a:ea typeface="+mn-ea"/>
                          <a:cs typeface="+mn-cs"/>
                          <a:sym typeface="Arial"/>
                        </a:rPr>
                        <a:t>0.920044</a:t>
                      </a:r>
                      <a:endParaRPr lang="en-IN"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dirty="0">
                          <a:effectLst/>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9121685"/>
                  </a:ext>
                </a:extLst>
              </a:tr>
            </a:tbl>
          </a:graphicData>
        </a:graphic>
      </p:graphicFrame>
      <p:sp>
        <p:nvSpPr>
          <p:cNvPr id="6" name="TextBox 5">
            <a:extLst>
              <a:ext uri="{FF2B5EF4-FFF2-40B4-BE49-F238E27FC236}">
                <a16:creationId xmlns:a16="http://schemas.microsoft.com/office/drawing/2014/main" id="{7356D98C-951F-B516-2E5E-1CEE47CB0F7E}"/>
              </a:ext>
            </a:extLst>
          </p:cNvPr>
          <p:cNvSpPr txBox="1"/>
          <p:nvPr/>
        </p:nvSpPr>
        <p:spPr>
          <a:xfrm>
            <a:off x="400661" y="1518014"/>
            <a:ext cx="6233656" cy="369332"/>
          </a:xfrm>
          <a:prstGeom prst="rect">
            <a:avLst/>
          </a:prstGeom>
          <a:noFill/>
          <a:ln>
            <a:solidFill>
              <a:schemeClr val="bg2"/>
            </a:solidFill>
          </a:ln>
        </p:spPr>
        <p:txBody>
          <a:bodyPr wrap="square" rtlCol="0">
            <a:spAutoFit/>
          </a:bodyPr>
          <a:lstStyle/>
          <a:p>
            <a:r>
              <a:rPr lang="en-US" dirty="0"/>
              <a:t>Relationship Between No items purchased &amp; Revenue  </a:t>
            </a:r>
            <a:endParaRPr lang="en-IN" dirty="0"/>
          </a:p>
        </p:txBody>
      </p:sp>
      <p:sp>
        <p:nvSpPr>
          <p:cNvPr id="10" name="TextBox 9">
            <a:extLst>
              <a:ext uri="{FF2B5EF4-FFF2-40B4-BE49-F238E27FC236}">
                <a16:creationId xmlns:a16="http://schemas.microsoft.com/office/drawing/2014/main" id="{874364D1-1EA6-5365-E8D7-0E9DDB8EA82A}"/>
              </a:ext>
            </a:extLst>
          </p:cNvPr>
          <p:cNvSpPr txBox="1"/>
          <p:nvPr/>
        </p:nvSpPr>
        <p:spPr>
          <a:xfrm>
            <a:off x="7600335" y="1518014"/>
            <a:ext cx="4033685" cy="4207370"/>
          </a:xfrm>
          <a:prstGeom prst="rect">
            <a:avLst/>
          </a:prstGeom>
          <a:solidFill>
            <a:schemeClr val="accent3">
              <a:lumMod val="20000"/>
              <a:lumOff val="80000"/>
            </a:schemeClr>
          </a:solidFill>
          <a:ln>
            <a:solidFill>
              <a:schemeClr val="tx1"/>
            </a:solidFill>
          </a:ln>
        </p:spPr>
        <p:txBody>
          <a:bodyPr wrap="square" rtlCol="0">
            <a:spAutoFit/>
          </a:bodyPr>
          <a:lstStyle>
            <a:defPPr>
              <a:defRPr lang="en-US"/>
            </a:defPPr>
            <a:lvl1pPr marL="285750" indent="-285750">
              <a:lnSpc>
                <a:spcPct val="200000"/>
              </a:lnSpc>
              <a:buFont typeface="Wingdings" panose="05000000000000000000" pitchFamily="2" charset="2"/>
              <a:buChar char="Ø"/>
              <a:defRPr>
                <a:latin typeface="Aptos Narrow" panose="020B0004020202020204" pitchFamily="34" charset="0"/>
              </a:defRPr>
            </a:lvl1pPr>
          </a:lstStyle>
          <a:p>
            <a:pPr marL="0" indent="0" algn="ctr">
              <a:lnSpc>
                <a:spcPct val="150000"/>
              </a:lnSpc>
              <a:buNone/>
            </a:pPr>
            <a:r>
              <a:rPr lang="en-US" u="sng" dirty="0"/>
              <a:t>Relationship Between No items purchased &amp; Revenue</a:t>
            </a:r>
          </a:p>
          <a:p>
            <a:pPr>
              <a:lnSpc>
                <a:spcPct val="150000"/>
              </a:lnSpc>
            </a:pPr>
            <a:r>
              <a:rPr lang="en-US" dirty="0"/>
              <a:t>There is a very strong positive correlation (0.92) between number of items purchased and revenue, indicating that revenue growth is primarily driven by higher purchase volume.</a:t>
            </a:r>
          </a:p>
          <a:p>
            <a:pPr>
              <a:lnSpc>
                <a:spcPct val="150000"/>
              </a:lnSpc>
            </a:pPr>
            <a:r>
              <a:rPr lang="en-US" dirty="0"/>
              <a:t> As customers buy more items per order, overall revenue increases.</a:t>
            </a:r>
          </a:p>
        </p:txBody>
      </p:sp>
    </p:spTree>
    <p:extLst>
      <p:ext uri="{BB962C8B-B14F-4D97-AF65-F5344CB8AC3E}">
        <p14:creationId xmlns:p14="http://schemas.microsoft.com/office/powerpoint/2010/main" val="20929081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90B96DD-2F70-4A54-A147-55B74CCFFF92}"/>
              </a:ext>
            </a:extLst>
          </p:cNvPr>
          <p:cNvSpPr/>
          <p:nvPr/>
        </p:nvSpPr>
        <p:spPr>
          <a:xfrm>
            <a:off x="400661" y="332371"/>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Impact of Price on Order Frequency</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3" name="TextBox 2">
            <a:extLst>
              <a:ext uri="{FF2B5EF4-FFF2-40B4-BE49-F238E27FC236}">
                <a16:creationId xmlns:a16="http://schemas.microsoft.com/office/drawing/2014/main" id="{DAD8607A-A887-9505-D0A3-1F53BAF02D7E}"/>
              </a:ext>
            </a:extLst>
          </p:cNvPr>
          <p:cNvSpPr txBox="1"/>
          <p:nvPr/>
        </p:nvSpPr>
        <p:spPr>
          <a:xfrm>
            <a:off x="437528" y="1844625"/>
            <a:ext cx="6233656" cy="369332"/>
          </a:xfrm>
          <a:prstGeom prst="rect">
            <a:avLst/>
          </a:prstGeom>
          <a:noFill/>
          <a:ln>
            <a:solidFill>
              <a:schemeClr val="bg2"/>
            </a:solidFill>
          </a:ln>
        </p:spPr>
        <p:txBody>
          <a:bodyPr wrap="square" rtlCol="0">
            <a:spAutoFit/>
          </a:bodyPr>
          <a:lstStyle/>
          <a:p>
            <a:r>
              <a:rPr lang="en-US" dirty="0"/>
              <a:t>Correlation: Median Price vs Total Orders per Customer</a:t>
            </a:r>
            <a:endParaRPr lang="en-IN" dirty="0"/>
          </a:p>
        </p:txBody>
      </p:sp>
      <p:graphicFrame>
        <p:nvGraphicFramePr>
          <p:cNvPr id="4" name="Table 3">
            <a:extLst>
              <a:ext uri="{FF2B5EF4-FFF2-40B4-BE49-F238E27FC236}">
                <a16:creationId xmlns:a16="http://schemas.microsoft.com/office/drawing/2014/main" id="{3BC3ADF1-69C7-EF30-3B34-960E50DB606A}"/>
              </a:ext>
            </a:extLst>
          </p:cNvPr>
          <p:cNvGraphicFramePr>
            <a:graphicFrameLocks noGrp="1"/>
          </p:cNvGraphicFramePr>
          <p:nvPr>
            <p:extLst>
              <p:ext uri="{D42A27DB-BD31-4B8C-83A1-F6EECF244321}">
                <p14:modId xmlns:p14="http://schemas.microsoft.com/office/powerpoint/2010/main" val="2388726890"/>
              </p:ext>
            </p:extLst>
          </p:nvPr>
        </p:nvGraphicFramePr>
        <p:xfrm>
          <a:off x="437528" y="2476359"/>
          <a:ext cx="6784257" cy="2482237"/>
        </p:xfrm>
        <a:graphic>
          <a:graphicData uri="http://schemas.openxmlformats.org/drawingml/2006/table">
            <a:tbl>
              <a:tblPr firstRow="1" bandRow="1">
                <a:tableStyleId>{7DF18680-E054-41AD-8BC1-D1AEF772440D}</a:tableStyleId>
              </a:tblPr>
              <a:tblGrid>
                <a:gridCol w="2261419">
                  <a:extLst>
                    <a:ext uri="{9D8B030D-6E8A-4147-A177-3AD203B41FA5}">
                      <a16:colId xmlns:a16="http://schemas.microsoft.com/office/drawing/2014/main" val="2059836840"/>
                    </a:ext>
                  </a:extLst>
                </a:gridCol>
                <a:gridCol w="2261419">
                  <a:extLst>
                    <a:ext uri="{9D8B030D-6E8A-4147-A177-3AD203B41FA5}">
                      <a16:colId xmlns:a16="http://schemas.microsoft.com/office/drawing/2014/main" val="2752659600"/>
                    </a:ext>
                  </a:extLst>
                </a:gridCol>
                <a:gridCol w="2261419">
                  <a:extLst>
                    <a:ext uri="{9D8B030D-6E8A-4147-A177-3AD203B41FA5}">
                      <a16:colId xmlns:a16="http://schemas.microsoft.com/office/drawing/2014/main" val="3097174696"/>
                    </a:ext>
                  </a:extLst>
                </a:gridCol>
              </a:tblGrid>
              <a:tr h="966145">
                <a:tc>
                  <a:txBody>
                    <a:bodyPr/>
                    <a:lstStyle/>
                    <a:p>
                      <a:pPr algn="ct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Total Orders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Price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9278022"/>
                  </a:ext>
                </a:extLst>
              </a:tr>
              <a:tr h="966145">
                <a:tc>
                  <a:txBody>
                    <a:bodyPr/>
                    <a:lstStyle/>
                    <a:p>
                      <a:pPr algn="ctr"/>
                      <a:r>
                        <a:rPr lang="en-US" b="0" dirty="0">
                          <a:solidFill>
                            <a:schemeClr val="tx1"/>
                          </a:solidFill>
                        </a:rPr>
                        <a:t>Total Orders</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dirty="0">
                          <a:effectLst/>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867" b="0" i="0" u="none" strike="noStrike" cap="none" dirty="0">
                          <a:solidFill>
                            <a:schemeClr val="dk1"/>
                          </a:solidFill>
                          <a:effectLst/>
                          <a:latin typeface="+mn-lt"/>
                          <a:ea typeface="+mn-ea"/>
                          <a:cs typeface="+mn-cs"/>
                          <a:sym typeface="Arial"/>
                        </a:rPr>
                        <a:t>0.011</a:t>
                      </a:r>
                      <a:endParaRPr lang="en-IN"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9534304"/>
                  </a:ext>
                </a:extLst>
              </a:tr>
              <a:tr h="549947">
                <a:tc>
                  <a:txBody>
                    <a:bodyPr/>
                    <a:lstStyle/>
                    <a:p>
                      <a:pPr algn="ctr"/>
                      <a:r>
                        <a:rPr lang="en-US" dirty="0"/>
                        <a:t>Price </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867" b="0" i="0" u="none" strike="noStrike" cap="none" dirty="0">
                          <a:solidFill>
                            <a:schemeClr val="dk1"/>
                          </a:solidFill>
                          <a:effectLst/>
                          <a:latin typeface="+mn-lt"/>
                          <a:ea typeface="+mn-ea"/>
                          <a:cs typeface="+mn-cs"/>
                          <a:sym typeface="Arial"/>
                        </a:rPr>
                        <a:t>0.011</a:t>
                      </a:r>
                      <a:endParaRPr lang="en-IN"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dirty="0">
                          <a:effectLst/>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9121685"/>
                  </a:ext>
                </a:extLst>
              </a:tr>
            </a:tbl>
          </a:graphicData>
        </a:graphic>
      </p:graphicFrame>
      <p:sp>
        <p:nvSpPr>
          <p:cNvPr id="5" name="TextBox 4">
            <a:extLst>
              <a:ext uri="{FF2B5EF4-FFF2-40B4-BE49-F238E27FC236}">
                <a16:creationId xmlns:a16="http://schemas.microsoft.com/office/drawing/2014/main" id="{9F759DAE-0059-34F1-E4A3-C317DBB6C754}"/>
              </a:ext>
            </a:extLst>
          </p:cNvPr>
          <p:cNvSpPr txBox="1"/>
          <p:nvPr/>
        </p:nvSpPr>
        <p:spPr>
          <a:xfrm>
            <a:off x="7620000" y="1573664"/>
            <a:ext cx="4033685" cy="4622869"/>
          </a:xfrm>
          <a:prstGeom prst="rect">
            <a:avLst/>
          </a:prstGeom>
          <a:solidFill>
            <a:schemeClr val="accent3">
              <a:lumMod val="20000"/>
              <a:lumOff val="80000"/>
            </a:schemeClr>
          </a:solidFill>
          <a:ln>
            <a:solidFill>
              <a:schemeClr val="tx1"/>
            </a:solidFill>
          </a:ln>
        </p:spPr>
        <p:txBody>
          <a:bodyPr wrap="square" rtlCol="0">
            <a:spAutoFit/>
          </a:bodyPr>
          <a:lstStyle>
            <a:defPPr>
              <a:defRPr lang="en-US"/>
            </a:defPPr>
            <a:lvl1pPr marL="285750" indent="-285750">
              <a:lnSpc>
                <a:spcPct val="200000"/>
              </a:lnSpc>
              <a:buFont typeface="Wingdings" panose="05000000000000000000" pitchFamily="2" charset="2"/>
              <a:buChar char="Ø"/>
              <a:defRPr>
                <a:latin typeface="Aptos Narrow" panose="020B0004020202020204" pitchFamily="34" charset="0"/>
              </a:defRPr>
            </a:lvl1pPr>
          </a:lstStyle>
          <a:p>
            <a:pPr marL="0" indent="0" algn="ctr">
              <a:lnSpc>
                <a:spcPct val="150000"/>
              </a:lnSpc>
              <a:buNone/>
            </a:pPr>
            <a:r>
              <a:rPr lang="en-US" u="sng" dirty="0"/>
              <a:t>Relationship Between Total Orders vs Price </a:t>
            </a:r>
          </a:p>
          <a:p>
            <a:pPr>
              <a:lnSpc>
                <a:spcPct val="150000"/>
              </a:lnSpc>
            </a:pPr>
            <a:r>
              <a:rPr lang="en-US" dirty="0"/>
              <a:t>There is a very low correlation (0.011) between number of total orders and price, indicating that price are not a driver for orders .</a:t>
            </a:r>
          </a:p>
          <a:p>
            <a:pPr marL="0" indent="0">
              <a:lnSpc>
                <a:spcPct val="150000"/>
              </a:lnSpc>
              <a:buNone/>
            </a:pPr>
            <a:endParaRPr lang="en-US" dirty="0"/>
          </a:p>
          <a:p>
            <a:pPr>
              <a:lnSpc>
                <a:spcPct val="150000"/>
              </a:lnSpc>
            </a:pPr>
            <a:r>
              <a:rPr lang="en-US" dirty="0"/>
              <a:t>This implies that factors other than price — such as product need, assortment, or customer intent — are the primary drivers of order frequency..</a:t>
            </a:r>
          </a:p>
        </p:txBody>
      </p:sp>
    </p:spTree>
    <p:extLst>
      <p:ext uri="{BB962C8B-B14F-4D97-AF65-F5344CB8AC3E}">
        <p14:creationId xmlns:p14="http://schemas.microsoft.com/office/powerpoint/2010/main" val="28610218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4A9C72-5144-B5BF-5112-A241D5B40EDC}"/>
              </a:ext>
            </a:extLst>
          </p:cNvPr>
          <p:cNvSpPr/>
          <p:nvPr/>
        </p:nvSpPr>
        <p:spPr>
          <a:xfrm>
            <a:off x="400661" y="332371"/>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Revenue Growth Strategy: Volume-Led Approach</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3" name="TextBox 2">
            <a:extLst>
              <a:ext uri="{FF2B5EF4-FFF2-40B4-BE49-F238E27FC236}">
                <a16:creationId xmlns:a16="http://schemas.microsoft.com/office/drawing/2014/main" id="{455C9556-43A4-732F-56A8-E690E1D2732A}"/>
              </a:ext>
            </a:extLst>
          </p:cNvPr>
          <p:cNvSpPr txBox="1"/>
          <p:nvPr/>
        </p:nvSpPr>
        <p:spPr>
          <a:xfrm>
            <a:off x="400662" y="1573664"/>
            <a:ext cx="11253024" cy="4357411"/>
          </a:xfrm>
          <a:prstGeom prst="rect">
            <a:avLst/>
          </a:prstGeom>
          <a:solidFill>
            <a:schemeClr val="accent3">
              <a:lumMod val="20000"/>
              <a:lumOff val="80000"/>
            </a:schemeClr>
          </a:solidFill>
          <a:ln>
            <a:solidFill>
              <a:schemeClr val="tx1"/>
            </a:solidFill>
          </a:ln>
        </p:spPr>
        <p:txBody>
          <a:bodyPr wrap="square" rtlCol="0">
            <a:spAutoFit/>
          </a:bodyPr>
          <a:lstStyle>
            <a:defPPr>
              <a:defRPr lang="en-US"/>
            </a:defPPr>
            <a:lvl1pPr marL="285750" indent="-285750">
              <a:lnSpc>
                <a:spcPct val="200000"/>
              </a:lnSpc>
              <a:buFont typeface="Wingdings" panose="05000000000000000000" pitchFamily="2" charset="2"/>
              <a:buChar char="Ø"/>
              <a:defRPr>
                <a:latin typeface="Aptos Narrow" panose="020B0004020202020204" pitchFamily="34" charset="0"/>
              </a:defRPr>
            </a:lvl1pPr>
          </a:lstStyle>
          <a:p>
            <a:pPr marL="0" indent="0" algn="ctr">
              <a:lnSpc>
                <a:spcPct val="150000"/>
              </a:lnSpc>
              <a:buNone/>
            </a:pPr>
            <a:r>
              <a:rPr lang="en-US" sz="2000" b="1" u="sng" dirty="0"/>
              <a:t>Recommendations</a:t>
            </a:r>
          </a:p>
          <a:p>
            <a:pPr marL="0" indent="0">
              <a:buNone/>
            </a:pPr>
            <a:r>
              <a:rPr lang="en-US" dirty="0"/>
              <a:t>Focus on increasing basket size through:</a:t>
            </a:r>
          </a:p>
          <a:p>
            <a:r>
              <a:rPr lang="en-US" dirty="0"/>
              <a:t>Cross-sell &amp; upsell strategies</a:t>
            </a:r>
          </a:p>
          <a:p>
            <a:r>
              <a:rPr lang="en-US" dirty="0"/>
              <a:t>Product bundling</a:t>
            </a:r>
          </a:p>
          <a:p>
            <a:r>
              <a:rPr lang="en-US" dirty="0"/>
              <a:t>Personalized product recommendations</a:t>
            </a:r>
          </a:p>
          <a:p>
            <a:r>
              <a:rPr lang="en-US" dirty="0"/>
              <a:t>Optimize product assortment based on past purchase behavior.</a:t>
            </a:r>
          </a:p>
          <a:p>
            <a:r>
              <a:rPr lang="en-US" dirty="0"/>
              <a:t> Avoid heavy discounting, as price is not a key demand driver.</a:t>
            </a:r>
          </a:p>
          <a:p>
            <a:r>
              <a:rPr lang="en-US" dirty="0"/>
              <a:t>•Introduce premium options since customers are not price sensitive.</a:t>
            </a:r>
          </a:p>
        </p:txBody>
      </p:sp>
    </p:spTree>
    <p:extLst>
      <p:ext uri="{BB962C8B-B14F-4D97-AF65-F5344CB8AC3E}">
        <p14:creationId xmlns:p14="http://schemas.microsoft.com/office/powerpoint/2010/main" val="40319960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08080">
                <a:alpha val="25000"/>
                <a:lumMod val="100000"/>
              </a:srgbClr>
            </a:gs>
            <a:gs pos="66000">
              <a:schemeClr val="accent1">
                <a:lumMod val="45000"/>
                <a:lumOff val="55000"/>
              </a:schemeClr>
            </a:gs>
            <a:gs pos="83000">
              <a:schemeClr val="accent1">
                <a:lumMod val="45000"/>
                <a:lumOff val="55000"/>
              </a:schemeClr>
            </a:gs>
            <a:gs pos="100000">
              <a:schemeClr val="accent1">
                <a:lumMod val="30000"/>
                <a:lumOff val="70000"/>
              </a:schemeClr>
            </a:gs>
          </a:gsLst>
          <a:lin ang="13500000" scaled="1"/>
          <a:tileRect/>
        </a:gradFill>
        <a:effectLst/>
      </p:bgPr>
    </p:bg>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F8FFFBC3-7A24-6353-B540-A5FA2007CF14}"/>
              </a:ext>
            </a:extLst>
          </p:cNvPr>
          <p:cNvGraphicFramePr/>
          <p:nvPr>
            <p:extLst>
              <p:ext uri="{D42A27DB-BD31-4B8C-83A1-F6EECF244321}">
                <p14:modId xmlns:p14="http://schemas.microsoft.com/office/powerpoint/2010/main" val="3215085063"/>
              </p:ext>
            </p:extLst>
          </p:nvPr>
        </p:nvGraphicFramePr>
        <p:xfrm>
          <a:off x="400662" y="1347018"/>
          <a:ext cx="5695338" cy="478148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C562AF65-B410-3FF1-7B3A-F7AD655195C3}"/>
              </a:ext>
            </a:extLst>
          </p:cNvPr>
          <p:cNvGraphicFramePr/>
          <p:nvPr>
            <p:extLst>
              <p:ext uri="{D42A27DB-BD31-4B8C-83A1-F6EECF244321}">
                <p14:modId xmlns:p14="http://schemas.microsoft.com/office/powerpoint/2010/main" val="742790542"/>
              </p:ext>
            </p:extLst>
          </p:nvPr>
        </p:nvGraphicFramePr>
        <p:xfrm>
          <a:off x="6238569" y="1347018"/>
          <a:ext cx="5415117" cy="4781484"/>
        </p:xfrm>
        <a:graphic>
          <a:graphicData uri="http://schemas.openxmlformats.org/drawingml/2006/chart">
            <c:chart xmlns:c="http://schemas.openxmlformats.org/drawingml/2006/chart" xmlns:r="http://schemas.openxmlformats.org/officeDocument/2006/relationships" r:id="rId4"/>
          </a:graphicData>
        </a:graphic>
      </p:graphicFrame>
      <p:sp>
        <p:nvSpPr>
          <p:cNvPr id="6" name="Rectangle 5">
            <a:extLst>
              <a:ext uri="{FF2B5EF4-FFF2-40B4-BE49-F238E27FC236}">
                <a16:creationId xmlns:a16="http://schemas.microsoft.com/office/drawing/2014/main" id="{A8537D4C-DFFA-A9DE-CD3C-A527A03BB409}"/>
              </a:ext>
            </a:extLst>
          </p:cNvPr>
          <p:cNvSpPr/>
          <p:nvPr/>
        </p:nvSpPr>
        <p:spPr>
          <a:xfrm>
            <a:off x="400662" y="255639"/>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Relation of Orders count &amp; Conversion Rates By Time Buckets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Tree>
    <p:extLst>
      <p:ext uri="{BB962C8B-B14F-4D97-AF65-F5344CB8AC3E}">
        <p14:creationId xmlns:p14="http://schemas.microsoft.com/office/powerpoint/2010/main" val="657813092"/>
      </p:ext>
    </p:extLst>
  </p:cSld>
  <p:clrMapOvr>
    <a:overrideClrMapping bg1="lt1" tx1="dk1" bg2="dk2" tx2="lt2" accent1="accent1" accent2="accent2" accent3="accent3" accent4="accent4" accent5="accent5" accent6="accent6" hlink="hlink" folHlink="folHlink"/>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3CA1A2-179F-1514-8EBA-7DD150468EA8}"/>
              </a:ext>
            </a:extLst>
          </p:cNvPr>
          <p:cNvSpPr/>
          <p:nvPr/>
        </p:nvSpPr>
        <p:spPr>
          <a:xfrm>
            <a:off x="400662"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Relation of Orders count &amp; Conversion Rates By Time Buckets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3" name="TextBox 2">
            <a:extLst>
              <a:ext uri="{FF2B5EF4-FFF2-40B4-BE49-F238E27FC236}">
                <a16:creationId xmlns:a16="http://schemas.microsoft.com/office/drawing/2014/main" id="{AA08362E-CA55-3592-9ABF-E8AC1922C01B}"/>
              </a:ext>
            </a:extLst>
          </p:cNvPr>
          <p:cNvSpPr txBox="1"/>
          <p:nvPr/>
        </p:nvSpPr>
        <p:spPr>
          <a:xfrm>
            <a:off x="400662" y="1318025"/>
            <a:ext cx="11253024" cy="3957302"/>
          </a:xfrm>
          <a:prstGeom prst="rect">
            <a:avLst/>
          </a:prstGeom>
          <a:solidFill>
            <a:schemeClr val="accent3">
              <a:lumMod val="20000"/>
              <a:lumOff val="80000"/>
            </a:schemeClr>
          </a:solidFill>
          <a:ln>
            <a:solidFill>
              <a:schemeClr val="tx1"/>
            </a:solidFill>
          </a:ln>
        </p:spPr>
        <p:txBody>
          <a:bodyPr wrap="square" rtlCol="0">
            <a:spAutoFit/>
          </a:bodyPr>
          <a:lstStyle>
            <a:defPPr>
              <a:defRPr lang="en-US"/>
            </a:defPPr>
            <a:lvl1pPr marL="285750" indent="-285750">
              <a:lnSpc>
                <a:spcPct val="200000"/>
              </a:lnSpc>
              <a:buFont typeface="Wingdings" panose="05000000000000000000" pitchFamily="2" charset="2"/>
              <a:buChar char="Ø"/>
              <a:defRPr>
                <a:latin typeface="Aptos Narrow" panose="020B0004020202020204" pitchFamily="34" charset="0"/>
              </a:defRPr>
            </a:lvl1pPr>
          </a:lstStyle>
          <a:p>
            <a:pPr marL="0" indent="0" algn="ctr">
              <a:buNone/>
            </a:pPr>
            <a:r>
              <a:rPr lang="en-US" sz="2000" b="1" u="sng" dirty="0"/>
              <a:t>Observations</a:t>
            </a:r>
          </a:p>
          <a:p>
            <a:r>
              <a:rPr lang="en-US" dirty="0"/>
              <a:t>Orders are highest in afternoon about 33% and least at night 10%.</a:t>
            </a:r>
          </a:p>
          <a:p>
            <a:r>
              <a:rPr lang="en-US" dirty="0"/>
              <a:t>Although the Traffic is high in afternoon as well as most order are lie in afternoon but in case of conversion</a:t>
            </a:r>
          </a:p>
          <a:p>
            <a:pPr marL="0" indent="0">
              <a:buNone/>
            </a:pPr>
            <a:r>
              <a:rPr lang="en-US" dirty="0"/>
              <a:t>Rates  by sessions is stable which means there is no dramatic demand is time concentrated not urgency driven.</a:t>
            </a:r>
          </a:p>
          <a:p>
            <a:r>
              <a:rPr lang="en-US" dirty="0"/>
              <a:t>Buying intent is same across day .</a:t>
            </a:r>
          </a:p>
          <a:p>
            <a:r>
              <a:rPr lang="en-US" dirty="0"/>
              <a:t>Since buying intent does not significantly vary by time, increased afternoon sales are likely driven by higher customer presence rather than urgency-based purchasing.</a:t>
            </a:r>
          </a:p>
        </p:txBody>
      </p:sp>
    </p:spTree>
    <p:extLst>
      <p:ext uri="{BB962C8B-B14F-4D97-AF65-F5344CB8AC3E}">
        <p14:creationId xmlns:p14="http://schemas.microsoft.com/office/powerpoint/2010/main" val="95489355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C5BFD53-3010-CBB1-668A-92ADBB4419D0}"/>
              </a:ext>
            </a:extLst>
          </p:cNvPr>
          <p:cNvSpPr/>
          <p:nvPr/>
        </p:nvSpPr>
        <p:spPr>
          <a:xfrm>
            <a:off x="400662"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Relation of Orders count &amp; Conversion Rates By Time Buckets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3" name="TextBox 2">
            <a:extLst>
              <a:ext uri="{FF2B5EF4-FFF2-40B4-BE49-F238E27FC236}">
                <a16:creationId xmlns:a16="http://schemas.microsoft.com/office/drawing/2014/main" id="{A443BF22-41A9-4EEF-9044-EDDAF82E2F36}"/>
              </a:ext>
            </a:extLst>
          </p:cNvPr>
          <p:cNvSpPr txBox="1"/>
          <p:nvPr/>
        </p:nvSpPr>
        <p:spPr>
          <a:xfrm>
            <a:off x="400662" y="1495005"/>
            <a:ext cx="11253024" cy="2295308"/>
          </a:xfrm>
          <a:prstGeom prst="rect">
            <a:avLst/>
          </a:prstGeom>
          <a:solidFill>
            <a:schemeClr val="accent3">
              <a:lumMod val="20000"/>
              <a:lumOff val="80000"/>
            </a:schemeClr>
          </a:solidFill>
          <a:ln>
            <a:solidFill>
              <a:schemeClr val="tx1"/>
            </a:solidFill>
          </a:ln>
        </p:spPr>
        <p:txBody>
          <a:bodyPr wrap="square" rtlCol="0">
            <a:spAutoFit/>
          </a:bodyPr>
          <a:lstStyle>
            <a:defPPr>
              <a:defRPr lang="en-US"/>
            </a:defPPr>
            <a:lvl1pPr marL="285750" indent="-285750">
              <a:lnSpc>
                <a:spcPct val="200000"/>
              </a:lnSpc>
              <a:buFont typeface="Wingdings" panose="05000000000000000000" pitchFamily="2" charset="2"/>
              <a:buChar char="Ø"/>
              <a:defRPr>
                <a:latin typeface="Aptos Narrow" panose="020B0004020202020204" pitchFamily="34" charset="0"/>
              </a:defRPr>
            </a:lvl1pPr>
          </a:lstStyle>
          <a:p>
            <a:pPr marL="0" indent="0" algn="ctr">
              <a:buNone/>
            </a:pPr>
            <a:r>
              <a:rPr lang="en-US" sz="2000" b="1" u="sng" dirty="0"/>
              <a:t>Recommendations</a:t>
            </a:r>
          </a:p>
          <a:p>
            <a:r>
              <a:rPr lang="en-US" dirty="0"/>
              <a:t>Leverage high afternoon activity by implementing cross-sell and upsell strategies to increase basket size.</a:t>
            </a:r>
          </a:p>
          <a:p>
            <a:r>
              <a:rPr lang="en-US" dirty="0"/>
              <a:t>Introduce loyalty incentives during peak hours to convert first-time buyers into repeat customers.</a:t>
            </a:r>
          </a:p>
          <a:p>
            <a:r>
              <a:rPr lang="en-US" dirty="0"/>
              <a:t> Deploy personalized follow-ups (email/push notifications) post-purchase to improve retention.</a:t>
            </a:r>
          </a:p>
        </p:txBody>
      </p:sp>
    </p:spTree>
    <p:extLst>
      <p:ext uri="{BB962C8B-B14F-4D97-AF65-F5344CB8AC3E}">
        <p14:creationId xmlns:p14="http://schemas.microsoft.com/office/powerpoint/2010/main" val="25036224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cx2="http://schemas.microsoft.com/office/drawing/2015/10/21/chartex">
        <mc:Choice Requires="cx2">
          <p:graphicFrame>
            <p:nvGraphicFramePr>
              <p:cNvPr id="4" name="Chart 3">
                <a:extLst>
                  <a:ext uri="{FF2B5EF4-FFF2-40B4-BE49-F238E27FC236}">
                    <a16:creationId xmlns:a16="http://schemas.microsoft.com/office/drawing/2014/main" id="{764C59B2-5122-0A92-043A-F58B73F59757}"/>
                  </a:ext>
                </a:extLst>
              </p:cNvPr>
              <p:cNvGraphicFramePr/>
              <p:nvPr>
                <p:extLst>
                  <p:ext uri="{D42A27DB-BD31-4B8C-83A1-F6EECF244321}">
                    <p14:modId xmlns:p14="http://schemas.microsoft.com/office/powerpoint/2010/main" val="447983314"/>
                  </p:ext>
                </p:extLst>
              </p:nvPr>
            </p:nvGraphicFramePr>
            <p:xfrm>
              <a:off x="400662" y="1406013"/>
              <a:ext cx="5960809" cy="4732320"/>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4" name="Chart 3">
                <a:extLst>
                  <a:ext uri="{FF2B5EF4-FFF2-40B4-BE49-F238E27FC236}">
                    <a16:creationId xmlns:a16="http://schemas.microsoft.com/office/drawing/2014/main" id="{764C59B2-5122-0A92-043A-F58B73F59757}"/>
                  </a:ext>
                </a:extLst>
              </p:cNvPr>
              <p:cNvPicPr>
                <a:picLocks noGrp="1" noRot="1" noChangeAspect="1" noMove="1" noResize="1" noEditPoints="1" noAdjustHandles="1" noChangeArrowheads="1" noChangeShapeType="1"/>
              </p:cNvPicPr>
              <p:nvPr/>
            </p:nvPicPr>
            <p:blipFill>
              <a:blip r:embed="rId3"/>
              <a:stretch>
                <a:fillRect/>
              </a:stretch>
            </p:blipFill>
            <p:spPr>
              <a:xfrm>
                <a:off x="400662" y="1406013"/>
                <a:ext cx="5960809" cy="4732320"/>
              </a:xfrm>
              <a:prstGeom prst="rect">
                <a:avLst/>
              </a:prstGeom>
            </p:spPr>
          </p:pic>
        </mc:Fallback>
      </mc:AlternateContent>
      <p:sp>
        <p:nvSpPr>
          <p:cNvPr id="5" name="Rectangle 4">
            <a:extLst>
              <a:ext uri="{FF2B5EF4-FFF2-40B4-BE49-F238E27FC236}">
                <a16:creationId xmlns:a16="http://schemas.microsoft.com/office/drawing/2014/main" id="{8A67A8BE-99BD-64A2-5804-F6A236A32CEE}"/>
              </a:ext>
            </a:extLst>
          </p:cNvPr>
          <p:cNvSpPr/>
          <p:nvPr/>
        </p:nvSpPr>
        <p:spPr>
          <a:xfrm>
            <a:off x="400662"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Order Distribution by Day of Week (Weekday vs Weekend)</a:t>
            </a:r>
          </a:p>
        </p:txBody>
      </p:sp>
      <p:graphicFrame>
        <p:nvGraphicFramePr>
          <p:cNvPr id="8" name="Chart 7">
            <a:extLst>
              <a:ext uri="{FF2B5EF4-FFF2-40B4-BE49-F238E27FC236}">
                <a16:creationId xmlns:a16="http://schemas.microsoft.com/office/drawing/2014/main" id="{8DD7F485-0F77-ADCF-C70F-519C54E4D63F}"/>
              </a:ext>
            </a:extLst>
          </p:cNvPr>
          <p:cNvGraphicFramePr/>
          <p:nvPr>
            <p:extLst>
              <p:ext uri="{D42A27DB-BD31-4B8C-83A1-F6EECF244321}">
                <p14:modId xmlns:p14="http://schemas.microsoft.com/office/powerpoint/2010/main" val="489775275"/>
              </p:ext>
            </p:extLst>
          </p:nvPr>
        </p:nvGraphicFramePr>
        <p:xfrm>
          <a:off x="6656439" y="1406013"/>
          <a:ext cx="4997247" cy="473232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102722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4698144-4D68-A84D-C8C2-58AC8FF30A74}"/>
              </a:ext>
            </a:extLst>
          </p:cNvPr>
          <p:cNvSpPr/>
          <p:nvPr/>
        </p:nvSpPr>
        <p:spPr>
          <a:xfrm>
            <a:off x="400662"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Order Distribution by Day of Week (Weekday vs Weekend)</a:t>
            </a:r>
          </a:p>
        </p:txBody>
      </p:sp>
      <p:sp>
        <p:nvSpPr>
          <p:cNvPr id="3" name="TextBox 2">
            <a:extLst>
              <a:ext uri="{FF2B5EF4-FFF2-40B4-BE49-F238E27FC236}">
                <a16:creationId xmlns:a16="http://schemas.microsoft.com/office/drawing/2014/main" id="{00067D4F-A764-0052-C9F2-682218DEA880}"/>
              </a:ext>
            </a:extLst>
          </p:cNvPr>
          <p:cNvSpPr txBox="1"/>
          <p:nvPr/>
        </p:nvSpPr>
        <p:spPr>
          <a:xfrm>
            <a:off x="400662" y="1170541"/>
            <a:ext cx="11253024" cy="5126853"/>
          </a:xfrm>
          <a:prstGeom prst="rect">
            <a:avLst/>
          </a:prstGeom>
          <a:solidFill>
            <a:schemeClr val="accent3">
              <a:lumMod val="20000"/>
              <a:lumOff val="80000"/>
            </a:schemeClr>
          </a:solidFill>
          <a:ln>
            <a:solidFill>
              <a:schemeClr val="tx1"/>
            </a:solidFill>
          </a:ln>
        </p:spPr>
        <p:txBody>
          <a:bodyPr wrap="square" rtlCol="0">
            <a:spAutoFit/>
          </a:bodyPr>
          <a:lstStyle>
            <a:defPPr>
              <a:defRPr lang="en-US"/>
            </a:defPPr>
            <a:lvl1pPr marL="285750" indent="-285750">
              <a:lnSpc>
                <a:spcPct val="200000"/>
              </a:lnSpc>
              <a:buFont typeface="Wingdings" panose="05000000000000000000" pitchFamily="2" charset="2"/>
              <a:buChar char="Ø"/>
              <a:defRPr>
                <a:latin typeface="Aptos Narrow" panose="020B0004020202020204" pitchFamily="34" charset="0"/>
              </a:defRPr>
            </a:lvl1pPr>
          </a:lstStyle>
          <a:p>
            <a:pPr marL="0" indent="0" algn="ctr">
              <a:buNone/>
            </a:pPr>
            <a:r>
              <a:rPr lang="en-US" sz="2000" b="1" u="sng" dirty="0"/>
              <a:t>Observations</a:t>
            </a:r>
          </a:p>
          <a:p>
            <a:r>
              <a:rPr lang="en-US" dirty="0"/>
              <a:t>85% of total orders occur on weekdays, while only 15% occur on weekends.</a:t>
            </a:r>
          </a:p>
          <a:p>
            <a:r>
              <a:rPr lang="en-US" dirty="0"/>
              <a:t>Lower weekend orders suggest comparatively lower customer activity during weekends.</a:t>
            </a:r>
          </a:p>
          <a:p>
            <a:r>
              <a:rPr lang="en-US" dirty="0"/>
              <a:t> Monday records the highest order volume, whereas Saturday has the lowest.</a:t>
            </a:r>
          </a:p>
          <a:p>
            <a:pPr marL="0" indent="0" algn="ctr">
              <a:buNone/>
            </a:pPr>
            <a:r>
              <a:rPr lang="en-US" sz="2000" b="1" u="sng" dirty="0"/>
              <a:t>Recommendations</a:t>
            </a:r>
          </a:p>
          <a:p>
            <a:r>
              <a:rPr lang="en-US" dirty="0"/>
              <a:t>Introduce weekend-specific promotions (e.g., “Weekend Specials” or limited-time offers).</a:t>
            </a:r>
          </a:p>
          <a:p>
            <a:r>
              <a:rPr lang="en-US" dirty="0"/>
              <a:t> Launch targeted marketing campaigns during weekends to increase engagement.</a:t>
            </a:r>
          </a:p>
          <a:p>
            <a:r>
              <a:rPr lang="en-US" dirty="0"/>
              <a:t>Offer exclusive weekend discounts or bundled deals to drive traffic and conversions.</a:t>
            </a:r>
          </a:p>
          <a:p>
            <a:r>
              <a:rPr lang="en-US" dirty="0"/>
              <a:t>Consider loyalty incentives for weekend purchases to balance weekly demand.</a:t>
            </a:r>
          </a:p>
        </p:txBody>
      </p:sp>
    </p:spTree>
    <p:extLst>
      <p:ext uri="{BB962C8B-B14F-4D97-AF65-F5344CB8AC3E}">
        <p14:creationId xmlns:p14="http://schemas.microsoft.com/office/powerpoint/2010/main" val="272479856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6A4A3FC-5BF6-CA30-913D-0CCB67876B08}"/>
              </a:ext>
            </a:extLst>
          </p:cNvPr>
          <p:cNvSpPr/>
          <p:nvPr/>
        </p:nvSpPr>
        <p:spPr>
          <a:xfrm>
            <a:off x="400662"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500" b="1" dirty="0">
                <a:ln w="6600">
                  <a:solidFill>
                    <a:schemeClr val="accent2"/>
                  </a:solidFill>
                  <a:prstDash val="solid"/>
                </a:ln>
                <a:solidFill>
                  <a:srgbClr val="FFFFFF"/>
                </a:solidFill>
                <a:effectLst>
                  <a:outerShdw dist="38100" dir="2700000" algn="tl" rotWithShape="0">
                    <a:schemeClr val="accent2"/>
                  </a:outerShdw>
                </a:effectLst>
              </a:rPr>
              <a:t>Hourly Order Distribution</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graphicFrame>
        <p:nvGraphicFramePr>
          <p:cNvPr id="5" name="Chart 4">
            <a:extLst>
              <a:ext uri="{FF2B5EF4-FFF2-40B4-BE49-F238E27FC236}">
                <a16:creationId xmlns:a16="http://schemas.microsoft.com/office/drawing/2014/main" id="{C4408B3D-68A9-925D-BD98-5987AA14BB4D}"/>
              </a:ext>
            </a:extLst>
          </p:cNvPr>
          <p:cNvGraphicFramePr/>
          <p:nvPr>
            <p:extLst>
              <p:ext uri="{D42A27DB-BD31-4B8C-83A1-F6EECF244321}">
                <p14:modId xmlns:p14="http://schemas.microsoft.com/office/powerpoint/2010/main" val="2487426837"/>
              </p:ext>
            </p:extLst>
          </p:nvPr>
        </p:nvGraphicFramePr>
        <p:xfrm>
          <a:off x="400662" y="1445342"/>
          <a:ext cx="11253024" cy="469299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5649486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922A95-3767-A084-73B1-662F60733322}"/>
              </a:ext>
            </a:extLst>
          </p:cNvPr>
          <p:cNvSpPr/>
          <p:nvPr/>
        </p:nvSpPr>
        <p:spPr>
          <a:xfrm>
            <a:off x="400662"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500" b="1" dirty="0">
                <a:ln w="6600">
                  <a:solidFill>
                    <a:schemeClr val="accent2"/>
                  </a:solidFill>
                  <a:prstDash val="solid"/>
                </a:ln>
                <a:solidFill>
                  <a:srgbClr val="FFFFFF"/>
                </a:solidFill>
                <a:effectLst>
                  <a:outerShdw dist="38100" dir="2700000" algn="tl" rotWithShape="0">
                    <a:schemeClr val="accent2"/>
                  </a:outerShdw>
                </a:effectLst>
              </a:rPr>
              <a:t>Hourly Order Distribution</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3" name="TextBox 2">
            <a:extLst>
              <a:ext uri="{FF2B5EF4-FFF2-40B4-BE49-F238E27FC236}">
                <a16:creationId xmlns:a16="http://schemas.microsoft.com/office/drawing/2014/main" id="{8BA40C16-95AB-5A2A-308C-3E948B5596BF}"/>
              </a:ext>
            </a:extLst>
          </p:cNvPr>
          <p:cNvSpPr txBox="1"/>
          <p:nvPr/>
        </p:nvSpPr>
        <p:spPr>
          <a:xfrm>
            <a:off x="400662" y="1278194"/>
            <a:ext cx="11181738" cy="4822923"/>
          </a:xfrm>
          <a:prstGeom prst="rect">
            <a:avLst/>
          </a:prstGeom>
          <a:solidFill>
            <a:schemeClr val="accent3">
              <a:lumMod val="20000"/>
              <a:lumOff val="80000"/>
            </a:schemeClr>
          </a:solidFill>
          <a:ln>
            <a:solidFill>
              <a:schemeClr val="tx1"/>
            </a:solidFill>
          </a:ln>
        </p:spPr>
        <p:txBody>
          <a:bodyPr wrap="square" rtlCol="0">
            <a:spAutoFit/>
          </a:bodyPr>
          <a:lstStyle>
            <a:defPPr>
              <a:defRPr lang="en-US"/>
            </a:defPPr>
            <a:lvl1pPr marL="285750" indent="-285750">
              <a:lnSpc>
                <a:spcPct val="200000"/>
              </a:lnSpc>
              <a:buFont typeface="Wingdings" panose="05000000000000000000" pitchFamily="2" charset="2"/>
              <a:buChar char="Ø"/>
              <a:defRPr>
                <a:latin typeface="Aptos Narrow" panose="020B0004020202020204" pitchFamily="34" charset="0"/>
              </a:defRPr>
            </a:lvl1pPr>
          </a:lstStyle>
          <a:p>
            <a:pPr marL="0" indent="0" algn="ctr">
              <a:buNone/>
            </a:pPr>
            <a:r>
              <a:rPr lang="en-US" sz="2000" b="1" u="sng" dirty="0"/>
              <a:t>Observations</a:t>
            </a:r>
          </a:p>
          <a:p>
            <a:pPr>
              <a:lnSpc>
                <a:spcPct val="150000"/>
              </a:lnSpc>
            </a:pPr>
            <a:r>
              <a:rPr lang="en-US" dirty="0"/>
              <a:t>Hourly order volume peaks at 11:00 AM and 3:00 PM, indicating strong customer activity during late morning and mid-afternoon hours.</a:t>
            </a:r>
          </a:p>
          <a:p>
            <a:pPr>
              <a:lnSpc>
                <a:spcPct val="150000"/>
              </a:lnSpc>
            </a:pPr>
            <a:r>
              <a:rPr lang="en-US" dirty="0"/>
              <a:t>• Order volume gradually increases from morning hours, reaches peak in the afternoon, and then declines toward late evening.</a:t>
            </a:r>
          </a:p>
          <a:p>
            <a:pPr>
              <a:lnSpc>
                <a:spcPct val="150000"/>
              </a:lnSpc>
            </a:pPr>
            <a:r>
              <a:rPr lang="en-US" dirty="0"/>
              <a:t>• The lowest number of orders is recorded at 00:00 (midnight), reflecting minimal customer activity during late-night hours.</a:t>
            </a:r>
          </a:p>
          <a:p>
            <a:pPr>
              <a:lnSpc>
                <a:spcPct val="150000"/>
              </a:lnSpc>
            </a:pPr>
            <a:r>
              <a:rPr lang="en-US" dirty="0"/>
              <a:t>• The concentration of orders during business hours suggests purchases are more convenience-driven rather than urgency-driven.</a:t>
            </a:r>
          </a:p>
          <a:p>
            <a:pPr>
              <a:lnSpc>
                <a:spcPct val="150000"/>
              </a:lnSpc>
            </a:pPr>
            <a:r>
              <a:rPr lang="en-US" dirty="0"/>
              <a:t>• This pattern aligns with earlier time-bin analysis, confirming that afternoon hours contribute significantly to overall daily sales.</a:t>
            </a:r>
          </a:p>
        </p:txBody>
      </p:sp>
    </p:spTree>
    <p:extLst>
      <p:ext uri="{BB962C8B-B14F-4D97-AF65-F5344CB8AC3E}">
        <p14:creationId xmlns:p14="http://schemas.microsoft.com/office/powerpoint/2010/main" val="3435708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hart 6">
            <a:extLst>
              <a:ext uri="{FF2B5EF4-FFF2-40B4-BE49-F238E27FC236}">
                <a16:creationId xmlns:a16="http://schemas.microsoft.com/office/drawing/2014/main" id="{1B4188FC-AB42-07FF-B560-CC9A8BFEC87A}"/>
              </a:ext>
            </a:extLst>
          </p:cNvPr>
          <p:cNvGraphicFramePr/>
          <p:nvPr>
            <p:extLst>
              <p:ext uri="{D42A27DB-BD31-4B8C-83A1-F6EECF244321}">
                <p14:modId xmlns:p14="http://schemas.microsoft.com/office/powerpoint/2010/main" val="828315065"/>
              </p:ext>
            </p:extLst>
          </p:nvPr>
        </p:nvGraphicFramePr>
        <p:xfrm>
          <a:off x="400663" y="1347021"/>
          <a:ext cx="5695338" cy="4555338"/>
        </p:xfrm>
        <a:graphic>
          <a:graphicData uri="http://schemas.openxmlformats.org/drawingml/2006/chart">
            <c:chart xmlns:c="http://schemas.openxmlformats.org/drawingml/2006/chart" xmlns:r="http://schemas.openxmlformats.org/officeDocument/2006/relationships" r:id="rId2"/>
          </a:graphicData>
        </a:graphic>
      </p:graphicFrame>
      <p:sp>
        <p:nvSpPr>
          <p:cNvPr id="8" name="Rectangle 7">
            <a:extLst>
              <a:ext uri="{FF2B5EF4-FFF2-40B4-BE49-F238E27FC236}">
                <a16:creationId xmlns:a16="http://schemas.microsoft.com/office/drawing/2014/main" id="{379A1A62-427D-87F6-9BE0-2932BD556517}"/>
              </a:ext>
            </a:extLst>
          </p:cNvPr>
          <p:cNvSpPr/>
          <p:nvPr/>
        </p:nvSpPr>
        <p:spPr>
          <a:xfrm>
            <a:off x="400662"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Orders &amp; Revenue Distribution By Device Type</a:t>
            </a:r>
          </a:p>
        </p:txBody>
      </p:sp>
      <p:graphicFrame>
        <p:nvGraphicFramePr>
          <p:cNvPr id="9" name="Chart 8">
            <a:extLst>
              <a:ext uri="{FF2B5EF4-FFF2-40B4-BE49-F238E27FC236}">
                <a16:creationId xmlns:a16="http://schemas.microsoft.com/office/drawing/2014/main" id="{CBB1CB44-7FEF-CCF5-F41E-1C9C19FD6770}"/>
              </a:ext>
            </a:extLst>
          </p:cNvPr>
          <p:cNvGraphicFramePr/>
          <p:nvPr>
            <p:extLst>
              <p:ext uri="{D42A27DB-BD31-4B8C-83A1-F6EECF244321}">
                <p14:modId xmlns:p14="http://schemas.microsoft.com/office/powerpoint/2010/main" val="1454167508"/>
              </p:ext>
            </p:extLst>
          </p:nvPr>
        </p:nvGraphicFramePr>
        <p:xfrm>
          <a:off x="6422102" y="1347019"/>
          <a:ext cx="5261899" cy="455533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9031976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33B31C-0119-9410-A40C-EDC6A839E368}"/>
              </a:ext>
            </a:extLst>
          </p:cNvPr>
          <p:cNvSpPr/>
          <p:nvPr/>
        </p:nvSpPr>
        <p:spPr>
          <a:xfrm>
            <a:off x="400662"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Orders &amp; Revenue Distribution By Device Type</a:t>
            </a:r>
          </a:p>
        </p:txBody>
      </p:sp>
      <p:sp>
        <p:nvSpPr>
          <p:cNvPr id="3" name="TextBox 2">
            <a:extLst>
              <a:ext uri="{FF2B5EF4-FFF2-40B4-BE49-F238E27FC236}">
                <a16:creationId xmlns:a16="http://schemas.microsoft.com/office/drawing/2014/main" id="{FFFDBCE5-6BD4-BF26-B643-0B075A52A1C3}"/>
              </a:ext>
            </a:extLst>
          </p:cNvPr>
          <p:cNvSpPr txBox="1"/>
          <p:nvPr/>
        </p:nvSpPr>
        <p:spPr>
          <a:xfrm>
            <a:off x="436305" y="1543665"/>
            <a:ext cx="11181738" cy="2745432"/>
          </a:xfrm>
          <a:prstGeom prst="rect">
            <a:avLst/>
          </a:prstGeom>
          <a:solidFill>
            <a:schemeClr val="accent3">
              <a:lumMod val="20000"/>
              <a:lumOff val="80000"/>
            </a:schemeClr>
          </a:solidFill>
          <a:ln>
            <a:solidFill>
              <a:schemeClr val="tx1"/>
            </a:solidFill>
          </a:ln>
        </p:spPr>
        <p:txBody>
          <a:bodyPr wrap="square" rtlCol="0">
            <a:spAutoFit/>
          </a:bodyPr>
          <a:lstStyle>
            <a:defPPr>
              <a:defRPr lang="en-US"/>
            </a:defPPr>
            <a:lvl1pPr marL="285750" indent="-285750">
              <a:lnSpc>
                <a:spcPct val="200000"/>
              </a:lnSpc>
              <a:buFont typeface="Wingdings" panose="05000000000000000000" pitchFamily="2" charset="2"/>
              <a:buChar char="Ø"/>
              <a:defRPr>
                <a:latin typeface="Aptos Narrow" panose="020B0004020202020204" pitchFamily="34" charset="0"/>
              </a:defRPr>
            </a:lvl1pPr>
          </a:lstStyle>
          <a:p>
            <a:pPr marL="0" indent="0" algn="ctr">
              <a:buNone/>
            </a:pPr>
            <a:r>
              <a:rPr lang="en-US" sz="2000" b="1" u="sng" dirty="0"/>
              <a:t>Observations</a:t>
            </a:r>
          </a:p>
          <a:p>
            <a:pPr>
              <a:lnSpc>
                <a:spcPct val="150000"/>
              </a:lnSpc>
            </a:pPr>
            <a:r>
              <a:rPr lang="en-US" dirty="0"/>
              <a:t>The sessions are being largely dominated by Desktop users compared to mobile users</a:t>
            </a:r>
          </a:p>
          <a:p>
            <a:pPr>
              <a:lnSpc>
                <a:spcPct val="150000"/>
              </a:lnSpc>
            </a:pPr>
            <a:r>
              <a:rPr lang="en-US" dirty="0"/>
              <a:t> The orders from desktop is high as compare to mobile users</a:t>
            </a:r>
          </a:p>
          <a:p>
            <a:pPr>
              <a:lnSpc>
                <a:spcPct val="150000"/>
              </a:lnSpc>
            </a:pPr>
            <a:r>
              <a:rPr lang="en-US" dirty="0"/>
              <a:t>85% of revenue is contributed by desktop alone and remaining  with Mobile users.</a:t>
            </a:r>
          </a:p>
          <a:p>
            <a:pPr>
              <a:lnSpc>
                <a:spcPct val="150000"/>
              </a:lnSpc>
            </a:pPr>
            <a:r>
              <a:rPr lang="en-US" dirty="0"/>
              <a:t>The average price per order is nearly identical across desktop and mobile devices.</a:t>
            </a:r>
          </a:p>
          <a:p>
            <a:pPr>
              <a:lnSpc>
                <a:spcPct val="150000"/>
              </a:lnSpc>
            </a:pPr>
            <a:r>
              <a:rPr lang="en-US" dirty="0"/>
              <a:t> The difference (~$0.60) is minimal and does not indicate any significant pricing variation by device type.</a:t>
            </a:r>
          </a:p>
        </p:txBody>
      </p:sp>
    </p:spTree>
    <p:extLst>
      <p:ext uri="{BB962C8B-B14F-4D97-AF65-F5344CB8AC3E}">
        <p14:creationId xmlns:p14="http://schemas.microsoft.com/office/powerpoint/2010/main" val="381200092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60F7C542-5F91-5DEA-3AEF-F3023CC01868}"/>
              </a:ext>
            </a:extLst>
          </p:cNvPr>
          <p:cNvGraphicFramePr/>
          <p:nvPr>
            <p:extLst>
              <p:ext uri="{D42A27DB-BD31-4B8C-83A1-F6EECF244321}">
                <p14:modId xmlns:p14="http://schemas.microsoft.com/office/powerpoint/2010/main" val="3513441430"/>
              </p:ext>
            </p:extLst>
          </p:nvPr>
        </p:nvGraphicFramePr>
        <p:xfrm>
          <a:off x="538314" y="1327352"/>
          <a:ext cx="5439159" cy="4801147"/>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FF2B5EF4-FFF2-40B4-BE49-F238E27FC236}">
                <a16:creationId xmlns:a16="http://schemas.microsoft.com/office/drawing/2014/main" id="{6D7886AA-EFE2-57BC-EBA9-41F202D87A88}"/>
              </a:ext>
            </a:extLst>
          </p:cNvPr>
          <p:cNvSpPr/>
          <p:nvPr/>
        </p:nvSpPr>
        <p:spPr>
          <a:xfrm>
            <a:off x="400662"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Relation Between Device Type Based on Users Count &amp; Conversion Rates</a:t>
            </a:r>
          </a:p>
        </p:txBody>
      </p:sp>
      <p:graphicFrame>
        <p:nvGraphicFramePr>
          <p:cNvPr id="7" name="Chart 6">
            <a:extLst>
              <a:ext uri="{FF2B5EF4-FFF2-40B4-BE49-F238E27FC236}">
                <a16:creationId xmlns:a16="http://schemas.microsoft.com/office/drawing/2014/main" id="{2534A11C-E56B-0BB2-14EF-1FB5808D7469}"/>
              </a:ext>
            </a:extLst>
          </p:cNvPr>
          <p:cNvGraphicFramePr/>
          <p:nvPr>
            <p:extLst>
              <p:ext uri="{D42A27DB-BD31-4B8C-83A1-F6EECF244321}">
                <p14:modId xmlns:p14="http://schemas.microsoft.com/office/powerpoint/2010/main" val="3128963342"/>
              </p:ext>
            </p:extLst>
          </p:nvPr>
        </p:nvGraphicFramePr>
        <p:xfrm>
          <a:off x="6214527" y="1327353"/>
          <a:ext cx="5439159" cy="480114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9820680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280CFD-8108-7A06-1F1B-C16A3D5DDCB0}"/>
              </a:ext>
            </a:extLst>
          </p:cNvPr>
          <p:cNvSpPr/>
          <p:nvPr/>
        </p:nvSpPr>
        <p:spPr>
          <a:xfrm>
            <a:off x="400662"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Relation Between Device Type Based on Users Count &amp; Conversion Rates</a:t>
            </a:r>
          </a:p>
        </p:txBody>
      </p:sp>
      <p:sp>
        <p:nvSpPr>
          <p:cNvPr id="3" name="TextBox 2">
            <a:extLst>
              <a:ext uri="{FF2B5EF4-FFF2-40B4-BE49-F238E27FC236}">
                <a16:creationId xmlns:a16="http://schemas.microsoft.com/office/drawing/2014/main" id="{1E0F07A1-49CC-2CD9-9D70-DA5DA2630079}"/>
              </a:ext>
            </a:extLst>
          </p:cNvPr>
          <p:cNvSpPr txBox="1"/>
          <p:nvPr/>
        </p:nvSpPr>
        <p:spPr>
          <a:xfrm>
            <a:off x="378537" y="1209368"/>
            <a:ext cx="11181738" cy="5065297"/>
          </a:xfrm>
          <a:prstGeom prst="rect">
            <a:avLst/>
          </a:prstGeom>
          <a:solidFill>
            <a:schemeClr val="accent3">
              <a:lumMod val="20000"/>
              <a:lumOff val="80000"/>
            </a:schemeClr>
          </a:solidFill>
          <a:ln>
            <a:solidFill>
              <a:schemeClr val="tx1"/>
            </a:solidFill>
          </a:ln>
        </p:spPr>
        <p:txBody>
          <a:bodyPr wrap="square" rtlCol="0">
            <a:spAutoFit/>
          </a:bodyPr>
          <a:lstStyle>
            <a:defPPr>
              <a:defRPr lang="en-US"/>
            </a:defPPr>
            <a:lvl1pPr marL="285750" indent="-285750">
              <a:lnSpc>
                <a:spcPct val="200000"/>
              </a:lnSpc>
              <a:buFont typeface="Wingdings" panose="05000000000000000000" pitchFamily="2" charset="2"/>
              <a:buChar char="Ø"/>
              <a:defRPr>
                <a:latin typeface="Aptos Narrow" panose="020B0004020202020204" pitchFamily="34" charset="0"/>
              </a:defRPr>
            </a:lvl1pPr>
          </a:lstStyle>
          <a:p>
            <a:pPr marL="0" indent="0" algn="ctr">
              <a:buNone/>
            </a:pPr>
            <a:r>
              <a:rPr lang="en-US" sz="2000" b="1" u="sng" dirty="0"/>
              <a:t>Observations</a:t>
            </a:r>
          </a:p>
          <a:p>
            <a:r>
              <a:rPr lang="en-US" dirty="0"/>
              <a:t> Around </a:t>
            </a:r>
            <a:r>
              <a:rPr lang="en-US" b="1" dirty="0"/>
              <a:t>60% of customers start their journey on desktop and later shift to mobile</a:t>
            </a:r>
            <a:r>
              <a:rPr lang="en-US" dirty="0"/>
              <a:t>, while </a:t>
            </a:r>
            <a:r>
              <a:rPr lang="en-US" b="1" dirty="0"/>
              <a:t>40% begin on mobile and move to desktop</a:t>
            </a:r>
            <a:r>
              <a:rPr lang="en-US" dirty="0"/>
              <a:t>.</a:t>
            </a:r>
          </a:p>
          <a:p>
            <a:r>
              <a:rPr lang="en-US" dirty="0"/>
              <a:t>This suggests that desktop is primarily used for product exploration and browsing.</a:t>
            </a:r>
          </a:p>
          <a:p>
            <a:r>
              <a:rPr lang="en-US" dirty="0"/>
              <a:t>However, the </a:t>
            </a:r>
            <a:r>
              <a:rPr lang="en-US" b="1" dirty="0"/>
              <a:t>conversion rate from mobile to desktop (54%) is higher</a:t>
            </a:r>
            <a:r>
              <a:rPr lang="en-US" dirty="0"/>
              <a:t> compared to desktop to mobile (46%).</a:t>
            </a:r>
          </a:p>
          <a:p>
            <a:r>
              <a:rPr lang="en-US" dirty="0"/>
              <a:t> This indicates that customers who initiate their journey on mobile demonstrate slightly stronger purchase intent and are more likely to convert.</a:t>
            </a:r>
          </a:p>
          <a:p>
            <a:r>
              <a:rPr lang="en-US" dirty="0"/>
              <a:t>Overall, customer behavior reflects a multi-device journey where exploration and final purchase may occur across different platforms.</a:t>
            </a:r>
          </a:p>
        </p:txBody>
      </p:sp>
    </p:spTree>
    <p:extLst>
      <p:ext uri="{BB962C8B-B14F-4D97-AF65-F5344CB8AC3E}">
        <p14:creationId xmlns:p14="http://schemas.microsoft.com/office/powerpoint/2010/main" val="123921462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ABBDAE-C19D-187F-5715-00806FF1EE32}"/>
              </a:ext>
            </a:extLst>
          </p:cNvPr>
          <p:cNvSpPr/>
          <p:nvPr/>
        </p:nvSpPr>
        <p:spPr>
          <a:xfrm>
            <a:off x="400662"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Relation Between Device Type Based on Users Count &amp; Conversion Rates</a:t>
            </a:r>
          </a:p>
        </p:txBody>
      </p:sp>
      <p:sp>
        <p:nvSpPr>
          <p:cNvPr id="3" name="TextBox 2">
            <a:extLst>
              <a:ext uri="{FF2B5EF4-FFF2-40B4-BE49-F238E27FC236}">
                <a16:creationId xmlns:a16="http://schemas.microsoft.com/office/drawing/2014/main" id="{F38D8087-8A55-60C1-A31B-8B13FC37CAA9}"/>
              </a:ext>
            </a:extLst>
          </p:cNvPr>
          <p:cNvSpPr txBox="1"/>
          <p:nvPr/>
        </p:nvSpPr>
        <p:spPr>
          <a:xfrm>
            <a:off x="378537" y="1209368"/>
            <a:ext cx="11181738" cy="4961423"/>
          </a:xfrm>
          <a:prstGeom prst="rect">
            <a:avLst/>
          </a:prstGeom>
          <a:solidFill>
            <a:schemeClr val="accent3">
              <a:lumMod val="20000"/>
              <a:lumOff val="80000"/>
            </a:schemeClr>
          </a:solidFill>
          <a:ln>
            <a:solidFill>
              <a:schemeClr val="tx1"/>
            </a:solidFill>
          </a:ln>
        </p:spPr>
        <p:txBody>
          <a:bodyPr wrap="square" rtlCol="0">
            <a:spAutoFit/>
          </a:bodyPr>
          <a:lstStyle>
            <a:defPPr>
              <a:defRPr lang="en-US"/>
            </a:defPPr>
            <a:lvl1pPr marL="285750" indent="-285750">
              <a:lnSpc>
                <a:spcPct val="200000"/>
              </a:lnSpc>
              <a:buFont typeface="Wingdings" panose="05000000000000000000" pitchFamily="2" charset="2"/>
              <a:buChar char="Ø"/>
              <a:defRPr>
                <a:latin typeface="Aptos Narrow" panose="020B0004020202020204" pitchFamily="34" charset="0"/>
              </a:defRPr>
            </a:lvl1pPr>
          </a:lstStyle>
          <a:p>
            <a:pPr marL="0" indent="0" algn="ctr">
              <a:buNone/>
            </a:pPr>
            <a:r>
              <a:rPr lang="en-US" sz="2000" b="1" u="sng" dirty="0"/>
              <a:t>Recommendations </a:t>
            </a:r>
          </a:p>
          <a:p>
            <a:pPr marL="0" indent="0">
              <a:buNone/>
            </a:pPr>
            <a:r>
              <a:rPr lang="en-IN" u="sng" dirty="0">
                <a:solidFill>
                  <a:srgbClr val="0070C0"/>
                </a:solidFill>
              </a:rPr>
              <a:t>Improve Cross-Device Continuity</a:t>
            </a:r>
          </a:p>
          <a:p>
            <a:pPr>
              <a:lnSpc>
                <a:spcPct val="150000"/>
              </a:lnSpc>
            </a:pPr>
            <a:r>
              <a:rPr lang="en-US" dirty="0"/>
              <a:t>Ensure seamless cart synchronization across devices.</a:t>
            </a:r>
          </a:p>
          <a:p>
            <a:pPr>
              <a:lnSpc>
                <a:spcPct val="150000"/>
              </a:lnSpc>
            </a:pPr>
            <a:r>
              <a:rPr lang="en-US" dirty="0"/>
              <a:t> Enable persistent login &amp; saved carts across desktop and mobile.</a:t>
            </a:r>
          </a:p>
          <a:p>
            <a:pPr marL="0" indent="0">
              <a:lnSpc>
                <a:spcPct val="150000"/>
              </a:lnSpc>
              <a:buNone/>
            </a:pPr>
            <a:endParaRPr lang="en-US" u="sng" dirty="0"/>
          </a:p>
          <a:p>
            <a:pPr marL="0" indent="0">
              <a:lnSpc>
                <a:spcPct val="150000"/>
              </a:lnSpc>
              <a:buNone/>
            </a:pPr>
            <a:r>
              <a:rPr lang="en-US" u="sng" dirty="0">
                <a:solidFill>
                  <a:srgbClr val="0070C0"/>
                </a:solidFill>
              </a:rPr>
              <a:t>Improve Mobile Conversion Experience </a:t>
            </a:r>
          </a:p>
          <a:p>
            <a:pPr>
              <a:lnSpc>
                <a:spcPct val="150000"/>
              </a:lnSpc>
            </a:pPr>
            <a:r>
              <a:rPr lang="en-IN" dirty="0"/>
              <a:t>Since mobile users demonstrate higher conversion efficiency so it is better to optimize UX optimizations.</a:t>
            </a:r>
          </a:p>
          <a:p>
            <a:pPr>
              <a:lnSpc>
                <a:spcPct val="150000"/>
              </a:lnSpc>
            </a:pPr>
            <a:r>
              <a:rPr lang="en-IN" dirty="0"/>
              <a:t>Simplify checkout process in mobile.</a:t>
            </a:r>
          </a:p>
          <a:p>
            <a:pPr marL="0" indent="0">
              <a:lnSpc>
                <a:spcPct val="150000"/>
              </a:lnSpc>
              <a:buNone/>
            </a:pPr>
            <a:endParaRPr lang="en-IN" dirty="0"/>
          </a:p>
          <a:p>
            <a:pPr marL="0" indent="0">
              <a:lnSpc>
                <a:spcPct val="150000"/>
              </a:lnSpc>
              <a:buNone/>
            </a:pPr>
            <a:r>
              <a:rPr lang="en-IN" u="sng" dirty="0">
                <a:solidFill>
                  <a:srgbClr val="0070C0"/>
                </a:solidFill>
              </a:rPr>
              <a:t>Smart Retargeting</a:t>
            </a:r>
          </a:p>
          <a:p>
            <a:pPr>
              <a:lnSpc>
                <a:spcPct val="150000"/>
              </a:lnSpc>
            </a:pPr>
            <a:r>
              <a:rPr lang="en-IN" dirty="0"/>
              <a:t>If someone viewed the products on desktop but did not go for purchase </a:t>
            </a:r>
            <a:r>
              <a:rPr lang="en-US" dirty="0"/>
              <a:t>trigger personalized mobile push notifications</a:t>
            </a:r>
            <a:r>
              <a:rPr lang="en-IN" dirty="0"/>
              <a:t>.</a:t>
            </a:r>
          </a:p>
        </p:txBody>
      </p:sp>
    </p:spTree>
    <p:extLst>
      <p:ext uri="{BB962C8B-B14F-4D97-AF65-F5344CB8AC3E}">
        <p14:creationId xmlns:p14="http://schemas.microsoft.com/office/powerpoint/2010/main" val="330496476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ED9428EA-8824-7599-9559-158670DE2088}"/>
              </a:ext>
            </a:extLst>
          </p:cNvPr>
          <p:cNvGraphicFramePr/>
          <p:nvPr>
            <p:extLst>
              <p:ext uri="{D42A27DB-BD31-4B8C-83A1-F6EECF244321}">
                <p14:modId xmlns:p14="http://schemas.microsoft.com/office/powerpoint/2010/main" val="1496725176"/>
              </p:ext>
            </p:extLst>
          </p:nvPr>
        </p:nvGraphicFramePr>
        <p:xfrm>
          <a:off x="400662" y="1388260"/>
          <a:ext cx="11253024" cy="4727405"/>
        </p:xfrm>
        <a:graphic>
          <a:graphicData uri="http://schemas.openxmlformats.org/drawingml/2006/chart">
            <c:chart xmlns:c="http://schemas.openxmlformats.org/drawingml/2006/chart" xmlns:r="http://schemas.openxmlformats.org/officeDocument/2006/relationships" r:id="rId2"/>
          </a:graphicData>
        </a:graphic>
      </p:graphicFrame>
      <p:sp>
        <p:nvSpPr>
          <p:cNvPr id="6" name="Rectangle 5">
            <a:extLst>
              <a:ext uri="{FF2B5EF4-FFF2-40B4-BE49-F238E27FC236}">
                <a16:creationId xmlns:a16="http://schemas.microsoft.com/office/drawing/2014/main" id="{6AC00EC8-6BAE-B94F-278C-B82E34F8930F}"/>
              </a:ext>
            </a:extLst>
          </p:cNvPr>
          <p:cNvSpPr/>
          <p:nvPr/>
        </p:nvSpPr>
        <p:spPr>
          <a:xfrm>
            <a:off x="400662" y="403123"/>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500" b="1" dirty="0">
                <a:ln w="6600">
                  <a:solidFill>
                    <a:schemeClr val="accent2"/>
                  </a:solidFill>
                  <a:prstDash val="solid"/>
                </a:ln>
                <a:solidFill>
                  <a:srgbClr val="FFFFFF"/>
                </a:solidFill>
                <a:effectLst>
                  <a:outerShdw dist="38100" dir="2700000" algn="tl" rotWithShape="0">
                    <a:schemeClr val="accent2"/>
                  </a:outerShdw>
                </a:effectLst>
              </a:rPr>
              <a:t>Channel Contribution Analysis</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spTree>
    <p:extLst>
      <p:ext uri="{BB962C8B-B14F-4D97-AF65-F5344CB8AC3E}">
        <p14:creationId xmlns:p14="http://schemas.microsoft.com/office/powerpoint/2010/main" val="261997541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4F71D45-8546-D9DE-2BEB-7E44A52DAA39}"/>
              </a:ext>
            </a:extLst>
          </p:cNvPr>
          <p:cNvSpPr/>
          <p:nvPr/>
        </p:nvSpPr>
        <p:spPr>
          <a:xfrm>
            <a:off x="400662" y="403123"/>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500" b="1" dirty="0">
                <a:ln w="6600">
                  <a:solidFill>
                    <a:schemeClr val="accent2"/>
                  </a:solidFill>
                  <a:prstDash val="solid"/>
                </a:ln>
                <a:solidFill>
                  <a:srgbClr val="FFFFFF"/>
                </a:solidFill>
                <a:effectLst>
                  <a:outerShdw dist="38100" dir="2700000" algn="tl" rotWithShape="0">
                    <a:schemeClr val="accent2"/>
                  </a:outerShdw>
                </a:effectLst>
              </a:rPr>
              <a:t>Channel Contribution Analysis</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4" name="TextBox 3">
            <a:extLst>
              <a:ext uri="{FF2B5EF4-FFF2-40B4-BE49-F238E27FC236}">
                <a16:creationId xmlns:a16="http://schemas.microsoft.com/office/drawing/2014/main" id="{C833A6A6-91B5-2FF9-0155-90B23C64BE06}"/>
              </a:ext>
            </a:extLst>
          </p:cNvPr>
          <p:cNvSpPr txBox="1"/>
          <p:nvPr/>
        </p:nvSpPr>
        <p:spPr>
          <a:xfrm>
            <a:off x="378537" y="1209368"/>
            <a:ext cx="11181738" cy="5065297"/>
          </a:xfrm>
          <a:prstGeom prst="rect">
            <a:avLst/>
          </a:prstGeom>
          <a:solidFill>
            <a:schemeClr val="accent3">
              <a:lumMod val="20000"/>
              <a:lumOff val="80000"/>
            </a:schemeClr>
          </a:solidFill>
          <a:ln>
            <a:solidFill>
              <a:schemeClr val="tx1"/>
            </a:solidFill>
          </a:ln>
        </p:spPr>
        <p:txBody>
          <a:bodyPr wrap="square" rtlCol="0">
            <a:spAutoFit/>
          </a:bodyPr>
          <a:lstStyle>
            <a:defPPr>
              <a:defRPr lang="en-US"/>
            </a:defPPr>
            <a:lvl1pPr marL="285750" indent="-285750">
              <a:lnSpc>
                <a:spcPct val="200000"/>
              </a:lnSpc>
              <a:buFont typeface="Wingdings" panose="05000000000000000000" pitchFamily="2" charset="2"/>
              <a:buChar char="Ø"/>
              <a:defRPr>
                <a:latin typeface="Aptos Narrow" panose="020B0004020202020204" pitchFamily="34" charset="0"/>
              </a:defRPr>
            </a:lvl1pPr>
          </a:lstStyle>
          <a:p>
            <a:pPr marL="0" indent="0" algn="ctr">
              <a:buNone/>
            </a:pPr>
            <a:r>
              <a:rPr lang="en-IN" sz="2000" b="1" u="sng" dirty="0"/>
              <a:t>Observations</a:t>
            </a:r>
          </a:p>
          <a:p>
            <a:r>
              <a:rPr lang="en-US" dirty="0"/>
              <a:t>The business is largely dominated by </a:t>
            </a:r>
            <a:r>
              <a:rPr lang="en-US" b="1" dirty="0"/>
              <a:t>paid channels</a:t>
            </a:r>
            <a:r>
              <a:rPr lang="en-US" dirty="0"/>
              <a:t> across all key metrics — sessions, orders, and revenue.</a:t>
            </a:r>
          </a:p>
          <a:p>
            <a:r>
              <a:rPr lang="en-US" dirty="0"/>
              <a:t> Approximately </a:t>
            </a:r>
            <a:r>
              <a:rPr lang="en-US" b="1" dirty="0"/>
              <a:t>80% of total revenue</a:t>
            </a:r>
            <a:r>
              <a:rPr lang="en-US" dirty="0"/>
              <a:t> is generated through paid channels, while only 20% comes from free (organic) channels , Direct Channels.</a:t>
            </a:r>
          </a:p>
          <a:p>
            <a:r>
              <a:rPr lang="en-US" dirty="0"/>
              <a:t> Around </a:t>
            </a:r>
            <a:r>
              <a:rPr lang="en-US" b="1" dirty="0"/>
              <a:t>82.3% of total website sessions</a:t>
            </a:r>
            <a:r>
              <a:rPr lang="en-US" dirty="0"/>
              <a:t> are driven by paid channels, compared to 17.6% from free channels.</a:t>
            </a:r>
          </a:p>
          <a:p>
            <a:r>
              <a:rPr lang="en-US" dirty="0"/>
              <a:t> Consequently, </a:t>
            </a:r>
            <a:r>
              <a:rPr lang="en-US" b="1" dirty="0"/>
              <a:t>81.1% of total orders</a:t>
            </a:r>
            <a:r>
              <a:rPr lang="en-US" dirty="0"/>
              <a:t> originate from paid channels, whereas free channels contribute approximately 18.9%.</a:t>
            </a:r>
          </a:p>
          <a:p>
            <a:r>
              <a:rPr lang="en-US" dirty="0"/>
              <a:t>The near alignment between paid session share and paid order share suggests that order contribution is primarily volume-driven rather than higher efficiency.</a:t>
            </a:r>
          </a:p>
        </p:txBody>
      </p:sp>
    </p:spTree>
    <p:extLst>
      <p:ext uri="{BB962C8B-B14F-4D97-AF65-F5344CB8AC3E}">
        <p14:creationId xmlns:p14="http://schemas.microsoft.com/office/powerpoint/2010/main" val="36394577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68A0BBEE-3391-50BC-3437-6E1449D1ADA8}"/>
              </a:ext>
            </a:extLst>
          </p:cNvPr>
          <p:cNvGraphicFramePr/>
          <p:nvPr>
            <p:extLst>
              <p:ext uri="{D42A27DB-BD31-4B8C-83A1-F6EECF244321}">
                <p14:modId xmlns:p14="http://schemas.microsoft.com/office/powerpoint/2010/main" val="2657866693"/>
              </p:ext>
            </p:extLst>
          </p:nvPr>
        </p:nvGraphicFramePr>
        <p:xfrm>
          <a:off x="400662" y="1484671"/>
          <a:ext cx="11253024" cy="4555339"/>
        </p:xfrm>
        <a:graphic>
          <a:graphicData uri="http://schemas.openxmlformats.org/drawingml/2006/chart">
            <c:chart xmlns:c="http://schemas.openxmlformats.org/drawingml/2006/chart" xmlns:r="http://schemas.openxmlformats.org/officeDocument/2006/relationships" r:id="rId2"/>
          </a:graphicData>
        </a:graphic>
      </p:graphicFrame>
      <p:sp>
        <p:nvSpPr>
          <p:cNvPr id="6" name="Rectangle 5">
            <a:extLst>
              <a:ext uri="{FF2B5EF4-FFF2-40B4-BE49-F238E27FC236}">
                <a16:creationId xmlns:a16="http://schemas.microsoft.com/office/drawing/2014/main" id="{41AC8F05-D72E-32FF-AAF5-641529AE67A5}"/>
              </a:ext>
            </a:extLst>
          </p:cNvPr>
          <p:cNvSpPr/>
          <p:nvPr/>
        </p:nvSpPr>
        <p:spPr>
          <a:xfrm>
            <a:off x="400662" y="403123"/>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500" b="1" dirty="0">
                <a:ln w="6600">
                  <a:solidFill>
                    <a:schemeClr val="accent2"/>
                  </a:solidFill>
                  <a:prstDash val="solid"/>
                </a:ln>
                <a:solidFill>
                  <a:srgbClr val="FFFFFF"/>
                </a:solidFill>
                <a:effectLst>
                  <a:outerShdw dist="38100" dir="2700000" algn="tl" rotWithShape="0">
                    <a:schemeClr val="accent2"/>
                  </a:outerShdw>
                </a:effectLst>
              </a:rPr>
              <a:t>Channel Performance &amp; Conversion Analysis</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spTree>
    <p:extLst>
      <p:ext uri="{BB962C8B-B14F-4D97-AF65-F5344CB8AC3E}">
        <p14:creationId xmlns:p14="http://schemas.microsoft.com/office/powerpoint/2010/main" val="364206548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27BE141-1A95-9BD9-33AB-30D09C9529A9}"/>
              </a:ext>
            </a:extLst>
          </p:cNvPr>
          <p:cNvSpPr/>
          <p:nvPr/>
        </p:nvSpPr>
        <p:spPr>
          <a:xfrm>
            <a:off x="400662" y="403123"/>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500" b="1" dirty="0">
                <a:ln w="6600">
                  <a:solidFill>
                    <a:schemeClr val="accent2"/>
                  </a:solidFill>
                  <a:prstDash val="solid"/>
                </a:ln>
                <a:solidFill>
                  <a:srgbClr val="FFFFFF"/>
                </a:solidFill>
                <a:effectLst>
                  <a:outerShdw dist="38100" dir="2700000" algn="tl" rotWithShape="0">
                    <a:schemeClr val="accent2"/>
                  </a:outerShdw>
                </a:effectLst>
              </a:rPr>
              <a:t>Channel Performance &amp; Conversion Analysis</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3" name="TextBox 2">
            <a:extLst>
              <a:ext uri="{FF2B5EF4-FFF2-40B4-BE49-F238E27FC236}">
                <a16:creationId xmlns:a16="http://schemas.microsoft.com/office/drawing/2014/main" id="{2ED7F003-FE9C-E214-13F5-521E19AA7D3D}"/>
              </a:ext>
            </a:extLst>
          </p:cNvPr>
          <p:cNvSpPr txBox="1"/>
          <p:nvPr/>
        </p:nvSpPr>
        <p:spPr>
          <a:xfrm>
            <a:off x="400662" y="1366684"/>
            <a:ext cx="11181738" cy="4407425"/>
          </a:xfrm>
          <a:prstGeom prst="rect">
            <a:avLst/>
          </a:prstGeom>
          <a:solidFill>
            <a:schemeClr val="accent3">
              <a:lumMod val="20000"/>
              <a:lumOff val="80000"/>
            </a:schemeClr>
          </a:solidFill>
          <a:ln>
            <a:solidFill>
              <a:schemeClr val="tx1"/>
            </a:solidFill>
          </a:ln>
        </p:spPr>
        <p:txBody>
          <a:bodyPr wrap="square" rtlCol="0">
            <a:spAutoFit/>
          </a:bodyPr>
          <a:lstStyle>
            <a:defPPr>
              <a:defRPr lang="en-US"/>
            </a:defPPr>
            <a:lvl1pPr marL="285750" indent="-285750">
              <a:lnSpc>
                <a:spcPct val="200000"/>
              </a:lnSpc>
              <a:buFont typeface="Wingdings" panose="05000000000000000000" pitchFamily="2" charset="2"/>
              <a:buChar char="Ø"/>
              <a:defRPr>
                <a:latin typeface="Aptos Narrow" panose="020B0004020202020204" pitchFamily="34" charset="0"/>
              </a:defRPr>
            </a:lvl1pPr>
          </a:lstStyle>
          <a:p>
            <a:pPr marL="0" indent="0" algn="ctr">
              <a:buNone/>
            </a:pPr>
            <a:r>
              <a:rPr lang="en-IN" sz="2000" b="1" u="sng" dirty="0"/>
              <a:t>Observations</a:t>
            </a:r>
          </a:p>
          <a:p>
            <a:pPr>
              <a:lnSpc>
                <a:spcPct val="150000"/>
              </a:lnSpc>
            </a:pPr>
            <a:r>
              <a:rPr lang="en-US" dirty="0"/>
              <a:t> The business is highly dependent on </a:t>
            </a:r>
            <a:r>
              <a:rPr lang="en-US" b="1" dirty="0"/>
              <a:t>paid channels</a:t>
            </a:r>
            <a:r>
              <a:rPr lang="en-US" dirty="0"/>
              <a:t>, contributing approximately </a:t>
            </a:r>
            <a:r>
              <a:rPr lang="en-US" b="1" dirty="0"/>
              <a:t>84.7% of total traffic</a:t>
            </a:r>
            <a:r>
              <a:rPr lang="en-US" dirty="0"/>
              <a:t>, while free channels account for only 15.3%.</a:t>
            </a:r>
          </a:p>
          <a:p>
            <a:pPr>
              <a:lnSpc>
                <a:spcPct val="150000"/>
              </a:lnSpc>
            </a:pPr>
            <a:r>
              <a:rPr lang="en-US" dirty="0"/>
              <a:t>Paid channels dominate in terms of </a:t>
            </a:r>
            <a:r>
              <a:rPr lang="en-US" b="1" dirty="0"/>
              <a:t>sessions, orders, and revenue</a:t>
            </a:r>
            <a:r>
              <a:rPr lang="en-US" dirty="0"/>
              <a:t>, primarily due to higher traffic acquisition.</a:t>
            </a:r>
          </a:p>
          <a:p>
            <a:pPr>
              <a:lnSpc>
                <a:spcPct val="150000"/>
              </a:lnSpc>
            </a:pPr>
            <a:r>
              <a:rPr lang="en-US" dirty="0"/>
              <a:t> However, the </a:t>
            </a:r>
            <a:r>
              <a:rPr lang="en-US" b="1" dirty="0"/>
              <a:t>conversion rate of organic (free) channels is higher</a:t>
            </a:r>
            <a:r>
              <a:rPr lang="en-US" dirty="0"/>
              <a:t> compared to paid search.</a:t>
            </a:r>
          </a:p>
          <a:p>
            <a:pPr>
              <a:lnSpc>
                <a:spcPct val="150000"/>
              </a:lnSpc>
            </a:pPr>
            <a:r>
              <a:rPr lang="en-US" dirty="0"/>
              <a:t> This suggests that paid channels are effective in driving awareness and scale, whereas organic channels attract customers with stronger purchase intent.</a:t>
            </a:r>
          </a:p>
          <a:p>
            <a:pPr>
              <a:lnSpc>
                <a:spcPct val="150000"/>
              </a:lnSpc>
            </a:pPr>
            <a:r>
              <a:rPr lang="en-US" dirty="0"/>
              <a:t> Customers may interact with multiple channels before conversion, indicating a multi-touch journey (e.g., influenced by paid, converted via organic).</a:t>
            </a:r>
          </a:p>
          <a:p>
            <a:pPr>
              <a:lnSpc>
                <a:spcPct val="150000"/>
              </a:lnSpc>
            </a:pPr>
            <a:r>
              <a:rPr lang="en-US" dirty="0"/>
              <a:t>While paid channels drive volume, free channels demonstrate greater efficiency in converting traffic into orders.</a:t>
            </a:r>
          </a:p>
        </p:txBody>
      </p:sp>
    </p:spTree>
    <p:extLst>
      <p:ext uri="{BB962C8B-B14F-4D97-AF65-F5344CB8AC3E}">
        <p14:creationId xmlns:p14="http://schemas.microsoft.com/office/powerpoint/2010/main" val="342148056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F111809D-C426-92C6-52B4-09056B1E4561}"/>
              </a:ext>
            </a:extLst>
          </p:cNvPr>
          <p:cNvGraphicFramePr/>
          <p:nvPr>
            <p:extLst>
              <p:ext uri="{D42A27DB-BD31-4B8C-83A1-F6EECF244321}">
                <p14:modId xmlns:p14="http://schemas.microsoft.com/office/powerpoint/2010/main" val="2993546868"/>
              </p:ext>
            </p:extLst>
          </p:nvPr>
        </p:nvGraphicFramePr>
        <p:xfrm>
          <a:off x="491612" y="1425677"/>
          <a:ext cx="11230900" cy="4712655"/>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FF2B5EF4-FFF2-40B4-BE49-F238E27FC236}">
                <a16:creationId xmlns:a16="http://schemas.microsoft.com/office/drawing/2014/main" id="{8D5957C0-D5D9-87D2-651A-285741C160B0}"/>
              </a:ext>
            </a:extLst>
          </p:cNvPr>
          <p:cNvSpPr/>
          <p:nvPr/>
        </p:nvSpPr>
        <p:spPr>
          <a:xfrm>
            <a:off x="469488" y="422788"/>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500" b="1" dirty="0">
                <a:ln w="6600">
                  <a:solidFill>
                    <a:schemeClr val="accent2"/>
                  </a:solidFill>
                  <a:prstDash val="solid"/>
                </a:ln>
                <a:solidFill>
                  <a:srgbClr val="FFFFFF"/>
                </a:solidFill>
                <a:effectLst>
                  <a:outerShdw dist="38100" dir="2700000" algn="tl" rotWithShape="0">
                    <a:schemeClr val="accent2"/>
                  </a:outerShdw>
                </a:effectLst>
              </a:rPr>
              <a:t>Cross-Channel Path Analysis</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spTree>
    <p:extLst>
      <p:ext uri="{BB962C8B-B14F-4D97-AF65-F5344CB8AC3E}">
        <p14:creationId xmlns:p14="http://schemas.microsoft.com/office/powerpoint/2010/main" val="332048767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6A841D-0BBF-F3E8-3608-CCA52EEF7E5D}"/>
              </a:ext>
            </a:extLst>
          </p:cNvPr>
          <p:cNvSpPr/>
          <p:nvPr/>
        </p:nvSpPr>
        <p:spPr>
          <a:xfrm>
            <a:off x="469488" y="422788"/>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500" b="1" dirty="0">
                <a:ln w="6600">
                  <a:solidFill>
                    <a:schemeClr val="accent2"/>
                  </a:solidFill>
                  <a:prstDash val="solid"/>
                </a:ln>
                <a:solidFill>
                  <a:srgbClr val="FFFFFF"/>
                </a:solidFill>
                <a:effectLst>
                  <a:outerShdw dist="38100" dir="2700000" algn="tl" rotWithShape="0">
                    <a:schemeClr val="accent2"/>
                  </a:outerShdw>
                </a:effectLst>
              </a:rPr>
              <a:t>Cross-Channel Path Analysis</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3" name="TextBox 2">
            <a:extLst>
              <a:ext uri="{FF2B5EF4-FFF2-40B4-BE49-F238E27FC236}">
                <a16:creationId xmlns:a16="http://schemas.microsoft.com/office/drawing/2014/main" id="{627D2D25-3FD0-D07E-7ACF-FA64D882EC5E}"/>
              </a:ext>
            </a:extLst>
          </p:cNvPr>
          <p:cNvSpPr txBox="1"/>
          <p:nvPr/>
        </p:nvSpPr>
        <p:spPr>
          <a:xfrm>
            <a:off x="469488" y="1278193"/>
            <a:ext cx="11253023" cy="5065297"/>
          </a:xfrm>
          <a:prstGeom prst="rect">
            <a:avLst/>
          </a:prstGeom>
          <a:solidFill>
            <a:schemeClr val="accent3">
              <a:lumMod val="20000"/>
              <a:lumOff val="80000"/>
            </a:schemeClr>
          </a:solidFill>
          <a:ln>
            <a:solidFill>
              <a:schemeClr val="tx1"/>
            </a:solidFill>
          </a:ln>
        </p:spPr>
        <p:txBody>
          <a:bodyPr wrap="square" rtlCol="0">
            <a:spAutoFit/>
          </a:bodyPr>
          <a:lstStyle>
            <a:defPPr>
              <a:defRPr lang="en-US"/>
            </a:defPPr>
            <a:lvl1pPr marL="285750" indent="-285750">
              <a:lnSpc>
                <a:spcPct val="200000"/>
              </a:lnSpc>
              <a:buFont typeface="Wingdings" panose="05000000000000000000" pitchFamily="2" charset="2"/>
              <a:buChar char="Ø"/>
              <a:defRPr>
                <a:latin typeface="Aptos Narrow" panose="020B0004020202020204" pitchFamily="34" charset="0"/>
              </a:defRPr>
            </a:lvl1pPr>
          </a:lstStyle>
          <a:p>
            <a:pPr marL="0" indent="0" algn="ctr">
              <a:buNone/>
            </a:pPr>
            <a:r>
              <a:rPr lang="en-IN" sz="2000" b="1" u="sng" dirty="0"/>
              <a:t>Observations</a:t>
            </a:r>
          </a:p>
          <a:p>
            <a:r>
              <a:rPr lang="en-US" dirty="0"/>
              <a:t>The analysis highlights how customers transition between different acquisition channels during their journey.</a:t>
            </a:r>
          </a:p>
          <a:p>
            <a:r>
              <a:rPr lang="en-US" dirty="0"/>
              <a:t>Paid Search acts as the primary discovery channel, while Organic Search and Direct channels play a significant role in final conversion or revisit stages.</a:t>
            </a:r>
          </a:p>
          <a:p>
            <a:r>
              <a:rPr lang="en-US" dirty="0"/>
              <a:t>It shows:</a:t>
            </a:r>
            <a:br>
              <a:rPr lang="en-US" dirty="0"/>
            </a:br>
            <a:r>
              <a:rPr lang="en-US" b="1" dirty="0"/>
              <a:t>Paid = Awareness / Acquisition</a:t>
            </a:r>
            <a:br>
              <a:rPr lang="en-US" b="1" dirty="0"/>
            </a:br>
            <a:r>
              <a:rPr lang="en-US" b="1" dirty="0"/>
              <a:t>Organic &amp; Direct = Consideration / Conversion</a:t>
            </a:r>
          </a:p>
          <a:p>
            <a:r>
              <a:rPr lang="en-US" dirty="0"/>
              <a:t>Relatively fewer customers remain within the same channel (e.g., Direct → Direct = 169, Organic → Organic = 185), suggesting that most users interact with multiple channels before conversion.</a:t>
            </a:r>
            <a:endParaRPr lang="en-IN" dirty="0"/>
          </a:p>
        </p:txBody>
      </p:sp>
    </p:spTree>
    <p:extLst>
      <p:ext uri="{BB962C8B-B14F-4D97-AF65-F5344CB8AC3E}">
        <p14:creationId xmlns:p14="http://schemas.microsoft.com/office/powerpoint/2010/main" val="111488519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120404A-DB8C-7B0D-13BA-C7129C7A0A95}"/>
              </a:ext>
            </a:extLst>
          </p:cNvPr>
          <p:cNvSpPr/>
          <p:nvPr/>
        </p:nvSpPr>
        <p:spPr>
          <a:xfrm>
            <a:off x="380997" y="422788"/>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Channel Strategy for Sustainable Growth</a:t>
            </a:r>
          </a:p>
        </p:txBody>
      </p:sp>
      <p:sp>
        <p:nvSpPr>
          <p:cNvPr id="3" name="TextBox 2">
            <a:extLst>
              <a:ext uri="{FF2B5EF4-FFF2-40B4-BE49-F238E27FC236}">
                <a16:creationId xmlns:a16="http://schemas.microsoft.com/office/drawing/2014/main" id="{EACE91E4-60B4-A846-E98C-6AA847AB3374}"/>
              </a:ext>
            </a:extLst>
          </p:cNvPr>
          <p:cNvSpPr txBox="1"/>
          <p:nvPr/>
        </p:nvSpPr>
        <p:spPr>
          <a:xfrm>
            <a:off x="469488" y="1278193"/>
            <a:ext cx="11253023" cy="4961423"/>
          </a:xfrm>
          <a:prstGeom prst="rect">
            <a:avLst/>
          </a:prstGeom>
          <a:solidFill>
            <a:schemeClr val="accent3">
              <a:lumMod val="20000"/>
              <a:lumOff val="80000"/>
            </a:schemeClr>
          </a:solidFill>
          <a:ln>
            <a:solidFill>
              <a:schemeClr val="tx1"/>
            </a:solidFill>
          </a:ln>
        </p:spPr>
        <p:txBody>
          <a:bodyPr wrap="square" rtlCol="0">
            <a:spAutoFit/>
          </a:bodyPr>
          <a:lstStyle>
            <a:defPPr>
              <a:defRPr lang="en-US"/>
            </a:defPPr>
            <a:lvl1pPr marL="285750" indent="-285750">
              <a:lnSpc>
                <a:spcPct val="200000"/>
              </a:lnSpc>
              <a:buFont typeface="Wingdings" panose="05000000000000000000" pitchFamily="2" charset="2"/>
              <a:buChar char="Ø"/>
              <a:defRPr>
                <a:latin typeface="Aptos Narrow" panose="020B0004020202020204" pitchFamily="34" charset="0"/>
              </a:defRPr>
            </a:lvl1pPr>
          </a:lstStyle>
          <a:p>
            <a:pPr marL="0" indent="0" algn="ctr">
              <a:buNone/>
            </a:pPr>
            <a:r>
              <a:rPr lang="en-US" sz="2000" b="1" u="sng" dirty="0"/>
              <a:t>Recommendations</a:t>
            </a:r>
          </a:p>
          <a:p>
            <a:pPr marL="0" indent="0">
              <a:buNone/>
            </a:pPr>
            <a:r>
              <a:rPr lang="en-US" u="sng" dirty="0">
                <a:solidFill>
                  <a:srgbClr val="0066FF"/>
                </a:solidFill>
              </a:rPr>
              <a:t>Reduce Over-Dependence on Paid Acquisition</a:t>
            </a:r>
          </a:p>
          <a:p>
            <a:pPr>
              <a:lnSpc>
                <a:spcPct val="150000"/>
              </a:lnSpc>
            </a:pPr>
            <a:r>
              <a:rPr lang="en-US" dirty="0"/>
              <a:t>Gradually increasing investments on organic growth strategies(SEO, content marketing, brand building).</a:t>
            </a:r>
          </a:p>
          <a:p>
            <a:pPr>
              <a:lnSpc>
                <a:spcPct val="150000"/>
              </a:lnSpc>
            </a:pPr>
            <a:r>
              <a:rPr lang="en-US" dirty="0"/>
              <a:t>Strength brand recalls so that customer revisits directly instead of via paid ads.</a:t>
            </a:r>
          </a:p>
          <a:p>
            <a:pPr marL="0" indent="0">
              <a:lnSpc>
                <a:spcPct val="150000"/>
              </a:lnSpc>
              <a:buNone/>
            </a:pPr>
            <a:endParaRPr lang="en-US" dirty="0"/>
          </a:p>
          <a:p>
            <a:pPr marL="0" indent="0">
              <a:lnSpc>
                <a:spcPct val="150000"/>
              </a:lnSpc>
              <a:buNone/>
            </a:pPr>
            <a:r>
              <a:rPr lang="en-US" u="sng" dirty="0">
                <a:solidFill>
                  <a:srgbClr val="0066FF"/>
                </a:solidFill>
              </a:rPr>
              <a:t>Improve Retention of Customer to Lower Customer Acquisition Cost</a:t>
            </a:r>
          </a:p>
          <a:p>
            <a:pPr>
              <a:lnSpc>
                <a:spcPct val="150000"/>
              </a:lnSpc>
            </a:pPr>
            <a:r>
              <a:rPr lang="en-US" dirty="0">
                <a:solidFill>
                  <a:schemeClr val="bg2"/>
                </a:solidFill>
              </a:rPr>
              <a:t>Since Repeat Rate is very low so it is very important to increase that in order to decrease the acquisition cost.</a:t>
            </a:r>
          </a:p>
          <a:p>
            <a:pPr>
              <a:lnSpc>
                <a:spcPct val="150000"/>
              </a:lnSpc>
            </a:pPr>
            <a:r>
              <a:rPr lang="en-US" dirty="0"/>
              <a:t>Use remarketing to convert first-time buyers into repeat customers</a:t>
            </a:r>
          </a:p>
          <a:p>
            <a:pPr>
              <a:lnSpc>
                <a:spcPct val="150000"/>
              </a:lnSpc>
            </a:pPr>
            <a:r>
              <a:rPr lang="en-US" dirty="0"/>
              <a:t>Offer post-purchase engagement campaigns</a:t>
            </a:r>
          </a:p>
          <a:p>
            <a:pPr>
              <a:lnSpc>
                <a:spcPct val="150000"/>
              </a:lnSpc>
            </a:pPr>
            <a:r>
              <a:rPr lang="en-US" dirty="0"/>
              <a:t> Send personalized email recommendations</a:t>
            </a:r>
            <a:endParaRPr lang="en-US" dirty="0">
              <a:solidFill>
                <a:schemeClr val="bg2"/>
              </a:solidFill>
            </a:endParaRPr>
          </a:p>
          <a:p>
            <a:pPr marL="0" indent="0">
              <a:lnSpc>
                <a:spcPct val="150000"/>
              </a:lnSpc>
              <a:buNone/>
            </a:pPr>
            <a:endParaRPr lang="en-US" dirty="0"/>
          </a:p>
        </p:txBody>
      </p:sp>
    </p:spTree>
    <p:extLst>
      <p:ext uri="{BB962C8B-B14F-4D97-AF65-F5344CB8AC3E}">
        <p14:creationId xmlns:p14="http://schemas.microsoft.com/office/powerpoint/2010/main" val="117565861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cx2="http://schemas.microsoft.com/office/drawing/2015/10/21/chartex">
        <mc:Choice Requires="cx2">
          <p:graphicFrame>
            <p:nvGraphicFramePr>
              <p:cNvPr id="4" name="Chart 3">
                <a:extLst>
                  <a:ext uri="{FF2B5EF4-FFF2-40B4-BE49-F238E27FC236}">
                    <a16:creationId xmlns:a16="http://schemas.microsoft.com/office/drawing/2014/main" id="{61117DF1-B245-158A-7762-A09DD1EB65A3}"/>
                  </a:ext>
                </a:extLst>
              </p:cNvPr>
              <p:cNvGraphicFramePr/>
              <p:nvPr>
                <p:extLst>
                  <p:ext uri="{D42A27DB-BD31-4B8C-83A1-F6EECF244321}">
                    <p14:modId xmlns:p14="http://schemas.microsoft.com/office/powerpoint/2010/main" val="2704188820"/>
                  </p:ext>
                </p:extLst>
              </p:nvPr>
            </p:nvGraphicFramePr>
            <p:xfrm>
              <a:off x="469488" y="1425677"/>
              <a:ext cx="11253024" cy="4712656"/>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4" name="Chart 3">
                <a:extLst>
                  <a:ext uri="{FF2B5EF4-FFF2-40B4-BE49-F238E27FC236}">
                    <a16:creationId xmlns:a16="http://schemas.microsoft.com/office/drawing/2014/main" id="{61117DF1-B245-158A-7762-A09DD1EB65A3}"/>
                  </a:ext>
                </a:extLst>
              </p:cNvPr>
              <p:cNvPicPr>
                <a:picLocks noGrp="1" noRot="1" noChangeAspect="1" noMove="1" noResize="1" noEditPoints="1" noAdjustHandles="1" noChangeArrowheads="1" noChangeShapeType="1"/>
              </p:cNvPicPr>
              <p:nvPr/>
            </p:nvPicPr>
            <p:blipFill>
              <a:blip r:embed="rId3"/>
              <a:stretch>
                <a:fillRect/>
              </a:stretch>
            </p:blipFill>
            <p:spPr>
              <a:xfrm>
                <a:off x="469488" y="1425677"/>
                <a:ext cx="11253024" cy="4712656"/>
              </a:xfrm>
              <a:prstGeom prst="rect">
                <a:avLst/>
              </a:prstGeom>
            </p:spPr>
          </p:pic>
        </mc:Fallback>
      </mc:AlternateContent>
      <p:sp>
        <p:nvSpPr>
          <p:cNvPr id="5" name="Rectangle 4">
            <a:extLst>
              <a:ext uri="{FF2B5EF4-FFF2-40B4-BE49-F238E27FC236}">
                <a16:creationId xmlns:a16="http://schemas.microsoft.com/office/drawing/2014/main" id="{F52AABF0-EF67-5326-FDEC-5D94D4B2CDBE}"/>
              </a:ext>
            </a:extLst>
          </p:cNvPr>
          <p:cNvSpPr/>
          <p:nvPr/>
        </p:nvSpPr>
        <p:spPr>
          <a:xfrm>
            <a:off x="469488" y="422788"/>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Conversion Funnel Reveals Key </a:t>
            </a:r>
            <a:r>
              <a:rPr lang="en-US" sz="2500" b="1">
                <a:ln w="6600">
                  <a:solidFill>
                    <a:schemeClr val="accent2"/>
                  </a:solidFill>
                  <a:prstDash val="solid"/>
                </a:ln>
                <a:solidFill>
                  <a:srgbClr val="FFFFFF"/>
                </a:solidFill>
                <a:effectLst>
                  <a:outerShdw dist="38100" dir="2700000" algn="tl" rotWithShape="0">
                    <a:schemeClr val="accent2"/>
                  </a:outerShdw>
                </a:effectLst>
              </a:rPr>
              <a:t>User Drop-offs</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p:spTree>
    <p:extLst>
      <p:ext uri="{BB962C8B-B14F-4D97-AF65-F5344CB8AC3E}">
        <p14:creationId xmlns:p14="http://schemas.microsoft.com/office/powerpoint/2010/main" val="72394199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4890FD7-FFAC-9EC3-8698-E55DFBF87EB4}"/>
              </a:ext>
            </a:extLst>
          </p:cNvPr>
          <p:cNvSpPr/>
          <p:nvPr/>
        </p:nvSpPr>
        <p:spPr>
          <a:xfrm>
            <a:off x="469488" y="422788"/>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Funnel Drop-Off Analysis by Page Type </a:t>
            </a:r>
          </a:p>
        </p:txBody>
      </p:sp>
      <p:sp>
        <p:nvSpPr>
          <p:cNvPr id="2" name="Rectangle 1">
            <a:extLst>
              <a:ext uri="{FF2B5EF4-FFF2-40B4-BE49-F238E27FC236}">
                <a16:creationId xmlns:a16="http://schemas.microsoft.com/office/drawing/2014/main" id="{4E6DE897-E3A3-787E-BEF1-F29A57555812}"/>
              </a:ext>
            </a:extLst>
          </p:cNvPr>
          <p:cNvSpPr>
            <a:spLocks noChangeArrowheads="1"/>
          </p:cNvSpPr>
          <p:nvPr/>
        </p:nvSpPr>
        <p:spPr bwMode="auto">
          <a:xfrm>
            <a:off x="469487" y="1333300"/>
            <a:ext cx="11253023" cy="4669035"/>
          </a:xfrm>
          <a:prstGeom prst="rect">
            <a:avLst/>
          </a:prstGeom>
          <a:solidFill>
            <a:schemeClr val="accent3">
              <a:lumMod val="20000"/>
              <a:lumOff val="80000"/>
            </a:schemeClr>
          </a:solidFill>
          <a:ln>
            <a:solidFill>
              <a:schemeClr val="tx1"/>
            </a:solidFill>
          </a:ln>
        </p:spPr>
        <p:txBody>
          <a:bodyPr wrap="square" rtlCol="0">
            <a:spAutoFit/>
          </a:bodyPr>
          <a:lstStyle/>
          <a:p>
            <a:pPr algn="ctr">
              <a:lnSpc>
                <a:spcPct val="150000"/>
              </a:lnSpc>
              <a:buFont typeface="Wingdings" panose="05000000000000000000" pitchFamily="2" charset="2"/>
              <a:buNone/>
            </a:pPr>
            <a:r>
              <a:rPr lang="en-IN" sz="2000" b="1" u="sng" dirty="0">
                <a:latin typeface="Aptos Narrow" panose="020B0004020202020204" pitchFamily="34" charset="0"/>
              </a:rPr>
              <a:t>Observations</a:t>
            </a:r>
          </a:p>
          <a:p>
            <a:pPr marL="285750" indent="-285750">
              <a:lnSpc>
                <a:spcPct val="150000"/>
              </a:lnSpc>
              <a:buFont typeface="Wingdings" panose="05000000000000000000" pitchFamily="2" charset="2"/>
              <a:buChar char="Ø"/>
            </a:pPr>
            <a:r>
              <a:rPr lang="en-US" altLang="en-US" dirty="0">
                <a:latin typeface="Aptos Narrow" panose="020B0004020202020204" pitchFamily="34" charset="0"/>
              </a:rPr>
              <a:t>The funnel analysis shows a significant drop-off at the Product to Cart stage, where only ~36% of users proceed, indicating a major point of user abandonment. </a:t>
            </a:r>
          </a:p>
          <a:p>
            <a:pPr marL="285750" indent="-285750">
              <a:lnSpc>
                <a:spcPct val="150000"/>
              </a:lnSpc>
              <a:buFont typeface="Wingdings" panose="05000000000000000000" pitchFamily="2" charset="2"/>
              <a:buChar char="Ø"/>
            </a:pPr>
            <a:r>
              <a:rPr lang="en-US" altLang="en-US" dirty="0">
                <a:latin typeface="Aptos Narrow" panose="020B0004020202020204" pitchFamily="34" charset="0"/>
              </a:rPr>
              <a:t>User movement from Home to Product (~58%) is relatively strong, suggesting that initial engagement and product discovery are effective. </a:t>
            </a:r>
          </a:p>
          <a:p>
            <a:pPr marL="285750" indent="-285750">
              <a:lnSpc>
                <a:spcPct val="150000"/>
              </a:lnSpc>
              <a:buFont typeface="Wingdings" panose="05000000000000000000" pitchFamily="2" charset="2"/>
              <a:buChar char="Ø"/>
            </a:pPr>
            <a:r>
              <a:rPr lang="en-US" altLang="en-US" dirty="0">
                <a:latin typeface="Aptos Narrow" panose="020B0004020202020204" pitchFamily="34" charset="0"/>
              </a:rPr>
              <a:t>The transition from Cart to Billing (~55%) shows moderate drop-off, indicating some friction during the checkout initiation phase. </a:t>
            </a:r>
          </a:p>
          <a:p>
            <a:pPr marL="285750" indent="-285750">
              <a:lnSpc>
                <a:spcPct val="150000"/>
              </a:lnSpc>
              <a:buFont typeface="Wingdings" panose="05000000000000000000" pitchFamily="2" charset="2"/>
              <a:buChar char="Ø"/>
            </a:pPr>
            <a:r>
              <a:rPr lang="en-US" altLang="en-US" dirty="0">
                <a:latin typeface="Aptos Narrow" panose="020B0004020202020204" pitchFamily="34" charset="0"/>
              </a:rPr>
              <a:t>The Billing to Shipping stage (~100%) shows no drop-off, suggesting that users who reach billing are highly likely to complete the process. </a:t>
            </a:r>
          </a:p>
          <a:p>
            <a:pPr marL="285750" indent="-285750">
              <a:lnSpc>
                <a:spcPct val="150000"/>
              </a:lnSpc>
              <a:buFont typeface="Wingdings" panose="05000000000000000000" pitchFamily="2" charset="2"/>
              <a:buChar char="Ø"/>
            </a:pPr>
            <a:r>
              <a:rPr lang="en-US" altLang="en-US" dirty="0">
                <a:latin typeface="Aptos Narrow" panose="020B0004020202020204" pitchFamily="34" charset="0"/>
              </a:rPr>
              <a:t>Overall, the Product to Cart stage emerges as the primary conversion bottleneck, significantly impacting the final conversion rate. </a:t>
            </a:r>
          </a:p>
        </p:txBody>
      </p:sp>
    </p:spTree>
    <p:extLst>
      <p:ext uri="{BB962C8B-B14F-4D97-AF65-F5344CB8AC3E}">
        <p14:creationId xmlns:p14="http://schemas.microsoft.com/office/powerpoint/2010/main" val="308308235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D6458066-C25B-7AAE-45F8-9B2777C81602}"/>
              </a:ext>
            </a:extLst>
          </p:cNvPr>
          <p:cNvGraphicFramePr/>
          <p:nvPr>
            <p:extLst>
              <p:ext uri="{D42A27DB-BD31-4B8C-83A1-F6EECF244321}">
                <p14:modId xmlns:p14="http://schemas.microsoft.com/office/powerpoint/2010/main" val="3001207360"/>
              </p:ext>
            </p:extLst>
          </p:nvPr>
        </p:nvGraphicFramePr>
        <p:xfrm>
          <a:off x="331835" y="1347975"/>
          <a:ext cx="11253024" cy="4698864"/>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FF2B5EF4-FFF2-40B4-BE49-F238E27FC236}">
                <a16:creationId xmlns:a16="http://schemas.microsoft.com/office/drawing/2014/main" id="{AC9AF3F5-39C7-98BE-A7CB-CD334CCFF859}"/>
              </a:ext>
            </a:extLst>
          </p:cNvPr>
          <p:cNvSpPr/>
          <p:nvPr/>
        </p:nvSpPr>
        <p:spPr>
          <a:xfrm>
            <a:off x="331836" y="331293"/>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Funnel Stage Distributions</a:t>
            </a:r>
          </a:p>
        </p:txBody>
      </p:sp>
    </p:spTree>
    <p:extLst>
      <p:ext uri="{BB962C8B-B14F-4D97-AF65-F5344CB8AC3E}">
        <p14:creationId xmlns:p14="http://schemas.microsoft.com/office/powerpoint/2010/main" val="241514992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6163A10-6C94-03EE-A8E6-40D2AC66C1A0}"/>
              </a:ext>
            </a:extLst>
          </p:cNvPr>
          <p:cNvSpPr/>
          <p:nvPr/>
        </p:nvSpPr>
        <p:spPr>
          <a:xfrm>
            <a:off x="331836" y="331293"/>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Funnel Stage Distributions</a:t>
            </a:r>
          </a:p>
        </p:txBody>
      </p:sp>
      <p:sp>
        <p:nvSpPr>
          <p:cNvPr id="6" name="TextBox 5">
            <a:extLst>
              <a:ext uri="{FF2B5EF4-FFF2-40B4-BE49-F238E27FC236}">
                <a16:creationId xmlns:a16="http://schemas.microsoft.com/office/drawing/2014/main" id="{5AD4E9EE-DA29-B605-DFDF-0B75BFCFBB57}"/>
              </a:ext>
            </a:extLst>
          </p:cNvPr>
          <p:cNvSpPr txBox="1"/>
          <p:nvPr/>
        </p:nvSpPr>
        <p:spPr>
          <a:xfrm>
            <a:off x="331836" y="1238864"/>
            <a:ext cx="11253024" cy="5065297"/>
          </a:xfrm>
          <a:prstGeom prst="rect">
            <a:avLst/>
          </a:prstGeom>
          <a:solidFill>
            <a:schemeClr val="accent3">
              <a:lumMod val="20000"/>
              <a:lumOff val="80000"/>
            </a:schemeClr>
          </a:solidFill>
          <a:ln>
            <a:solidFill>
              <a:schemeClr val="tx1"/>
            </a:solidFill>
          </a:ln>
        </p:spPr>
        <p:txBody>
          <a:bodyPr wrap="square" rtlCol="0">
            <a:spAutoFit/>
          </a:bodyPr>
          <a:lstStyle>
            <a:defPPr>
              <a:defRPr lang="en-US"/>
            </a:defPPr>
            <a:lvl1pPr marL="285750" indent="-285750">
              <a:lnSpc>
                <a:spcPct val="200000"/>
              </a:lnSpc>
              <a:buFont typeface="Wingdings" panose="05000000000000000000" pitchFamily="2" charset="2"/>
              <a:buChar char="Ø"/>
              <a:defRPr>
                <a:latin typeface="Aptos Narrow" panose="020B0004020202020204" pitchFamily="34" charset="0"/>
              </a:defRPr>
            </a:lvl1pPr>
          </a:lstStyle>
          <a:p>
            <a:pPr marL="0" indent="0" algn="ctr">
              <a:buNone/>
            </a:pPr>
            <a:r>
              <a:rPr lang="en-IN" sz="2000" b="1" u="sng" dirty="0"/>
              <a:t>Observations</a:t>
            </a:r>
            <a:endParaRPr lang="en-US" dirty="0"/>
          </a:p>
          <a:p>
            <a:r>
              <a:rPr lang="en-US" dirty="0"/>
              <a:t> The funnel Stage is being classified into 3 stages –  Beyond cart page, Cart Abandonment , Not yet reached to cart.</a:t>
            </a:r>
          </a:p>
          <a:p>
            <a:r>
              <a:rPr lang="en-US" dirty="0"/>
              <a:t>Approximately </a:t>
            </a:r>
            <a:r>
              <a:rPr lang="en-US" b="1" dirty="0"/>
              <a:t>80% of sessions</a:t>
            </a:r>
            <a:r>
              <a:rPr lang="en-US" dirty="0"/>
              <a:t> fall under “Not Yet Reached Cart,” indicating that the majority of users explore products but do not add items to the cart.</a:t>
            </a:r>
          </a:p>
          <a:p>
            <a:r>
              <a:rPr lang="en-US" dirty="0"/>
              <a:t>• Around </a:t>
            </a:r>
            <a:r>
              <a:rPr lang="en-US" b="1" dirty="0"/>
              <a:t>6% of sessions</a:t>
            </a:r>
            <a:r>
              <a:rPr lang="en-US" dirty="0"/>
              <a:t> represent cart abandonment, where users add products but do not proceed to checkout.</a:t>
            </a:r>
          </a:p>
          <a:p>
            <a:r>
              <a:rPr lang="en-US" dirty="0"/>
              <a:t>• Only </a:t>
            </a:r>
            <a:r>
              <a:rPr lang="en-US" b="1" dirty="0"/>
              <a:t>14% of sessions</a:t>
            </a:r>
            <a:r>
              <a:rPr lang="en-US" dirty="0"/>
              <a:t> progress beyond the cart stage, indicating a limited proportion of high-intent users completing the purchase journey.</a:t>
            </a:r>
          </a:p>
          <a:p>
            <a:r>
              <a:rPr lang="en-US" dirty="0"/>
              <a:t>• The primary leakage occurs before cart addition, while cart abandonment remains a secondary but important concern.</a:t>
            </a:r>
          </a:p>
        </p:txBody>
      </p:sp>
    </p:spTree>
    <p:extLst>
      <p:ext uri="{BB962C8B-B14F-4D97-AF65-F5344CB8AC3E}">
        <p14:creationId xmlns:p14="http://schemas.microsoft.com/office/powerpoint/2010/main" val="308383864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605120-DC5A-A822-7A8A-1C9ADC657D0B}"/>
              </a:ext>
            </a:extLst>
          </p:cNvPr>
          <p:cNvSpPr/>
          <p:nvPr/>
        </p:nvSpPr>
        <p:spPr>
          <a:xfrm>
            <a:off x="341669" y="331293"/>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Funnel Stage Recommendations</a:t>
            </a:r>
          </a:p>
        </p:txBody>
      </p:sp>
      <p:sp>
        <p:nvSpPr>
          <p:cNvPr id="3" name="TextBox 2">
            <a:extLst>
              <a:ext uri="{FF2B5EF4-FFF2-40B4-BE49-F238E27FC236}">
                <a16:creationId xmlns:a16="http://schemas.microsoft.com/office/drawing/2014/main" id="{DF8B2079-88BF-1F74-4860-3E914242EEF6}"/>
              </a:ext>
            </a:extLst>
          </p:cNvPr>
          <p:cNvSpPr txBox="1"/>
          <p:nvPr/>
        </p:nvSpPr>
        <p:spPr>
          <a:xfrm>
            <a:off x="469488" y="1278193"/>
            <a:ext cx="11253023" cy="4684424"/>
          </a:xfrm>
          <a:prstGeom prst="rect">
            <a:avLst/>
          </a:prstGeom>
          <a:solidFill>
            <a:schemeClr val="accent3">
              <a:lumMod val="20000"/>
              <a:lumOff val="80000"/>
            </a:schemeClr>
          </a:solidFill>
          <a:ln>
            <a:solidFill>
              <a:schemeClr val="tx1"/>
            </a:solidFill>
          </a:ln>
        </p:spPr>
        <p:txBody>
          <a:bodyPr wrap="square" rtlCol="0">
            <a:spAutoFit/>
          </a:bodyPr>
          <a:lstStyle>
            <a:defPPr>
              <a:defRPr lang="en-US"/>
            </a:defPPr>
            <a:lvl1pPr marL="285750" indent="-285750">
              <a:lnSpc>
                <a:spcPct val="200000"/>
              </a:lnSpc>
              <a:buFont typeface="Wingdings" panose="05000000000000000000" pitchFamily="2" charset="2"/>
              <a:buChar char="Ø"/>
              <a:defRPr>
                <a:latin typeface="Aptos Narrow" panose="020B0004020202020204" pitchFamily="34" charset="0"/>
              </a:defRPr>
            </a:lvl1pPr>
          </a:lstStyle>
          <a:p>
            <a:pPr marL="0" indent="0" algn="ctr">
              <a:buNone/>
            </a:pPr>
            <a:r>
              <a:rPr lang="en-US" sz="2000" b="1" u="sng" dirty="0"/>
              <a:t>Recommendations</a:t>
            </a:r>
          </a:p>
          <a:p>
            <a:pPr marL="0" indent="0">
              <a:buNone/>
            </a:pPr>
            <a:r>
              <a:rPr lang="en-US" u="sng" dirty="0">
                <a:solidFill>
                  <a:srgbClr val="0066FF"/>
                </a:solidFill>
              </a:rPr>
              <a:t>Improve Product Visibility</a:t>
            </a:r>
          </a:p>
          <a:p>
            <a:r>
              <a:rPr lang="en-US" dirty="0"/>
              <a:t>Make it easier for users to find relevant products through better search, filters, and personalized recommendations.</a:t>
            </a:r>
          </a:p>
          <a:p>
            <a:pPr marL="0" indent="0">
              <a:buNone/>
            </a:pPr>
            <a:r>
              <a:rPr lang="en-US" u="sng" dirty="0">
                <a:solidFill>
                  <a:srgbClr val="0066FF"/>
                </a:solidFill>
              </a:rPr>
              <a:t>Strengthen Product Persuasion</a:t>
            </a:r>
          </a:p>
          <a:p>
            <a:r>
              <a:rPr lang="en-US" dirty="0"/>
              <a:t>Enhance product pages with clear descriptions, high-quality images, reviews, and return policy details to build confidence.</a:t>
            </a:r>
          </a:p>
          <a:p>
            <a:pPr marL="0" indent="0">
              <a:buNone/>
            </a:pPr>
            <a:r>
              <a:rPr lang="en-US" u="sng" dirty="0">
                <a:solidFill>
                  <a:srgbClr val="0066FF"/>
                </a:solidFill>
              </a:rPr>
              <a:t>Highlight Strong Call-to-Action</a:t>
            </a:r>
          </a:p>
          <a:p>
            <a:r>
              <a:rPr lang="en-US" dirty="0"/>
              <a:t>Make the “Add to Cart” button more visible and compelling to encourage immediate action.</a:t>
            </a:r>
          </a:p>
        </p:txBody>
      </p:sp>
    </p:spTree>
    <p:extLst>
      <p:ext uri="{BB962C8B-B14F-4D97-AF65-F5344CB8AC3E}">
        <p14:creationId xmlns:p14="http://schemas.microsoft.com/office/powerpoint/2010/main" val="79197612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E7998A35-363B-5B76-D450-BC5F4790F42A}"/>
              </a:ext>
            </a:extLst>
          </p:cNvPr>
          <p:cNvGraphicFramePr/>
          <p:nvPr>
            <p:extLst>
              <p:ext uri="{D42A27DB-BD31-4B8C-83A1-F6EECF244321}">
                <p14:modId xmlns:p14="http://schemas.microsoft.com/office/powerpoint/2010/main" val="2317812926"/>
              </p:ext>
            </p:extLst>
          </p:nvPr>
        </p:nvGraphicFramePr>
        <p:xfrm>
          <a:off x="469488" y="1425678"/>
          <a:ext cx="11253024" cy="4712656"/>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FF2B5EF4-FFF2-40B4-BE49-F238E27FC236}">
                <a16:creationId xmlns:a16="http://schemas.microsoft.com/office/drawing/2014/main" id="{24D29BFD-D709-C622-8A63-9A37263511A9}"/>
              </a:ext>
            </a:extLst>
          </p:cNvPr>
          <p:cNvSpPr/>
          <p:nvPr/>
        </p:nvSpPr>
        <p:spPr>
          <a:xfrm>
            <a:off x="469488" y="432620"/>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High Bounce Rate on Key Landing Pages</a:t>
            </a:r>
          </a:p>
        </p:txBody>
      </p:sp>
    </p:spTree>
    <p:extLst>
      <p:ext uri="{BB962C8B-B14F-4D97-AF65-F5344CB8AC3E}">
        <p14:creationId xmlns:p14="http://schemas.microsoft.com/office/powerpoint/2010/main" val="41099734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8D7F97-2A44-4796-9BC7-5C255B9409FC}"/>
              </a:ext>
            </a:extLst>
          </p:cNvPr>
          <p:cNvSpPr/>
          <p:nvPr/>
        </p:nvSpPr>
        <p:spPr>
          <a:xfrm>
            <a:off x="469488" y="432620"/>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High Bounce Rate on Key Landing Pages</a:t>
            </a:r>
          </a:p>
        </p:txBody>
      </p:sp>
      <p:sp>
        <p:nvSpPr>
          <p:cNvPr id="3" name="TextBox 2">
            <a:extLst>
              <a:ext uri="{FF2B5EF4-FFF2-40B4-BE49-F238E27FC236}">
                <a16:creationId xmlns:a16="http://schemas.microsoft.com/office/drawing/2014/main" id="{DCC32260-F729-EE9E-9456-C4928CF133A7}"/>
              </a:ext>
            </a:extLst>
          </p:cNvPr>
          <p:cNvSpPr txBox="1"/>
          <p:nvPr/>
        </p:nvSpPr>
        <p:spPr>
          <a:xfrm>
            <a:off x="469488" y="1209368"/>
            <a:ext cx="11253024" cy="5065297"/>
          </a:xfrm>
          <a:prstGeom prst="rect">
            <a:avLst/>
          </a:prstGeom>
          <a:solidFill>
            <a:schemeClr val="accent3">
              <a:lumMod val="20000"/>
              <a:lumOff val="80000"/>
            </a:schemeClr>
          </a:solidFill>
          <a:ln>
            <a:solidFill>
              <a:schemeClr val="tx1"/>
            </a:solidFill>
          </a:ln>
        </p:spPr>
        <p:txBody>
          <a:bodyPr wrap="square" rtlCol="0">
            <a:spAutoFit/>
          </a:bodyPr>
          <a:lstStyle>
            <a:defPPr>
              <a:defRPr lang="en-US"/>
            </a:defPPr>
            <a:lvl1pPr marL="285750" indent="-285750">
              <a:lnSpc>
                <a:spcPct val="200000"/>
              </a:lnSpc>
              <a:buFont typeface="Wingdings" panose="05000000000000000000" pitchFamily="2" charset="2"/>
              <a:buChar char="Ø"/>
              <a:defRPr>
                <a:latin typeface="Aptos Narrow" panose="020B0004020202020204" pitchFamily="34" charset="0"/>
              </a:defRPr>
            </a:lvl1pPr>
          </a:lstStyle>
          <a:p>
            <a:pPr marL="0" indent="0" algn="ctr">
              <a:buNone/>
            </a:pPr>
            <a:r>
              <a:rPr lang="en-IN" sz="2000" b="1" u="sng" dirty="0"/>
              <a:t>Observations</a:t>
            </a:r>
            <a:endParaRPr lang="en-US" dirty="0"/>
          </a:p>
          <a:p>
            <a:r>
              <a:rPr lang="en-US" dirty="0"/>
              <a:t>The highest bounce rate is observed on </a:t>
            </a:r>
            <a:r>
              <a:rPr lang="en-US" b="1" dirty="0"/>
              <a:t>/lander-1 (53.24%)</a:t>
            </a:r>
            <a:r>
              <a:rPr lang="en-US" dirty="0"/>
              <a:t>, indicating that more than half of the users leave immediately after viewing this page.</a:t>
            </a:r>
          </a:p>
          <a:p>
            <a:r>
              <a:rPr lang="en-US" dirty="0"/>
              <a:t> This suggests that </a:t>
            </a:r>
            <a:r>
              <a:rPr lang="en-US" b="1" dirty="0"/>
              <a:t>Landing Page 1 may not be effectively matching user expectations</a:t>
            </a:r>
            <a:r>
              <a:rPr lang="en-US" dirty="0"/>
              <a:t> or campaign messaging.</a:t>
            </a:r>
          </a:p>
          <a:p>
            <a:r>
              <a:rPr lang="en-US" dirty="0"/>
              <a:t>Landing pages </a:t>
            </a:r>
            <a:r>
              <a:rPr lang="en-US" b="1" dirty="0"/>
              <a:t>/lander-3 (50.29%)</a:t>
            </a:r>
            <a:r>
              <a:rPr lang="en-US" dirty="0"/>
              <a:t> and </a:t>
            </a:r>
            <a:r>
              <a:rPr lang="en-US" b="1" dirty="0"/>
              <a:t>/lander-4 (51.68%)</a:t>
            </a:r>
            <a:r>
              <a:rPr lang="en-US" dirty="0"/>
              <a:t> also show relatively high bounce rates, indicating potential optimization needs.</a:t>
            </a:r>
          </a:p>
          <a:p>
            <a:r>
              <a:rPr lang="en-US" dirty="0"/>
              <a:t>The lowest bounce rate is observed on </a:t>
            </a:r>
            <a:r>
              <a:rPr lang="en-US" b="1" dirty="0"/>
              <a:t>/lander-5 (36.86%)</a:t>
            </a:r>
            <a:r>
              <a:rPr lang="en-US" dirty="0"/>
              <a:t>, suggesting stronger engagement and better alignment with user intent.</a:t>
            </a:r>
          </a:p>
          <a:p>
            <a:r>
              <a:rPr lang="en-US" dirty="0"/>
              <a:t>The homepage (/home) also performs relatively better (41.68%) compared to most landing pages.</a:t>
            </a:r>
          </a:p>
        </p:txBody>
      </p:sp>
    </p:spTree>
    <p:extLst>
      <p:ext uri="{BB962C8B-B14F-4D97-AF65-F5344CB8AC3E}">
        <p14:creationId xmlns:p14="http://schemas.microsoft.com/office/powerpoint/2010/main" val="128295185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3BB237-BFE4-A980-E39A-9C307CB1C4E5}"/>
              </a:ext>
            </a:extLst>
          </p:cNvPr>
          <p:cNvSpPr/>
          <p:nvPr/>
        </p:nvSpPr>
        <p:spPr>
          <a:xfrm>
            <a:off x="469488" y="432620"/>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High Bounce Rate on Key Landing Pages</a:t>
            </a:r>
          </a:p>
        </p:txBody>
      </p:sp>
      <p:sp>
        <p:nvSpPr>
          <p:cNvPr id="3" name="TextBox 2">
            <a:extLst>
              <a:ext uri="{FF2B5EF4-FFF2-40B4-BE49-F238E27FC236}">
                <a16:creationId xmlns:a16="http://schemas.microsoft.com/office/drawing/2014/main" id="{12BA9850-4999-7862-06D4-523517113151}"/>
              </a:ext>
            </a:extLst>
          </p:cNvPr>
          <p:cNvSpPr txBox="1"/>
          <p:nvPr/>
        </p:nvSpPr>
        <p:spPr>
          <a:xfrm>
            <a:off x="469488" y="1450349"/>
            <a:ext cx="11253023" cy="3957302"/>
          </a:xfrm>
          <a:prstGeom prst="rect">
            <a:avLst/>
          </a:prstGeom>
          <a:solidFill>
            <a:schemeClr val="accent3">
              <a:lumMod val="20000"/>
              <a:lumOff val="80000"/>
            </a:schemeClr>
          </a:solidFill>
          <a:ln>
            <a:solidFill>
              <a:schemeClr val="tx1"/>
            </a:solidFill>
          </a:ln>
        </p:spPr>
        <p:txBody>
          <a:bodyPr wrap="square" rtlCol="0">
            <a:spAutoFit/>
          </a:bodyPr>
          <a:lstStyle>
            <a:defPPr>
              <a:defRPr lang="en-US"/>
            </a:defPPr>
            <a:lvl1pPr marL="285750" indent="-285750">
              <a:lnSpc>
                <a:spcPct val="200000"/>
              </a:lnSpc>
              <a:buFont typeface="Wingdings" panose="05000000000000000000" pitchFamily="2" charset="2"/>
              <a:buChar char="Ø"/>
              <a:defRPr>
                <a:latin typeface="Aptos Narrow" panose="020B0004020202020204" pitchFamily="34" charset="0"/>
              </a:defRPr>
            </a:lvl1pPr>
          </a:lstStyle>
          <a:p>
            <a:pPr marL="0" indent="0" algn="ctr">
              <a:buNone/>
            </a:pPr>
            <a:r>
              <a:rPr lang="en-US" sz="2000" b="1" u="sng" dirty="0"/>
              <a:t>Recommendations</a:t>
            </a:r>
          </a:p>
          <a:p>
            <a:pPr marL="0" indent="0">
              <a:buNone/>
            </a:pPr>
            <a:r>
              <a:rPr lang="en-US" u="sng" dirty="0">
                <a:solidFill>
                  <a:srgbClr val="0066FF"/>
                </a:solidFill>
              </a:rPr>
              <a:t>Optimize High Bounce Pages (/lander-1, 3, 4)</a:t>
            </a:r>
          </a:p>
          <a:p>
            <a:r>
              <a:rPr lang="en-US" dirty="0"/>
              <a:t>Improve headline clarity, value proposition, and page design to better match user intent.</a:t>
            </a:r>
          </a:p>
          <a:p>
            <a:pPr marL="0" indent="0">
              <a:buNone/>
            </a:pPr>
            <a:r>
              <a:rPr lang="en-US" u="sng" dirty="0">
                <a:solidFill>
                  <a:srgbClr val="0066FF"/>
                </a:solidFill>
              </a:rPr>
              <a:t>Align Ad Messaging with Landing Content</a:t>
            </a:r>
          </a:p>
          <a:p>
            <a:r>
              <a:rPr lang="en-US" dirty="0"/>
              <a:t>Ensure paid campaign messaging matches what users see on the landing page.</a:t>
            </a:r>
          </a:p>
          <a:p>
            <a:pPr marL="0" indent="0">
              <a:buNone/>
            </a:pPr>
            <a:r>
              <a:rPr lang="en-US" u="sng" dirty="0">
                <a:solidFill>
                  <a:srgbClr val="0066FF"/>
                </a:solidFill>
              </a:rPr>
              <a:t>Replicate Best Practices from /lander-5</a:t>
            </a:r>
          </a:p>
          <a:p>
            <a:r>
              <a:rPr lang="en-US" dirty="0"/>
              <a:t>Analyze layout, CTA placement, and content structure of /lander-5 and apply similar improvements to weaker pages.</a:t>
            </a:r>
          </a:p>
        </p:txBody>
      </p:sp>
    </p:spTree>
    <p:extLst>
      <p:ext uri="{BB962C8B-B14F-4D97-AF65-F5344CB8AC3E}">
        <p14:creationId xmlns:p14="http://schemas.microsoft.com/office/powerpoint/2010/main" val="84373878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986EC1F-991D-05A8-A2B8-E3FCA67C422A}"/>
              </a:ext>
            </a:extLst>
          </p:cNvPr>
          <p:cNvSpPr/>
          <p:nvPr/>
        </p:nvSpPr>
        <p:spPr>
          <a:xfrm>
            <a:off x="469487" y="481781"/>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500" b="1" dirty="0">
                <a:ln w="6600">
                  <a:solidFill>
                    <a:schemeClr val="accent2"/>
                  </a:solidFill>
                  <a:prstDash val="solid"/>
                </a:ln>
                <a:solidFill>
                  <a:srgbClr val="FFFFFF"/>
                </a:solidFill>
                <a:effectLst>
                  <a:outerShdw dist="38100" dir="2700000" algn="tl" rotWithShape="0">
                    <a:schemeClr val="accent2"/>
                  </a:outerShdw>
                </a:effectLst>
              </a:rPr>
              <a:t>Portfolio Growth Progression</a:t>
            </a:r>
            <a:endParaRPr lang="en-US" sz="2500" b="1" dirty="0">
              <a:ln w="6600">
                <a:solidFill>
                  <a:schemeClr val="accent2"/>
                </a:solidFill>
                <a:prstDash val="solid"/>
              </a:ln>
              <a:solidFill>
                <a:srgbClr val="FFFFFF"/>
              </a:solidFill>
              <a:effectLst>
                <a:outerShdw dist="38100" dir="2700000" algn="tl" rotWithShape="0">
                  <a:schemeClr val="accent2"/>
                </a:outerShdw>
              </a:effectLst>
            </a:endParaRPr>
          </a:p>
        </p:txBody>
      </p:sp>
      <mc:AlternateContent xmlns:mc="http://schemas.openxmlformats.org/markup-compatibility/2006" xmlns:cx1="http://schemas.microsoft.com/office/drawing/2015/9/8/chartex">
        <mc:Choice Requires="cx1">
          <p:graphicFrame>
            <p:nvGraphicFramePr>
              <p:cNvPr id="12" name="Chart 11">
                <a:extLst>
                  <a:ext uri="{FF2B5EF4-FFF2-40B4-BE49-F238E27FC236}">
                    <a16:creationId xmlns:a16="http://schemas.microsoft.com/office/drawing/2014/main" id="{7D21F0E3-4527-5E95-6144-8A7BED892043}"/>
                  </a:ext>
                </a:extLst>
              </p:cNvPr>
              <p:cNvGraphicFramePr/>
              <p:nvPr>
                <p:extLst>
                  <p:ext uri="{D42A27DB-BD31-4B8C-83A1-F6EECF244321}">
                    <p14:modId xmlns:p14="http://schemas.microsoft.com/office/powerpoint/2010/main" val="1561941707"/>
                  </p:ext>
                </p:extLst>
              </p:nvPr>
            </p:nvGraphicFramePr>
            <p:xfrm>
              <a:off x="469489" y="1602658"/>
              <a:ext cx="11253022" cy="4260372"/>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12" name="Chart 11">
                <a:extLst>
                  <a:ext uri="{FF2B5EF4-FFF2-40B4-BE49-F238E27FC236}">
                    <a16:creationId xmlns:a16="http://schemas.microsoft.com/office/drawing/2014/main" id="{7D21F0E3-4527-5E95-6144-8A7BED892043}"/>
                  </a:ext>
                </a:extLst>
              </p:cNvPr>
              <p:cNvPicPr>
                <a:picLocks noGrp="1" noRot="1" noChangeAspect="1" noMove="1" noResize="1" noEditPoints="1" noAdjustHandles="1" noChangeArrowheads="1" noChangeShapeType="1"/>
              </p:cNvPicPr>
              <p:nvPr/>
            </p:nvPicPr>
            <p:blipFill>
              <a:blip r:embed="rId3"/>
              <a:stretch>
                <a:fillRect/>
              </a:stretch>
            </p:blipFill>
            <p:spPr>
              <a:xfrm>
                <a:off x="469489" y="1602658"/>
                <a:ext cx="11253022" cy="4260372"/>
              </a:xfrm>
              <a:prstGeom prst="rect">
                <a:avLst/>
              </a:prstGeom>
            </p:spPr>
          </p:pic>
        </mc:Fallback>
      </mc:AlternateContent>
    </p:spTree>
    <p:extLst>
      <p:ext uri="{BB962C8B-B14F-4D97-AF65-F5344CB8AC3E}">
        <p14:creationId xmlns:p14="http://schemas.microsoft.com/office/powerpoint/2010/main" val="14998025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C0732C-3AA0-BF2B-A080-48C69B5F71A9}"/>
              </a:ext>
            </a:extLst>
          </p:cNvPr>
          <p:cNvSpPr/>
          <p:nvPr/>
        </p:nvSpPr>
        <p:spPr>
          <a:xfrm>
            <a:off x="469488" y="422788"/>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Product Launch Timeline</a:t>
            </a:r>
          </a:p>
        </p:txBody>
      </p:sp>
      <p:sp>
        <p:nvSpPr>
          <p:cNvPr id="3" name="TextBox 2">
            <a:extLst>
              <a:ext uri="{FF2B5EF4-FFF2-40B4-BE49-F238E27FC236}">
                <a16:creationId xmlns:a16="http://schemas.microsoft.com/office/drawing/2014/main" id="{8064B5CA-135C-04F9-D275-2AD172426193}"/>
              </a:ext>
            </a:extLst>
          </p:cNvPr>
          <p:cNvSpPr txBox="1"/>
          <p:nvPr/>
        </p:nvSpPr>
        <p:spPr>
          <a:xfrm>
            <a:off x="469488" y="1602658"/>
            <a:ext cx="11253023" cy="4438395"/>
          </a:xfrm>
          <a:prstGeom prst="rect">
            <a:avLst/>
          </a:prstGeom>
          <a:solidFill>
            <a:schemeClr val="bg1">
              <a:lumMod val="95000"/>
            </a:schemeClr>
          </a:solidFill>
          <a:ln>
            <a:solidFill>
              <a:schemeClr val="tx1"/>
            </a:solidFill>
          </a:ln>
        </p:spPr>
        <p:txBody>
          <a:bodyPr wrap="square" rtlCol="0">
            <a:spAutoFit/>
          </a:bodyPr>
          <a:lstStyle/>
          <a:p>
            <a:pPr>
              <a:lnSpc>
                <a:spcPct val="200000"/>
              </a:lnSpc>
            </a:pPr>
            <a:r>
              <a:rPr lang="en-US" dirty="0">
                <a:latin typeface="Aptos Narrow" panose="020B0004020202020204" pitchFamily="34" charset="0"/>
              </a:rPr>
              <a:t>This waterfall chart illustrates the sequential launch of our product portfolio, highlighting the order in which each product entered the market.</a:t>
            </a:r>
          </a:p>
          <a:p>
            <a:pPr marL="285750" indent="-285750">
              <a:lnSpc>
                <a:spcPct val="200000"/>
              </a:lnSpc>
              <a:buFont typeface="Wingdings" panose="05000000000000000000" pitchFamily="2" charset="2"/>
              <a:buChar char="Ø"/>
            </a:pPr>
            <a:r>
              <a:rPr lang="en-US" dirty="0">
                <a:latin typeface="Aptos Narrow" panose="020B0004020202020204" pitchFamily="34" charset="0"/>
              </a:rPr>
              <a:t>🧸</a:t>
            </a:r>
            <a:r>
              <a:rPr lang="en-US" b="1" u="sng" dirty="0">
                <a:latin typeface="Aptos Narrow" panose="020B0004020202020204" pitchFamily="34" charset="0"/>
              </a:rPr>
              <a:t>The Original Mr. Fuzzy</a:t>
            </a:r>
            <a:r>
              <a:rPr lang="en-US" u="sng" dirty="0">
                <a:latin typeface="Aptos Narrow" panose="020B0004020202020204" pitchFamily="34" charset="0"/>
              </a:rPr>
              <a:t> </a:t>
            </a:r>
            <a:r>
              <a:rPr lang="en-US" dirty="0">
                <a:latin typeface="Aptos Narrow" panose="020B0004020202020204" pitchFamily="34" charset="0"/>
              </a:rPr>
              <a:t>was the first product launched, establishing the foundation for the brand.</a:t>
            </a:r>
          </a:p>
          <a:p>
            <a:pPr marL="285750" indent="-285750">
              <a:lnSpc>
                <a:spcPct val="200000"/>
              </a:lnSpc>
              <a:buFont typeface="Wingdings" panose="05000000000000000000" pitchFamily="2" charset="2"/>
              <a:buChar char="Ø"/>
            </a:pPr>
            <a:r>
              <a:rPr lang="en-US" dirty="0">
                <a:latin typeface="Aptos Narrow" panose="020B0004020202020204" pitchFamily="34" charset="0"/>
              </a:rPr>
              <a:t>💖</a:t>
            </a:r>
            <a:r>
              <a:rPr lang="en-US" b="1" u="sng" dirty="0">
                <a:latin typeface="Aptos Narrow" panose="020B0004020202020204" pitchFamily="34" charset="0"/>
              </a:rPr>
              <a:t> The Forever Love Bear</a:t>
            </a:r>
            <a:r>
              <a:rPr lang="en-US" u="sng" dirty="0">
                <a:latin typeface="Aptos Narrow" panose="020B0004020202020204" pitchFamily="34" charset="0"/>
              </a:rPr>
              <a:t> </a:t>
            </a:r>
            <a:r>
              <a:rPr lang="en-US" dirty="0">
                <a:latin typeface="Aptos Narrow" panose="020B0004020202020204" pitchFamily="34" charset="0"/>
              </a:rPr>
              <a:t>was introduced next, expanding the emotional and gifting segment.</a:t>
            </a:r>
          </a:p>
          <a:p>
            <a:pPr marL="285750" indent="-285750">
              <a:lnSpc>
                <a:spcPct val="200000"/>
              </a:lnSpc>
              <a:buFont typeface="Wingdings" panose="05000000000000000000" pitchFamily="2" charset="2"/>
              <a:buChar char="Ø"/>
            </a:pPr>
            <a:r>
              <a:rPr lang="en-US" b="1" dirty="0">
                <a:latin typeface="Aptos Narrow" panose="020B0004020202020204" pitchFamily="34" charset="0"/>
              </a:rPr>
              <a:t>🎂</a:t>
            </a:r>
            <a:r>
              <a:rPr lang="en-US" dirty="0">
                <a:latin typeface="Aptos Narrow" panose="020B0004020202020204" pitchFamily="34" charset="0"/>
              </a:rPr>
              <a:t> </a:t>
            </a:r>
            <a:r>
              <a:rPr lang="en-US" b="1" u="sng" dirty="0">
                <a:latin typeface="Aptos Narrow" panose="020B0004020202020204" pitchFamily="34" charset="0"/>
              </a:rPr>
              <a:t>The Birthday Sugar Panda </a:t>
            </a:r>
            <a:r>
              <a:rPr lang="en-US" dirty="0">
                <a:latin typeface="Aptos Narrow" panose="020B0004020202020204" pitchFamily="34" charset="0"/>
              </a:rPr>
              <a:t>followed, diversifying the portfolio with a playful and character-driven offering.</a:t>
            </a:r>
          </a:p>
          <a:p>
            <a:pPr marL="285750" indent="-285750">
              <a:lnSpc>
                <a:spcPct val="200000"/>
              </a:lnSpc>
              <a:buFont typeface="Wingdings" panose="05000000000000000000" pitchFamily="2" charset="2"/>
              <a:buChar char="Ø"/>
            </a:pPr>
            <a:r>
              <a:rPr lang="en-US" b="1" dirty="0">
                <a:latin typeface="Aptos Narrow" panose="020B0004020202020204" pitchFamily="34" charset="0"/>
              </a:rPr>
              <a:t>🐻</a:t>
            </a:r>
            <a:r>
              <a:rPr lang="en-US" dirty="0">
                <a:latin typeface="Aptos Narrow" panose="020B0004020202020204" pitchFamily="34" charset="0"/>
              </a:rPr>
              <a:t> </a:t>
            </a:r>
            <a:r>
              <a:rPr lang="en-US" b="1" u="sng" dirty="0">
                <a:latin typeface="Aptos Narrow" panose="020B0004020202020204" pitchFamily="34" charset="0"/>
              </a:rPr>
              <a:t>The Hudson River Mini Bear </a:t>
            </a:r>
            <a:r>
              <a:rPr lang="en-US" dirty="0">
                <a:latin typeface="Aptos Narrow" panose="020B0004020202020204" pitchFamily="34" charset="0"/>
              </a:rPr>
              <a:t>was launched last, completing the product expansion cycle.</a:t>
            </a:r>
          </a:p>
          <a:p>
            <a:pPr>
              <a:lnSpc>
                <a:spcPct val="200000"/>
              </a:lnSpc>
            </a:pPr>
            <a:r>
              <a:rPr lang="en-US" dirty="0">
                <a:latin typeface="Aptos Narrow" panose="020B0004020202020204" pitchFamily="34" charset="0"/>
              </a:rPr>
              <a:t>The waterfall structure clearly demonstrates the step-by-step progression of product introductions, showing how each launch built upon the previous one to grow the overall portfolio.</a:t>
            </a:r>
          </a:p>
        </p:txBody>
      </p:sp>
    </p:spTree>
    <p:extLst>
      <p:ext uri="{BB962C8B-B14F-4D97-AF65-F5344CB8AC3E}">
        <p14:creationId xmlns:p14="http://schemas.microsoft.com/office/powerpoint/2010/main" val="118884290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610FAE7A-BB5F-DDAF-3AB7-FF2C6D0D2458}"/>
              </a:ext>
            </a:extLst>
          </p:cNvPr>
          <p:cNvGraphicFramePr/>
          <p:nvPr>
            <p:extLst>
              <p:ext uri="{D42A27DB-BD31-4B8C-83A1-F6EECF244321}">
                <p14:modId xmlns:p14="http://schemas.microsoft.com/office/powerpoint/2010/main" val="1969139254"/>
              </p:ext>
            </p:extLst>
          </p:nvPr>
        </p:nvGraphicFramePr>
        <p:xfrm>
          <a:off x="469488" y="1465006"/>
          <a:ext cx="11253024" cy="4673327"/>
        </p:xfrm>
        <a:graphic>
          <a:graphicData uri="http://schemas.openxmlformats.org/drawingml/2006/chart">
            <c:chart xmlns:c="http://schemas.openxmlformats.org/drawingml/2006/chart" xmlns:r="http://schemas.openxmlformats.org/officeDocument/2006/relationships" r:id="rId2"/>
          </a:graphicData>
        </a:graphic>
      </p:graphicFrame>
      <p:sp>
        <p:nvSpPr>
          <p:cNvPr id="2" name="Rectangle 1">
            <a:extLst>
              <a:ext uri="{FF2B5EF4-FFF2-40B4-BE49-F238E27FC236}">
                <a16:creationId xmlns:a16="http://schemas.microsoft.com/office/drawing/2014/main" id="{199750CD-F035-A4E9-D0A6-4026AA72FBE4}"/>
              </a:ext>
            </a:extLst>
          </p:cNvPr>
          <p:cNvSpPr/>
          <p:nvPr/>
        </p:nvSpPr>
        <p:spPr>
          <a:xfrm>
            <a:off x="469488" y="422788"/>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500" b="1" dirty="0">
                <a:ln w="6600">
                  <a:solidFill>
                    <a:schemeClr val="accent2"/>
                  </a:solidFill>
                  <a:prstDash val="solid"/>
                </a:ln>
                <a:solidFill>
                  <a:srgbClr val="FFFFFF"/>
                </a:solidFill>
                <a:effectLst>
                  <a:outerShdw dist="38100" dir="2700000" algn="tl" rotWithShape="0">
                    <a:schemeClr val="accent2"/>
                  </a:outerShdw>
                </a:effectLst>
              </a:rPr>
              <a:t>Product Performance Analysis</a:t>
            </a:r>
          </a:p>
        </p:txBody>
      </p:sp>
    </p:spTree>
    <p:extLst>
      <p:ext uri="{BB962C8B-B14F-4D97-AF65-F5344CB8AC3E}">
        <p14:creationId xmlns:p14="http://schemas.microsoft.com/office/powerpoint/2010/main" val="75527751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AA39C59-7A0D-86F7-65EC-8F522C799DF6}"/>
              </a:ext>
            </a:extLst>
          </p:cNvPr>
          <p:cNvSpPr/>
          <p:nvPr/>
        </p:nvSpPr>
        <p:spPr>
          <a:xfrm>
            <a:off x="469488" y="422788"/>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500" b="1" dirty="0">
                <a:ln w="6600">
                  <a:solidFill>
                    <a:schemeClr val="accent2"/>
                  </a:solidFill>
                  <a:prstDash val="solid"/>
                </a:ln>
                <a:solidFill>
                  <a:srgbClr val="FFFFFF"/>
                </a:solidFill>
                <a:effectLst>
                  <a:outerShdw dist="38100" dir="2700000" algn="tl" rotWithShape="0">
                    <a:schemeClr val="accent2"/>
                  </a:outerShdw>
                </a:effectLst>
              </a:rPr>
              <a:t>Product Performance Analysis</a:t>
            </a:r>
          </a:p>
        </p:txBody>
      </p:sp>
      <p:sp>
        <p:nvSpPr>
          <p:cNvPr id="3" name="TextBox 2">
            <a:extLst>
              <a:ext uri="{FF2B5EF4-FFF2-40B4-BE49-F238E27FC236}">
                <a16:creationId xmlns:a16="http://schemas.microsoft.com/office/drawing/2014/main" id="{CD7FD435-342C-FEC9-9978-1EE57FE45265}"/>
              </a:ext>
            </a:extLst>
          </p:cNvPr>
          <p:cNvSpPr txBox="1"/>
          <p:nvPr/>
        </p:nvSpPr>
        <p:spPr>
          <a:xfrm>
            <a:off x="469488" y="1297858"/>
            <a:ext cx="11253023" cy="5038367"/>
          </a:xfrm>
          <a:prstGeom prst="rect">
            <a:avLst/>
          </a:prstGeom>
          <a:solidFill>
            <a:schemeClr val="bg1">
              <a:lumMod val="95000"/>
            </a:schemeClr>
          </a:solidFill>
          <a:ln>
            <a:solidFill>
              <a:schemeClr val="tx1"/>
            </a:solidFill>
          </a:ln>
        </p:spPr>
        <p:txBody>
          <a:bodyPr wrap="square" rtlCol="0">
            <a:spAutoFit/>
          </a:bodyPr>
          <a:lstStyle/>
          <a:p>
            <a:pPr>
              <a:lnSpc>
                <a:spcPct val="150000"/>
              </a:lnSpc>
            </a:pPr>
            <a:r>
              <a:rPr lang="en-US" b="1" dirty="0">
                <a:latin typeface="Aptos Narrow" panose="020B0004020202020204" pitchFamily="34" charset="0"/>
              </a:rPr>
              <a:t>🧸 The Original Mr. Fuzzy</a:t>
            </a:r>
          </a:p>
          <a:p>
            <a:pPr>
              <a:lnSpc>
                <a:spcPct val="150000"/>
              </a:lnSpc>
            </a:pPr>
            <a:r>
              <a:rPr lang="en-US" b="1" dirty="0">
                <a:latin typeface="Aptos Narrow" panose="020B0004020202020204" pitchFamily="34" charset="0"/>
              </a:rPr>
              <a:t>The Original Mr. Fuzzy</a:t>
            </a:r>
            <a:r>
              <a:rPr lang="en-US" dirty="0">
                <a:latin typeface="Aptos Narrow" panose="020B0004020202020204" pitchFamily="34" charset="0"/>
              </a:rPr>
              <a:t> is the </a:t>
            </a:r>
            <a:r>
              <a:rPr lang="en-US" b="1" dirty="0">
                <a:latin typeface="Aptos Narrow" panose="020B0004020202020204" pitchFamily="34" charset="0"/>
              </a:rPr>
              <a:t>top-performing product</a:t>
            </a:r>
            <a:r>
              <a:rPr lang="en-US" dirty="0">
                <a:latin typeface="Aptos Narrow" panose="020B0004020202020204" pitchFamily="34" charset="0"/>
              </a:rPr>
              <a:t>, generating the </a:t>
            </a:r>
            <a:r>
              <a:rPr lang="en-US" b="1" dirty="0">
                <a:latin typeface="Aptos Narrow" panose="020B0004020202020204" pitchFamily="34" charset="0"/>
              </a:rPr>
              <a:t>highest number of orders and the most revenue per day</a:t>
            </a:r>
            <a:r>
              <a:rPr lang="en-US" dirty="0">
                <a:latin typeface="Aptos Narrow" panose="020B0004020202020204" pitchFamily="34" charset="0"/>
              </a:rPr>
              <a:t>.</a:t>
            </a:r>
          </a:p>
          <a:p>
            <a:pPr>
              <a:lnSpc>
                <a:spcPct val="150000"/>
              </a:lnSpc>
            </a:pPr>
            <a:r>
              <a:rPr lang="en-US" dirty="0">
                <a:latin typeface="Aptos Narrow" panose="020B0004020202020204" pitchFamily="34" charset="0"/>
              </a:rPr>
              <a:t>It contributes the </a:t>
            </a:r>
            <a:r>
              <a:rPr lang="en-US" b="1" dirty="0">
                <a:latin typeface="Aptos Narrow" panose="020B0004020202020204" pitchFamily="34" charset="0"/>
              </a:rPr>
              <a:t>largest share of overall sales</a:t>
            </a:r>
            <a:r>
              <a:rPr lang="en-US" dirty="0">
                <a:latin typeface="Aptos Narrow" panose="020B0004020202020204" pitchFamily="34" charset="0"/>
              </a:rPr>
              <a:t>, making it the primary driver of business revenue.</a:t>
            </a:r>
          </a:p>
          <a:p>
            <a:pPr>
              <a:lnSpc>
                <a:spcPct val="150000"/>
              </a:lnSpc>
            </a:pPr>
            <a:r>
              <a:rPr lang="en-US" dirty="0">
                <a:latin typeface="Aptos Narrow" panose="020B0004020202020204" pitchFamily="34" charset="0"/>
              </a:rPr>
              <a:t>⚠️ </a:t>
            </a:r>
            <a:r>
              <a:rPr lang="en-US" b="1" dirty="0">
                <a:latin typeface="Aptos Narrow" panose="020B0004020202020204" pitchFamily="34" charset="0"/>
              </a:rPr>
              <a:t>Business Risk Insight:</a:t>
            </a:r>
            <a:br>
              <a:rPr lang="en-US" dirty="0">
                <a:latin typeface="Aptos Narrow" panose="020B0004020202020204" pitchFamily="34" charset="0"/>
              </a:rPr>
            </a:br>
            <a:r>
              <a:rPr lang="en-US" dirty="0">
                <a:latin typeface="Aptos Narrow" panose="020B0004020202020204" pitchFamily="34" charset="0"/>
              </a:rPr>
              <a:t>A significant portion of total sales depends on Mr. Fuzzy. This heavy reliance may create </a:t>
            </a:r>
            <a:r>
              <a:rPr lang="en-US" b="1" dirty="0">
                <a:latin typeface="Aptos Narrow" panose="020B0004020202020204" pitchFamily="34" charset="0"/>
              </a:rPr>
              <a:t>business vulnerability</a:t>
            </a:r>
            <a:r>
              <a:rPr lang="en-US" dirty="0">
                <a:latin typeface="Aptos Narrow" panose="020B0004020202020204" pitchFamily="34" charset="0"/>
              </a:rPr>
              <a:t>, as any decline in demand for this product could negatively impact overall performance.</a:t>
            </a:r>
          </a:p>
          <a:p>
            <a:pPr>
              <a:lnSpc>
                <a:spcPct val="150000"/>
              </a:lnSpc>
            </a:pPr>
            <a:endParaRPr lang="en-US" dirty="0">
              <a:latin typeface="Aptos Narrow" panose="020B0004020202020204" pitchFamily="34" charset="0"/>
            </a:endParaRPr>
          </a:p>
          <a:p>
            <a:pPr>
              <a:lnSpc>
                <a:spcPct val="150000"/>
              </a:lnSpc>
            </a:pPr>
            <a:r>
              <a:rPr lang="en-US" b="1" dirty="0">
                <a:latin typeface="Aptos Narrow" panose="020B0004020202020204" pitchFamily="34" charset="0"/>
              </a:rPr>
              <a:t>🎂 The Birthday Sugar Panda</a:t>
            </a:r>
          </a:p>
          <a:p>
            <a:pPr>
              <a:lnSpc>
                <a:spcPct val="150000"/>
              </a:lnSpc>
            </a:pPr>
            <a:r>
              <a:rPr lang="en-US" b="1" dirty="0">
                <a:latin typeface="Aptos Narrow" panose="020B0004020202020204" pitchFamily="34" charset="0"/>
              </a:rPr>
              <a:t>The Birthday Sugar Panda</a:t>
            </a:r>
            <a:r>
              <a:rPr lang="en-US" dirty="0">
                <a:latin typeface="Aptos Narrow" panose="020B0004020202020204" pitchFamily="34" charset="0"/>
              </a:rPr>
              <a:t> shows </a:t>
            </a:r>
            <a:r>
              <a:rPr lang="en-US" b="1" dirty="0">
                <a:latin typeface="Aptos Narrow" panose="020B0004020202020204" pitchFamily="34" charset="0"/>
              </a:rPr>
              <a:t>moderate growth</a:t>
            </a:r>
            <a:r>
              <a:rPr lang="en-US" dirty="0">
                <a:latin typeface="Aptos Narrow" panose="020B0004020202020204" pitchFamily="34" charset="0"/>
              </a:rPr>
              <a:t> compared to Mr. Fuzzy.</a:t>
            </a:r>
          </a:p>
          <a:p>
            <a:pPr>
              <a:lnSpc>
                <a:spcPct val="150000"/>
              </a:lnSpc>
            </a:pPr>
            <a:r>
              <a:rPr lang="en-US" dirty="0">
                <a:latin typeface="Aptos Narrow" panose="020B0004020202020204" pitchFamily="34" charset="0"/>
              </a:rPr>
              <a:t>Despite similar product age to other recently launched products, it has achieved </a:t>
            </a:r>
            <a:r>
              <a:rPr lang="en-US" b="1" dirty="0">
                <a:latin typeface="Aptos Narrow" panose="020B0004020202020204" pitchFamily="34" charset="0"/>
              </a:rPr>
              <a:t>approximately 45% relative growth</a:t>
            </a:r>
            <a:r>
              <a:rPr lang="en-US" dirty="0">
                <a:latin typeface="Aptos Narrow" panose="020B0004020202020204" pitchFamily="34" charset="0"/>
              </a:rPr>
              <a:t>, indicating stronger customer adoption.</a:t>
            </a:r>
          </a:p>
        </p:txBody>
      </p:sp>
    </p:spTree>
    <p:extLst>
      <p:ext uri="{BB962C8B-B14F-4D97-AF65-F5344CB8AC3E}">
        <p14:creationId xmlns:p14="http://schemas.microsoft.com/office/powerpoint/2010/main" val="359203493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437274-3D7F-78AF-B1EC-F3320FD212B4}"/>
              </a:ext>
            </a:extLst>
          </p:cNvPr>
          <p:cNvSpPr txBox="1"/>
          <p:nvPr/>
        </p:nvSpPr>
        <p:spPr>
          <a:xfrm>
            <a:off x="469488" y="1465006"/>
            <a:ext cx="11171906" cy="2960875"/>
          </a:xfrm>
          <a:prstGeom prst="rect">
            <a:avLst/>
          </a:prstGeom>
          <a:solidFill>
            <a:schemeClr val="bg1">
              <a:lumMod val="95000"/>
            </a:schemeClr>
          </a:solidFill>
          <a:ln>
            <a:solidFill>
              <a:schemeClr val="bg2"/>
            </a:solidFill>
          </a:ln>
        </p:spPr>
        <p:txBody>
          <a:bodyPr wrap="square">
            <a:spAutoFit/>
          </a:bodyPr>
          <a:lstStyle/>
          <a:p>
            <a:pPr>
              <a:lnSpc>
                <a:spcPct val="150000"/>
              </a:lnSpc>
            </a:pPr>
            <a:r>
              <a:rPr lang="en-US" b="1" dirty="0">
                <a:latin typeface="Aptos Narrow" panose="020B0004020202020204" pitchFamily="34" charset="0"/>
              </a:rPr>
              <a:t>🐻 Hudson River Mini Bear</a:t>
            </a:r>
          </a:p>
          <a:p>
            <a:pPr>
              <a:lnSpc>
                <a:spcPct val="150000"/>
              </a:lnSpc>
            </a:pPr>
            <a:r>
              <a:rPr lang="en-US" b="1" dirty="0">
                <a:latin typeface="Aptos Narrow" panose="020B0004020202020204" pitchFamily="34" charset="0"/>
              </a:rPr>
              <a:t>Hudson River Mini Bear</a:t>
            </a:r>
            <a:r>
              <a:rPr lang="en-US" dirty="0">
                <a:latin typeface="Aptos Narrow" panose="020B0004020202020204" pitchFamily="34" charset="0"/>
              </a:rPr>
              <a:t> contributes </a:t>
            </a:r>
            <a:r>
              <a:rPr lang="en-US" b="1" dirty="0">
                <a:latin typeface="Aptos Narrow" panose="020B0004020202020204" pitchFamily="34" charset="0"/>
              </a:rPr>
              <a:t>around 33% of relative growth</a:t>
            </a:r>
            <a:r>
              <a:rPr lang="en-US" dirty="0">
                <a:latin typeface="Aptos Narrow" panose="020B0004020202020204" pitchFamily="34" charset="0"/>
              </a:rPr>
              <a:t>.</a:t>
            </a:r>
          </a:p>
          <a:p>
            <a:pPr>
              <a:lnSpc>
                <a:spcPct val="150000"/>
              </a:lnSpc>
            </a:pPr>
            <a:r>
              <a:rPr lang="en-US" dirty="0">
                <a:latin typeface="Aptos Narrow" panose="020B0004020202020204" pitchFamily="34" charset="0"/>
              </a:rPr>
              <a:t>While it performs well in terms of sales volume, its overall growth contribution is </a:t>
            </a:r>
            <a:r>
              <a:rPr lang="en-US" b="1" dirty="0">
                <a:latin typeface="Aptos Narrow" panose="020B0004020202020204" pitchFamily="34" charset="0"/>
              </a:rPr>
              <a:t>lower compared to The Birthday Sugar Panda</a:t>
            </a:r>
            <a:r>
              <a:rPr lang="en-US" dirty="0">
                <a:latin typeface="Aptos Narrow" panose="020B0004020202020204" pitchFamily="34" charset="0"/>
              </a:rPr>
              <a:t>.</a:t>
            </a:r>
          </a:p>
          <a:p>
            <a:pPr>
              <a:lnSpc>
                <a:spcPct val="150000"/>
              </a:lnSpc>
            </a:pPr>
            <a:endParaRPr lang="en-US" dirty="0">
              <a:latin typeface="Aptos Narrow" panose="020B0004020202020204" pitchFamily="34" charset="0"/>
            </a:endParaRPr>
          </a:p>
          <a:p>
            <a:pPr>
              <a:lnSpc>
                <a:spcPct val="150000"/>
              </a:lnSpc>
            </a:pPr>
            <a:r>
              <a:rPr lang="en-US" b="1" dirty="0">
                <a:latin typeface="Aptos Narrow" panose="020B0004020202020204" pitchFamily="34" charset="0"/>
              </a:rPr>
              <a:t>❤️ Forever Love Bear</a:t>
            </a:r>
          </a:p>
          <a:p>
            <a:pPr>
              <a:lnSpc>
                <a:spcPct val="150000"/>
              </a:lnSpc>
            </a:pPr>
            <a:r>
              <a:rPr lang="en-US" b="1" dirty="0">
                <a:latin typeface="Aptos Narrow" panose="020B0004020202020204" pitchFamily="34" charset="0"/>
              </a:rPr>
              <a:t>Forever Love Bear</a:t>
            </a:r>
            <a:r>
              <a:rPr lang="en-US" dirty="0">
                <a:latin typeface="Aptos Narrow" panose="020B0004020202020204" pitchFamily="34" charset="0"/>
              </a:rPr>
              <a:t> contributes to product sales but shows </a:t>
            </a:r>
            <a:r>
              <a:rPr lang="en-US" b="1" dirty="0">
                <a:latin typeface="Aptos Narrow" panose="020B0004020202020204" pitchFamily="34" charset="0"/>
              </a:rPr>
              <a:t>lower relative growth</a:t>
            </a:r>
            <a:r>
              <a:rPr lang="en-US" dirty="0">
                <a:latin typeface="Aptos Narrow" panose="020B0004020202020204" pitchFamily="34" charset="0"/>
              </a:rPr>
              <a:t> compared to the other products.</a:t>
            </a:r>
          </a:p>
        </p:txBody>
      </p:sp>
      <p:sp>
        <p:nvSpPr>
          <p:cNvPr id="4" name="Rectangle 3">
            <a:extLst>
              <a:ext uri="{FF2B5EF4-FFF2-40B4-BE49-F238E27FC236}">
                <a16:creationId xmlns:a16="http://schemas.microsoft.com/office/drawing/2014/main" id="{AA6D2596-2D2A-5F9A-8D0E-0D39AB1F7A23}"/>
              </a:ext>
            </a:extLst>
          </p:cNvPr>
          <p:cNvSpPr/>
          <p:nvPr/>
        </p:nvSpPr>
        <p:spPr>
          <a:xfrm>
            <a:off x="469488" y="422788"/>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500" b="1" dirty="0">
                <a:ln w="6600">
                  <a:solidFill>
                    <a:schemeClr val="accent2"/>
                  </a:solidFill>
                  <a:prstDash val="solid"/>
                </a:ln>
                <a:solidFill>
                  <a:srgbClr val="FFFFFF"/>
                </a:solidFill>
                <a:effectLst>
                  <a:outerShdw dist="38100" dir="2700000" algn="tl" rotWithShape="0">
                    <a:schemeClr val="accent2"/>
                  </a:outerShdw>
                </a:effectLst>
              </a:rPr>
              <a:t>Product Performance Analysis</a:t>
            </a:r>
          </a:p>
        </p:txBody>
      </p:sp>
    </p:spTree>
    <p:extLst>
      <p:ext uri="{BB962C8B-B14F-4D97-AF65-F5344CB8AC3E}">
        <p14:creationId xmlns:p14="http://schemas.microsoft.com/office/powerpoint/2010/main" val="326072619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FEAFC751-9E6C-7617-BC73-D8B92F7B11BF}"/>
              </a:ext>
            </a:extLst>
          </p:cNvPr>
          <p:cNvGraphicFramePr/>
          <p:nvPr>
            <p:extLst>
              <p:ext uri="{D42A27DB-BD31-4B8C-83A1-F6EECF244321}">
                <p14:modId xmlns:p14="http://schemas.microsoft.com/office/powerpoint/2010/main" val="3565309564"/>
              </p:ext>
            </p:extLst>
          </p:nvPr>
        </p:nvGraphicFramePr>
        <p:xfrm>
          <a:off x="469489" y="1288027"/>
          <a:ext cx="11253024" cy="4978126"/>
        </p:xfrm>
        <a:graphic>
          <a:graphicData uri="http://schemas.openxmlformats.org/drawingml/2006/chart">
            <c:chart xmlns:c="http://schemas.openxmlformats.org/drawingml/2006/chart" xmlns:r="http://schemas.openxmlformats.org/officeDocument/2006/relationships" r:id="rId2"/>
          </a:graphicData>
        </a:graphic>
      </p:graphicFrame>
      <p:sp>
        <p:nvSpPr>
          <p:cNvPr id="6" name="Rectangle 5">
            <a:extLst>
              <a:ext uri="{FF2B5EF4-FFF2-40B4-BE49-F238E27FC236}">
                <a16:creationId xmlns:a16="http://schemas.microsoft.com/office/drawing/2014/main" id="{3D578212-C6B0-CAB2-B8AD-10751711689A}"/>
              </a:ext>
            </a:extLst>
          </p:cNvPr>
          <p:cNvSpPr/>
          <p:nvPr/>
        </p:nvSpPr>
        <p:spPr>
          <a:xfrm>
            <a:off x="469488" y="422788"/>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Monthly Sales Trend by Product</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Tree>
    <p:extLst>
      <p:ext uri="{BB962C8B-B14F-4D97-AF65-F5344CB8AC3E}">
        <p14:creationId xmlns:p14="http://schemas.microsoft.com/office/powerpoint/2010/main" val="175279898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D4AF399-A450-98E8-6CBE-63B156DC8B9F}"/>
              </a:ext>
            </a:extLst>
          </p:cNvPr>
          <p:cNvSpPr txBox="1"/>
          <p:nvPr/>
        </p:nvSpPr>
        <p:spPr>
          <a:xfrm>
            <a:off x="467028" y="1415845"/>
            <a:ext cx="11181738" cy="3791872"/>
          </a:xfrm>
          <a:prstGeom prst="rect">
            <a:avLst/>
          </a:prstGeom>
          <a:solidFill>
            <a:schemeClr val="bg1">
              <a:lumMod val="95000"/>
            </a:schemeClr>
          </a:solidFill>
          <a:ln>
            <a:solidFill>
              <a:schemeClr val="bg2"/>
            </a:solidFill>
          </a:ln>
        </p:spPr>
        <p:txBody>
          <a:bodyPr wrap="square">
            <a:spAutoFit/>
          </a:bodyPr>
          <a:lstStyle/>
          <a:p>
            <a:pPr marL="285750" indent="-285750">
              <a:lnSpc>
                <a:spcPct val="150000"/>
              </a:lnSpc>
              <a:buFont typeface="Wingdings" panose="05000000000000000000" pitchFamily="2" charset="2"/>
              <a:buChar char="Ø"/>
            </a:pPr>
            <a:r>
              <a:rPr lang="en-US" b="1" dirty="0">
                <a:latin typeface="Aptos Narrow" panose="020B0004020202020204" pitchFamily="34" charset="0"/>
              </a:rPr>
              <a:t>🧸 Original Mr. Fuzzy </a:t>
            </a:r>
            <a:r>
              <a:rPr lang="en-US" dirty="0">
                <a:latin typeface="Aptos Narrow" panose="020B0004020202020204" pitchFamily="34" charset="0"/>
              </a:rPr>
              <a:t>records the highest sales across all months, making it the dominant product in the portfolio.</a:t>
            </a:r>
          </a:p>
          <a:p>
            <a:pPr marL="285750" indent="-285750">
              <a:lnSpc>
                <a:spcPct val="150000"/>
              </a:lnSpc>
              <a:buFont typeface="Wingdings" panose="05000000000000000000" pitchFamily="2" charset="2"/>
              <a:buChar char="Ø"/>
            </a:pPr>
            <a:r>
              <a:rPr lang="en-US" b="1" dirty="0">
                <a:latin typeface="Aptos Narrow" panose="020B0004020202020204" pitchFamily="34" charset="0"/>
              </a:rPr>
              <a:t>❤️ Forever Love Bear </a:t>
            </a:r>
            <a:r>
              <a:rPr lang="en-US" dirty="0">
                <a:latin typeface="Aptos Narrow" panose="020B0004020202020204" pitchFamily="34" charset="0"/>
              </a:rPr>
              <a:t>shows an increase in sales during </a:t>
            </a:r>
            <a:r>
              <a:rPr lang="en-US" b="1" dirty="0">
                <a:latin typeface="Aptos Narrow" panose="020B0004020202020204" pitchFamily="34" charset="0"/>
              </a:rPr>
              <a:t>Month 2</a:t>
            </a:r>
            <a:r>
              <a:rPr lang="en-US" dirty="0">
                <a:latin typeface="Aptos Narrow" panose="020B0004020202020204" pitchFamily="34" charset="0"/>
              </a:rPr>
              <a:t>.</a:t>
            </a:r>
          </a:p>
          <a:p>
            <a:pPr marL="285750" indent="-285750">
              <a:lnSpc>
                <a:spcPct val="150000"/>
              </a:lnSpc>
              <a:buFont typeface="Wingdings" panose="05000000000000000000" pitchFamily="2" charset="2"/>
              <a:buChar char="Ø"/>
            </a:pPr>
            <a:r>
              <a:rPr lang="en-US" dirty="0">
                <a:latin typeface="Aptos Narrow" panose="020B0004020202020204" pitchFamily="34" charset="0"/>
              </a:rPr>
              <a:t>Between </a:t>
            </a:r>
            <a:r>
              <a:rPr lang="en-US" b="1" dirty="0">
                <a:latin typeface="Aptos Narrow" panose="020B0004020202020204" pitchFamily="34" charset="0"/>
              </a:rPr>
              <a:t>Month 4 and Month 8</a:t>
            </a:r>
            <a:r>
              <a:rPr lang="en-US" dirty="0">
                <a:latin typeface="Aptos Narrow" panose="020B0004020202020204" pitchFamily="34" charset="0"/>
              </a:rPr>
              <a:t>, sales of </a:t>
            </a:r>
            <a:r>
              <a:rPr lang="en-US" b="1" dirty="0">
                <a:latin typeface="Aptos Narrow" panose="020B0004020202020204" pitchFamily="34" charset="0"/>
              </a:rPr>
              <a:t>🎂</a:t>
            </a:r>
            <a:r>
              <a:rPr lang="en-US" dirty="0">
                <a:latin typeface="Aptos Narrow" panose="020B0004020202020204" pitchFamily="34" charset="0"/>
              </a:rPr>
              <a:t> </a:t>
            </a:r>
            <a:r>
              <a:rPr lang="en-US" b="1" dirty="0">
                <a:latin typeface="Aptos Narrow" panose="020B0004020202020204" pitchFamily="34" charset="0"/>
              </a:rPr>
              <a:t>Birthday Sugar Panda, ❤️ Forever Love Bear, and 🐻 Hudson River Mini Bear</a:t>
            </a:r>
            <a:r>
              <a:rPr lang="en-US" dirty="0">
                <a:latin typeface="Aptos Narrow" panose="020B0004020202020204" pitchFamily="34" charset="0"/>
              </a:rPr>
              <a:t> remain relatively stable with minimal fluctuations.</a:t>
            </a:r>
          </a:p>
          <a:p>
            <a:pPr marL="285750" indent="-285750">
              <a:lnSpc>
                <a:spcPct val="150000"/>
              </a:lnSpc>
              <a:buFont typeface="Wingdings" panose="05000000000000000000" pitchFamily="2" charset="2"/>
              <a:buChar char="Ø"/>
            </a:pPr>
            <a:r>
              <a:rPr lang="en-US" dirty="0">
                <a:latin typeface="Aptos Narrow" panose="020B0004020202020204" pitchFamily="34" charset="0"/>
              </a:rPr>
              <a:t>During this same period, most of the variation in sales is driven by </a:t>
            </a:r>
            <a:r>
              <a:rPr lang="en-US" b="1" dirty="0">
                <a:latin typeface="Aptos Narrow" panose="020B0004020202020204" pitchFamily="34" charset="0"/>
              </a:rPr>
              <a:t>🧸 Original Mr. Fuzzy</a:t>
            </a:r>
            <a:r>
              <a:rPr lang="en-US" dirty="0">
                <a:latin typeface="Aptos Narrow" panose="020B0004020202020204" pitchFamily="34" charset="0"/>
              </a:rPr>
              <a:t>.</a:t>
            </a:r>
          </a:p>
          <a:p>
            <a:pPr marL="285750" indent="-285750">
              <a:lnSpc>
                <a:spcPct val="150000"/>
              </a:lnSpc>
              <a:buFont typeface="Wingdings" panose="05000000000000000000" pitchFamily="2" charset="2"/>
              <a:buChar char="Ø"/>
            </a:pPr>
            <a:r>
              <a:rPr lang="en-US" dirty="0">
                <a:latin typeface="Aptos Narrow" panose="020B0004020202020204" pitchFamily="34" charset="0"/>
              </a:rPr>
              <a:t>In </a:t>
            </a:r>
            <a:r>
              <a:rPr lang="en-US" b="1" dirty="0">
                <a:latin typeface="Aptos Narrow" panose="020B0004020202020204" pitchFamily="34" charset="0"/>
              </a:rPr>
              <a:t>Months 10 and 11</a:t>
            </a:r>
            <a:r>
              <a:rPr lang="en-US" dirty="0">
                <a:latin typeface="Aptos Narrow" panose="020B0004020202020204" pitchFamily="34" charset="0"/>
              </a:rPr>
              <a:t>, there is a noticeable increase in sales for </a:t>
            </a:r>
            <a:r>
              <a:rPr lang="en-US" b="1" dirty="0">
                <a:latin typeface="Aptos Narrow" panose="020B0004020202020204" pitchFamily="34" charset="0"/>
              </a:rPr>
              <a:t>❤️ Forever Love Bear</a:t>
            </a:r>
            <a:r>
              <a:rPr lang="en-US" dirty="0">
                <a:latin typeface="Aptos Narrow" panose="020B0004020202020204" pitchFamily="34" charset="0"/>
              </a:rPr>
              <a:t>.</a:t>
            </a:r>
          </a:p>
          <a:p>
            <a:pPr marL="285750" indent="-285750">
              <a:lnSpc>
                <a:spcPct val="150000"/>
              </a:lnSpc>
              <a:buFont typeface="Wingdings" panose="05000000000000000000" pitchFamily="2" charset="2"/>
              <a:buChar char="Ø"/>
            </a:pPr>
            <a:r>
              <a:rPr lang="en-US" dirty="0">
                <a:latin typeface="Aptos Narrow" panose="020B0004020202020204" pitchFamily="34" charset="0"/>
              </a:rPr>
              <a:t>In </a:t>
            </a:r>
            <a:r>
              <a:rPr lang="en-US" b="1" dirty="0">
                <a:latin typeface="Aptos Narrow" panose="020B0004020202020204" pitchFamily="34" charset="0"/>
              </a:rPr>
              <a:t>Month 12</a:t>
            </a:r>
            <a:r>
              <a:rPr lang="en-US" dirty="0">
                <a:latin typeface="Aptos Narrow" panose="020B0004020202020204" pitchFamily="34" charset="0"/>
              </a:rPr>
              <a:t>,</a:t>
            </a:r>
            <a:r>
              <a:rPr lang="en-US" b="1" dirty="0">
                <a:latin typeface="Aptos Narrow" panose="020B0004020202020204" pitchFamily="34" charset="0"/>
              </a:rPr>
              <a:t> 🎂</a:t>
            </a:r>
            <a:r>
              <a:rPr lang="en-US" dirty="0">
                <a:latin typeface="Aptos Narrow" panose="020B0004020202020204" pitchFamily="34" charset="0"/>
              </a:rPr>
              <a:t> </a:t>
            </a:r>
            <a:r>
              <a:rPr lang="en-US" b="1" dirty="0">
                <a:latin typeface="Aptos Narrow" panose="020B0004020202020204" pitchFamily="34" charset="0"/>
              </a:rPr>
              <a:t>Birthday Sugar Panda and 🐻 Hudson River Mini Bear </a:t>
            </a:r>
            <a:r>
              <a:rPr lang="en-US" dirty="0">
                <a:latin typeface="Aptos Narrow" panose="020B0004020202020204" pitchFamily="34" charset="0"/>
              </a:rPr>
              <a:t>both experience an increase in sales.</a:t>
            </a:r>
          </a:p>
          <a:p>
            <a:pPr marL="285750" indent="-285750">
              <a:lnSpc>
                <a:spcPct val="150000"/>
              </a:lnSpc>
              <a:buFont typeface="Wingdings" panose="05000000000000000000" pitchFamily="2" charset="2"/>
              <a:buChar char="Ø"/>
            </a:pPr>
            <a:r>
              <a:rPr lang="en-US" dirty="0">
                <a:latin typeface="Aptos Narrow" panose="020B0004020202020204" pitchFamily="34" charset="0"/>
              </a:rPr>
              <a:t>In </a:t>
            </a:r>
            <a:r>
              <a:rPr lang="en-US" b="1" dirty="0">
                <a:latin typeface="Aptos Narrow" panose="020B0004020202020204" pitchFamily="34" charset="0"/>
              </a:rPr>
              <a:t>Month 1</a:t>
            </a:r>
            <a:r>
              <a:rPr lang="en-US" dirty="0">
                <a:latin typeface="Aptos Narrow" panose="020B0004020202020204" pitchFamily="34" charset="0"/>
              </a:rPr>
              <a:t>, sales across most products remain relatively consistent, with</a:t>
            </a:r>
            <a:r>
              <a:rPr lang="en-US" b="1" dirty="0">
                <a:latin typeface="Aptos Narrow" panose="020B0004020202020204" pitchFamily="34" charset="0"/>
              </a:rPr>
              <a:t> 🧸</a:t>
            </a:r>
            <a:r>
              <a:rPr lang="en-US" dirty="0">
                <a:latin typeface="Aptos Narrow" panose="020B0004020202020204" pitchFamily="34" charset="0"/>
              </a:rPr>
              <a:t> </a:t>
            </a:r>
            <a:r>
              <a:rPr lang="en-US" b="1" dirty="0">
                <a:latin typeface="Aptos Narrow" panose="020B0004020202020204" pitchFamily="34" charset="0"/>
              </a:rPr>
              <a:t>Original Mr. Fuzzy </a:t>
            </a:r>
            <a:r>
              <a:rPr lang="en-US" dirty="0">
                <a:latin typeface="Aptos Narrow" panose="020B0004020202020204" pitchFamily="34" charset="0"/>
              </a:rPr>
              <a:t>showing a slight increase compared to others.</a:t>
            </a:r>
          </a:p>
        </p:txBody>
      </p:sp>
      <p:sp>
        <p:nvSpPr>
          <p:cNvPr id="4" name="Rectangle 3">
            <a:extLst>
              <a:ext uri="{FF2B5EF4-FFF2-40B4-BE49-F238E27FC236}">
                <a16:creationId xmlns:a16="http://schemas.microsoft.com/office/drawing/2014/main" id="{618B4D6F-C396-9EB7-2DBB-F38969E7A506}"/>
              </a:ext>
            </a:extLst>
          </p:cNvPr>
          <p:cNvSpPr/>
          <p:nvPr/>
        </p:nvSpPr>
        <p:spPr>
          <a:xfrm>
            <a:off x="469488" y="422788"/>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Monthly Product  Items Sold </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Tree>
    <p:extLst>
      <p:ext uri="{BB962C8B-B14F-4D97-AF65-F5344CB8AC3E}">
        <p14:creationId xmlns:p14="http://schemas.microsoft.com/office/powerpoint/2010/main" val="209554270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93117FEC-5D65-DBCF-E381-92D51A944E8C}"/>
              </a:ext>
            </a:extLst>
          </p:cNvPr>
          <p:cNvGraphicFramePr/>
          <p:nvPr>
            <p:extLst>
              <p:ext uri="{D42A27DB-BD31-4B8C-83A1-F6EECF244321}">
                <p14:modId xmlns:p14="http://schemas.microsoft.com/office/powerpoint/2010/main" val="1117258790"/>
              </p:ext>
            </p:extLst>
          </p:nvPr>
        </p:nvGraphicFramePr>
        <p:xfrm>
          <a:off x="469488" y="1406014"/>
          <a:ext cx="11162073" cy="4732320"/>
        </p:xfrm>
        <a:graphic>
          <a:graphicData uri="http://schemas.openxmlformats.org/drawingml/2006/chart">
            <c:chart xmlns:c="http://schemas.openxmlformats.org/drawingml/2006/chart" xmlns:r="http://schemas.openxmlformats.org/officeDocument/2006/relationships" r:id="rId2"/>
          </a:graphicData>
        </a:graphic>
      </p:graphicFrame>
      <p:sp>
        <p:nvSpPr>
          <p:cNvPr id="6" name="Rectangle 5">
            <a:extLst>
              <a:ext uri="{FF2B5EF4-FFF2-40B4-BE49-F238E27FC236}">
                <a16:creationId xmlns:a16="http://schemas.microsoft.com/office/drawing/2014/main" id="{7081567F-46D8-D350-319B-E0B9FA22DBDD}"/>
              </a:ext>
            </a:extLst>
          </p:cNvPr>
          <p:cNvSpPr/>
          <p:nvPr/>
        </p:nvSpPr>
        <p:spPr>
          <a:xfrm>
            <a:off x="469488" y="422788"/>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Customer Purchase Sequence &amp; Cross-Sell Opportunities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Tree>
    <p:extLst>
      <p:ext uri="{BB962C8B-B14F-4D97-AF65-F5344CB8AC3E}">
        <p14:creationId xmlns:p14="http://schemas.microsoft.com/office/powerpoint/2010/main" val="243484557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D810A9-E41D-1A68-C1B8-2BDAC59D3F97}"/>
              </a:ext>
            </a:extLst>
          </p:cNvPr>
          <p:cNvSpPr/>
          <p:nvPr/>
        </p:nvSpPr>
        <p:spPr>
          <a:xfrm>
            <a:off x="469488" y="422788"/>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Customer Purchase Sequence &amp; Cross-Sell Opportunities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5" name="Rectangle 2">
            <a:extLst>
              <a:ext uri="{FF2B5EF4-FFF2-40B4-BE49-F238E27FC236}">
                <a16:creationId xmlns:a16="http://schemas.microsoft.com/office/drawing/2014/main" id="{96F6D2A2-4CC8-A6E6-7D72-108591D309A4}"/>
              </a:ext>
            </a:extLst>
          </p:cNvPr>
          <p:cNvSpPr>
            <a:spLocks noChangeArrowheads="1"/>
          </p:cNvSpPr>
          <p:nvPr/>
        </p:nvSpPr>
        <p:spPr bwMode="auto">
          <a:xfrm rot="10800000" flipV="1">
            <a:off x="469488" y="1548221"/>
            <a:ext cx="11388132" cy="3330399"/>
          </a:xfrm>
          <a:prstGeom prst="rect">
            <a:avLst/>
          </a:prstGeom>
          <a:solidFill>
            <a:schemeClr val="bg1">
              <a:lumMod val="95000"/>
            </a:schemeClr>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ptos Narrow" panose="020B0004020202020204" pitchFamily="34" charset="0"/>
              </a:rPr>
              <a:t>Original Mr. Fuzzy</a:t>
            </a:r>
            <a:r>
              <a:rPr kumimoji="0" lang="en-US" altLang="en-US" sz="1800" b="0" i="0" u="none" strike="noStrike" cap="none" normalizeH="0" baseline="0" dirty="0">
                <a:ln>
                  <a:noFill/>
                </a:ln>
                <a:solidFill>
                  <a:schemeClr val="tx1"/>
                </a:solidFill>
                <a:effectLst/>
                <a:latin typeface="Aptos Narrow" panose="020B0004020202020204" pitchFamily="34" charset="0"/>
              </a:rPr>
              <a:t> contributes the </a:t>
            </a:r>
            <a:r>
              <a:rPr kumimoji="0" lang="en-US" altLang="en-US" sz="1800" b="1" i="0" u="none" strike="noStrike" cap="none" normalizeH="0" baseline="0" dirty="0">
                <a:ln>
                  <a:noFill/>
                </a:ln>
                <a:solidFill>
                  <a:schemeClr val="tx1"/>
                </a:solidFill>
                <a:effectLst/>
                <a:latin typeface="Aptos Narrow" panose="020B0004020202020204" pitchFamily="34" charset="0"/>
              </a:rPr>
              <a:t>highest number of first purchases</a:t>
            </a:r>
            <a:r>
              <a:rPr kumimoji="0" lang="en-US" altLang="en-US" sz="1800" b="0" i="0" u="none" strike="noStrike" cap="none" normalizeH="0" baseline="0" dirty="0">
                <a:ln>
                  <a:noFill/>
                </a:ln>
                <a:solidFill>
                  <a:schemeClr val="tx1"/>
                </a:solidFill>
                <a:effectLst/>
                <a:latin typeface="Aptos Narrow" panose="020B0004020202020204" pitchFamily="34" charset="0"/>
              </a:rPr>
              <a:t>, indicating it is the primary product attracting customers.</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ptos Narrow" panose="020B0004020202020204" pitchFamily="34" charset="0"/>
              </a:rPr>
              <a:t>Hudson River Mini Bear</a:t>
            </a:r>
            <a:r>
              <a:rPr kumimoji="0" lang="en-US" altLang="en-US" sz="1800" b="0" i="0" u="none" strike="noStrike" cap="none" normalizeH="0" baseline="0" dirty="0">
                <a:ln>
                  <a:noFill/>
                </a:ln>
                <a:solidFill>
                  <a:schemeClr val="tx1"/>
                </a:solidFill>
                <a:effectLst/>
                <a:latin typeface="Aptos Narrow" panose="020B0004020202020204" pitchFamily="34" charset="0"/>
              </a:rPr>
              <a:t>, despite being the most recently launched product, is </a:t>
            </a:r>
            <a:r>
              <a:rPr kumimoji="0" lang="en-US" altLang="en-US" sz="1800" b="1" i="0" u="none" strike="noStrike" cap="none" normalizeH="0" baseline="0" dirty="0">
                <a:ln>
                  <a:noFill/>
                </a:ln>
                <a:solidFill>
                  <a:schemeClr val="tx1"/>
                </a:solidFill>
                <a:effectLst/>
                <a:latin typeface="Aptos Narrow" panose="020B0004020202020204" pitchFamily="34" charset="0"/>
              </a:rPr>
              <a:t>more frequently purchased as a second product</a:t>
            </a:r>
            <a:r>
              <a:rPr kumimoji="0" lang="en-US" altLang="en-US" sz="1800" b="0" i="0" u="none" strike="noStrike" cap="none" normalizeH="0" baseline="0" dirty="0">
                <a:ln>
                  <a:noFill/>
                </a:ln>
                <a:solidFill>
                  <a:schemeClr val="tx1"/>
                </a:solidFill>
                <a:effectLst/>
                <a:latin typeface="Aptos Narrow" panose="020B0004020202020204" pitchFamily="34" charset="0"/>
              </a:rPr>
              <a:t>, making it a strong </a:t>
            </a:r>
            <a:r>
              <a:rPr kumimoji="0" lang="en-US" altLang="en-US" sz="1800" b="1" i="0" u="none" strike="noStrike" cap="none" normalizeH="0" baseline="0" dirty="0">
                <a:ln>
                  <a:noFill/>
                </a:ln>
                <a:solidFill>
                  <a:schemeClr val="tx1"/>
                </a:solidFill>
                <a:effectLst/>
                <a:latin typeface="Aptos Narrow" panose="020B0004020202020204" pitchFamily="34" charset="0"/>
              </a:rPr>
              <a:t>cross-sell opportunity</a:t>
            </a:r>
            <a:r>
              <a:rPr kumimoji="0" lang="en-US" altLang="en-US" sz="1800" b="0" i="0" u="none" strike="noStrike" cap="none" normalizeH="0" baseline="0" dirty="0">
                <a:ln>
                  <a:noFill/>
                </a:ln>
                <a:solidFill>
                  <a:schemeClr val="tx1"/>
                </a:solidFill>
                <a:effectLst/>
                <a:latin typeface="Aptos Narrow" panose="020B0004020202020204" pitchFamily="34" charset="0"/>
              </a:rPr>
              <a:t>.</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ptos Narrow" panose="020B0004020202020204" pitchFamily="34" charset="0"/>
              </a:rPr>
              <a:t>This pattern suggests that customers tend to </a:t>
            </a:r>
            <a:r>
              <a:rPr kumimoji="0" lang="en-US" altLang="en-US" sz="1800" b="1" i="0" u="none" strike="noStrike" cap="none" normalizeH="0" baseline="0" dirty="0">
                <a:ln>
                  <a:noFill/>
                </a:ln>
                <a:solidFill>
                  <a:schemeClr val="tx1"/>
                </a:solidFill>
                <a:effectLst/>
                <a:latin typeface="Aptos Narrow" panose="020B0004020202020204" pitchFamily="34" charset="0"/>
              </a:rPr>
              <a:t>start with Mr. Fuzzy and later purchase additional products</a:t>
            </a:r>
            <a:r>
              <a:rPr kumimoji="0" lang="en-US" altLang="en-US" sz="1800" b="0" i="0" u="none" strike="noStrike" cap="none" normalizeH="0" baseline="0" dirty="0">
                <a:ln>
                  <a:noFill/>
                </a:ln>
                <a:solidFill>
                  <a:schemeClr val="tx1"/>
                </a:solidFill>
                <a:effectLst/>
                <a:latin typeface="Aptos Narrow" panose="020B0004020202020204" pitchFamily="34" charset="0"/>
              </a:rPr>
              <a:t>, particularly Hudson River Mini Bear.</a:t>
            </a:r>
          </a:p>
        </p:txBody>
      </p:sp>
    </p:spTree>
    <p:extLst>
      <p:ext uri="{BB962C8B-B14F-4D97-AF65-F5344CB8AC3E}">
        <p14:creationId xmlns:p14="http://schemas.microsoft.com/office/powerpoint/2010/main" val="249986887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BC43E1A-92E8-882A-D009-61B2FDCADB2E}"/>
              </a:ext>
            </a:extLst>
          </p:cNvPr>
          <p:cNvSpPr/>
          <p:nvPr/>
        </p:nvSpPr>
        <p:spPr>
          <a:xfrm>
            <a:off x="469488" y="422788"/>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Product Recommendation</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3" name="Rectangle 2">
            <a:extLst>
              <a:ext uri="{FF2B5EF4-FFF2-40B4-BE49-F238E27FC236}">
                <a16:creationId xmlns:a16="http://schemas.microsoft.com/office/drawing/2014/main" id="{49342F96-68CC-8831-1F8F-8E878DC75FCF}"/>
              </a:ext>
            </a:extLst>
          </p:cNvPr>
          <p:cNvSpPr>
            <a:spLocks noChangeArrowheads="1"/>
          </p:cNvSpPr>
          <p:nvPr/>
        </p:nvSpPr>
        <p:spPr bwMode="auto">
          <a:xfrm rot="10800000" flipV="1">
            <a:off x="469488" y="1436674"/>
            <a:ext cx="11388132" cy="4438395"/>
          </a:xfrm>
          <a:prstGeom prst="rect">
            <a:avLst/>
          </a:prstGeom>
          <a:solidFill>
            <a:schemeClr val="bg1">
              <a:lumMod val="95000"/>
            </a:schemeClr>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a:lnSpc>
                <a:spcPct val="200000"/>
              </a:lnSpc>
            </a:pPr>
            <a:r>
              <a:rPr lang="en-US" b="1" dirty="0"/>
              <a:t>🧸 </a:t>
            </a:r>
            <a:r>
              <a:rPr lang="en-US" b="1" dirty="0">
                <a:latin typeface="Aptos Narrow" panose="020B0004020202020204" pitchFamily="34" charset="0"/>
              </a:rPr>
              <a:t>Original Mr. Fuzzy</a:t>
            </a:r>
          </a:p>
          <a:p>
            <a:pPr>
              <a:lnSpc>
                <a:spcPct val="200000"/>
              </a:lnSpc>
            </a:pPr>
            <a:r>
              <a:rPr lang="en-US" dirty="0">
                <a:latin typeface="Aptos Narrow" panose="020B0004020202020204" pitchFamily="34" charset="0"/>
              </a:rPr>
              <a:t>Use as the </a:t>
            </a:r>
            <a:r>
              <a:rPr lang="en-US" b="1" dirty="0">
                <a:latin typeface="Aptos Narrow" panose="020B0004020202020204" pitchFamily="34" charset="0"/>
              </a:rPr>
              <a:t>primary acquisition product</a:t>
            </a:r>
            <a:r>
              <a:rPr lang="en-US" dirty="0">
                <a:latin typeface="Aptos Narrow" panose="020B0004020202020204" pitchFamily="34" charset="0"/>
              </a:rPr>
              <a:t> and bundle with other items to increase average order value.</a:t>
            </a:r>
          </a:p>
          <a:p>
            <a:pPr>
              <a:lnSpc>
                <a:spcPct val="200000"/>
              </a:lnSpc>
            </a:pPr>
            <a:r>
              <a:rPr lang="en-US" b="1" dirty="0">
                <a:latin typeface="Aptos Narrow" panose="020B0004020202020204" pitchFamily="34" charset="0"/>
              </a:rPr>
              <a:t>🎂 Birthday Sugar Panda</a:t>
            </a:r>
          </a:p>
          <a:p>
            <a:pPr>
              <a:lnSpc>
                <a:spcPct val="200000"/>
              </a:lnSpc>
            </a:pPr>
            <a:r>
              <a:rPr lang="en-US" dirty="0">
                <a:latin typeface="Aptos Narrow" panose="020B0004020202020204" pitchFamily="34" charset="0"/>
              </a:rPr>
              <a:t>Leverage </a:t>
            </a:r>
            <a:r>
              <a:rPr lang="en-US" b="1" dirty="0">
                <a:latin typeface="Aptos Narrow" panose="020B0004020202020204" pitchFamily="34" charset="0"/>
              </a:rPr>
              <a:t>peak demand periods (e.g., Month 12)</a:t>
            </a:r>
            <a:r>
              <a:rPr lang="en-US" dirty="0">
                <a:latin typeface="Aptos Narrow" panose="020B0004020202020204" pitchFamily="34" charset="0"/>
              </a:rPr>
              <a:t> with targeted promotions to accelerate growth.</a:t>
            </a:r>
          </a:p>
          <a:p>
            <a:pPr>
              <a:lnSpc>
                <a:spcPct val="200000"/>
              </a:lnSpc>
            </a:pPr>
            <a:r>
              <a:rPr lang="en-US" b="1" dirty="0">
                <a:latin typeface="Aptos Narrow" panose="020B0004020202020204" pitchFamily="34" charset="0"/>
              </a:rPr>
              <a:t>🐻 Hudson River Mini Bear</a:t>
            </a:r>
          </a:p>
          <a:p>
            <a:pPr>
              <a:lnSpc>
                <a:spcPct val="200000"/>
              </a:lnSpc>
            </a:pPr>
            <a:r>
              <a:rPr lang="en-US" dirty="0">
                <a:latin typeface="Aptos Narrow" panose="020B0004020202020204" pitchFamily="34" charset="0"/>
              </a:rPr>
              <a:t>Position as a </a:t>
            </a:r>
            <a:r>
              <a:rPr lang="en-US" b="1" dirty="0">
                <a:latin typeface="Aptos Narrow" panose="020B0004020202020204" pitchFamily="34" charset="0"/>
              </a:rPr>
              <a:t>cross-sell add-on product</a:t>
            </a:r>
            <a:r>
              <a:rPr lang="en-US" dirty="0">
                <a:latin typeface="Aptos Narrow" panose="020B0004020202020204" pitchFamily="34" charset="0"/>
              </a:rPr>
              <a:t> through bundles and checkout recommendations.</a:t>
            </a:r>
          </a:p>
          <a:p>
            <a:pPr>
              <a:lnSpc>
                <a:spcPct val="200000"/>
              </a:lnSpc>
            </a:pPr>
            <a:r>
              <a:rPr lang="en-US" b="1" dirty="0">
                <a:latin typeface="Aptos Narrow" panose="020B0004020202020204" pitchFamily="34" charset="0"/>
              </a:rPr>
              <a:t>❤️ Forever Love Bear</a:t>
            </a:r>
          </a:p>
          <a:p>
            <a:pPr>
              <a:lnSpc>
                <a:spcPct val="200000"/>
              </a:lnSpc>
            </a:pPr>
            <a:r>
              <a:rPr lang="en-US" dirty="0">
                <a:latin typeface="Aptos Narrow" panose="020B0004020202020204" pitchFamily="34" charset="0"/>
              </a:rPr>
              <a:t>Capitalize on </a:t>
            </a:r>
            <a:r>
              <a:rPr lang="en-US" b="1" dirty="0">
                <a:latin typeface="Aptos Narrow" panose="020B0004020202020204" pitchFamily="34" charset="0"/>
              </a:rPr>
              <a:t>seasonal sales spikes (Month 2, 10–11)</a:t>
            </a:r>
            <a:r>
              <a:rPr lang="en-US" dirty="0">
                <a:latin typeface="Aptos Narrow" panose="020B0004020202020204" pitchFamily="34" charset="0"/>
              </a:rPr>
              <a:t> with event-based marketing campaigns.</a:t>
            </a:r>
          </a:p>
        </p:txBody>
      </p:sp>
    </p:spTree>
    <p:extLst>
      <p:ext uri="{BB962C8B-B14F-4D97-AF65-F5344CB8AC3E}">
        <p14:creationId xmlns:p14="http://schemas.microsoft.com/office/powerpoint/2010/main" val="10179491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cx1="http://schemas.microsoft.com/office/drawing/2015/9/8/chartex">
        <mc:Choice Requires="cx1">
          <p:graphicFrame>
            <p:nvGraphicFramePr>
              <p:cNvPr id="9" name="Chart 8">
                <a:extLst>
                  <a:ext uri="{FF2B5EF4-FFF2-40B4-BE49-F238E27FC236}">
                    <a16:creationId xmlns:a16="http://schemas.microsoft.com/office/drawing/2014/main" id="{54EC54F9-2DD2-5D74-4653-F19E006A4A84}"/>
                  </a:ext>
                </a:extLst>
              </p:cNvPr>
              <p:cNvGraphicFramePr/>
              <p:nvPr>
                <p:extLst>
                  <p:ext uri="{D42A27DB-BD31-4B8C-83A1-F6EECF244321}">
                    <p14:modId xmlns:p14="http://schemas.microsoft.com/office/powerpoint/2010/main" val="1981817595"/>
                  </p:ext>
                </p:extLst>
              </p:nvPr>
            </p:nvGraphicFramePr>
            <p:xfrm>
              <a:off x="469488" y="1406013"/>
              <a:ext cx="11253024" cy="4552660"/>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9" name="Chart 8">
                <a:extLst>
                  <a:ext uri="{FF2B5EF4-FFF2-40B4-BE49-F238E27FC236}">
                    <a16:creationId xmlns:a16="http://schemas.microsoft.com/office/drawing/2014/main" id="{54EC54F9-2DD2-5D74-4653-F19E006A4A84}"/>
                  </a:ext>
                </a:extLst>
              </p:cNvPr>
              <p:cNvPicPr>
                <a:picLocks noGrp="1" noRot="1" noChangeAspect="1" noMove="1" noResize="1" noEditPoints="1" noAdjustHandles="1" noChangeArrowheads="1" noChangeShapeType="1"/>
              </p:cNvPicPr>
              <p:nvPr/>
            </p:nvPicPr>
            <p:blipFill>
              <a:blip r:embed="rId4"/>
              <a:stretch>
                <a:fillRect/>
              </a:stretch>
            </p:blipFill>
            <p:spPr>
              <a:xfrm>
                <a:off x="469488" y="1406013"/>
                <a:ext cx="11253024" cy="4552660"/>
              </a:xfrm>
              <a:prstGeom prst="rect">
                <a:avLst/>
              </a:prstGeom>
            </p:spPr>
          </p:pic>
        </mc:Fallback>
      </mc:AlternateContent>
      <p:sp>
        <p:nvSpPr>
          <p:cNvPr id="2" name="Rectangle 1">
            <a:extLst>
              <a:ext uri="{FF2B5EF4-FFF2-40B4-BE49-F238E27FC236}">
                <a16:creationId xmlns:a16="http://schemas.microsoft.com/office/drawing/2014/main" id="{F77D045A-9434-97C8-8C7B-54ECDEBA2C2D}"/>
              </a:ext>
            </a:extLst>
          </p:cNvPr>
          <p:cNvSpPr/>
          <p:nvPr/>
        </p:nvSpPr>
        <p:spPr>
          <a:xfrm>
            <a:off x="469488" y="422788"/>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Price Distribution Across First and Second Purchases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Tree>
    <p:extLst>
      <p:ext uri="{BB962C8B-B14F-4D97-AF65-F5344CB8AC3E}">
        <p14:creationId xmlns:p14="http://schemas.microsoft.com/office/powerpoint/2010/main" val="378751116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86057B3-3D78-1E92-FBC4-6A628F96D8A1}"/>
              </a:ext>
            </a:extLst>
          </p:cNvPr>
          <p:cNvSpPr/>
          <p:nvPr/>
        </p:nvSpPr>
        <p:spPr>
          <a:xfrm>
            <a:off x="395742" y="471949"/>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Price Distribution Across First and Second Purchases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9" name="TextBox 8">
            <a:extLst>
              <a:ext uri="{FF2B5EF4-FFF2-40B4-BE49-F238E27FC236}">
                <a16:creationId xmlns:a16="http://schemas.microsoft.com/office/drawing/2014/main" id="{803A75EE-F05F-619C-6E6F-35283824CE60}"/>
              </a:ext>
            </a:extLst>
          </p:cNvPr>
          <p:cNvSpPr txBox="1"/>
          <p:nvPr/>
        </p:nvSpPr>
        <p:spPr>
          <a:xfrm>
            <a:off x="395742" y="1467060"/>
            <a:ext cx="11253024" cy="3895746"/>
          </a:xfrm>
          <a:prstGeom prst="rect">
            <a:avLst/>
          </a:prstGeom>
          <a:solidFill>
            <a:schemeClr val="bg1">
              <a:lumMod val="95000"/>
            </a:schemeClr>
          </a:solidFill>
          <a:ln>
            <a:solidFill>
              <a:schemeClr val="bg2"/>
            </a:solidFill>
          </a:ln>
        </p:spPr>
        <p:txBody>
          <a:bodyPr wrap="square">
            <a:spAutoFit/>
          </a:bodyPr>
          <a:lstStyle/>
          <a:p>
            <a:pPr marL="285750" indent="-285750" eaLnBrk="0" fontAlgn="base" hangingPunct="0">
              <a:lnSpc>
                <a:spcPct val="200000"/>
              </a:lnSpc>
              <a:spcBef>
                <a:spcPct val="0"/>
              </a:spcBef>
              <a:spcAft>
                <a:spcPct val="0"/>
              </a:spcAft>
              <a:buFont typeface="Wingdings" panose="05000000000000000000" pitchFamily="2" charset="2"/>
              <a:buChar char="Ø"/>
            </a:pPr>
            <a:r>
              <a:rPr lang="en-US" altLang="en-US" dirty="0">
                <a:latin typeface="Aptos Narrow" panose="020B0004020202020204" pitchFamily="34" charset="0"/>
              </a:rPr>
              <a:t>First purchases are </a:t>
            </a:r>
            <a:r>
              <a:rPr lang="en-US" altLang="en-US" b="1" dirty="0">
                <a:latin typeface="Aptos Narrow" panose="020B0004020202020204" pitchFamily="34" charset="0"/>
              </a:rPr>
              <a:t>highly concentrated around ~$50</a:t>
            </a:r>
            <a:r>
              <a:rPr lang="en-US" altLang="en-US" dirty="0">
                <a:latin typeface="Aptos Narrow" panose="020B0004020202020204" pitchFamily="34" charset="0"/>
              </a:rPr>
              <a:t>, largely driven by </a:t>
            </a:r>
            <a:r>
              <a:rPr lang="en-US" altLang="en-US" b="1" dirty="0">
                <a:latin typeface="Aptos Narrow" panose="020B0004020202020204" pitchFamily="34" charset="0"/>
              </a:rPr>
              <a:t>Original Mr. Fuzzy</a:t>
            </a:r>
            <a:r>
              <a:rPr lang="en-US" altLang="en-US" dirty="0">
                <a:latin typeface="Aptos Narrow" panose="020B0004020202020204" pitchFamily="34" charset="0"/>
              </a:rPr>
              <a:t>, which results in </a:t>
            </a:r>
            <a:r>
              <a:rPr lang="en-US" altLang="en-US" b="1" dirty="0">
                <a:latin typeface="Aptos Narrow" panose="020B0004020202020204" pitchFamily="34" charset="0"/>
              </a:rPr>
              <a:t>low price variability for first purchases</a:t>
            </a:r>
            <a:r>
              <a:rPr lang="en-US" altLang="en-US" dirty="0">
                <a:latin typeface="Aptos Narrow" panose="020B0004020202020204" pitchFamily="34" charset="0"/>
              </a:rPr>
              <a:t>.</a:t>
            </a:r>
            <a:endParaRPr kumimoji="0" lang="en-US" altLang="en-US" sz="1800" b="0" i="0" u="none" strike="noStrike" cap="none" normalizeH="0" baseline="0" dirty="0">
              <a:ln>
                <a:noFill/>
              </a:ln>
              <a:solidFill>
                <a:schemeClr val="tx1"/>
              </a:solidFill>
              <a:effectLst/>
              <a:latin typeface="Aptos Narrow" panose="020B0004020202020204" pitchFamily="34" charset="0"/>
            </a:endParaRPr>
          </a:p>
          <a:p>
            <a:pPr marL="285750" marR="0" lvl="0" indent="-285750"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ptos Narrow" panose="020B0004020202020204" pitchFamily="34" charset="0"/>
              </a:rPr>
              <a:t>Second purchases show </a:t>
            </a:r>
            <a:r>
              <a:rPr kumimoji="0" lang="en-US" altLang="en-US" sz="1800" b="1" i="0" u="none" strike="noStrike" cap="none" normalizeH="0" baseline="0" dirty="0">
                <a:ln>
                  <a:noFill/>
                </a:ln>
                <a:solidFill>
                  <a:schemeClr val="tx1"/>
                </a:solidFill>
                <a:effectLst/>
                <a:latin typeface="Aptos Narrow" panose="020B0004020202020204" pitchFamily="34" charset="0"/>
              </a:rPr>
              <a:t>greater price variation</a:t>
            </a:r>
            <a:r>
              <a:rPr kumimoji="0" lang="en-US" altLang="en-US" sz="1800" b="0" i="0" u="none" strike="noStrike" cap="none" normalizeH="0" baseline="0" dirty="0">
                <a:ln>
                  <a:noFill/>
                </a:ln>
                <a:solidFill>
                  <a:schemeClr val="tx1"/>
                </a:solidFill>
                <a:effectLst/>
                <a:latin typeface="Aptos Narrow" panose="020B0004020202020204" pitchFamily="34" charset="0"/>
              </a:rPr>
              <a:t>, generally ranging between </a:t>
            </a:r>
            <a:r>
              <a:rPr kumimoji="0" lang="en-US" altLang="en-US" sz="1800" b="1" i="0" u="none" strike="noStrike" cap="none" normalizeH="0" baseline="0" dirty="0">
                <a:ln>
                  <a:noFill/>
                </a:ln>
                <a:solidFill>
                  <a:schemeClr val="tx1"/>
                </a:solidFill>
                <a:effectLst/>
                <a:latin typeface="Aptos Narrow" panose="020B0004020202020204" pitchFamily="34" charset="0"/>
              </a:rPr>
              <a:t>$30–$46</a:t>
            </a:r>
            <a:r>
              <a:rPr kumimoji="0" lang="en-US" altLang="en-US" sz="1800" b="0" i="0" u="none" strike="noStrike" cap="none" normalizeH="0" baseline="0" dirty="0">
                <a:ln>
                  <a:noFill/>
                </a:ln>
                <a:solidFill>
                  <a:schemeClr val="tx1"/>
                </a:solidFill>
                <a:effectLst/>
                <a:latin typeface="Aptos Narrow" panose="020B0004020202020204" pitchFamily="34" charset="0"/>
              </a:rPr>
              <a:t>, as they include multiple products across different price tiers.</a:t>
            </a:r>
          </a:p>
          <a:p>
            <a:pPr marL="285750" marR="0" lvl="0" indent="-285750"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ptos Narrow" panose="020B0004020202020204" pitchFamily="34" charset="0"/>
              </a:rPr>
              <a:t>Although </a:t>
            </a:r>
            <a:r>
              <a:rPr kumimoji="0" lang="en-US" altLang="en-US" sz="1800" b="1" i="0" u="none" strike="noStrike" cap="none" normalizeH="0" baseline="0" dirty="0">
                <a:ln>
                  <a:noFill/>
                </a:ln>
                <a:solidFill>
                  <a:schemeClr val="tx1"/>
                </a:solidFill>
                <a:effectLst/>
                <a:latin typeface="Aptos Narrow" panose="020B0004020202020204" pitchFamily="34" charset="0"/>
              </a:rPr>
              <a:t>overall demand is not strongly correlated with price</a:t>
            </a:r>
            <a:r>
              <a:rPr kumimoji="0" lang="en-US" altLang="en-US" sz="1800" b="0" i="0" u="none" strike="noStrike" cap="none" normalizeH="0" baseline="0" dirty="0">
                <a:ln>
                  <a:noFill/>
                </a:ln>
                <a:solidFill>
                  <a:schemeClr val="tx1"/>
                </a:solidFill>
                <a:effectLst/>
                <a:latin typeface="Aptos Narrow" panose="020B0004020202020204" pitchFamily="34" charset="0"/>
              </a:rPr>
              <a:t>, customers appear to select </a:t>
            </a:r>
            <a:r>
              <a:rPr kumimoji="0" lang="en-US" altLang="en-US" sz="1800" b="1" i="0" u="none" strike="noStrike" cap="none" normalizeH="0" baseline="0" dirty="0">
                <a:ln>
                  <a:noFill/>
                </a:ln>
                <a:solidFill>
                  <a:schemeClr val="tx1"/>
                </a:solidFill>
                <a:effectLst/>
                <a:latin typeface="Aptos Narrow" panose="020B0004020202020204" pitchFamily="34" charset="0"/>
              </a:rPr>
              <a:t>relatively lower-priced products for their second purchase</a:t>
            </a:r>
            <a:r>
              <a:rPr kumimoji="0" lang="en-US" altLang="en-US" sz="1800" b="0" i="0" u="none" strike="noStrike" cap="none" normalizeH="0" baseline="0" dirty="0">
                <a:ln>
                  <a:noFill/>
                </a:ln>
                <a:solidFill>
                  <a:schemeClr val="tx1"/>
                </a:solidFill>
                <a:effectLst/>
                <a:latin typeface="Aptos Narrow" panose="020B0004020202020204" pitchFamily="34" charset="0"/>
              </a:rPr>
              <a:t>.</a:t>
            </a:r>
          </a:p>
          <a:p>
            <a:pPr marL="285750" marR="0" lvl="0" indent="-285750"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ptos Narrow" panose="020B0004020202020204" pitchFamily="34" charset="0"/>
              </a:rPr>
              <a:t>Hudson River Mini Bear</a:t>
            </a:r>
            <a:r>
              <a:rPr kumimoji="0" lang="en-US" altLang="en-US" sz="1800" b="0" i="0" u="none" strike="noStrike" cap="none" normalizeH="0" baseline="0" dirty="0">
                <a:ln>
                  <a:noFill/>
                </a:ln>
                <a:solidFill>
                  <a:schemeClr val="tx1"/>
                </a:solidFill>
                <a:effectLst/>
                <a:latin typeface="Aptos Narrow" panose="020B0004020202020204" pitchFamily="34" charset="0"/>
              </a:rPr>
              <a:t>, being one of the </a:t>
            </a:r>
            <a:r>
              <a:rPr kumimoji="0" lang="en-US" altLang="en-US" sz="1800" b="1" i="0" u="none" strike="noStrike" cap="none" normalizeH="0" baseline="0" dirty="0">
                <a:ln>
                  <a:noFill/>
                </a:ln>
                <a:solidFill>
                  <a:schemeClr val="tx1"/>
                </a:solidFill>
                <a:effectLst/>
                <a:latin typeface="Aptos Narrow" panose="020B0004020202020204" pitchFamily="34" charset="0"/>
              </a:rPr>
              <a:t>lower-priced items</a:t>
            </a:r>
            <a:r>
              <a:rPr kumimoji="0" lang="en-US" altLang="en-US" sz="1800" b="0" i="0" u="none" strike="noStrike" cap="none" normalizeH="0" baseline="0" dirty="0">
                <a:ln>
                  <a:noFill/>
                </a:ln>
                <a:solidFill>
                  <a:schemeClr val="tx1"/>
                </a:solidFill>
                <a:effectLst/>
                <a:latin typeface="Aptos Narrow" panose="020B0004020202020204" pitchFamily="34" charset="0"/>
              </a:rPr>
              <a:t>, fits naturally into this secondary purchase pattern.</a:t>
            </a:r>
          </a:p>
        </p:txBody>
      </p:sp>
    </p:spTree>
    <p:extLst>
      <p:ext uri="{BB962C8B-B14F-4D97-AF65-F5344CB8AC3E}">
        <p14:creationId xmlns:p14="http://schemas.microsoft.com/office/powerpoint/2010/main" val="343506036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7E2CE2E-8C64-DA9A-613B-060B05A58B2B}"/>
              </a:ext>
            </a:extLst>
          </p:cNvPr>
          <p:cNvSpPr/>
          <p:nvPr/>
        </p:nvSpPr>
        <p:spPr>
          <a:xfrm>
            <a:off x="469488" y="290708"/>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Most Frequently Bought Together Products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graphicFrame>
        <p:nvGraphicFramePr>
          <p:cNvPr id="4" name="Chart 3">
            <a:extLst>
              <a:ext uri="{FF2B5EF4-FFF2-40B4-BE49-F238E27FC236}">
                <a16:creationId xmlns:a16="http://schemas.microsoft.com/office/drawing/2014/main" id="{6A9DD10E-1DA7-2E74-6BC1-389A3DC3EBBB}"/>
              </a:ext>
            </a:extLst>
          </p:cNvPr>
          <p:cNvGraphicFramePr/>
          <p:nvPr>
            <p:extLst>
              <p:ext uri="{D42A27DB-BD31-4B8C-83A1-F6EECF244321}">
                <p14:modId xmlns:p14="http://schemas.microsoft.com/office/powerpoint/2010/main" val="4161547454"/>
              </p:ext>
            </p:extLst>
          </p:nvPr>
        </p:nvGraphicFramePr>
        <p:xfrm>
          <a:off x="550606" y="1209368"/>
          <a:ext cx="11171906" cy="496283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09964311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17230E-7C75-0F4A-ACA3-ED4B3975BDD2}"/>
              </a:ext>
            </a:extLst>
          </p:cNvPr>
          <p:cNvSpPr/>
          <p:nvPr/>
        </p:nvSpPr>
        <p:spPr>
          <a:xfrm>
            <a:off x="469488" y="290708"/>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Most Frequently Bought Together Products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3" name="TextBox 2">
            <a:extLst>
              <a:ext uri="{FF2B5EF4-FFF2-40B4-BE49-F238E27FC236}">
                <a16:creationId xmlns:a16="http://schemas.microsoft.com/office/drawing/2014/main" id="{8E04BE5B-736C-58F5-1E8D-6821CC9B4EEC}"/>
              </a:ext>
            </a:extLst>
          </p:cNvPr>
          <p:cNvSpPr txBox="1"/>
          <p:nvPr/>
        </p:nvSpPr>
        <p:spPr>
          <a:xfrm>
            <a:off x="469488" y="1201589"/>
            <a:ext cx="11253024" cy="5003742"/>
          </a:xfrm>
          <a:prstGeom prst="rect">
            <a:avLst/>
          </a:prstGeom>
          <a:solidFill>
            <a:schemeClr val="bg1">
              <a:lumMod val="95000"/>
            </a:schemeClr>
          </a:solidFill>
          <a:ln>
            <a:solidFill>
              <a:schemeClr val="bg2"/>
            </a:solidFill>
          </a:ln>
        </p:spPr>
        <p:txBody>
          <a:bodyPr wrap="square">
            <a:spAutoFit/>
          </a:bodyPr>
          <a:lstStyle/>
          <a:p>
            <a:pPr marL="285750" indent="-285750">
              <a:lnSpc>
                <a:spcPct val="200000"/>
              </a:lnSpc>
              <a:buFont typeface="Wingdings" panose="05000000000000000000" pitchFamily="2" charset="2"/>
              <a:buChar char="Ø"/>
            </a:pPr>
            <a:r>
              <a:rPr lang="en-US" dirty="0">
                <a:latin typeface="Aptos Narrow" panose="020B0004020202020204" pitchFamily="34" charset="0"/>
              </a:rPr>
              <a:t>The combination “The Original Mr. Fuzzy + The Hudson River Mini Bear” is the top performer, generating ~$250K revenue from 3,126 orders, making it the most impactful cross-sell pair. </a:t>
            </a:r>
          </a:p>
          <a:p>
            <a:pPr marL="285750" indent="-285750">
              <a:lnSpc>
                <a:spcPct val="200000"/>
              </a:lnSpc>
              <a:buFont typeface="Wingdings" panose="05000000000000000000" pitchFamily="2" charset="2"/>
              <a:buChar char="Ø"/>
            </a:pPr>
            <a:r>
              <a:rPr lang="en-US" dirty="0">
                <a:latin typeface="Aptos Narrow" panose="020B0004020202020204" pitchFamily="34" charset="0"/>
              </a:rPr>
              <a:t>Other strong-performing combinations include: </a:t>
            </a:r>
          </a:p>
          <a:p>
            <a:pPr lvl="1">
              <a:lnSpc>
                <a:spcPct val="200000"/>
              </a:lnSpc>
            </a:pPr>
            <a:r>
              <a:rPr lang="en-US" dirty="0">
                <a:latin typeface="Aptos Narrow" panose="020B0004020202020204" pitchFamily="34" charset="0"/>
              </a:rPr>
              <a:t>“The Original Mr. Fuzzy + The Birthday Sugar Panda” → ~$168.8K revenue from 1,759 orders </a:t>
            </a:r>
          </a:p>
          <a:p>
            <a:pPr lvl="1">
              <a:lnSpc>
                <a:spcPct val="200000"/>
              </a:lnSpc>
            </a:pPr>
            <a:r>
              <a:rPr lang="en-US" dirty="0">
                <a:latin typeface="Aptos Narrow" panose="020B0004020202020204" pitchFamily="34" charset="0"/>
              </a:rPr>
              <a:t>“The Original Mr. Fuzzy + The Forever Love Bear” → ~$95.9K revenue from 872 orders </a:t>
            </a:r>
          </a:p>
          <a:p>
            <a:pPr marL="285750" indent="-285750">
              <a:lnSpc>
                <a:spcPct val="200000"/>
              </a:lnSpc>
              <a:buFont typeface="Wingdings" panose="05000000000000000000" pitchFamily="2" charset="2"/>
              <a:buChar char="Ø"/>
            </a:pPr>
            <a:r>
              <a:rPr lang="en-US" dirty="0">
                <a:latin typeface="Aptos Narrow" panose="020B0004020202020204" pitchFamily="34" charset="0"/>
              </a:rPr>
              <a:t>Combinations without “The Original Mr. Fuzzy” show significantly lower performance: </a:t>
            </a:r>
          </a:p>
          <a:p>
            <a:pPr lvl="1">
              <a:lnSpc>
                <a:spcPct val="200000"/>
              </a:lnSpc>
            </a:pPr>
            <a:r>
              <a:rPr lang="en-US" dirty="0">
                <a:latin typeface="Aptos Narrow" panose="020B0004020202020204" pitchFamily="34" charset="0"/>
              </a:rPr>
              <a:t>“The Forever Love Bear + The Birthday Sugar Panda” → ~$14.4K revenue from 136 orders </a:t>
            </a:r>
          </a:p>
          <a:p>
            <a:pPr lvl="1">
              <a:lnSpc>
                <a:spcPct val="200000"/>
              </a:lnSpc>
            </a:pPr>
            <a:r>
              <a:rPr lang="en-US" dirty="0">
                <a:latin typeface="Aptos Narrow" panose="020B0004020202020204" pitchFamily="34" charset="0"/>
              </a:rPr>
              <a:t>Other pairs involving </a:t>
            </a:r>
            <a:r>
              <a:rPr lang="en-US" i="1" dirty="0">
                <a:latin typeface="Aptos Narrow" panose="020B0004020202020204" pitchFamily="34" charset="0"/>
              </a:rPr>
              <a:t>The Hudson River Mini Bear</a:t>
            </a:r>
            <a:r>
              <a:rPr lang="en-US" dirty="0">
                <a:latin typeface="Aptos Narrow" panose="020B0004020202020204" pitchFamily="34" charset="0"/>
              </a:rPr>
              <a:t> alone contribute minimal revenue </a:t>
            </a:r>
          </a:p>
          <a:p>
            <a:pPr marL="285750" indent="-285750" eaLnBrk="0" fontAlgn="base" hangingPunct="0">
              <a:lnSpc>
                <a:spcPct val="200000"/>
              </a:lnSpc>
              <a:spcBef>
                <a:spcPct val="0"/>
              </a:spcBef>
              <a:spcAft>
                <a:spcPct val="0"/>
              </a:spcAft>
              <a:buFont typeface="Wingdings" panose="05000000000000000000" pitchFamily="2" charset="2"/>
              <a:buChar char="Ø"/>
            </a:pPr>
            <a:endParaRPr kumimoji="0" lang="en-US" altLang="en-US" sz="1800" b="0" i="0" u="none" strike="noStrike" cap="none" normalizeH="0" baseline="0" dirty="0">
              <a:ln>
                <a:noFill/>
              </a:ln>
              <a:solidFill>
                <a:schemeClr val="tx1"/>
              </a:solidFill>
              <a:effectLst/>
              <a:latin typeface="Aptos Narrow" panose="020B0004020202020204" pitchFamily="34" charset="0"/>
            </a:endParaRPr>
          </a:p>
        </p:txBody>
      </p:sp>
    </p:spTree>
    <p:extLst>
      <p:ext uri="{BB962C8B-B14F-4D97-AF65-F5344CB8AC3E}">
        <p14:creationId xmlns:p14="http://schemas.microsoft.com/office/powerpoint/2010/main" val="312804091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0F9B09B-B2ED-4CB7-DCAC-0429CB597472}"/>
              </a:ext>
            </a:extLst>
          </p:cNvPr>
          <p:cNvSpPr/>
          <p:nvPr/>
        </p:nvSpPr>
        <p:spPr>
          <a:xfrm>
            <a:off x="395742" y="471949"/>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500" b="1" dirty="0">
                <a:ln w="6600">
                  <a:solidFill>
                    <a:schemeClr val="accent2"/>
                  </a:solidFill>
                  <a:prstDash val="solid"/>
                </a:ln>
                <a:solidFill>
                  <a:srgbClr val="FFFFFF"/>
                </a:solidFill>
                <a:effectLst>
                  <a:outerShdw dist="38100" dir="2700000" algn="tl" rotWithShape="0">
                    <a:schemeClr val="accent2"/>
                  </a:outerShdw>
                </a:effectLst>
              </a:rPr>
              <a:t>Customer Upsell Behaviour</a:t>
            </a:r>
          </a:p>
        </p:txBody>
      </p:sp>
      <p:graphicFrame>
        <p:nvGraphicFramePr>
          <p:cNvPr id="5" name="Chart 4">
            <a:extLst>
              <a:ext uri="{FF2B5EF4-FFF2-40B4-BE49-F238E27FC236}">
                <a16:creationId xmlns:a16="http://schemas.microsoft.com/office/drawing/2014/main" id="{E71070E2-673C-A172-EAF4-1A1050208BD6}"/>
              </a:ext>
            </a:extLst>
          </p:cNvPr>
          <p:cNvGraphicFramePr/>
          <p:nvPr>
            <p:extLst>
              <p:ext uri="{D42A27DB-BD31-4B8C-83A1-F6EECF244321}">
                <p14:modId xmlns:p14="http://schemas.microsoft.com/office/powerpoint/2010/main" val="2734666388"/>
              </p:ext>
            </p:extLst>
          </p:nvPr>
        </p:nvGraphicFramePr>
        <p:xfrm>
          <a:off x="1818968" y="1396183"/>
          <a:ext cx="8268929" cy="474215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14197052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21D1F2E-C98C-5300-7D12-7726077D5334}"/>
              </a:ext>
            </a:extLst>
          </p:cNvPr>
          <p:cNvSpPr txBox="1"/>
          <p:nvPr/>
        </p:nvSpPr>
        <p:spPr>
          <a:xfrm>
            <a:off x="530941" y="1858299"/>
            <a:ext cx="11334135" cy="2031325"/>
          </a:xfrm>
          <a:prstGeom prst="rect">
            <a:avLst/>
          </a:prstGeom>
          <a:solidFill>
            <a:schemeClr val="bg1">
              <a:lumMod val="95000"/>
            </a:schemeClr>
          </a:solidFill>
          <a:ln>
            <a:solidFill>
              <a:schemeClr val="tx1"/>
            </a:solidFill>
          </a:ln>
        </p:spPr>
        <p:txBody>
          <a:bodyPr wrap="square" rtlCol="0">
            <a:spAutoFit/>
          </a:bodyPr>
          <a:lstStyle/>
          <a:p>
            <a:pPr marL="285750" indent="-285750">
              <a:lnSpc>
                <a:spcPct val="200000"/>
              </a:lnSpc>
              <a:buFont typeface="Wingdings" panose="05000000000000000000" pitchFamily="2" charset="2"/>
              <a:buChar char="Ø"/>
            </a:pPr>
            <a:r>
              <a:rPr lang="en-US" dirty="0"/>
              <a:t>Only </a:t>
            </a:r>
            <a:r>
              <a:rPr lang="en-US" b="1" dirty="0"/>
              <a:t>~4% of customers opt for an upsell</a:t>
            </a:r>
            <a:r>
              <a:rPr lang="en-US" dirty="0"/>
              <a:t>, while </a:t>
            </a:r>
            <a:r>
              <a:rPr lang="en-US" b="1" dirty="0"/>
              <a:t>~96% do not upgrade to a higher-priced product</a:t>
            </a:r>
            <a:r>
              <a:rPr lang="en-US" dirty="0"/>
              <a:t>.</a:t>
            </a:r>
          </a:p>
          <a:p>
            <a:pPr marL="285750" indent="-285750">
              <a:lnSpc>
                <a:spcPct val="200000"/>
              </a:lnSpc>
              <a:buFont typeface="Wingdings" panose="05000000000000000000" pitchFamily="2" charset="2"/>
              <a:buChar char="Ø"/>
            </a:pPr>
            <a:r>
              <a:rPr lang="en-US" dirty="0"/>
              <a:t>This indicates that </a:t>
            </a:r>
            <a:r>
              <a:rPr lang="en-US" b="1" dirty="0"/>
              <a:t>upselling currently plays a very small role in total purchases</a:t>
            </a:r>
            <a:r>
              <a:rPr lang="en-US" dirty="0"/>
              <a:t>.</a:t>
            </a:r>
          </a:p>
          <a:p>
            <a:pPr marL="285750" indent="-285750">
              <a:lnSpc>
                <a:spcPct val="200000"/>
              </a:lnSpc>
              <a:buFont typeface="Wingdings" panose="05000000000000000000" pitchFamily="2" charset="2"/>
              <a:buChar char="Ø"/>
            </a:pPr>
            <a:r>
              <a:rPr lang="en-US" dirty="0"/>
              <a:t>The low adoption suggests </a:t>
            </a:r>
            <a:r>
              <a:rPr lang="en-US" b="1" dirty="0"/>
              <a:t>significant untapped potential for improving upsell strategies</a:t>
            </a:r>
            <a:r>
              <a:rPr lang="en-US" dirty="0"/>
              <a:t>.</a:t>
            </a:r>
          </a:p>
          <a:p>
            <a:endParaRPr lang="en-IN" dirty="0"/>
          </a:p>
        </p:txBody>
      </p:sp>
      <p:sp>
        <p:nvSpPr>
          <p:cNvPr id="2" name="Rectangle 1">
            <a:extLst>
              <a:ext uri="{FF2B5EF4-FFF2-40B4-BE49-F238E27FC236}">
                <a16:creationId xmlns:a16="http://schemas.microsoft.com/office/drawing/2014/main" id="{DDA46015-07BC-9470-BCAD-7C04CBE286F9}"/>
              </a:ext>
            </a:extLst>
          </p:cNvPr>
          <p:cNvSpPr/>
          <p:nvPr/>
        </p:nvSpPr>
        <p:spPr>
          <a:xfrm>
            <a:off x="395742" y="471949"/>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500" b="1" dirty="0">
                <a:ln w="6600">
                  <a:solidFill>
                    <a:schemeClr val="accent2"/>
                  </a:solidFill>
                  <a:prstDash val="solid"/>
                </a:ln>
                <a:solidFill>
                  <a:srgbClr val="FFFFFF"/>
                </a:solidFill>
                <a:effectLst>
                  <a:outerShdw dist="38100" dir="2700000" algn="tl" rotWithShape="0">
                    <a:schemeClr val="accent2"/>
                  </a:outerShdw>
                </a:effectLst>
              </a:rPr>
              <a:t>Customer Upsell Behaviour</a:t>
            </a:r>
          </a:p>
        </p:txBody>
      </p:sp>
    </p:spTree>
    <p:extLst>
      <p:ext uri="{BB962C8B-B14F-4D97-AF65-F5344CB8AC3E}">
        <p14:creationId xmlns:p14="http://schemas.microsoft.com/office/powerpoint/2010/main" val="74062081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BE3A4576-445B-5330-F6EC-4835DEA16560}"/>
              </a:ext>
            </a:extLst>
          </p:cNvPr>
          <p:cNvGraphicFramePr/>
          <p:nvPr>
            <p:extLst>
              <p:ext uri="{D42A27DB-BD31-4B8C-83A1-F6EECF244321}">
                <p14:modId xmlns:p14="http://schemas.microsoft.com/office/powerpoint/2010/main" val="7200932"/>
              </p:ext>
            </p:extLst>
          </p:nvPr>
        </p:nvGraphicFramePr>
        <p:xfrm>
          <a:off x="1504335" y="1415845"/>
          <a:ext cx="9291483" cy="4722488"/>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FF2B5EF4-FFF2-40B4-BE49-F238E27FC236}">
                <a16:creationId xmlns:a16="http://schemas.microsoft.com/office/drawing/2014/main" id="{FCC59C70-A1AF-B6A8-2A20-9D20FE4A64D4}"/>
              </a:ext>
            </a:extLst>
          </p:cNvPr>
          <p:cNvSpPr/>
          <p:nvPr/>
        </p:nvSpPr>
        <p:spPr>
          <a:xfrm>
            <a:off x="395742" y="471949"/>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Upsell Behavior Analysis by Product</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Tree>
    <p:extLst>
      <p:ext uri="{BB962C8B-B14F-4D97-AF65-F5344CB8AC3E}">
        <p14:creationId xmlns:p14="http://schemas.microsoft.com/office/powerpoint/2010/main" val="345146161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13A08B-5AEC-5A76-250F-55D5D20D9E14}"/>
              </a:ext>
            </a:extLst>
          </p:cNvPr>
          <p:cNvSpPr/>
          <p:nvPr/>
        </p:nvSpPr>
        <p:spPr>
          <a:xfrm>
            <a:off x="395742" y="471949"/>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Upsell Behavior Analysis by Product</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5" name="TextBox 4">
            <a:extLst>
              <a:ext uri="{FF2B5EF4-FFF2-40B4-BE49-F238E27FC236}">
                <a16:creationId xmlns:a16="http://schemas.microsoft.com/office/drawing/2014/main" id="{0C441502-A3A6-D563-98D1-509890A0FF3E}"/>
              </a:ext>
            </a:extLst>
          </p:cNvPr>
          <p:cNvSpPr txBox="1"/>
          <p:nvPr/>
        </p:nvSpPr>
        <p:spPr>
          <a:xfrm>
            <a:off x="395742" y="1620908"/>
            <a:ext cx="11253024" cy="3895746"/>
          </a:xfrm>
          <a:prstGeom prst="rect">
            <a:avLst/>
          </a:prstGeom>
          <a:solidFill>
            <a:schemeClr val="bg1">
              <a:lumMod val="95000"/>
            </a:schemeClr>
          </a:solidFill>
          <a:ln>
            <a:solidFill>
              <a:schemeClr val="bg2"/>
            </a:solidFill>
          </a:ln>
        </p:spPr>
        <p:txBody>
          <a:bodyPr wrap="square">
            <a:spAutoFit/>
          </a:bodyPr>
          <a:lstStyle/>
          <a:p>
            <a:pPr marL="285750" indent="-285750">
              <a:lnSpc>
                <a:spcPct val="200000"/>
              </a:lnSpc>
              <a:buFont typeface="Wingdings" panose="05000000000000000000" pitchFamily="2" charset="2"/>
              <a:buChar char="Ø"/>
            </a:pPr>
            <a:r>
              <a:rPr lang="en-US" b="1" dirty="0">
                <a:latin typeface="Aptos Narrow" panose="020B0004020202020204" pitchFamily="34" charset="0"/>
              </a:rPr>
              <a:t>❤️ Forever Love Bear</a:t>
            </a:r>
            <a:r>
              <a:rPr lang="en-US" dirty="0">
                <a:latin typeface="Aptos Narrow" panose="020B0004020202020204" pitchFamily="34" charset="0"/>
              </a:rPr>
              <a:t> shows the </a:t>
            </a:r>
            <a:r>
              <a:rPr lang="en-US" b="1" dirty="0">
                <a:latin typeface="Aptos Narrow" panose="020B0004020202020204" pitchFamily="34" charset="0"/>
              </a:rPr>
              <a:t>highest upsell rate (~16%)</a:t>
            </a:r>
            <a:r>
              <a:rPr lang="en-US" dirty="0">
                <a:latin typeface="Aptos Narrow" panose="020B0004020202020204" pitchFamily="34" charset="0"/>
              </a:rPr>
              <a:t>, indicating strong potential as a </a:t>
            </a:r>
            <a:r>
              <a:rPr lang="en-US" b="1" dirty="0">
                <a:latin typeface="Aptos Narrow" panose="020B0004020202020204" pitchFamily="34" charset="0"/>
              </a:rPr>
              <a:t>premium upgrade product</a:t>
            </a:r>
            <a:r>
              <a:rPr lang="en-US" dirty="0">
                <a:latin typeface="Aptos Narrow" panose="020B0004020202020204" pitchFamily="34" charset="0"/>
              </a:rPr>
              <a:t>.</a:t>
            </a:r>
          </a:p>
          <a:p>
            <a:pPr marL="285750" indent="-285750">
              <a:lnSpc>
                <a:spcPct val="200000"/>
              </a:lnSpc>
              <a:buFont typeface="Wingdings" panose="05000000000000000000" pitchFamily="2" charset="2"/>
              <a:buChar char="Ø"/>
            </a:pPr>
            <a:r>
              <a:rPr lang="en-US" b="1" dirty="0">
                <a:latin typeface="Aptos Narrow" panose="020B0004020202020204" pitchFamily="34" charset="0"/>
              </a:rPr>
              <a:t>🎂 Birthday Sugar Panda</a:t>
            </a:r>
            <a:r>
              <a:rPr lang="en-US" dirty="0">
                <a:latin typeface="Aptos Narrow" panose="020B0004020202020204" pitchFamily="34" charset="0"/>
              </a:rPr>
              <a:t> has </a:t>
            </a:r>
            <a:r>
              <a:rPr lang="en-US" b="1" dirty="0">
                <a:latin typeface="Aptos Narrow" panose="020B0004020202020204" pitchFamily="34" charset="0"/>
              </a:rPr>
              <a:t>moderate upsell potential (~8%)</a:t>
            </a:r>
            <a:r>
              <a:rPr lang="en-US" dirty="0">
                <a:latin typeface="Aptos Narrow" panose="020B0004020202020204" pitchFamily="34" charset="0"/>
              </a:rPr>
              <a:t>.</a:t>
            </a:r>
          </a:p>
          <a:p>
            <a:pPr marL="285750" indent="-285750">
              <a:lnSpc>
                <a:spcPct val="200000"/>
              </a:lnSpc>
              <a:buFont typeface="Wingdings" panose="05000000000000000000" pitchFamily="2" charset="2"/>
              <a:buChar char="Ø"/>
            </a:pPr>
            <a:r>
              <a:rPr lang="en-US" b="1" dirty="0"/>
              <a:t>🧸 </a:t>
            </a:r>
            <a:r>
              <a:rPr lang="en-US" b="1" dirty="0">
                <a:latin typeface="Aptos Narrow" panose="020B0004020202020204" pitchFamily="34" charset="0"/>
              </a:rPr>
              <a:t>Original Mr. Fuzzy</a:t>
            </a:r>
            <a:r>
              <a:rPr lang="en-US" dirty="0">
                <a:latin typeface="Aptos Narrow" panose="020B0004020202020204" pitchFamily="34" charset="0"/>
              </a:rPr>
              <a:t> shows </a:t>
            </a:r>
            <a:r>
              <a:rPr lang="en-US" b="1" dirty="0">
                <a:latin typeface="Aptos Narrow" panose="020B0004020202020204" pitchFamily="34" charset="0"/>
              </a:rPr>
              <a:t>lower upsell movement (~4.6%)</a:t>
            </a:r>
            <a:r>
              <a:rPr lang="en-US" dirty="0">
                <a:latin typeface="Aptos Narrow" panose="020B0004020202020204" pitchFamily="34" charset="0"/>
              </a:rPr>
              <a:t>, likely because it already acts as a </a:t>
            </a:r>
            <a:r>
              <a:rPr lang="en-US" b="1" dirty="0">
                <a:latin typeface="Aptos Narrow" panose="020B0004020202020204" pitchFamily="34" charset="0"/>
              </a:rPr>
              <a:t>primary purchase product</a:t>
            </a:r>
            <a:r>
              <a:rPr lang="en-US" dirty="0">
                <a:latin typeface="Aptos Narrow" panose="020B0004020202020204" pitchFamily="34" charset="0"/>
              </a:rPr>
              <a:t>.</a:t>
            </a:r>
          </a:p>
          <a:p>
            <a:pPr marL="285750" indent="-285750">
              <a:lnSpc>
                <a:spcPct val="200000"/>
              </a:lnSpc>
              <a:buFont typeface="Wingdings" panose="05000000000000000000" pitchFamily="2" charset="2"/>
              <a:buChar char="Ø"/>
            </a:pPr>
            <a:r>
              <a:rPr lang="en-US" b="1" dirty="0">
                <a:latin typeface="Aptos Narrow" panose="020B0004020202020204" pitchFamily="34" charset="0"/>
              </a:rPr>
              <a:t>🐻 Hudson River Mini Bear</a:t>
            </a:r>
            <a:r>
              <a:rPr lang="en-US" dirty="0">
                <a:latin typeface="Aptos Narrow" panose="020B0004020202020204" pitchFamily="34" charset="0"/>
              </a:rPr>
              <a:t> has </a:t>
            </a:r>
            <a:r>
              <a:rPr lang="en-US" b="1" dirty="0">
                <a:latin typeface="Aptos Narrow" panose="020B0004020202020204" pitchFamily="34" charset="0"/>
              </a:rPr>
              <a:t>very low upsell rates (~0.9%)</a:t>
            </a:r>
            <a:r>
              <a:rPr lang="en-US" dirty="0">
                <a:latin typeface="Aptos Narrow" panose="020B0004020202020204" pitchFamily="34" charset="0"/>
              </a:rPr>
              <a:t>, suggesting it is typically purchased as a </a:t>
            </a:r>
            <a:r>
              <a:rPr lang="en-US" b="1" dirty="0">
                <a:latin typeface="Aptos Narrow" panose="020B0004020202020204" pitchFamily="34" charset="0"/>
              </a:rPr>
              <a:t>lower-priced add-on rather than an upgrade</a:t>
            </a:r>
            <a:r>
              <a:rPr lang="en-US" dirty="0">
                <a:latin typeface="Aptos Narrow" panose="020B0004020202020204" pitchFamily="34" charset="0"/>
              </a:rPr>
              <a:t>.</a:t>
            </a:r>
          </a:p>
        </p:txBody>
      </p:sp>
    </p:spTree>
    <p:extLst>
      <p:ext uri="{BB962C8B-B14F-4D97-AF65-F5344CB8AC3E}">
        <p14:creationId xmlns:p14="http://schemas.microsoft.com/office/powerpoint/2010/main" val="3278361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cx2="http://schemas.microsoft.com/office/drawing/2015/10/21/chartex">
        <mc:Choice Requires="cx2">
          <p:graphicFrame>
            <p:nvGraphicFramePr>
              <p:cNvPr id="4" name="Chart 3">
                <a:extLst>
                  <a:ext uri="{FF2B5EF4-FFF2-40B4-BE49-F238E27FC236}">
                    <a16:creationId xmlns:a16="http://schemas.microsoft.com/office/drawing/2014/main" id="{7424F114-6425-CEC4-900F-57B91907A586}"/>
                  </a:ext>
                </a:extLst>
              </p:cNvPr>
              <p:cNvGraphicFramePr/>
              <p:nvPr>
                <p:extLst>
                  <p:ext uri="{D42A27DB-BD31-4B8C-83A1-F6EECF244321}">
                    <p14:modId xmlns:p14="http://schemas.microsoft.com/office/powerpoint/2010/main" val="2751901307"/>
                  </p:ext>
                </p:extLst>
              </p:nvPr>
            </p:nvGraphicFramePr>
            <p:xfrm>
              <a:off x="2015613" y="1563329"/>
              <a:ext cx="8144387" cy="4575004"/>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4" name="Chart 3">
                <a:extLst>
                  <a:ext uri="{FF2B5EF4-FFF2-40B4-BE49-F238E27FC236}">
                    <a16:creationId xmlns:a16="http://schemas.microsoft.com/office/drawing/2014/main" id="{7424F114-6425-CEC4-900F-57B91907A586}"/>
                  </a:ext>
                </a:extLst>
              </p:cNvPr>
              <p:cNvPicPr>
                <a:picLocks noGrp="1" noRot="1" noChangeAspect="1" noMove="1" noResize="1" noEditPoints="1" noAdjustHandles="1" noChangeArrowheads="1" noChangeShapeType="1"/>
              </p:cNvPicPr>
              <p:nvPr/>
            </p:nvPicPr>
            <p:blipFill>
              <a:blip r:embed="rId3"/>
              <a:stretch>
                <a:fillRect/>
              </a:stretch>
            </p:blipFill>
            <p:spPr>
              <a:xfrm>
                <a:off x="2015613" y="1563329"/>
                <a:ext cx="8144387" cy="4575004"/>
              </a:xfrm>
              <a:prstGeom prst="rect">
                <a:avLst/>
              </a:prstGeom>
            </p:spPr>
          </p:pic>
        </mc:Fallback>
      </mc:AlternateContent>
      <p:sp>
        <p:nvSpPr>
          <p:cNvPr id="5" name="Rectangle 4">
            <a:extLst>
              <a:ext uri="{FF2B5EF4-FFF2-40B4-BE49-F238E27FC236}">
                <a16:creationId xmlns:a16="http://schemas.microsoft.com/office/drawing/2014/main" id="{87790099-ABC9-D770-E230-FD72F21198F7}"/>
              </a:ext>
            </a:extLst>
          </p:cNvPr>
          <p:cNvSpPr/>
          <p:nvPr/>
        </p:nvSpPr>
        <p:spPr>
          <a:xfrm>
            <a:off x="395742" y="471949"/>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User Conversion Behavior by Time to Purchase</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Tree>
    <p:extLst>
      <p:ext uri="{BB962C8B-B14F-4D97-AF65-F5344CB8AC3E}">
        <p14:creationId xmlns:p14="http://schemas.microsoft.com/office/powerpoint/2010/main" val="177579986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39A825-B959-182F-D199-CAB29274FD67}"/>
              </a:ext>
            </a:extLst>
          </p:cNvPr>
          <p:cNvSpPr/>
          <p:nvPr/>
        </p:nvSpPr>
        <p:spPr>
          <a:xfrm>
            <a:off x="395742" y="471949"/>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User Conversion Behavior by Time to Purchase</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4" name="TextBox 3">
            <a:extLst>
              <a:ext uri="{FF2B5EF4-FFF2-40B4-BE49-F238E27FC236}">
                <a16:creationId xmlns:a16="http://schemas.microsoft.com/office/drawing/2014/main" id="{AFD90EDC-1686-E428-7947-AA84361C6401}"/>
              </a:ext>
            </a:extLst>
          </p:cNvPr>
          <p:cNvSpPr txBox="1"/>
          <p:nvPr/>
        </p:nvSpPr>
        <p:spPr>
          <a:xfrm>
            <a:off x="395742" y="1573442"/>
            <a:ext cx="11253024" cy="2787751"/>
          </a:xfrm>
          <a:prstGeom prst="rect">
            <a:avLst/>
          </a:prstGeom>
          <a:solidFill>
            <a:schemeClr val="bg1">
              <a:lumMod val="95000"/>
            </a:schemeClr>
          </a:solidFill>
          <a:ln>
            <a:solidFill>
              <a:schemeClr val="tx1"/>
            </a:solidFill>
          </a:ln>
        </p:spPr>
        <p:txBody>
          <a:bodyPr wrap="square">
            <a:spAutoFit/>
          </a:bodyPr>
          <a:lstStyle/>
          <a:p>
            <a:pPr>
              <a:lnSpc>
                <a:spcPct val="200000"/>
              </a:lnSpc>
              <a:buFont typeface="Arial" panose="020B0604020202020204" pitchFamily="34" charset="0"/>
              <a:buChar char="•"/>
            </a:pPr>
            <a:r>
              <a:rPr lang="en-US" b="1" dirty="0">
                <a:latin typeface="Aptos Narrow" panose="020B0004020202020204" pitchFamily="34" charset="0"/>
              </a:rPr>
              <a:t>Non-Converted Users dominate the platform (≈92%)</a:t>
            </a:r>
            <a:r>
              <a:rPr lang="en-US" dirty="0">
                <a:latin typeface="Aptos Narrow" panose="020B0004020202020204" pitchFamily="34" charset="0"/>
              </a:rPr>
              <a:t>, indicating that the majority of visitors leave without completing a purchase.</a:t>
            </a:r>
          </a:p>
          <a:p>
            <a:pPr>
              <a:lnSpc>
                <a:spcPct val="200000"/>
              </a:lnSpc>
              <a:buFont typeface="Arial" panose="020B0604020202020204" pitchFamily="34" charset="0"/>
              <a:buChar char="•"/>
            </a:pPr>
            <a:r>
              <a:rPr lang="en-US" b="1" dirty="0">
                <a:latin typeface="Aptos Narrow" panose="020B0004020202020204" pitchFamily="34" charset="0"/>
              </a:rPr>
              <a:t>Fast Converters (~6.9%)</a:t>
            </a:r>
            <a:r>
              <a:rPr lang="en-US" dirty="0">
                <a:latin typeface="Aptos Narrow" panose="020B0004020202020204" pitchFamily="34" charset="0"/>
              </a:rPr>
              <a:t> complete a purchase within </a:t>
            </a:r>
            <a:r>
              <a:rPr lang="en-US" b="1" dirty="0">
                <a:latin typeface="Aptos Narrow" panose="020B0004020202020204" pitchFamily="34" charset="0"/>
              </a:rPr>
              <a:t>10 days</a:t>
            </a:r>
            <a:r>
              <a:rPr lang="en-US" dirty="0">
                <a:latin typeface="Aptos Narrow" panose="020B0004020202020204" pitchFamily="34" charset="0"/>
              </a:rPr>
              <a:t>, suggesting a segment with high purchase intent.</a:t>
            </a:r>
          </a:p>
          <a:p>
            <a:pPr>
              <a:lnSpc>
                <a:spcPct val="200000"/>
              </a:lnSpc>
              <a:buFont typeface="Arial" panose="020B0604020202020204" pitchFamily="34" charset="0"/>
              <a:buChar char="•"/>
            </a:pPr>
            <a:r>
              <a:rPr lang="en-US" b="1" dirty="0">
                <a:latin typeface="Aptos Narrow" panose="020B0004020202020204" pitchFamily="34" charset="0"/>
              </a:rPr>
              <a:t>Slow Converters (~0.6%)</a:t>
            </a:r>
            <a:r>
              <a:rPr lang="en-US" dirty="0">
                <a:latin typeface="Aptos Narrow" panose="020B0004020202020204" pitchFamily="34" charset="0"/>
              </a:rPr>
              <a:t> take </a:t>
            </a:r>
            <a:r>
              <a:rPr lang="en-US" b="1" dirty="0">
                <a:latin typeface="Aptos Narrow" panose="020B0004020202020204" pitchFamily="34" charset="0"/>
              </a:rPr>
              <a:t>more than 30 days</a:t>
            </a:r>
            <a:r>
              <a:rPr lang="en-US" dirty="0">
                <a:latin typeface="Aptos Narrow" panose="020B0004020202020204" pitchFamily="34" charset="0"/>
              </a:rPr>
              <a:t> to convert, indicating delayed decision-making.</a:t>
            </a:r>
          </a:p>
          <a:p>
            <a:pPr>
              <a:lnSpc>
                <a:spcPct val="200000"/>
              </a:lnSpc>
              <a:buFont typeface="Arial" panose="020B0604020202020204" pitchFamily="34" charset="0"/>
              <a:buChar char="•"/>
            </a:pPr>
            <a:r>
              <a:rPr lang="en-US" b="1" dirty="0">
                <a:latin typeface="Aptos Narrow" panose="020B0004020202020204" pitchFamily="34" charset="0"/>
              </a:rPr>
              <a:t>Moderate Converters (~0.4%)</a:t>
            </a:r>
            <a:r>
              <a:rPr lang="en-US" dirty="0">
                <a:latin typeface="Aptos Narrow" panose="020B0004020202020204" pitchFamily="34" charset="0"/>
              </a:rPr>
              <a:t> convert within </a:t>
            </a:r>
            <a:r>
              <a:rPr lang="en-US" b="1" dirty="0">
                <a:latin typeface="Aptos Narrow" panose="020B0004020202020204" pitchFamily="34" charset="0"/>
              </a:rPr>
              <a:t>10–30 days</a:t>
            </a:r>
            <a:r>
              <a:rPr lang="en-US" dirty="0">
                <a:latin typeface="Aptos Narrow" panose="020B0004020202020204" pitchFamily="34" charset="0"/>
              </a:rPr>
              <a:t>, representing a very small portion of users.</a:t>
            </a:r>
          </a:p>
        </p:txBody>
      </p:sp>
    </p:spTree>
    <p:extLst>
      <p:ext uri="{BB962C8B-B14F-4D97-AF65-F5344CB8AC3E}">
        <p14:creationId xmlns:p14="http://schemas.microsoft.com/office/powerpoint/2010/main" val="350448416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5E4E053A-A233-32C2-E909-92197F983759}"/>
              </a:ext>
            </a:extLst>
          </p:cNvPr>
          <p:cNvGraphicFramePr/>
          <p:nvPr>
            <p:extLst>
              <p:ext uri="{D42A27DB-BD31-4B8C-83A1-F6EECF244321}">
                <p14:modId xmlns:p14="http://schemas.microsoft.com/office/powerpoint/2010/main" val="21055930"/>
              </p:ext>
            </p:extLst>
          </p:nvPr>
        </p:nvGraphicFramePr>
        <p:xfrm>
          <a:off x="1927123" y="1327356"/>
          <a:ext cx="8232877" cy="4810978"/>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FF2B5EF4-FFF2-40B4-BE49-F238E27FC236}">
                <a16:creationId xmlns:a16="http://schemas.microsoft.com/office/drawing/2014/main" id="{4E5F4C49-EA4E-C2AF-0686-F7907FE0B966}"/>
              </a:ext>
            </a:extLst>
          </p:cNvPr>
          <p:cNvSpPr/>
          <p:nvPr/>
        </p:nvSpPr>
        <p:spPr>
          <a:xfrm>
            <a:off x="395742" y="471949"/>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Customer Segmentation Using RFM Analysis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Tree>
    <p:extLst>
      <p:ext uri="{BB962C8B-B14F-4D97-AF65-F5344CB8AC3E}">
        <p14:creationId xmlns:p14="http://schemas.microsoft.com/office/powerpoint/2010/main" val="392830338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0E1CEC3-9924-3366-326B-6D88EADB5FDB}"/>
              </a:ext>
            </a:extLst>
          </p:cNvPr>
          <p:cNvSpPr/>
          <p:nvPr/>
        </p:nvSpPr>
        <p:spPr>
          <a:xfrm>
            <a:off x="395742" y="471949"/>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a:ln w="6600">
                  <a:solidFill>
                    <a:schemeClr val="accent2"/>
                  </a:solidFill>
                  <a:prstDash val="solid"/>
                </a:ln>
                <a:solidFill>
                  <a:srgbClr val="FFFFFF"/>
                </a:solidFill>
                <a:effectLst>
                  <a:outerShdw dist="38100" dir="2700000" algn="tl" rotWithShape="0">
                    <a:schemeClr val="accent2"/>
                  </a:outerShdw>
                </a:effectLst>
              </a:rPr>
              <a:t>Customer Segmentation Using RFM Analysis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3" name="Rectangle 1">
            <a:extLst>
              <a:ext uri="{FF2B5EF4-FFF2-40B4-BE49-F238E27FC236}">
                <a16:creationId xmlns:a16="http://schemas.microsoft.com/office/drawing/2014/main" id="{B7E14020-FA12-9B7F-287A-83F54A45E9E3}"/>
              </a:ext>
            </a:extLst>
          </p:cNvPr>
          <p:cNvSpPr>
            <a:spLocks noChangeArrowheads="1"/>
          </p:cNvSpPr>
          <p:nvPr/>
        </p:nvSpPr>
        <p:spPr bwMode="auto">
          <a:xfrm rot="10800000" flipV="1">
            <a:off x="395742" y="1587214"/>
            <a:ext cx="11253024" cy="4108817"/>
          </a:xfrm>
          <a:prstGeom prst="rect">
            <a:avLst/>
          </a:prstGeom>
          <a:solidFill>
            <a:schemeClr val="bg1">
              <a:lumMod val="95000"/>
            </a:schemeClr>
          </a:solidFill>
          <a:ln>
            <a:solidFill>
              <a:schemeClr val="tx1"/>
            </a:solid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ptos Narrow" panose="020B0004020202020204" pitchFamily="34" charset="0"/>
              </a:rPr>
              <a:t>Customers are classified based on their </a:t>
            </a:r>
            <a:r>
              <a:rPr kumimoji="0" lang="en-US" altLang="en-US" sz="1800" b="1" i="0" u="none" strike="noStrike" cap="none" normalizeH="0" baseline="0" dirty="0">
                <a:ln>
                  <a:noFill/>
                </a:ln>
                <a:solidFill>
                  <a:schemeClr val="tx1"/>
                </a:solidFill>
                <a:effectLst/>
                <a:latin typeface="Aptos Narrow" panose="020B0004020202020204" pitchFamily="34" charset="0"/>
              </a:rPr>
              <a:t>RFM Score (Recency, Frequency, Monetary)</a:t>
            </a:r>
            <a:r>
              <a:rPr kumimoji="0" lang="en-US" altLang="en-US" sz="1800" b="0" i="0" u="none" strike="noStrike" cap="none" normalizeH="0" baseline="0" dirty="0">
                <a:ln>
                  <a:noFill/>
                </a:ln>
                <a:solidFill>
                  <a:schemeClr val="tx1"/>
                </a:solidFill>
                <a:effectLst/>
                <a:latin typeface="Aptos Narrow" panose="020B00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ptos Narrow" panose="020B0004020202020204" pitchFamily="34" charset="0"/>
              </a:rPr>
              <a:t>High Value Customers:</a:t>
            </a:r>
            <a:r>
              <a:rPr kumimoji="0" lang="en-US" altLang="en-US" sz="1800" b="0" i="0" u="none" strike="noStrike" cap="none" normalizeH="0" baseline="0" dirty="0">
                <a:ln>
                  <a:noFill/>
                </a:ln>
                <a:solidFill>
                  <a:schemeClr val="tx1"/>
                </a:solidFill>
                <a:effectLst/>
                <a:latin typeface="Aptos Narrow" panose="020B0004020202020204" pitchFamily="34" charset="0"/>
              </a:rPr>
              <a:t> RFM Score </a:t>
            </a:r>
            <a:r>
              <a:rPr kumimoji="0" lang="en-US" altLang="en-US" sz="1800" b="1" i="0" u="none" strike="noStrike" cap="none" normalizeH="0" baseline="0" dirty="0">
                <a:ln>
                  <a:noFill/>
                </a:ln>
                <a:solidFill>
                  <a:schemeClr val="tx1"/>
                </a:solidFill>
                <a:effectLst/>
                <a:latin typeface="Aptos Narrow" panose="020B0004020202020204" pitchFamily="34" charset="0"/>
              </a:rPr>
              <a:t>≥ 7</a:t>
            </a:r>
            <a:endParaRPr kumimoji="0" lang="en-US" altLang="en-US" sz="1800" b="0" i="0" u="none" strike="noStrike" cap="none" normalizeH="0" baseline="0" dirty="0">
              <a:ln>
                <a:noFill/>
              </a:ln>
              <a:solidFill>
                <a:schemeClr val="tx1"/>
              </a:solidFill>
              <a:effectLst/>
              <a:latin typeface="Aptos Narrow" panose="020B00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ptos Narrow" panose="020B0004020202020204" pitchFamily="34" charset="0"/>
              </a:rPr>
              <a:t>Medium Value Customers:</a:t>
            </a:r>
            <a:r>
              <a:rPr kumimoji="0" lang="en-US" altLang="en-US" sz="1800" b="0" i="0" u="none" strike="noStrike" cap="none" normalizeH="0" baseline="0" dirty="0">
                <a:ln>
                  <a:noFill/>
                </a:ln>
                <a:solidFill>
                  <a:schemeClr val="tx1"/>
                </a:solidFill>
                <a:effectLst/>
                <a:latin typeface="Aptos Narrow" panose="020B0004020202020204" pitchFamily="34" charset="0"/>
              </a:rPr>
              <a:t> RFM Score </a:t>
            </a:r>
            <a:r>
              <a:rPr kumimoji="0" lang="en-US" altLang="en-US" sz="1800" b="1" i="0" u="none" strike="noStrike" cap="none" normalizeH="0" baseline="0" dirty="0">
                <a:ln>
                  <a:noFill/>
                </a:ln>
                <a:solidFill>
                  <a:schemeClr val="tx1"/>
                </a:solidFill>
                <a:effectLst/>
                <a:latin typeface="Aptos Narrow" panose="020B0004020202020204" pitchFamily="34" charset="0"/>
              </a:rPr>
              <a:t>between 4 and 6</a:t>
            </a:r>
            <a:endParaRPr kumimoji="0" lang="en-US" altLang="en-US" sz="1800" b="0" i="0" u="none" strike="noStrike" cap="none" normalizeH="0" baseline="0" dirty="0">
              <a:ln>
                <a:noFill/>
              </a:ln>
              <a:solidFill>
                <a:schemeClr val="tx1"/>
              </a:solidFill>
              <a:effectLst/>
              <a:latin typeface="Aptos Narrow" panose="020B00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ptos Narrow" panose="020B0004020202020204" pitchFamily="34" charset="0"/>
              </a:rPr>
              <a:t>Low Value Customers:</a:t>
            </a:r>
            <a:r>
              <a:rPr kumimoji="0" lang="en-US" altLang="en-US" sz="1800" b="0" i="0" u="none" strike="noStrike" cap="none" normalizeH="0" baseline="0" dirty="0">
                <a:ln>
                  <a:noFill/>
                </a:ln>
                <a:solidFill>
                  <a:schemeClr val="tx1"/>
                </a:solidFill>
                <a:effectLst/>
                <a:latin typeface="Aptos Narrow" panose="020B0004020202020204" pitchFamily="34" charset="0"/>
              </a:rPr>
              <a:t> RFM Score </a:t>
            </a:r>
            <a:r>
              <a:rPr kumimoji="0" lang="en-US" altLang="en-US" sz="1800" b="1" i="0" u="none" strike="noStrike" cap="none" normalizeH="0" baseline="0" dirty="0">
                <a:ln>
                  <a:noFill/>
                </a:ln>
                <a:solidFill>
                  <a:schemeClr val="tx1"/>
                </a:solidFill>
                <a:effectLst/>
                <a:latin typeface="Aptos Narrow" panose="020B0004020202020204" pitchFamily="34" charset="0"/>
              </a:rPr>
              <a:t>≤ 3</a:t>
            </a:r>
            <a:endParaRPr kumimoji="0" lang="en-US" altLang="en-US" sz="1800" b="0" i="0" u="none" strike="noStrike" cap="none" normalizeH="0" baseline="0" dirty="0">
              <a:ln>
                <a:noFill/>
              </a:ln>
              <a:solidFill>
                <a:schemeClr val="tx1"/>
              </a:solidFill>
              <a:effectLst/>
              <a:latin typeface="Aptos Narrow" panose="020B00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ptos Narrow" panose="020B0004020202020204" pitchFamily="34" charset="0"/>
              </a:rPr>
              <a:t>Based on this segmentation: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ptos Narrow" panose="020B0004020202020204" pitchFamily="34" charset="0"/>
              </a:rPr>
              <a:t>High Value Customers</a:t>
            </a:r>
            <a:r>
              <a:rPr kumimoji="0" lang="en-US" altLang="en-US" sz="1800" b="0" i="0" u="none" strike="noStrike" cap="none" normalizeH="0" baseline="0" dirty="0">
                <a:ln>
                  <a:noFill/>
                </a:ln>
                <a:solidFill>
                  <a:schemeClr val="tx1"/>
                </a:solidFill>
                <a:effectLst/>
                <a:latin typeface="Aptos Narrow" panose="020B0004020202020204" pitchFamily="34" charset="0"/>
              </a:rPr>
              <a:t> represent the </a:t>
            </a:r>
            <a:r>
              <a:rPr kumimoji="0" lang="en-US" altLang="en-US" sz="1800" b="1" i="0" u="none" strike="noStrike" cap="none" normalizeH="0" baseline="0" dirty="0">
                <a:ln>
                  <a:noFill/>
                </a:ln>
                <a:solidFill>
                  <a:schemeClr val="tx1"/>
                </a:solidFill>
                <a:effectLst/>
                <a:latin typeface="Aptos Narrow" panose="020B0004020202020204" pitchFamily="34" charset="0"/>
              </a:rPr>
              <a:t>largest segment with 13,888 users</a:t>
            </a:r>
            <a:r>
              <a:rPr kumimoji="0" lang="en-US" altLang="en-US" sz="1800" b="0" i="0" u="none" strike="noStrike" cap="none" normalizeH="0" baseline="0" dirty="0">
                <a:ln>
                  <a:noFill/>
                </a:ln>
                <a:solidFill>
                  <a:schemeClr val="tx1"/>
                </a:solidFill>
                <a:effectLst/>
                <a:latin typeface="Aptos Narrow" panose="020B0004020202020204" pitchFamily="34" charset="0"/>
              </a:rPr>
              <a:t>, indicating strong customer engagement and higher spending behavior.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ptos Narrow" panose="020B0004020202020204" pitchFamily="34" charset="0"/>
              </a:rPr>
              <a:t>Medium Value Customers</a:t>
            </a:r>
            <a:r>
              <a:rPr kumimoji="0" lang="en-US" altLang="en-US" sz="1800" b="0" i="0" u="none" strike="noStrike" cap="none" normalizeH="0" baseline="0" dirty="0">
                <a:ln>
                  <a:noFill/>
                </a:ln>
                <a:solidFill>
                  <a:schemeClr val="tx1"/>
                </a:solidFill>
                <a:effectLst/>
                <a:latin typeface="Aptos Narrow" panose="020B0004020202020204" pitchFamily="34" charset="0"/>
              </a:rPr>
              <a:t> account for </a:t>
            </a:r>
            <a:r>
              <a:rPr kumimoji="0" lang="en-US" altLang="en-US" sz="1800" b="1" i="0" u="none" strike="noStrike" cap="none" normalizeH="0" baseline="0" dirty="0">
                <a:ln>
                  <a:noFill/>
                </a:ln>
                <a:solidFill>
                  <a:schemeClr val="tx1"/>
                </a:solidFill>
                <a:effectLst/>
                <a:latin typeface="Aptos Narrow" panose="020B0004020202020204" pitchFamily="34" charset="0"/>
              </a:rPr>
              <a:t>8,933 users</a:t>
            </a:r>
            <a:r>
              <a:rPr kumimoji="0" lang="en-US" altLang="en-US" sz="1800" b="0" i="0" u="none" strike="noStrike" cap="none" normalizeH="0" baseline="0" dirty="0">
                <a:ln>
                  <a:noFill/>
                </a:ln>
                <a:solidFill>
                  <a:schemeClr val="tx1"/>
                </a:solidFill>
                <a:effectLst/>
                <a:latin typeface="Aptos Narrow" panose="020B0004020202020204" pitchFamily="34" charset="0"/>
              </a:rPr>
              <a:t>, representing customers with moderate purchase activity.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ptos Narrow" panose="020B0004020202020204" pitchFamily="34" charset="0"/>
              </a:rPr>
              <a:t>Low Value Customers</a:t>
            </a:r>
            <a:r>
              <a:rPr kumimoji="0" lang="en-US" altLang="en-US" sz="1800" b="0" i="0" u="none" strike="noStrike" cap="none" normalizeH="0" baseline="0" dirty="0">
                <a:ln>
                  <a:noFill/>
                </a:ln>
                <a:solidFill>
                  <a:schemeClr val="tx1"/>
                </a:solidFill>
                <a:effectLst/>
                <a:latin typeface="Aptos Narrow" panose="020B0004020202020204" pitchFamily="34" charset="0"/>
              </a:rPr>
              <a:t> include </a:t>
            </a:r>
            <a:r>
              <a:rPr kumimoji="0" lang="en-US" altLang="en-US" sz="1800" b="1" i="0" u="none" strike="noStrike" cap="none" normalizeH="0" baseline="0" dirty="0">
                <a:ln>
                  <a:noFill/>
                </a:ln>
                <a:solidFill>
                  <a:schemeClr val="tx1"/>
                </a:solidFill>
                <a:effectLst/>
                <a:latin typeface="Aptos Narrow" panose="020B0004020202020204" pitchFamily="34" charset="0"/>
              </a:rPr>
              <a:t>8,875 users</a:t>
            </a:r>
            <a:r>
              <a:rPr kumimoji="0" lang="en-US" altLang="en-US" sz="1800" b="0" i="0" u="none" strike="noStrike" cap="none" normalizeH="0" baseline="0" dirty="0">
                <a:ln>
                  <a:noFill/>
                </a:ln>
                <a:solidFill>
                  <a:schemeClr val="tx1"/>
                </a:solidFill>
                <a:effectLst/>
                <a:latin typeface="Aptos Narrow" panose="020B0004020202020204" pitchFamily="34" charset="0"/>
              </a:rPr>
              <a:t>, indicating customers with lower purchasing frequency or spending</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3872154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cx1="http://schemas.microsoft.com/office/drawing/2015/9/8/chartex">
        <mc:Choice Requires="cx1">
          <p:graphicFrame>
            <p:nvGraphicFramePr>
              <p:cNvPr id="4" name="Chart 3">
                <a:extLst>
                  <a:ext uri="{FF2B5EF4-FFF2-40B4-BE49-F238E27FC236}">
                    <a16:creationId xmlns:a16="http://schemas.microsoft.com/office/drawing/2014/main" id="{3FF16416-3565-8FE3-1048-CE5706FDBC57}"/>
                  </a:ext>
                </a:extLst>
              </p:cNvPr>
              <p:cNvGraphicFramePr/>
              <p:nvPr>
                <p:extLst>
                  <p:ext uri="{D42A27DB-BD31-4B8C-83A1-F6EECF244321}">
                    <p14:modId xmlns:p14="http://schemas.microsoft.com/office/powerpoint/2010/main" val="3924073815"/>
                  </p:ext>
                </p:extLst>
              </p:nvPr>
            </p:nvGraphicFramePr>
            <p:xfrm>
              <a:off x="395742" y="1484671"/>
              <a:ext cx="8551613" cy="4653661"/>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4" name="Chart 3">
                <a:extLst>
                  <a:ext uri="{FF2B5EF4-FFF2-40B4-BE49-F238E27FC236}">
                    <a16:creationId xmlns:a16="http://schemas.microsoft.com/office/drawing/2014/main" id="{3FF16416-3565-8FE3-1048-CE5706FDBC57}"/>
                  </a:ext>
                </a:extLst>
              </p:cNvPr>
              <p:cNvPicPr>
                <a:picLocks noGrp="1" noRot="1" noChangeAspect="1" noMove="1" noResize="1" noEditPoints="1" noAdjustHandles="1" noChangeArrowheads="1" noChangeShapeType="1"/>
              </p:cNvPicPr>
              <p:nvPr/>
            </p:nvPicPr>
            <p:blipFill>
              <a:blip r:embed="rId3"/>
              <a:stretch>
                <a:fillRect/>
              </a:stretch>
            </p:blipFill>
            <p:spPr>
              <a:xfrm>
                <a:off x="395742" y="1484671"/>
                <a:ext cx="8551613" cy="4653661"/>
              </a:xfrm>
              <a:prstGeom prst="rect">
                <a:avLst/>
              </a:prstGeom>
            </p:spPr>
          </p:pic>
        </mc:Fallback>
      </mc:AlternateContent>
      <p:sp>
        <p:nvSpPr>
          <p:cNvPr id="5" name="Rectangle 4">
            <a:extLst>
              <a:ext uri="{FF2B5EF4-FFF2-40B4-BE49-F238E27FC236}">
                <a16:creationId xmlns:a16="http://schemas.microsoft.com/office/drawing/2014/main" id="{376C4BE6-FF84-5F32-CEFD-82B1CE75AD0C}"/>
              </a:ext>
            </a:extLst>
          </p:cNvPr>
          <p:cNvSpPr/>
          <p:nvPr/>
        </p:nvSpPr>
        <p:spPr>
          <a:xfrm>
            <a:off x="395742" y="471949"/>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500" b="1" dirty="0">
                <a:ln w="6600">
                  <a:solidFill>
                    <a:schemeClr val="accent2"/>
                  </a:solidFill>
                  <a:prstDash val="solid"/>
                </a:ln>
                <a:solidFill>
                  <a:srgbClr val="FFFFFF"/>
                </a:solidFill>
                <a:effectLst>
                  <a:outerShdw dist="38100" dir="2700000" algn="tl" rotWithShape="0">
                    <a:schemeClr val="accent2"/>
                  </a:outerShdw>
                </a:effectLst>
              </a:rPr>
              <a:t>User Conversion Speed Analysis</a:t>
            </a:r>
          </a:p>
        </p:txBody>
      </p:sp>
      <p:sp>
        <p:nvSpPr>
          <p:cNvPr id="6" name="TextBox 5">
            <a:extLst>
              <a:ext uri="{FF2B5EF4-FFF2-40B4-BE49-F238E27FC236}">
                <a16:creationId xmlns:a16="http://schemas.microsoft.com/office/drawing/2014/main" id="{A3988F94-C40B-2BF9-CD88-0F1160E31942}"/>
              </a:ext>
            </a:extLst>
          </p:cNvPr>
          <p:cNvSpPr txBox="1"/>
          <p:nvPr/>
        </p:nvSpPr>
        <p:spPr>
          <a:xfrm>
            <a:off x="9153832" y="2274838"/>
            <a:ext cx="2494934" cy="2308324"/>
          </a:xfrm>
          <a:prstGeom prst="rect">
            <a:avLst/>
          </a:prstGeom>
          <a:solidFill>
            <a:schemeClr val="bg1">
              <a:lumMod val="95000"/>
            </a:schemeClr>
          </a:solidFill>
          <a:ln>
            <a:solidFill>
              <a:schemeClr val="tx1"/>
            </a:solidFill>
          </a:ln>
        </p:spPr>
        <p:txBody>
          <a:bodyPr wrap="square" rtlCol="0">
            <a:spAutoFit/>
          </a:bodyPr>
          <a:lstStyle/>
          <a:p>
            <a:r>
              <a:rPr lang="en-US" dirty="0">
                <a:latin typeface="Aptos Narrow" panose="020B0004020202020204" pitchFamily="34" charset="0"/>
              </a:rPr>
              <a:t>Most customers complete their purchase within the first 15 minutes of visiting the website, indicating strong immediate purchase intent.</a:t>
            </a:r>
          </a:p>
          <a:p>
            <a:endParaRPr lang="en-IN" dirty="0"/>
          </a:p>
        </p:txBody>
      </p:sp>
    </p:spTree>
    <p:extLst>
      <p:ext uri="{BB962C8B-B14F-4D97-AF65-F5344CB8AC3E}">
        <p14:creationId xmlns:p14="http://schemas.microsoft.com/office/powerpoint/2010/main" val="368703223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70B013F-1A7B-B96A-DDF1-E57388B85998}"/>
              </a:ext>
            </a:extLst>
          </p:cNvPr>
          <p:cNvPicPr>
            <a:picLocks noChangeAspect="1"/>
          </p:cNvPicPr>
          <p:nvPr/>
        </p:nvPicPr>
        <p:blipFill>
          <a:blip r:embed="rId3"/>
          <a:stretch>
            <a:fillRect/>
          </a:stretch>
        </p:blipFill>
        <p:spPr>
          <a:xfrm>
            <a:off x="806245" y="1280446"/>
            <a:ext cx="10579509" cy="4963584"/>
          </a:xfrm>
          <a:prstGeom prst="rect">
            <a:avLst/>
          </a:prstGeom>
          <a:ln>
            <a:solidFill>
              <a:schemeClr val="tx1"/>
            </a:solidFill>
          </a:ln>
        </p:spPr>
      </p:pic>
      <p:sp>
        <p:nvSpPr>
          <p:cNvPr id="5" name="Rectangle 4">
            <a:extLst>
              <a:ext uri="{FF2B5EF4-FFF2-40B4-BE49-F238E27FC236}">
                <a16:creationId xmlns:a16="http://schemas.microsoft.com/office/drawing/2014/main" id="{C3B8ED1D-5493-C55E-9062-993E7A772EF9}"/>
              </a:ext>
            </a:extLst>
          </p:cNvPr>
          <p:cNvSpPr/>
          <p:nvPr/>
        </p:nvSpPr>
        <p:spPr>
          <a:xfrm>
            <a:off x="469487" y="373626"/>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500" b="1" dirty="0">
                <a:ln w="6600">
                  <a:solidFill>
                    <a:schemeClr val="accent2"/>
                  </a:solidFill>
                  <a:prstDash val="solid"/>
                </a:ln>
                <a:solidFill>
                  <a:srgbClr val="FFFFFF"/>
                </a:solidFill>
                <a:effectLst>
                  <a:outerShdw dist="38100" dir="2700000" algn="tl" rotWithShape="0">
                    <a:schemeClr val="accent2"/>
                  </a:outerShdw>
                </a:effectLst>
              </a:rPr>
              <a:t>Customer Retention Cohort Analysis</a:t>
            </a:r>
          </a:p>
        </p:txBody>
      </p:sp>
    </p:spTree>
    <p:extLst>
      <p:ext uri="{BB962C8B-B14F-4D97-AF65-F5344CB8AC3E}">
        <p14:creationId xmlns:p14="http://schemas.microsoft.com/office/powerpoint/2010/main" val="97772387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C082E67-104C-60D6-E528-A1AC19A38AD1}"/>
              </a:ext>
            </a:extLst>
          </p:cNvPr>
          <p:cNvPicPr>
            <a:picLocks noChangeAspect="1"/>
          </p:cNvPicPr>
          <p:nvPr/>
        </p:nvPicPr>
        <p:blipFill>
          <a:blip r:embed="rId2"/>
          <a:stretch>
            <a:fillRect/>
          </a:stretch>
        </p:blipFill>
        <p:spPr>
          <a:xfrm>
            <a:off x="845574" y="1171935"/>
            <a:ext cx="10146890" cy="5067331"/>
          </a:xfrm>
          <a:prstGeom prst="rect">
            <a:avLst/>
          </a:prstGeom>
          <a:ln>
            <a:solidFill>
              <a:schemeClr val="tx1"/>
            </a:solidFill>
          </a:ln>
        </p:spPr>
      </p:pic>
      <p:sp>
        <p:nvSpPr>
          <p:cNvPr id="6" name="Rectangle 5">
            <a:extLst>
              <a:ext uri="{FF2B5EF4-FFF2-40B4-BE49-F238E27FC236}">
                <a16:creationId xmlns:a16="http://schemas.microsoft.com/office/drawing/2014/main" id="{9C62A827-E26C-5300-8CC9-A833E8DF6202}"/>
              </a:ext>
            </a:extLst>
          </p:cNvPr>
          <p:cNvSpPr/>
          <p:nvPr/>
        </p:nvSpPr>
        <p:spPr>
          <a:xfrm>
            <a:off x="469488" y="304800"/>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500" b="1" dirty="0">
                <a:ln w="6600">
                  <a:solidFill>
                    <a:schemeClr val="accent2"/>
                  </a:solidFill>
                  <a:prstDash val="solid"/>
                </a:ln>
                <a:solidFill>
                  <a:srgbClr val="FFFFFF"/>
                </a:solidFill>
                <a:effectLst>
                  <a:outerShdw dist="38100" dir="2700000" algn="tl" rotWithShape="0">
                    <a:schemeClr val="accent2"/>
                  </a:outerShdw>
                </a:effectLst>
              </a:rPr>
              <a:t>Customer Retention Cohort Analysis</a:t>
            </a:r>
          </a:p>
        </p:txBody>
      </p:sp>
    </p:spTree>
    <p:extLst>
      <p:ext uri="{BB962C8B-B14F-4D97-AF65-F5344CB8AC3E}">
        <p14:creationId xmlns:p14="http://schemas.microsoft.com/office/powerpoint/2010/main" val="200583496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5EF688D-153C-6F17-14B6-3AACA7C86130}"/>
              </a:ext>
            </a:extLst>
          </p:cNvPr>
          <p:cNvSpPr/>
          <p:nvPr/>
        </p:nvSpPr>
        <p:spPr>
          <a:xfrm>
            <a:off x="469488" y="363793"/>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500" b="1" dirty="0">
                <a:ln w="6600">
                  <a:solidFill>
                    <a:schemeClr val="accent2"/>
                  </a:solidFill>
                  <a:prstDash val="solid"/>
                </a:ln>
                <a:solidFill>
                  <a:srgbClr val="FFFFFF"/>
                </a:solidFill>
                <a:effectLst>
                  <a:outerShdw dist="38100" dir="2700000" algn="tl" rotWithShape="0">
                    <a:schemeClr val="accent2"/>
                  </a:outerShdw>
                </a:effectLst>
              </a:rPr>
              <a:t>Customer Retention Cohort Analysis</a:t>
            </a:r>
          </a:p>
        </p:txBody>
      </p:sp>
      <p:sp>
        <p:nvSpPr>
          <p:cNvPr id="5" name="TextBox 4">
            <a:extLst>
              <a:ext uri="{FF2B5EF4-FFF2-40B4-BE49-F238E27FC236}">
                <a16:creationId xmlns:a16="http://schemas.microsoft.com/office/drawing/2014/main" id="{887A38C9-5E44-A0E1-679C-B2F5AC62E9D3}"/>
              </a:ext>
            </a:extLst>
          </p:cNvPr>
          <p:cNvSpPr txBox="1"/>
          <p:nvPr/>
        </p:nvSpPr>
        <p:spPr>
          <a:xfrm>
            <a:off x="469488" y="1331534"/>
            <a:ext cx="11253024" cy="3376374"/>
          </a:xfrm>
          <a:prstGeom prst="rect">
            <a:avLst/>
          </a:prstGeom>
          <a:solidFill>
            <a:schemeClr val="bg1">
              <a:lumMod val="95000"/>
            </a:schemeClr>
          </a:solidFill>
          <a:ln>
            <a:solidFill>
              <a:schemeClr val="tx1"/>
            </a:solidFill>
          </a:ln>
        </p:spPr>
        <p:txBody>
          <a:bodyPr wrap="square">
            <a:spAutoFit/>
          </a:bodyPr>
          <a:lstStyle/>
          <a:p>
            <a:pPr marL="285750" indent="-285750">
              <a:lnSpc>
                <a:spcPct val="150000"/>
              </a:lnSpc>
              <a:buFont typeface="Wingdings" panose="05000000000000000000" pitchFamily="2" charset="2"/>
              <a:buChar char="Ø"/>
            </a:pPr>
            <a:r>
              <a:rPr lang="en-US" dirty="0">
                <a:latin typeface="Aptos Narrow" panose="020B0004020202020204" pitchFamily="34" charset="0"/>
              </a:rPr>
              <a:t>The </a:t>
            </a:r>
            <a:r>
              <a:rPr lang="en-US" b="1" dirty="0">
                <a:latin typeface="Aptos Narrow" panose="020B0004020202020204" pitchFamily="34" charset="0"/>
              </a:rPr>
              <a:t>number of customers acquired each month increases steadily over time</a:t>
            </a:r>
            <a:r>
              <a:rPr lang="en-US" dirty="0">
                <a:latin typeface="Aptos Narrow" panose="020B0004020202020204" pitchFamily="34" charset="0"/>
              </a:rPr>
              <a:t>, growing from </a:t>
            </a:r>
            <a:r>
              <a:rPr lang="en-US" b="1" dirty="0">
                <a:latin typeface="Aptos Narrow" panose="020B0004020202020204" pitchFamily="34" charset="0"/>
              </a:rPr>
              <a:t>60 customers in March 2012</a:t>
            </a:r>
            <a:r>
              <a:rPr lang="en-US" dirty="0">
                <a:latin typeface="Aptos Narrow" panose="020B0004020202020204" pitchFamily="34" charset="0"/>
              </a:rPr>
              <a:t> to </a:t>
            </a:r>
            <a:r>
              <a:rPr lang="en-US" b="1" dirty="0">
                <a:latin typeface="Aptos Narrow" panose="020B0004020202020204" pitchFamily="34" charset="0"/>
              </a:rPr>
              <a:t>over 2,000 customers by early 2015</a:t>
            </a:r>
            <a:r>
              <a:rPr lang="en-US" dirty="0">
                <a:latin typeface="Aptos Narrow" panose="020B0004020202020204" pitchFamily="34" charset="0"/>
              </a:rPr>
              <a:t>, indicating strong growth in customer acquisition.</a:t>
            </a:r>
          </a:p>
          <a:p>
            <a:pPr marL="285750" indent="-285750">
              <a:lnSpc>
                <a:spcPct val="150000"/>
              </a:lnSpc>
              <a:buFont typeface="Wingdings" panose="05000000000000000000" pitchFamily="2" charset="2"/>
              <a:buChar char="Ø"/>
            </a:pPr>
            <a:r>
              <a:rPr lang="en-US" b="1" dirty="0">
                <a:latin typeface="Aptos Narrow" panose="020B0004020202020204" pitchFamily="34" charset="0"/>
              </a:rPr>
              <a:t>Repeat purchases are very limited after the first month</a:t>
            </a:r>
            <a:r>
              <a:rPr lang="en-US" dirty="0">
                <a:latin typeface="Aptos Narrow" panose="020B0004020202020204" pitchFamily="34" charset="0"/>
              </a:rPr>
              <a:t>, with only a </a:t>
            </a:r>
            <a:r>
              <a:rPr lang="en-US" b="1" dirty="0">
                <a:latin typeface="Aptos Narrow" panose="020B0004020202020204" pitchFamily="34" charset="0"/>
              </a:rPr>
              <a:t>small fraction of customers returning in subsequent months</a:t>
            </a:r>
            <a:r>
              <a:rPr lang="en-US" dirty="0">
                <a:latin typeface="Aptos Narrow" panose="020B0004020202020204" pitchFamily="34" charset="0"/>
              </a:rPr>
              <a:t> across most cohorts.</a:t>
            </a:r>
          </a:p>
          <a:p>
            <a:pPr marL="285750" indent="-285750">
              <a:lnSpc>
                <a:spcPct val="150000"/>
              </a:lnSpc>
              <a:buFont typeface="Wingdings" panose="05000000000000000000" pitchFamily="2" charset="2"/>
              <a:buChar char="Ø"/>
            </a:pPr>
            <a:r>
              <a:rPr lang="en-US" dirty="0">
                <a:latin typeface="Aptos Narrow" panose="020B0004020202020204" pitchFamily="34" charset="0"/>
              </a:rPr>
              <a:t>Even in larger cohorts (e.g., </a:t>
            </a:r>
            <a:r>
              <a:rPr lang="en-US" b="1" dirty="0">
                <a:latin typeface="Aptos Narrow" panose="020B0004020202020204" pitchFamily="34" charset="0"/>
              </a:rPr>
              <a:t>2014–2015</a:t>
            </a:r>
            <a:r>
              <a:rPr lang="en-US" dirty="0">
                <a:latin typeface="Aptos Narrow" panose="020B0004020202020204" pitchFamily="34" charset="0"/>
              </a:rPr>
              <a:t>), the number of returning customers remains </a:t>
            </a:r>
            <a:r>
              <a:rPr lang="en-US" b="1" dirty="0">
                <a:latin typeface="Aptos Narrow" panose="020B0004020202020204" pitchFamily="34" charset="0"/>
              </a:rPr>
              <a:t>relatively small compared to the initial cohort size</a:t>
            </a:r>
            <a:r>
              <a:rPr lang="en-US" dirty="0">
                <a:latin typeface="Aptos Narrow" panose="020B0004020202020204" pitchFamily="34" charset="0"/>
              </a:rPr>
              <a:t>, suggesting </a:t>
            </a:r>
            <a:r>
              <a:rPr lang="en-US" b="1" dirty="0">
                <a:latin typeface="Aptos Narrow" panose="020B0004020202020204" pitchFamily="34" charset="0"/>
              </a:rPr>
              <a:t>low customer retention</a:t>
            </a:r>
            <a:r>
              <a:rPr lang="en-US" dirty="0">
                <a:latin typeface="Aptos Narrow" panose="020B0004020202020204" pitchFamily="34" charset="0"/>
              </a:rPr>
              <a:t>.</a:t>
            </a:r>
          </a:p>
          <a:p>
            <a:pPr marL="285750" indent="-285750">
              <a:lnSpc>
                <a:spcPct val="150000"/>
              </a:lnSpc>
              <a:buFont typeface="Wingdings" panose="05000000000000000000" pitchFamily="2" charset="2"/>
              <a:buChar char="Ø"/>
            </a:pPr>
            <a:r>
              <a:rPr lang="en-US" dirty="0">
                <a:latin typeface="Aptos Narrow" panose="020B0004020202020204" pitchFamily="34" charset="0"/>
              </a:rPr>
              <a:t>Some later cohorts show </a:t>
            </a:r>
            <a:r>
              <a:rPr lang="en-US" b="1" dirty="0">
                <a:latin typeface="Aptos Narrow" panose="020B0004020202020204" pitchFamily="34" charset="0"/>
              </a:rPr>
              <a:t>slightly higher repeat purchases in the first follow-up month</a:t>
            </a:r>
            <a:r>
              <a:rPr lang="en-US" dirty="0">
                <a:latin typeface="Aptos Narrow" panose="020B0004020202020204" pitchFamily="34" charset="0"/>
              </a:rPr>
              <a:t>, but this pattern still represents a </a:t>
            </a:r>
            <a:r>
              <a:rPr lang="en-US" b="1" dirty="0">
                <a:latin typeface="Aptos Narrow" panose="020B0004020202020204" pitchFamily="34" charset="0"/>
              </a:rPr>
              <a:t>very small percentage of the total cohort</a:t>
            </a:r>
            <a:r>
              <a:rPr lang="en-US" dirty="0">
                <a:latin typeface="Aptos Narrow" panose="020B0004020202020204" pitchFamily="34" charset="0"/>
              </a:rPr>
              <a:t>.</a:t>
            </a:r>
          </a:p>
        </p:txBody>
      </p:sp>
    </p:spTree>
    <p:extLst>
      <p:ext uri="{BB962C8B-B14F-4D97-AF65-F5344CB8AC3E}">
        <p14:creationId xmlns:p14="http://schemas.microsoft.com/office/powerpoint/2010/main" val="29663907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32BE8D-EC08-1449-433E-559670264E90}"/>
              </a:ext>
            </a:extLst>
          </p:cNvPr>
          <p:cNvSpPr/>
          <p:nvPr/>
        </p:nvSpPr>
        <p:spPr>
          <a:xfrm>
            <a:off x="469488"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Campaign Performance and Effectiveness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graphicFrame>
        <p:nvGraphicFramePr>
          <p:cNvPr id="15" name="Chart 14">
            <a:extLst>
              <a:ext uri="{FF2B5EF4-FFF2-40B4-BE49-F238E27FC236}">
                <a16:creationId xmlns:a16="http://schemas.microsoft.com/office/drawing/2014/main" id="{1E5D83B3-6D1D-0CE8-2533-5001691DAFD2}"/>
              </a:ext>
            </a:extLst>
          </p:cNvPr>
          <p:cNvGraphicFramePr/>
          <p:nvPr/>
        </p:nvGraphicFramePr>
        <p:xfrm>
          <a:off x="469487" y="1366688"/>
          <a:ext cx="5351209" cy="317581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5" name="Chart 24">
            <a:extLst>
              <a:ext uri="{FF2B5EF4-FFF2-40B4-BE49-F238E27FC236}">
                <a16:creationId xmlns:a16="http://schemas.microsoft.com/office/drawing/2014/main" id="{ED2C63A5-3888-8527-E3D0-93F0F5457570}"/>
              </a:ext>
            </a:extLst>
          </p:cNvPr>
          <p:cNvGraphicFramePr/>
          <p:nvPr/>
        </p:nvGraphicFramePr>
        <p:xfrm>
          <a:off x="6096001" y="1366690"/>
          <a:ext cx="5626512" cy="3175814"/>
        </p:xfrm>
        <a:graphic>
          <a:graphicData uri="http://schemas.openxmlformats.org/drawingml/2006/chart">
            <c:chart xmlns:c="http://schemas.openxmlformats.org/drawingml/2006/chart" xmlns:r="http://schemas.openxmlformats.org/officeDocument/2006/relationships" r:id="rId3"/>
          </a:graphicData>
        </a:graphic>
      </p:graphicFrame>
      <p:sp>
        <p:nvSpPr>
          <p:cNvPr id="3" name="Rectangle 2">
            <a:extLst>
              <a:ext uri="{FF2B5EF4-FFF2-40B4-BE49-F238E27FC236}">
                <a16:creationId xmlns:a16="http://schemas.microsoft.com/office/drawing/2014/main" id="{D002829A-3943-D91F-CC3D-1892625E6A41}"/>
              </a:ext>
            </a:extLst>
          </p:cNvPr>
          <p:cNvSpPr/>
          <p:nvPr/>
        </p:nvSpPr>
        <p:spPr>
          <a:xfrm>
            <a:off x="469488" y="4807977"/>
            <a:ext cx="11253024" cy="1406009"/>
          </a:xfrm>
          <a:prstGeom prst="rect">
            <a:avLst/>
          </a:prstGeom>
          <a:solidFill>
            <a:schemeClr val="bg1"/>
          </a:solidFill>
        </p:spPr>
        <p:style>
          <a:lnRef idx="2">
            <a:schemeClr val="dk1"/>
          </a:lnRef>
          <a:fillRef idx="1">
            <a:schemeClr val="lt1"/>
          </a:fillRef>
          <a:effectRef idx="0">
            <a:schemeClr val="dk1"/>
          </a:effectRef>
          <a:fontRef idx="minor">
            <a:schemeClr val="dk1"/>
          </a:fontRef>
        </p:style>
        <p:txBody>
          <a:bodyPr rtlCol="0" anchor="t"/>
          <a:lstStyle/>
          <a:p>
            <a:pPr marL="285750" indent="-285750">
              <a:buFont typeface="Arial" panose="020B0604020202020204" pitchFamily="34" charset="0"/>
              <a:buChar char="•"/>
            </a:pPr>
            <a:r>
              <a:rPr lang="en-US" dirty="0">
                <a:latin typeface="Aptos Narrow" panose="020B0004020202020204" pitchFamily="34" charset="0"/>
              </a:rPr>
              <a:t>Nonbrand campaign dominates acquisition, contributing ~70% of total traffic and revenue.</a:t>
            </a:r>
          </a:p>
          <a:p>
            <a:pPr marL="285750" indent="-285750">
              <a:buFont typeface="Arial" panose="020B0604020202020204" pitchFamily="34" charset="0"/>
              <a:buChar char="•"/>
            </a:pPr>
            <a:r>
              <a:rPr lang="en-US" dirty="0">
                <a:latin typeface="Aptos Narrow" panose="020B0004020202020204" pitchFamily="34" charset="0"/>
              </a:rPr>
              <a:t>Revenue share closely mirrors traffic share → acquisition quality is stable.</a:t>
            </a:r>
          </a:p>
          <a:p>
            <a:pPr marL="285750" indent="-285750">
              <a:buFont typeface="Arial" panose="020B0604020202020204" pitchFamily="34" charset="0"/>
              <a:buChar char="•"/>
            </a:pPr>
            <a:r>
              <a:rPr lang="en-US" dirty="0">
                <a:latin typeface="Aptos Narrow" panose="020B0004020202020204" pitchFamily="34" charset="0"/>
              </a:rPr>
              <a:t>Brand campaign contributes lower traffic (~9%) but slightly higher revenue share (~10%), suggesting stronger conversion efficiency.</a:t>
            </a:r>
          </a:p>
          <a:p>
            <a:pPr marL="285750" indent="-285750">
              <a:buFont typeface="Arial" panose="020B0604020202020204" pitchFamily="34" charset="0"/>
              <a:buChar char="•"/>
            </a:pPr>
            <a:r>
              <a:rPr lang="en-US" dirty="0">
                <a:latin typeface="Aptos Narrow" panose="020B0004020202020204" pitchFamily="34" charset="0"/>
              </a:rPr>
              <a:t>Desktop targeted and Pilot campaigns have negligible contribution to total revenue.</a:t>
            </a:r>
            <a:endParaRPr lang="en-IN" dirty="0">
              <a:latin typeface="Aptos Narrow" panose="020B0004020202020204" pitchFamily="34" charset="0"/>
            </a:endParaRPr>
          </a:p>
        </p:txBody>
      </p:sp>
    </p:spTree>
    <p:extLst>
      <p:ext uri="{BB962C8B-B14F-4D97-AF65-F5344CB8AC3E}">
        <p14:creationId xmlns:p14="http://schemas.microsoft.com/office/powerpoint/2010/main" val="321059208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251C960-1715-9A25-481F-FEB14CBADE43}"/>
              </a:ext>
            </a:extLst>
          </p:cNvPr>
          <p:cNvSpPr/>
          <p:nvPr/>
        </p:nvSpPr>
        <p:spPr>
          <a:xfrm>
            <a:off x="469488"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Campaign Performance and Effectiveness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graphicFrame>
        <p:nvGraphicFramePr>
          <p:cNvPr id="20" name="Chart 19">
            <a:extLst>
              <a:ext uri="{FF2B5EF4-FFF2-40B4-BE49-F238E27FC236}">
                <a16:creationId xmlns:a16="http://schemas.microsoft.com/office/drawing/2014/main" id="{A0E917BD-F52D-4FDA-558E-65A260AFD882}"/>
              </a:ext>
            </a:extLst>
          </p:cNvPr>
          <p:cNvGraphicFramePr/>
          <p:nvPr/>
        </p:nvGraphicFramePr>
        <p:xfrm>
          <a:off x="469489" y="1356852"/>
          <a:ext cx="5370872" cy="296934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Chart 13">
            <a:extLst>
              <a:ext uri="{FF2B5EF4-FFF2-40B4-BE49-F238E27FC236}">
                <a16:creationId xmlns:a16="http://schemas.microsoft.com/office/drawing/2014/main" id="{9C80D157-4081-5850-7CE8-1548644F768B}"/>
              </a:ext>
            </a:extLst>
          </p:cNvPr>
          <p:cNvGraphicFramePr/>
          <p:nvPr/>
        </p:nvGraphicFramePr>
        <p:xfrm>
          <a:off x="6243484" y="1356853"/>
          <a:ext cx="5370871" cy="2969340"/>
        </p:xfrm>
        <a:graphic>
          <a:graphicData uri="http://schemas.openxmlformats.org/drawingml/2006/chart">
            <c:chart xmlns:c="http://schemas.openxmlformats.org/drawingml/2006/chart" xmlns:r="http://schemas.openxmlformats.org/officeDocument/2006/relationships" r:id="rId3"/>
          </a:graphicData>
        </a:graphic>
      </p:graphicFrame>
      <p:sp>
        <p:nvSpPr>
          <p:cNvPr id="15" name="Rectangle 14">
            <a:extLst>
              <a:ext uri="{FF2B5EF4-FFF2-40B4-BE49-F238E27FC236}">
                <a16:creationId xmlns:a16="http://schemas.microsoft.com/office/drawing/2014/main" id="{FBB4FCE0-6B38-C24D-F02C-A1E116A5DFF9}"/>
              </a:ext>
            </a:extLst>
          </p:cNvPr>
          <p:cNvSpPr/>
          <p:nvPr/>
        </p:nvSpPr>
        <p:spPr>
          <a:xfrm>
            <a:off x="469488" y="4581833"/>
            <a:ext cx="11253024" cy="1632154"/>
          </a:xfrm>
          <a:prstGeom prst="rect">
            <a:avLst/>
          </a:prstGeom>
          <a:solidFill>
            <a:schemeClr val="bg1"/>
          </a:solidFill>
        </p:spPr>
        <p:style>
          <a:lnRef idx="2">
            <a:schemeClr val="dk1"/>
          </a:lnRef>
          <a:fillRef idx="1">
            <a:schemeClr val="lt1"/>
          </a:fillRef>
          <a:effectRef idx="0">
            <a:schemeClr val="dk1"/>
          </a:effectRef>
          <a:fontRef idx="minor">
            <a:schemeClr val="dk1"/>
          </a:fontRef>
        </p:style>
        <p:txBody>
          <a:bodyPr rtlCol="0" anchor="t"/>
          <a:lstStyle/>
          <a:p>
            <a:pPr marL="285750" indent="-285750">
              <a:buFont typeface="Arial" panose="020B0604020202020204" pitchFamily="34" charset="0"/>
              <a:buChar char="•"/>
            </a:pPr>
            <a:r>
              <a:rPr lang="en-US" dirty="0">
                <a:latin typeface="Aptos Narrow" panose="020B0004020202020204" pitchFamily="34" charset="0"/>
              </a:rPr>
              <a:t>Nonbrand drives the highest user reach and session volume, confirming it as the primary growth engine.</a:t>
            </a:r>
          </a:p>
          <a:p>
            <a:pPr marL="285750" indent="-285750">
              <a:buFont typeface="Arial" panose="020B0604020202020204" pitchFamily="34" charset="0"/>
              <a:buChar char="•"/>
            </a:pPr>
            <a:r>
              <a:rPr lang="en-US" dirty="0">
                <a:latin typeface="Aptos Narrow" panose="020B0004020202020204" pitchFamily="34" charset="0"/>
              </a:rPr>
              <a:t>Brand traffic demonstrates strong repeat engagement, reinforcing customer loyalty impact.</a:t>
            </a:r>
          </a:p>
          <a:p>
            <a:pPr marL="285750" indent="-285750">
              <a:buFont typeface="Arial" panose="020B0604020202020204" pitchFamily="34" charset="0"/>
              <a:buChar char="•"/>
            </a:pPr>
            <a:r>
              <a:rPr lang="en-US" dirty="0">
                <a:latin typeface="Aptos Narrow" panose="020B0004020202020204" pitchFamily="34" charset="0"/>
              </a:rPr>
              <a:t>Refund rates are relatively stable across major campaigns (~5–5.5%).</a:t>
            </a:r>
          </a:p>
          <a:p>
            <a:pPr marL="285750" indent="-285750">
              <a:buFont typeface="Arial" panose="020B0604020202020204" pitchFamily="34" charset="0"/>
              <a:buChar char="•"/>
            </a:pPr>
            <a:r>
              <a:rPr lang="en-US" dirty="0">
                <a:latin typeface="Aptos Narrow" panose="020B0004020202020204" pitchFamily="34" charset="0"/>
              </a:rPr>
              <a:t>Desktop targeted campaign shows the highest refund rate (~6.6%), indicating potential targeting or expectation mismatch.</a:t>
            </a:r>
          </a:p>
          <a:p>
            <a:pPr marL="285750" indent="-285750">
              <a:buFont typeface="Arial" panose="020B0604020202020204" pitchFamily="34" charset="0"/>
              <a:buChar char="•"/>
            </a:pPr>
            <a:r>
              <a:rPr lang="en-US" dirty="0">
                <a:latin typeface="Aptos Narrow" panose="020B0004020202020204" pitchFamily="34" charset="0"/>
              </a:rPr>
              <a:t>Pilot campaign has limited scale and minimal contribution to user retention.</a:t>
            </a:r>
            <a:endParaRPr lang="en-IN" dirty="0">
              <a:latin typeface="Aptos Narrow" panose="020B0004020202020204" pitchFamily="34" charset="0"/>
            </a:endParaRPr>
          </a:p>
        </p:txBody>
      </p:sp>
    </p:spTree>
    <p:extLst>
      <p:ext uri="{BB962C8B-B14F-4D97-AF65-F5344CB8AC3E}">
        <p14:creationId xmlns:p14="http://schemas.microsoft.com/office/powerpoint/2010/main" val="159718605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FFD26-B1BA-514C-B2B5-DC6C91DE451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F688F7B-C9AE-28BB-7BE5-614746142EEC}"/>
              </a:ext>
            </a:extLst>
          </p:cNvPr>
          <p:cNvSpPr/>
          <p:nvPr/>
        </p:nvSpPr>
        <p:spPr>
          <a:xfrm>
            <a:off x="469488"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Campaign Performance and Effectiveness </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graphicFrame>
        <p:nvGraphicFramePr>
          <p:cNvPr id="9" name="Chart 8">
            <a:extLst>
              <a:ext uri="{FF2B5EF4-FFF2-40B4-BE49-F238E27FC236}">
                <a16:creationId xmlns:a16="http://schemas.microsoft.com/office/drawing/2014/main" id="{E86D48A3-8D28-91F5-DC89-BF3D43BBE97C}"/>
              </a:ext>
            </a:extLst>
          </p:cNvPr>
          <p:cNvGraphicFramePr/>
          <p:nvPr/>
        </p:nvGraphicFramePr>
        <p:xfrm>
          <a:off x="469488" y="1465011"/>
          <a:ext cx="5302047" cy="300866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a16="http://schemas.microsoft.com/office/drawing/2014/main" id="{FA0293B5-39D0-98BD-0594-75C29BBD6ECC}"/>
              </a:ext>
            </a:extLst>
          </p:cNvPr>
          <p:cNvGraphicFramePr/>
          <p:nvPr/>
        </p:nvGraphicFramePr>
        <p:xfrm>
          <a:off x="6096000" y="1465011"/>
          <a:ext cx="5626512" cy="3008667"/>
        </p:xfrm>
        <a:graphic>
          <a:graphicData uri="http://schemas.openxmlformats.org/drawingml/2006/chart">
            <c:chart xmlns:c="http://schemas.openxmlformats.org/drawingml/2006/chart" xmlns:r="http://schemas.openxmlformats.org/officeDocument/2006/relationships" r:id="rId4"/>
          </a:graphicData>
        </a:graphic>
      </p:graphicFrame>
      <p:sp>
        <p:nvSpPr>
          <p:cNvPr id="13" name="Rectangle 12">
            <a:extLst>
              <a:ext uri="{FF2B5EF4-FFF2-40B4-BE49-F238E27FC236}">
                <a16:creationId xmlns:a16="http://schemas.microsoft.com/office/drawing/2014/main" id="{0C7CB10F-24DD-6458-9822-19894613C143}"/>
              </a:ext>
            </a:extLst>
          </p:cNvPr>
          <p:cNvSpPr/>
          <p:nvPr/>
        </p:nvSpPr>
        <p:spPr>
          <a:xfrm>
            <a:off x="469488" y="4699820"/>
            <a:ext cx="11253024" cy="1474838"/>
          </a:xfrm>
          <a:prstGeom prst="rect">
            <a:avLst/>
          </a:prstGeom>
          <a:solidFill>
            <a:schemeClr val="bg1"/>
          </a:solidFill>
        </p:spPr>
        <p:style>
          <a:lnRef idx="2">
            <a:schemeClr val="dk1"/>
          </a:lnRef>
          <a:fillRef idx="1">
            <a:schemeClr val="lt1"/>
          </a:fillRef>
          <a:effectRef idx="0">
            <a:schemeClr val="dk1"/>
          </a:effectRef>
          <a:fontRef idx="minor">
            <a:schemeClr val="dk1"/>
          </a:fontRef>
        </p:style>
        <p:txBody>
          <a:bodyPr rtlCol="0" anchor="t"/>
          <a:lstStyle/>
          <a:p>
            <a:pPr marL="285750" indent="-285750">
              <a:buFont typeface="Arial" panose="020B0604020202020204" pitchFamily="34" charset="0"/>
              <a:buChar char="•"/>
            </a:pPr>
            <a:r>
              <a:rPr lang="en-US" dirty="0">
                <a:latin typeface="Aptos Narrow" panose="020B0004020202020204" pitchFamily="34" charset="0"/>
              </a:rPr>
              <a:t>Brand campaign delivers the highest conversion rate (~7.8%) and revenue per session.</a:t>
            </a:r>
          </a:p>
          <a:p>
            <a:pPr marL="285750" indent="-285750">
              <a:buFont typeface="Arial" panose="020B0604020202020204" pitchFamily="34" charset="0"/>
              <a:buChar char="•"/>
            </a:pPr>
            <a:r>
              <a:rPr lang="en-US" dirty="0">
                <a:latin typeface="Aptos Narrow" panose="020B0004020202020204" pitchFamily="34" charset="0"/>
              </a:rPr>
              <a:t>Nonbrand campaign combines scale with strong conversion (~6.7%), making it the primary revenue driver.</a:t>
            </a:r>
          </a:p>
          <a:p>
            <a:pPr marL="285750" indent="-285750">
              <a:buFont typeface="Arial" panose="020B0604020202020204" pitchFamily="34" charset="0"/>
              <a:buChar char="•"/>
            </a:pPr>
            <a:r>
              <a:rPr lang="en-US" dirty="0">
                <a:latin typeface="Aptos Narrow" panose="020B0004020202020204" pitchFamily="34" charset="0"/>
              </a:rPr>
              <a:t>Desktop targeted shows moderate conversion but weaker revenue efficiency.</a:t>
            </a:r>
          </a:p>
          <a:p>
            <a:pPr marL="285750" indent="-285750">
              <a:buFont typeface="Arial" panose="020B0604020202020204" pitchFamily="34" charset="0"/>
              <a:buChar char="•"/>
            </a:pPr>
            <a:r>
              <a:rPr lang="en-US" dirty="0">
                <a:latin typeface="Aptos Narrow" panose="020B0004020202020204" pitchFamily="34" charset="0"/>
              </a:rPr>
              <a:t>Pilot campaign has the lowest conversion rate and weakest monetization efficiency.</a:t>
            </a:r>
          </a:p>
          <a:p>
            <a:pPr marL="285750" indent="-285750">
              <a:buFont typeface="Arial" panose="020B0604020202020204" pitchFamily="34" charset="0"/>
              <a:buChar char="•"/>
            </a:pPr>
            <a:r>
              <a:rPr lang="en-US" dirty="0">
                <a:latin typeface="Aptos Narrow" panose="020B0004020202020204" pitchFamily="34" charset="0"/>
              </a:rPr>
              <a:t>Higher bounce rates in Pilot and Desktop targeted indicate weaker audience alignment.</a:t>
            </a:r>
            <a:endParaRPr lang="en-IN" dirty="0">
              <a:latin typeface="Aptos Narrow" panose="020B0004020202020204" pitchFamily="34" charset="0"/>
            </a:endParaRPr>
          </a:p>
        </p:txBody>
      </p:sp>
    </p:spTree>
    <p:extLst>
      <p:ext uri="{BB962C8B-B14F-4D97-AF65-F5344CB8AC3E}">
        <p14:creationId xmlns:p14="http://schemas.microsoft.com/office/powerpoint/2010/main" val="413363671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51C3F2-684B-2747-9F88-9567EB96C7FE}"/>
              </a:ext>
            </a:extLst>
          </p:cNvPr>
          <p:cNvSpPr/>
          <p:nvPr/>
        </p:nvSpPr>
        <p:spPr>
          <a:xfrm>
            <a:off x="469488"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Campaign Performance and Effectiveness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3" name="Rectangle 2">
            <a:extLst>
              <a:ext uri="{FF2B5EF4-FFF2-40B4-BE49-F238E27FC236}">
                <a16:creationId xmlns:a16="http://schemas.microsoft.com/office/drawing/2014/main" id="{030BA0DF-A393-2264-EAAB-C464BD1C796D}"/>
              </a:ext>
            </a:extLst>
          </p:cNvPr>
          <p:cNvSpPr/>
          <p:nvPr/>
        </p:nvSpPr>
        <p:spPr>
          <a:xfrm>
            <a:off x="540774" y="1415845"/>
            <a:ext cx="10903974" cy="408038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000" b="1" u="sng" dirty="0">
                <a:solidFill>
                  <a:schemeClr val="tx1"/>
                </a:solidFill>
                <a:latin typeface="Aptos Narrow" panose="020B0004020202020204" pitchFamily="34" charset="0"/>
              </a:rPr>
              <a:t>Recommendations</a:t>
            </a:r>
          </a:p>
          <a:p>
            <a:endParaRPr lang="en-US" sz="2000" b="1" u="sng" dirty="0">
              <a:solidFill>
                <a:schemeClr val="tx1"/>
              </a:solidFill>
              <a:latin typeface="Aptos Narrow" panose="020B0004020202020204" pitchFamily="34" charset="0"/>
            </a:endParaRPr>
          </a:p>
          <a:p>
            <a:pPr marL="342900" indent="-342900">
              <a:lnSpc>
                <a:spcPct val="200000"/>
              </a:lnSpc>
              <a:buFont typeface="Arial" panose="020B0604020202020204" pitchFamily="34" charset="0"/>
              <a:buChar char="•"/>
            </a:pPr>
            <a:r>
              <a:rPr lang="en-US" dirty="0">
                <a:solidFill>
                  <a:schemeClr val="tx1"/>
                </a:solidFill>
                <a:latin typeface="Aptos Narrow" panose="020B0004020202020204" pitchFamily="34" charset="0"/>
              </a:rPr>
              <a:t>Increase budget allocation to Brand campaigns to capitalize on highest conversion efficiency.</a:t>
            </a:r>
          </a:p>
          <a:p>
            <a:pPr marL="342900" indent="-342900">
              <a:lnSpc>
                <a:spcPct val="200000"/>
              </a:lnSpc>
              <a:buFont typeface="Arial" panose="020B0604020202020204" pitchFamily="34" charset="0"/>
              <a:buChar char="•"/>
            </a:pPr>
            <a:r>
              <a:rPr lang="en-US" dirty="0">
                <a:solidFill>
                  <a:schemeClr val="tx1"/>
                </a:solidFill>
                <a:latin typeface="Aptos Narrow" panose="020B0004020202020204" pitchFamily="34" charset="0"/>
              </a:rPr>
              <a:t>Audit Desktop targeted targeting parameters to reduce refund rates.</a:t>
            </a:r>
          </a:p>
          <a:p>
            <a:pPr marL="342900" indent="-342900">
              <a:lnSpc>
                <a:spcPct val="200000"/>
              </a:lnSpc>
              <a:buFont typeface="Arial" panose="020B0604020202020204" pitchFamily="34" charset="0"/>
              <a:buChar char="•"/>
            </a:pPr>
            <a:r>
              <a:rPr lang="en-US" dirty="0">
                <a:solidFill>
                  <a:schemeClr val="tx1"/>
                </a:solidFill>
                <a:latin typeface="Aptos Narrow" panose="020B0004020202020204" pitchFamily="34" charset="0"/>
              </a:rPr>
              <a:t>Reassess or restructure Pilot campaign before further budget allocation.</a:t>
            </a:r>
          </a:p>
          <a:p>
            <a:pPr marL="342900" indent="-342900">
              <a:lnSpc>
                <a:spcPct val="200000"/>
              </a:lnSpc>
              <a:buFont typeface="Arial" panose="020B0604020202020204" pitchFamily="34" charset="0"/>
              <a:buChar char="•"/>
            </a:pPr>
            <a:r>
              <a:rPr lang="en-US" dirty="0">
                <a:solidFill>
                  <a:schemeClr val="tx1"/>
                </a:solidFill>
                <a:latin typeface="Aptos Narrow" panose="020B0004020202020204" pitchFamily="34" charset="0"/>
              </a:rPr>
              <a:t>Develop campaign-specific landing pages to reduce bounce.</a:t>
            </a:r>
          </a:p>
          <a:p>
            <a:pPr marL="342900" indent="-342900">
              <a:lnSpc>
                <a:spcPct val="200000"/>
              </a:lnSpc>
              <a:buFont typeface="Arial" panose="020B0604020202020204" pitchFamily="34" charset="0"/>
              <a:buChar char="•"/>
            </a:pPr>
            <a:r>
              <a:rPr lang="en-IN" dirty="0">
                <a:solidFill>
                  <a:schemeClr val="tx1"/>
                </a:solidFill>
                <a:latin typeface="Aptos Narrow" panose="020B0004020202020204" pitchFamily="34" charset="0"/>
              </a:rPr>
              <a:t>Introduce cross-sell bundles for Nonbrand traffic.</a:t>
            </a:r>
          </a:p>
          <a:p>
            <a:pPr marL="342900" indent="-342900">
              <a:buFont typeface="Arial" panose="020B0604020202020204" pitchFamily="34" charset="0"/>
              <a:buChar char="•"/>
            </a:pPr>
            <a:endParaRPr lang="en-IN" b="1" u="sng" dirty="0">
              <a:solidFill>
                <a:schemeClr val="tx1"/>
              </a:solidFill>
            </a:endParaRPr>
          </a:p>
        </p:txBody>
      </p:sp>
    </p:spTree>
    <p:extLst>
      <p:ext uri="{BB962C8B-B14F-4D97-AF65-F5344CB8AC3E}">
        <p14:creationId xmlns:p14="http://schemas.microsoft.com/office/powerpoint/2010/main" val="228884095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C96F5D7-2F45-2630-789D-EE43C0C5CB48}"/>
              </a:ext>
            </a:extLst>
          </p:cNvPr>
          <p:cNvSpPr/>
          <p:nvPr/>
        </p:nvSpPr>
        <p:spPr>
          <a:xfrm>
            <a:off x="469488"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Multi Touch Attribution Analysis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graphicFrame>
        <p:nvGraphicFramePr>
          <p:cNvPr id="6" name="Chart 5">
            <a:extLst>
              <a:ext uri="{FF2B5EF4-FFF2-40B4-BE49-F238E27FC236}">
                <a16:creationId xmlns:a16="http://schemas.microsoft.com/office/drawing/2014/main" id="{7C0ECECF-4E01-FCAF-D038-A7F4E77AA350}"/>
              </a:ext>
            </a:extLst>
          </p:cNvPr>
          <p:cNvGraphicFramePr/>
          <p:nvPr>
            <p:extLst>
              <p:ext uri="{D42A27DB-BD31-4B8C-83A1-F6EECF244321}">
                <p14:modId xmlns:p14="http://schemas.microsoft.com/office/powerpoint/2010/main" val="1836750934"/>
              </p:ext>
            </p:extLst>
          </p:nvPr>
        </p:nvGraphicFramePr>
        <p:xfrm>
          <a:off x="469488" y="1301272"/>
          <a:ext cx="5391355" cy="425545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Chart 11">
            <a:extLst>
              <a:ext uri="{FF2B5EF4-FFF2-40B4-BE49-F238E27FC236}">
                <a16:creationId xmlns:a16="http://schemas.microsoft.com/office/drawing/2014/main" id="{972CAA30-7446-78A2-A215-801BD5F5B9E4}"/>
              </a:ext>
            </a:extLst>
          </p:cNvPr>
          <p:cNvGraphicFramePr/>
          <p:nvPr>
            <p:extLst>
              <p:ext uri="{D42A27DB-BD31-4B8C-83A1-F6EECF244321}">
                <p14:modId xmlns:p14="http://schemas.microsoft.com/office/powerpoint/2010/main" val="51883854"/>
              </p:ext>
            </p:extLst>
          </p:nvPr>
        </p:nvGraphicFramePr>
        <p:xfrm>
          <a:off x="5997680" y="1301272"/>
          <a:ext cx="5653546" cy="425545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97927370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BA38B-E246-EF45-DF84-559AE71FA50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F417031-3DF8-D020-064C-18D95A6FF928}"/>
              </a:ext>
            </a:extLst>
          </p:cNvPr>
          <p:cNvSpPr/>
          <p:nvPr/>
        </p:nvSpPr>
        <p:spPr>
          <a:xfrm>
            <a:off x="469488"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Multi Touch Attribution Analysis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3" name="Rectangle 2">
            <a:extLst>
              <a:ext uri="{FF2B5EF4-FFF2-40B4-BE49-F238E27FC236}">
                <a16:creationId xmlns:a16="http://schemas.microsoft.com/office/drawing/2014/main" id="{3F8DE924-C270-6C54-0C63-EF18EC1B90D4}"/>
              </a:ext>
            </a:extLst>
          </p:cNvPr>
          <p:cNvSpPr/>
          <p:nvPr/>
        </p:nvSpPr>
        <p:spPr>
          <a:xfrm>
            <a:off x="469488" y="1337187"/>
            <a:ext cx="11253024" cy="468015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u="sng" dirty="0">
                <a:solidFill>
                  <a:schemeClr val="tx1"/>
                </a:solidFill>
                <a:latin typeface="Aptos Narrow" panose="020B0004020202020204" pitchFamily="34" charset="0"/>
              </a:rPr>
              <a:t>Insights</a:t>
            </a:r>
          </a:p>
          <a:p>
            <a:endParaRPr lang="en-US" b="1" u="sng" dirty="0">
              <a:solidFill>
                <a:schemeClr val="tx1"/>
              </a:solidFill>
              <a:latin typeface="Aptos Narrow" panose="020B0004020202020204" pitchFamily="34" charset="0"/>
            </a:endParaRPr>
          </a:p>
          <a:p>
            <a:pPr marL="285750" indent="-285750">
              <a:buFont typeface="Arial" panose="020B0604020202020204" pitchFamily="34" charset="0"/>
              <a:buChar char="•"/>
            </a:pPr>
            <a:r>
              <a:rPr lang="en-IN" dirty="0">
                <a:solidFill>
                  <a:schemeClr val="tx1"/>
                </a:solidFill>
                <a:latin typeface="Aptos Narrow" panose="020B0004020202020204" pitchFamily="34" charset="0"/>
              </a:rPr>
              <a:t>Non-Brand Dominates Entire Funnel. It contributes 81% of first touch attribution revenue and 86% of last touch attribution revenue. </a:t>
            </a:r>
          </a:p>
          <a:p>
            <a:pPr marL="285750" indent="-285750">
              <a:buFont typeface="Arial" panose="020B0604020202020204" pitchFamily="34" charset="0"/>
              <a:buChar char="•"/>
            </a:pPr>
            <a:r>
              <a:rPr lang="en-IN" dirty="0">
                <a:solidFill>
                  <a:schemeClr val="tx1"/>
                </a:solidFill>
                <a:latin typeface="Aptos Narrow" panose="020B0004020202020204" pitchFamily="34" charset="0"/>
              </a:rPr>
              <a:t>Brand Campaign is Under-Leveraged. It has </a:t>
            </a:r>
            <a:r>
              <a:rPr lang="en-US" dirty="0">
                <a:solidFill>
                  <a:schemeClr val="tx1"/>
                </a:solidFill>
                <a:latin typeface="Aptos Narrow" panose="020B0004020202020204" pitchFamily="34" charset="0"/>
              </a:rPr>
              <a:t>strong presence in early journey (₹338K first touch)but weaker conversion impact (₹186K last touch)</a:t>
            </a:r>
          </a:p>
          <a:p>
            <a:pPr marL="285750" indent="-285750">
              <a:buFont typeface="Arial" panose="020B0604020202020204" pitchFamily="34" charset="0"/>
              <a:buChar char="•"/>
            </a:pPr>
            <a:r>
              <a:rPr lang="en-US" dirty="0">
                <a:solidFill>
                  <a:schemeClr val="tx1"/>
                </a:solidFill>
                <a:latin typeface="Aptos Narrow" panose="020B0004020202020204" pitchFamily="34" charset="0"/>
              </a:rPr>
              <a:t>Desktop Targeted &amp; Pilot Are Marginal. They are associated with&lt;2% of total attributed revenue.</a:t>
            </a:r>
          </a:p>
          <a:p>
            <a:pPr marL="285750" indent="-285750">
              <a:buFont typeface="Arial" panose="020B0604020202020204" pitchFamily="34" charset="0"/>
              <a:buChar char="•"/>
            </a:pPr>
            <a:r>
              <a:rPr lang="en-IN" dirty="0">
                <a:solidFill>
                  <a:schemeClr val="tx1"/>
                </a:solidFill>
                <a:latin typeface="Aptos Narrow" panose="020B0004020202020204" pitchFamily="34" charset="0"/>
              </a:rPr>
              <a:t>Funnel Concentration Risk due to overdependence on only one campaign.</a:t>
            </a:r>
          </a:p>
          <a:p>
            <a:endParaRPr lang="en-IN" b="1" u="sng" dirty="0">
              <a:solidFill>
                <a:schemeClr val="tx1"/>
              </a:solidFill>
              <a:latin typeface="Aptos Narrow" panose="020B0004020202020204" pitchFamily="34" charset="0"/>
            </a:endParaRPr>
          </a:p>
          <a:p>
            <a:r>
              <a:rPr lang="en-IN" b="1" u="sng" dirty="0">
                <a:solidFill>
                  <a:schemeClr val="tx1"/>
                </a:solidFill>
                <a:latin typeface="Aptos Narrow" panose="020B0004020202020204" pitchFamily="34" charset="0"/>
              </a:rPr>
              <a:t>Recommendations</a:t>
            </a:r>
          </a:p>
          <a:p>
            <a:endParaRPr lang="en-IN" b="1" u="sng" dirty="0">
              <a:solidFill>
                <a:schemeClr val="tx1"/>
              </a:solidFill>
              <a:latin typeface="Aptos Narrow" panose="020B0004020202020204" pitchFamily="34" charset="0"/>
            </a:endParaRPr>
          </a:p>
          <a:p>
            <a:pPr marL="285750" indent="-285750">
              <a:buFont typeface="Arial" panose="020B0604020202020204" pitchFamily="34" charset="0"/>
              <a:buChar char="•"/>
            </a:pPr>
            <a:r>
              <a:rPr lang="en-US" dirty="0">
                <a:solidFill>
                  <a:schemeClr val="tx1"/>
                </a:solidFill>
                <a:latin typeface="Aptos Narrow" panose="020B0004020202020204" pitchFamily="34" charset="0"/>
              </a:rPr>
              <a:t>Scale Non-Brand with Controlled Testing</a:t>
            </a:r>
          </a:p>
          <a:p>
            <a:pPr marL="285750" indent="-285750">
              <a:buFont typeface="Arial" panose="020B0604020202020204" pitchFamily="34" charset="0"/>
              <a:buChar char="•"/>
            </a:pPr>
            <a:r>
              <a:rPr lang="en-US" dirty="0">
                <a:solidFill>
                  <a:schemeClr val="tx1"/>
                </a:solidFill>
                <a:latin typeface="Aptos Narrow" panose="020B0004020202020204" pitchFamily="34" charset="0"/>
              </a:rPr>
              <a:t>Reposition Brand Campaign for Retargeting</a:t>
            </a:r>
          </a:p>
          <a:p>
            <a:pPr marL="285750" indent="-285750">
              <a:buFont typeface="Arial" panose="020B0604020202020204" pitchFamily="34" charset="0"/>
              <a:buChar char="•"/>
            </a:pPr>
            <a:r>
              <a:rPr lang="en-US" dirty="0">
                <a:solidFill>
                  <a:schemeClr val="tx1"/>
                </a:solidFill>
                <a:latin typeface="Aptos Narrow" panose="020B0004020202020204" pitchFamily="34" charset="0"/>
              </a:rPr>
              <a:t>Rebuild the Pilot campaign</a:t>
            </a:r>
          </a:p>
          <a:p>
            <a:pPr marL="285750" indent="-285750">
              <a:buFont typeface="Arial" panose="020B0604020202020204" pitchFamily="34" charset="0"/>
              <a:buChar char="•"/>
            </a:pPr>
            <a:endParaRPr lang="en-IN" dirty="0">
              <a:solidFill>
                <a:schemeClr val="tx1"/>
              </a:solidFill>
            </a:endParaRPr>
          </a:p>
        </p:txBody>
      </p:sp>
    </p:spTree>
    <p:extLst>
      <p:ext uri="{BB962C8B-B14F-4D97-AF65-F5344CB8AC3E}">
        <p14:creationId xmlns:p14="http://schemas.microsoft.com/office/powerpoint/2010/main" val="263597472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7823D5-558C-4638-07FF-E768C373E0ED}"/>
              </a:ext>
            </a:extLst>
          </p:cNvPr>
          <p:cNvSpPr/>
          <p:nvPr/>
        </p:nvSpPr>
        <p:spPr>
          <a:xfrm>
            <a:off x="469488"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Retargeting Performance By Campaign</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graphicFrame>
        <p:nvGraphicFramePr>
          <p:cNvPr id="5" name="Chart 4">
            <a:extLst>
              <a:ext uri="{FF2B5EF4-FFF2-40B4-BE49-F238E27FC236}">
                <a16:creationId xmlns:a16="http://schemas.microsoft.com/office/drawing/2014/main" id="{99B0CB28-5752-F6E5-5758-483BA408C358}"/>
              </a:ext>
            </a:extLst>
          </p:cNvPr>
          <p:cNvGraphicFramePr/>
          <p:nvPr>
            <p:extLst>
              <p:ext uri="{D42A27DB-BD31-4B8C-83A1-F6EECF244321}">
                <p14:modId xmlns:p14="http://schemas.microsoft.com/office/powerpoint/2010/main" val="2581054225"/>
              </p:ext>
            </p:extLst>
          </p:nvPr>
        </p:nvGraphicFramePr>
        <p:xfrm>
          <a:off x="469488" y="1238866"/>
          <a:ext cx="4151672" cy="232041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3185D024-6DA9-CE83-B17A-73CD5FD38B55}"/>
              </a:ext>
            </a:extLst>
          </p:cNvPr>
          <p:cNvGraphicFramePr/>
          <p:nvPr>
            <p:extLst>
              <p:ext uri="{D42A27DB-BD31-4B8C-83A1-F6EECF244321}">
                <p14:modId xmlns:p14="http://schemas.microsoft.com/office/powerpoint/2010/main" val="1372702671"/>
              </p:ext>
            </p:extLst>
          </p:nvPr>
        </p:nvGraphicFramePr>
        <p:xfrm>
          <a:off x="469488" y="3559277"/>
          <a:ext cx="4151673" cy="260555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4043A991-4136-0FAA-3B74-958650207782}"/>
              </a:ext>
            </a:extLst>
          </p:cNvPr>
          <p:cNvSpPr txBox="1"/>
          <p:nvPr/>
        </p:nvSpPr>
        <p:spPr>
          <a:xfrm>
            <a:off x="4807974" y="1602659"/>
            <a:ext cx="6914538" cy="3785652"/>
          </a:xfrm>
          <a:prstGeom prst="rect">
            <a:avLst/>
          </a:prstGeom>
          <a:solidFill>
            <a:schemeClr val="bg1"/>
          </a:solidFill>
        </p:spPr>
        <p:txBody>
          <a:bodyPr wrap="square" rtlCol="0">
            <a:spAutoFit/>
          </a:bodyPr>
          <a:lstStyle/>
          <a:p>
            <a:r>
              <a:rPr lang="en-US" sz="2000" b="1" u="sng" dirty="0">
                <a:latin typeface="Aptos Narrow" panose="020B0004020202020204" pitchFamily="34" charset="0"/>
              </a:rPr>
              <a:t>Insights</a:t>
            </a:r>
          </a:p>
          <a:p>
            <a:pPr marL="285750" indent="-285750">
              <a:buFont typeface="Arial" panose="020B0604020202020204" pitchFamily="34" charset="0"/>
              <a:buChar char="•"/>
            </a:pPr>
            <a:r>
              <a:rPr lang="en-US" sz="2000" dirty="0">
                <a:latin typeface="Aptos Narrow" panose="020B0004020202020204" pitchFamily="34" charset="0"/>
              </a:rPr>
              <a:t>Only the Brand Campaign is targeted towards retargeting.</a:t>
            </a:r>
          </a:p>
          <a:p>
            <a:pPr marL="285750" indent="-285750">
              <a:buFont typeface="Arial" panose="020B0604020202020204" pitchFamily="34" charset="0"/>
              <a:buChar char="•"/>
            </a:pPr>
            <a:r>
              <a:rPr lang="en-US" sz="2000" dirty="0">
                <a:latin typeface="Aptos Narrow" panose="020B0004020202020204" pitchFamily="34" charset="0"/>
              </a:rPr>
              <a:t>We see that we are getting a strong Conversion rate in brand campaign retargeted sessions.</a:t>
            </a:r>
          </a:p>
          <a:p>
            <a:pPr marL="285750" indent="-285750">
              <a:buFont typeface="Arial" panose="020B0604020202020204" pitchFamily="34" charset="0"/>
              <a:buChar char="•"/>
            </a:pPr>
            <a:r>
              <a:rPr lang="en-US" sz="2000" dirty="0">
                <a:latin typeface="Aptos Narrow" panose="020B0004020202020204" pitchFamily="34" charset="0"/>
              </a:rPr>
              <a:t>Large portion of repeat revenue coming from No campaign. This means retargeting is under-structured. </a:t>
            </a:r>
          </a:p>
          <a:p>
            <a:pPr marL="285750" indent="-285750">
              <a:buFont typeface="Arial" panose="020B0604020202020204" pitchFamily="34" charset="0"/>
              <a:buChar char="•"/>
            </a:pPr>
            <a:endParaRPr lang="en-US" sz="2000" dirty="0">
              <a:latin typeface="Aptos Narrow" panose="020B0004020202020204" pitchFamily="34" charset="0"/>
            </a:endParaRPr>
          </a:p>
          <a:p>
            <a:r>
              <a:rPr lang="en-US" sz="2000" b="1" u="sng" dirty="0">
                <a:latin typeface="Aptos Narrow" panose="020B0004020202020204" pitchFamily="34" charset="0"/>
              </a:rPr>
              <a:t>Recommendations</a:t>
            </a:r>
          </a:p>
          <a:p>
            <a:pPr marL="285750" indent="-285750">
              <a:buFont typeface="Arial" panose="020B0604020202020204" pitchFamily="34" charset="0"/>
              <a:buChar char="•"/>
            </a:pPr>
            <a:r>
              <a:rPr lang="en-US" sz="2000" dirty="0">
                <a:latin typeface="Aptos Narrow" panose="020B0004020202020204" pitchFamily="34" charset="0"/>
              </a:rPr>
              <a:t>Formalize Brand as Retargeting Engine and shift it to loyalty reinforcements, remarketing ads, abandoned cart recovery etc.</a:t>
            </a:r>
          </a:p>
          <a:p>
            <a:pPr marL="285750" indent="-285750">
              <a:buFont typeface="Arial" panose="020B0604020202020204" pitchFamily="34" charset="0"/>
              <a:buChar char="•"/>
            </a:pPr>
            <a:r>
              <a:rPr lang="en-IN" sz="2000" dirty="0">
                <a:latin typeface="Aptos Narrow" panose="020B0004020202020204" pitchFamily="34" charset="0"/>
              </a:rPr>
              <a:t>Improve Retargeting Tracking Infrastructure</a:t>
            </a:r>
          </a:p>
          <a:p>
            <a:pPr marL="285750" indent="-285750">
              <a:buFont typeface="Arial" panose="020B0604020202020204" pitchFamily="34" charset="0"/>
              <a:buChar char="•"/>
            </a:pPr>
            <a:r>
              <a:rPr lang="en-IN" sz="2000" dirty="0">
                <a:latin typeface="Aptos Narrow" panose="020B0004020202020204" pitchFamily="34" charset="0"/>
              </a:rPr>
              <a:t>Introduce Personalized Retargeting</a:t>
            </a:r>
            <a:endParaRPr lang="en-US" sz="2000" b="1" u="sng" dirty="0">
              <a:latin typeface="Aptos Narrow" panose="020B0004020202020204" pitchFamily="34" charset="0"/>
            </a:endParaRPr>
          </a:p>
        </p:txBody>
      </p:sp>
    </p:spTree>
    <p:extLst>
      <p:ext uri="{BB962C8B-B14F-4D97-AF65-F5344CB8AC3E}">
        <p14:creationId xmlns:p14="http://schemas.microsoft.com/office/powerpoint/2010/main" val="70846480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494033C-59EE-D3AB-3260-0A1EB7625C8E}"/>
              </a:ext>
            </a:extLst>
          </p:cNvPr>
          <p:cNvSpPr/>
          <p:nvPr/>
        </p:nvSpPr>
        <p:spPr>
          <a:xfrm>
            <a:off x="469488"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Campaign Reach, Frequency and Quality Diagnostics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graphicFrame>
        <p:nvGraphicFramePr>
          <p:cNvPr id="5" name="Chart 4">
            <a:extLst>
              <a:ext uri="{FF2B5EF4-FFF2-40B4-BE49-F238E27FC236}">
                <a16:creationId xmlns:a16="http://schemas.microsoft.com/office/drawing/2014/main" id="{F2ECD863-F510-0E96-1B3E-6AD54F9642C2}"/>
              </a:ext>
            </a:extLst>
          </p:cNvPr>
          <p:cNvGraphicFramePr/>
          <p:nvPr>
            <p:extLst>
              <p:ext uri="{D42A27DB-BD31-4B8C-83A1-F6EECF244321}">
                <p14:modId xmlns:p14="http://schemas.microsoft.com/office/powerpoint/2010/main" val="3788251555"/>
              </p:ext>
            </p:extLst>
          </p:nvPr>
        </p:nvGraphicFramePr>
        <p:xfrm>
          <a:off x="469488" y="1229031"/>
          <a:ext cx="5538022" cy="248756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a16="http://schemas.microsoft.com/office/drawing/2014/main" id="{8FB5AFA1-BC7F-0995-8D5A-AB12853C29C6}"/>
              </a:ext>
            </a:extLst>
          </p:cNvPr>
          <p:cNvGraphicFramePr/>
          <p:nvPr>
            <p:extLst>
              <p:ext uri="{D42A27DB-BD31-4B8C-83A1-F6EECF244321}">
                <p14:modId xmlns:p14="http://schemas.microsoft.com/office/powerpoint/2010/main" val="924343858"/>
              </p:ext>
            </p:extLst>
          </p:nvPr>
        </p:nvGraphicFramePr>
        <p:xfrm>
          <a:off x="6056672" y="1229031"/>
          <a:ext cx="5665840" cy="497512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5" name="Chart 14">
            <a:extLst>
              <a:ext uri="{FF2B5EF4-FFF2-40B4-BE49-F238E27FC236}">
                <a16:creationId xmlns:a16="http://schemas.microsoft.com/office/drawing/2014/main" id="{0B630659-3D3B-B0F5-FA78-BD3A4E30479B}"/>
              </a:ext>
            </a:extLst>
          </p:cNvPr>
          <p:cNvGraphicFramePr/>
          <p:nvPr>
            <p:extLst>
              <p:ext uri="{D42A27DB-BD31-4B8C-83A1-F6EECF244321}">
                <p14:modId xmlns:p14="http://schemas.microsoft.com/office/powerpoint/2010/main" val="1810151958"/>
              </p:ext>
            </p:extLst>
          </p:nvPr>
        </p:nvGraphicFramePr>
        <p:xfrm>
          <a:off x="469488" y="3716594"/>
          <a:ext cx="5538022" cy="2487563"/>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33463399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89826-56D6-4D54-AA2B-9609ED0626F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8992D72-02A3-7772-36C1-A5C5A3AB3B4F}"/>
              </a:ext>
            </a:extLst>
          </p:cNvPr>
          <p:cNvSpPr/>
          <p:nvPr/>
        </p:nvSpPr>
        <p:spPr>
          <a:xfrm>
            <a:off x="469488"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Campaign Reach, Frequency and Quality Diagnostics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3" name="Rectangle 2">
            <a:extLst>
              <a:ext uri="{FF2B5EF4-FFF2-40B4-BE49-F238E27FC236}">
                <a16:creationId xmlns:a16="http://schemas.microsoft.com/office/drawing/2014/main" id="{7D8DB122-0898-F063-F53F-613DB3A1F299}"/>
              </a:ext>
            </a:extLst>
          </p:cNvPr>
          <p:cNvSpPr/>
          <p:nvPr/>
        </p:nvSpPr>
        <p:spPr>
          <a:xfrm>
            <a:off x="469488" y="1248697"/>
            <a:ext cx="11253024" cy="483747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u="sng" dirty="0">
                <a:solidFill>
                  <a:schemeClr val="tx1"/>
                </a:solidFill>
                <a:latin typeface="Aptos Narrow" panose="020B0004020202020204" pitchFamily="34" charset="0"/>
              </a:rPr>
              <a:t>Insights</a:t>
            </a:r>
          </a:p>
          <a:p>
            <a:endParaRPr lang="en-US" b="1" u="sng" dirty="0">
              <a:solidFill>
                <a:schemeClr val="tx1"/>
              </a:solidFill>
              <a:latin typeface="Aptos Narrow" panose="020B0004020202020204" pitchFamily="34" charset="0"/>
            </a:endParaRPr>
          </a:p>
          <a:p>
            <a:pPr marL="285750" indent="-285750">
              <a:buFont typeface="Arial" panose="020B0604020202020204" pitchFamily="34" charset="0"/>
              <a:buChar char="•"/>
            </a:pPr>
            <a:r>
              <a:rPr lang="en-IN" dirty="0">
                <a:solidFill>
                  <a:schemeClr val="tx1"/>
                </a:solidFill>
                <a:latin typeface="Aptos Narrow" panose="020B0004020202020204" pitchFamily="34" charset="0"/>
              </a:rPr>
              <a:t>Nonbrand = Pure Reach Engine</a:t>
            </a:r>
          </a:p>
          <a:p>
            <a:pPr marL="285750" indent="-285750">
              <a:buFont typeface="Arial" panose="020B0604020202020204" pitchFamily="34" charset="0"/>
              <a:buChar char="•"/>
            </a:pPr>
            <a:r>
              <a:rPr lang="en-IN" dirty="0">
                <a:solidFill>
                  <a:schemeClr val="tx1"/>
                </a:solidFill>
                <a:latin typeface="Aptos Narrow" panose="020B0004020202020204" pitchFamily="34" charset="0"/>
              </a:rPr>
              <a:t>Brand is Retention &amp; High-Intent engine</a:t>
            </a:r>
          </a:p>
          <a:p>
            <a:pPr marL="285750" indent="-285750">
              <a:buFont typeface="Arial" panose="020B0604020202020204" pitchFamily="34" charset="0"/>
              <a:buChar char="•"/>
            </a:pPr>
            <a:r>
              <a:rPr lang="en-IN" dirty="0">
                <a:solidFill>
                  <a:schemeClr val="tx1"/>
                </a:solidFill>
                <a:latin typeface="Aptos Narrow" panose="020B0004020202020204" pitchFamily="34" charset="0"/>
              </a:rPr>
              <a:t>Desktop Targeted has major quality concern</a:t>
            </a:r>
          </a:p>
          <a:p>
            <a:pPr marL="285750" indent="-285750">
              <a:buFont typeface="Arial" panose="020B0604020202020204" pitchFamily="34" charset="0"/>
              <a:buChar char="•"/>
            </a:pPr>
            <a:r>
              <a:rPr lang="en-US" dirty="0">
                <a:solidFill>
                  <a:schemeClr val="tx1"/>
                </a:solidFill>
                <a:latin typeface="Aptos Narrow" panose="020B0004020202020204" pitchFamily="34" charset="0"/>
              </a:rPr>
              <a:t>Campaign Portfolio is Structurally Imbalanced</a:t>
            </a:r>
          </a:p>
          <a:p>
            <a:pPr marL="285750" indent="-285750">
              <a:buFont typeface="Arial" panose="020B0604020202020204" pitchFamily="34" charset="0"/>
              <a:buChar char="•"/>
            </a:pPr>
            <a:endParaRPr lang="en-US" dirty="0">
              <a:solidFill>
                <a:schemeClr val="tx1"/>
              </a:solidFill>
              <a:latin typeface="Aptos Narrow" panose="020B0004020202020204" pitchFamily="34" charset="0"/>
            </a:endParaRPr>
          </a:p>
          <a:p>
            <a:r>
              <a:rPr lang="en-US" b="1" u="sng" dirty="0">
                <a:solidFill>
                  <a:schemeClr val="tx1"/>
                </a:solidFill>
                <a:latin typeface="Aptos Narrow" panose="020B0004020202020204" pitchFamily="34" charset="0"/>
              </a:rPr>
              <a:t>Recommendations</a:t>
            </a:r>
          </a:p>
          <a:p>
            <a:endParaRPr lang="en-US" b="1" u="sng" dirty="0">
              <a:solidFill>
                <a:schemeClr val="tx1"/>
              </a:solidFill>
              <a:latin typeface="Aptos Narrow" panose="020B0004020202020204" pitchFamily="34" charset="0"/>
            </a:endParaRPr>
          </a:p>
          <a:p>
            <a:pPr marL="285750" indent="-285750">
              <a:buFont typeface="Arial" panose="020B0604020202020204" pitchFamily="34" charset="0"/>
              <a:buChar char="•"/>
            </a:pPr>
            <a:r>
              <a:rPr lang="en-IN" dirty="0">
                <a:solidFill>
                  <a:schemeClr val="tx1"/>
                </a:solidFill>
                <a:latin typeface="Aptos Narrow" panose="020B0004020202020204" pitchFamily="34" charset="0"/>
              </a:rPr>
              <a:t>Formalize Campaign Roles for better structuring and targeting</a:t>
            </a:r>
          </a:p>
          <a:p>
            <a:pPr marL="285750" indent="-285750">
              <a:buFont typeface="Arial" panose="020B0604020202020204" pitchFamily="34" charset="0"/>
              <a:buChar char="•"/>
            </a:pPr>
            <a:r>
              <a:rPr lang="en-IN" dirty="0">
                <a:solidFill>
                  <a:schemeClr val="tx1"/>
                </a:solidFill>
                <a:latin typeface="Aptos Narrow" panose="020B0004020202020204" pitchFamily="34" charset="0"/>
              </a:rPr>
              <a:t>Reduce Over-Concentration Risk by  introducing new acquisition campaigns.</a:t>
            </a:r>
          </a:p>
          <a:p>
            <a:pPr marL="285750" indent="-285750">
              <a:buFont typeface="Arial" panose="020B0604020202020204" pitchFamily="34" charset="0"/>
              <a:buChar char="•"/>
            </a:pPr>
            <a:endParaRPr lang="en-IN" b="1" u="sng" dirty="0">
              <a:solidFill>
                <a:schemeClr val="tx1"/>
              </a:solidFill>
              <a:latin typeface="Aptos Narrow" panose="020B0004020202020204" pitchFamily="34" charset="0"/>
            </a:endParaRPr>
          </a:p>
        </p:txBody>
      </p:sp>
    </p:spTree>
    <p:extLst>
      <p:ext uri="{BB962C8B-B14F-4D97-AF65-F5344CB8AC3E}">
        <p14:creationId xmlns:p14="http://schemas.microsoft.com/office/powerpoint/2010/main" val="246858840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DB582C9-7289-D28B-BDC0-AEAC20EC2CD2}"/>
              </a:ext>
            </a:extLst>
          </p:cNvPr>
          <p:cNvSpPr/>
          <p:nvPr/>
        </p:nvSpPr>
        <p:spPr>
          <a:xfrm>
            <a:off x="469488"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Campaign Funnel Analysis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graphicFrame>
        <p:nvGraphicFramePr>
          <p:cNvPr id="5" name="Chart 4">
            <a:extLst>
              <a:ext uri="{FF2B5EF4-FFF2-40B4-BE49-F238E27FC236}">
                <a16:creationId xmlns:a16="http://schemas.microsoft.com/office/drawing/2014/main" id="{EE8934D2-83D6-2C94-9D14-061330F41EF4}"/>
              </a:ext>
            </a:extLst>
          </p:cNvPr>
          <p:cNvGraphicFramePr/>
          <p:nvPr>
            <p:extLst>
              <p:ext uri="{D42A27DB-BD31-4B8C-83A1-F6EECF244321}">
                <p14:modId xmlns:p14="http://schemas.microsoft.com/office/powerpoint/2010/main" val="4122034832"/>
              </p:ext>
            </p:extLst>
          </p:nvPr>
        </p:nvGraphicFramePr>
        <p:xfrm>
          <a:off x="884903" y="1347019"/>
          <a:ext cx="10392697" cy="479131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02756936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A0EAA3-224F-F379-3990-AB2075A70224}"/>
              </a:ext>
            </a:extLst>
          </p:cNvPr>
          <p:cNvSpPr/>
          <p:nvPr/>
        </p:nvSpPr>
        <p:spPr>
          <a:xfrm>
            <a:off x="469488"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Campaign Funnel Analysis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graphicFrame>
        <p:nvGraphicFramePr>
          <p:cNvPr id="5" name="Chart 4">
            <a:extLst>
              <a:ext uri="{FF2B5EF4-FFF2-40B4-BE49-F238E27FC236}">
                <a16:creationId xmlns:a16="http://schemas.microsoft.com/office/drawing/2014/main" id="{43DAF746-28AA-8B21-3142-B9EA37817BDF}"/>
              </a:ext>
            </a:extLst>
          </p:cNvPr>
          <p:cNvGraphicFramePr/>
          <p:nvPr>
            <p:extLst>
              <p:ext uri="{D42A27DB-BD31-4B8C-83A1-F6EECF244321}">
                <p14:modId xmlns:p14="http://schemas.microsoft.com/office/powerpoint/2010/main" val="1988722330"/>
              </p:ext>
            </p:extLst>
          </p:nvPr>
        </p:nvGraphicFramePr>
        <p:xfrm>
          <a:off x="469488" y="1289938"/>
          <a:ext cx="5115235" cy="458975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92DCEC33-F667-676D-1089-578A676E30AD}"/>
              </a:ext>
            </a:extLst>
          </p:cNvPr>
          <p:cNvGraphicFramePr/>
          <p:nvPr>
            <p:extLst>
              <p:ext uri="{D42A27DB-BD31-4B8C-83A1-F6EECF244321}">
                <p14:modId xmlns:p14="http://schemas.microsoft.com/office/powerpoint/2010/main" val="2886291618"/>
              </p:ext>
            </p:extLst>
          </p:nvPr>
        </p:nvGraphicFramePr>
        <p:xfrm>
          <a:off x="5692876" y="1289938"/>
          <a:ext cx="6029636" cy="247581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ED392F15-E803-E832-9B14-10EFE3F119D8}"/>
              </a:ext>
            </a:extLst>
          </p:cNvPr>
          <p:cNvGraphicFramePr/>
          <p:nvPr>
            <p:extLst>
              <p:ext uri="{D42A27DB-BD31-4B8C-83A1-F6EECF244321}">
                <p14:modId xmlns:p14="http://schemas.microsoft.com/office/powerpoint/2010/main" val="654876697"/>
              </p:ext>
            </p:extLst>
          </p:nvPr>
        </p:nvGraphicFramePr>
        <p:xfrm>
          <a:off x="5692875" y="3765756"/>
          <a:ext cx="6029635" cy="237257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98944928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8F52263-8395-B293-D03A-BBB240B24E18}"/>
              </a:ext>
            </a:extLst>
          </p:cNvPr>
          <p:cNvSpPr/>
          <p:nvPr/>
        </p:nvSpPr>
        <p:spPr>
          <a:xfrm>
            <a:off x="469488"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Campaign Funnel Analysis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3" name="Rectangle 2">
            <a:extLst>
              <a:ext uri="{FF2B5EF4-FFF2-40B4-BE49-F238E27FC236}">
                <a16:creationId xmlns:a16="http://schemas.microsoft.com/office/drawing/2014/main" id="{42FBBA45-9667-996A-CDEA-3C59696DC2CA}"/>
              </a:ext>
            </a:extLst>
          </p:cNvPr>
          <p:cNvSpPr/>
          <p:nvPr/>
        </p:nvSpPr>
        <p:spPr>
          <a:xfrm>
            <a:off x="469488" y="1612491"/>
            <a:ext cx="11238271" cy="313648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b="1" u="sng" dirty="0">
              <a:solidFill>
                <a:schemeClr val="tx1"/>
              </a:solidFill>
            </a:endParaRPr>
          </a:p>
          <a:p>
            <a:r>
              <a:rPr lang="en-US" b="1" u="sng" dirty="0">
                <a:solidFill>
                  <a:schemeClr val="tx1"/>
                </a:solidFill>
              </a:rPr>
              <a:t>Observations</a:t>
            </a:r>
          </a:p>
          <a:p>
            <a:endParaRPr lang="en-US" sz="2000" b="1" u="sng" dirty="0">
              <a:solidFill>
                <a:schemeClr val="tx1"/>
              </a:solidFill>
              <a:latin typeface="Aptos Narrow" panose="020B0004020202020204" pitchFamily="34" charset="0"/>
            </a:endParaRPr>
          </a:p>
          <a:p>
            <a:pPr marL="285750" indent="-285750">
              <a:buFont typeface="Arial" panose="020B0604020202020204" pitchFamily="34" charset="0"/>
              <a:buChar char="•"/>
            </a:pPr>
            <a:r>
              <a:rPr lang="en-US" sz="2000" dirty="0">
                <a:solidFill>
                  <a:schemeClr val="tx1"/>
                </a:solidFill>
                <a:latin typeface="Aptos Narrow" panose="020B0004020202020204" pitchFamily="34" charset="0"/>
              </a:rPr>
              <a:t>In the Early funnel stage, brand brings highest quality traffic (lowest first drop).</a:t>
            </a:r>
          </a:p>
          <a:p>
            <a:pPr marL="285750" indent="-285750">
              <a:buFont typeface="Arial" panose="020B0604020202020204" pitchFamily="34" charset="0"/>
              <a:buChar char="•"/>
            </a:pPr>
            <a:r>
              <a:rPr lang="en-US" sz="2000" dirty="0">
                <a:solidFill>
                  <a:schemeClr val="tx1"/>
                </a:solidFill>
                <a:latin typeface="Aptos Narrow" panose="020B0004020202020204" pitchFamily="34" charset="0"/>
              </a:rPr>
              <a:t>In the Mid funnel stage, all campaigns suffer heavy product-to-cart leakage (~80%+).</a:t>
            </a:r>
          </a:p>
          <a:p>
            <a:pPr marL="285750" indent="-285750">
              <a:buFont typeface="Arial" panose="020B0604020202020204" pitchFamily="34" charset="0"/>
              <a:buChar char="•"/>
            </a:pPr>
            <a:r>
              <a:rPr lang="en-US" sz="2000" dirty="0">
                <a:solidFill>
                  <a:schemeClr val="tx1"/>
                </a:solidFill>
                <a:latin typeface="Aptos Narrow" panose="020B0004020202020204" pitchFamily="34" charset="0"/>
              </a:rPr>
              <a:t>Cart abandonment is structurally high across all campaigns.</a:t>
            </a:r>
          </a:p>
          <a:p>
            <a:pPr marL="285750" indent="-285750">
              <a:buFont typeface="Arial" panose="020B0604020202020204" pitchFamily="34" charset="0"/>
              <a:buChar char="•"/>
            </a:pPr>
            <a:r>
              <a:rPr lang="en-US" sz="2000" dirty="0">
                <a:solidFill>
                  <a:schemeClr val="tx1"/>
                </a:solidFill>
                <a:latin typeface="Aptos Narrow" panose="020B0004020202020204" pitchFamily="34" charset="0"/>
              </a:rPr>
              <a:t>The real problem is NOT traffic. Product Page to Cart leakage and cart abandonment.</a:t>
            </a:r>
          </a:p>
          <a:p>
            <a:pPr marL="285750" indent="-285750">
              <a:buFont typeface="Arial" panose="020B0604020202020204" pitchFamily="34" charset="0"/>
              <a:buChar char="•"/>
            </a:pPr>
            <a:r>
              <a:rPr lang="en-US" sz="2000" dirty="0">
                <a:solidFill>
                  <a:schemeClr val="tx1"/>
                </a:solidFill>
                <a:latin typeface="Aptos Narrow" panose="020B0004020202020204" pitchFamily="34" charset="0"/>
              </a:rPr>
              <a:t> This implies that website UX &amp; pricing strategy may be bigger bottleneck than marketing.</a:t>
            </a:r>
          </a:p>
          <a:p>
            <a:endParaRPr lang="en-US" dirty="0">
              <a:solidFill>
                <a:schemeClr val="tx1"/>
              </a:solidFill>
            </a:endParaRPr>
          </a:p>
          <a:p>
            <a:endParaRPr lang="en-US" b="1" u="sng" dirty="0">
              <a:solidFill>
                <a:schemeClr val="tx1"/>
              </a:solidFill>
            </a:endParaRPr>
          </a:p>
          <a:p>
            <a:pPr marL="285750" indent="-285750">
              <a:buFont typeface="Arial" panose="020B0604020202020204" pitchFamily="34" charset="0"/>
              <a:buChar char="•"/>
            </a:pPr>
            <a:endParaRPr lang="en-US" b="1" u="sng" dirty="0">
              <a:solidFill>
                <a:schemeClr val="tx1"/>
              </a:solidFill>
            </a:endParaRPr>
          </a:p>
          <a:p>
            <a:endParaRPr lang="en-US" dirty="0">
              <a:solidFill>
                <a:schemeClr val="tx1"/>
              </a:solidFill>
            </a:endParaRPr>
          </a:p>
          <a:p>
            <a:pPr marL="285750" indent="-285750">
              <a:buFont typeface="Arial" panose="020B0604020202020204" pitchFamily="34" charset="0"/>
              <a:buChar char="•"/>
            </a:pPr>
            <a:endParaRPr lang="en-IN" dirty="0">
              <a:solidFill>
                <a:schemeClr val="tx1"/>
              </a:solidFill>
            </a:endParaRPr>
          </a:p>
        </p:txBody>
      </p:sp>
    </p:spTree>
    <p:extLst>
      <p:ext uri="{BB962C8B-B14F-4D97-AF65-F5344CB8AC3E}">
        <p14:creationId xmlns:p14="http://schemas.microsoft.com/office/powerpoint/2010/main" val="215862379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41F64E-9B30-F7FA-2BD3-968A9578A7C3}"/>
              </a:ext>
            </a:extLst>
          </p:cNvPr>
          <p:cNvSpPr/>
          <p:nvPr/>
        </p:nvSpPr>
        <p:spPr>
          <a:xfrm>
            <a:off x="469488"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Audience Overlap Analysis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graphicFrame>
        <p:nvGraphicFramePr>
          <p:cNvPr id="6" name="Chart 5">
            <a:extLst>
              <a:ext uri="{FF2B5EF4-FFF2-40B4-BE49-F238E27FC236}">
                <a16:creationId xmlns:a16="http://schemas.microsoft.com/office/drawing/2014/main" id="{CC551E26-BC25-4FEC-7378-E6FFA64C29D0}"/>
              </a:ext>
            </a:extLst>
          </p:cNvPr>
          <p:cNvGraphicFramePr/>
          <p:nvPr>
            <p:extLst>
              <p:ext uri="{D42A27DB-BD31-4B8C-83A1-F6EECF244321}">
                <p14:modId xmlns:p14="http://schemas.microsoft.com/office/powerpoint/2010/main" val="2860772795"/>
              </p:ext>
            </p:extLst>
          </p:nvPr>
        </p:nvGraphicFramePr>
        <p:xfrm>
          <a:off x="469488" y="1224115"/>
          <a:ext cx="5626512" cy="244331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F72A5586-12DB-09D9-5226-86838D51771A}"/>
              </a:ext>
            </a:extLst>
          </p:cNvPr>
          <p:cNvGraphicFramePr/>
          <p:nvPr>
            <p:extLst>
              <p:ext uri="{D42A27DB-BD31-4B8C-83A1-F6EECF244321}">
                <p14:modId xmlns:p14="http://schemas.microsoft.com/office/powerpoint/2010/main" val="3418805910"/>
              </p:ext>
            </p:extLst>
          </p:nvPr>
        </p:nvGraphicFramePr>
        <p:xfrm>
          <a:off x="6096000" y="1224115"/>
          <a:ext cx="5626512" cy="244331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a16="http://schemas.microsoft.com/office/drawing/2014/main" id="{1EA10574-DD59-5FAC-55A7-7A507B3B623D}"/>
              </a:ext>
            </a:extLst>
          </p:cNvPr>
          <p:cNvGraphicFramePr/>
          <p:nvPr>
            <p:extLst>
              <p:ext uri="{D42A27DB-BD31-4B8C-83A1-F6EECF244321}">
                <p14:modId xmlns:p14="http://schemas.microsoft.com/office/powerpoint/2010/main" val="1266235539"/>
              </p:ext>
            </p:extLst>
          </p:nvPr>
        </p:nvGraphicFramePr>
        <p:xfrm>
          <a:off x="469488" y="3667432"/>
          <a:ext cx="11253024" cy="259380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55295424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18647-A0F8-B72A-E04C-88FFF93F386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595A988-D965-C316-0E6B-060FC36FD512}"/>
              </a:ext>
            </a:extLst>
          </p:cNvPr>
          <p:cNvSpPr/>
          <p:nvPr/>
        </p:nvSpPr>
        <p:spPr>
          <a:xfrm>
            <a:off x="469488" y="324465"/>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Audience Overlap Analysis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3" name="Rectangle 2">
            <a:extLst>
              <a:ext uri="{FF2B5EF4-FFF2-40B4-BE49-F238E27FC236}">
                <a16:creationId xmlns:a16="http://schemas.microsoft.com/office/drawing/2014/main" id="{BE31CC45-FD95-E1BF-F142-22A5B1F54A22}"/>
              </a:ext>
            </a:extLst>
          </p:cNvPr>
          <p:cNvSpPr/>
          <p:nvPr/>
        </p:nvSpPr>
        <p:spPr>
          <a:xfrm>
            <a:off x="469488" y="1258529"/>
            <a:ext cx="11253024" cy="4572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u="sng" dirty="0">
                <a:solidFill>
                  <a:schemeClr val="tx1"/>
                </a:solidFill>
                <a:latin typeface="Aptos Narrow" panose="020B0004020202020204" pitchFamily="34" charset="0"/>
              </a:rPr>
              <a:t>Observations</a:t>
            </a:r>
          </a:p>
          <a:p>
            <a:endParaRPr lang="en-US" dirty="0">
              <a:solidFill>
                <a:schemeClr val="tx1"/>
              </a:solidFill>
              <a:latin typeface="Aptos Narrow" panose="020B0004020202020204" pitchFamily="34" charset="0"/>
            </a:endParaRPr>
          </a:p>
          <a:p>
            <a:pPr marL="285750" indent="-285750">
              <a:buFont typeface="Arial" panose="020B0604020202020204" pitchFamily="34" charset="0"/>
              <a:buChar char="•"/>
            </a:pPr>
            <a:r>
              <a:rPr lang="en-IN" dirty="0">
                <a:solidFill>
                  <a:schemeClr val="tx1"/>
                </a:solidFill>
                <a:latin typeface="Aptos Narrow" panose="020B0004020202020204" pitchFamily="34" charset="0"/>
              </a:rPr>
              <a:t>Multi-Ad Exposure Improves Conversion</a:t>
            </a:r>
          </a:p>
          <a:p>
            <a:pPr marL="285750" indent="-285750">
              <a:buFont typeface="Arial" panose="020B0604020202020204" pitchFamily="34" charset="0"/>
              <a:buChar char="•"/>
            </a:pPr>
            <a:r>
              <a:rPr lang="en-IN" dirty="0">
                <a:solidFill>
                  <a:schemeClr val="tx1"/>
                </a:solidFill>
                <a:latin typeface="Aptos Narrow" panose="020B0004020202020204" pitchFamily="34" charset="0"/>
              </a:rPr>
              <a:t>Ad Overlap is Limited (only around 12%) </a:t>
            </a:r>
          </a:p>
          <a:p>
            <a:pPr marL="285750" indent="-285750">
              <a:buFont typeface="Arial" panose="020B0604020202020204" pitchFamily="34" charset="0"/>
              <a:buChar char="•"/>
            </a:pPr>
            <a:r>
              <a:rPr lang="en-IN" dirty="0">
                <a:solidFill>
                  <a:schemeClr val="tx1"/>
                </a:solidFill>
                <a:latin typeface="Aptos Narrow" panose="020B0004020202020204" pitchFamily="34" charset="0"/>
              </a:rPr>
              <a:t>Overlap is Platform-Concentrated . 98% multi-ad overlap occurs within Google ad variants. </a:t>
            </a:r>
            <a:r>
              <a:rPr lang="en-US" dirty="0">
                <a:solidFill>
                  <a:schemeClr val="tx1"/>
                </a:solidFill>
                <a:latin typeface="Aptos Narrow" panose="020B0004020202020204" pitchFamily="34" charset="0"/>
              </a:rPr>
              <a:t>Very little cross-platform exposure (Google + Bing + Social).</a:t>
            </a:r>
          </a:p>
          <a:p>
            <a:pPr marL="285750" indent="-285750">
              <a:buFont typeface="Arial" panose="020B0604020202020204" pitchFamily="34" charset="0"/>
              <a:buChar char="•"/>
            </a:pPr>
            <a:r>
              <a:rPr lang="en-US" dirty="0">
                <a:solidFill>
                  <a:schemeClr val="tx1"/>
                </a:solidFill>
                <a:latin typeface="Aptos Narrow" panose="020B0004020202020204" pitchFamily="34" charset="0"/>
              </a:rPr>
              <a:t>No Evidence of Severe Ad Fatigue. </a:t>
            </a:r>
            <a:r>
              <a:rPr lang="en-IN" dirty="0">
                <a:solidFill>
                  <a:schemeClr val="tx1"/>
                </a:solidFill>
                <a:latin typeface="Aptos Narrow" panose="020B0004020202020204" pitchFamily="34" charset="0"/>
              </a:rPr>
              <a:t>Higher exposure → Higher conversion</a:t>
            </a:r>
          </a:p>
          <a:p>
            <a:pPr marL="285750" indent="-285750">
              <a:buFont typeface="Arial" panose="020B0604020202020204" pitchFamily="34" charset="0"/>
              <a:buChar char="•"/>
            </a:pPr>
            <a:endParaRPr lang="en-IN" dirty="0">
              <a:solidFill>
                <a:schemeClr val="tx1"/>
              </a:solidFill>
              <a:latin typeface="Aptos Narrow" panose="020B0004020202020204" pitchFamily="34" charset="0"/>
            </a:endParaRPr>
          </a:p>
          <a:p>
            <a:r>
              <a:rPr lang="en-IN" b="1" u="sng" dirty="0">
                <a:solidFill>
                  <a:schemeClr val="tx1"/>
                </a:solidFill>
                <a:latin typeface="Aptos Narrow" panose="020B0004020202020204" pitchFamily="34" charset="0"/>
              </a:rPr>
              <a:t>Recommendations</a:t>
            </a:r>
          </a:p>
          <a:p>
            <a:endParaRPr lang="en-IN" b="1" u="sng" dirty="0">
              <a:solidFill>
                <a:schemeClr val="tx1"/>
              </a:solidFill>
              <a:latin typeface="Aptos Narrow" panose="020B0004020202020204" pitchFamily="34" charset="0"/>
            </a:endParaRPr>
          </a:p>
          <a:p>
            <a:pPr marL="285750" indent="-285750">
              <a:buFont typeface="Arial" panose="020B0604020202020204" pitchFamily="34" charset="0"/>
              <a:buChar char="•"/>
            </a:pPr>
            <a:r>
              <a:rPr lang="en-IN" dirty="0">
                <a:solidFill>
                  <a:schemeClr val="tx1"/>
                </a:solidFill>
                <a:latin typeface="Aptos Narrow" panose="020B0004020202020204" pitchFamily="34" charset="0"/>
              </a:rPr>
              <a:t>Expand Controlled Multi-Ad Strategy by testing structured cross-platform exposure.</a:t>
            </a:r>
          </a:p>
          <a:p>
            <a:pPr marL="285750" indent="-285750">
              <a:buFont typeface="Arial" panose="020B0604020202020204" pitchFamily="34" charset="0"/>
              <a:buChar char="•"/>
            </a:pPr>
            <a:r>
              <a:rPr lang="en-IN" dirty="0">
                <a:solidFill>
                  <a:schemeClr val="tx1"/>
                </a:solidFill>
                <a:latin typeface="Aptos Narrow" panose="020B0004020202020204" pitchFamily="34" charset="0"/>
              </a:rPr>
              <a:t>Avoid redundant same-platform duplication. Since Google overlap dominates we should Ensure creatives differ so as to avoid cannibalism</a:t>
            </a:r>
          </a:p>
          <a:p>
            <a:endParaRPr lang="en-IN" b="1" u="sng" dirty="0">
              <a:solidFill>
                <a:schemeClr val="tx1"/>
              </a:solidFill>
              <a:latin typeface="Aptos Narrow" panose="020B0004020202020204" pitchFamily="34" charset="0"/>
            </a:endParaRPr>
          </a:p>
        </p:txBody>
      </p:sp>
    </p:spTree>
    <p:extLst>
      <p:ext uri="{BB962C8B-B14F-4D97-AF65-F5344CB8AC3E}">
        <p14:creationId xmlns:p14="http://schemas.microsoft.com/office/powerpoint/2010/main" val="73779320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82373-245F-7C64-15FD-782A9F57AFD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E53ACAA-2A50-B8EF-0D41-E5504A62EF49}"/>
              </a:ext>
            </a:extLst>
          </p:cNvPr>
          <p:cNvSpPr/>
          <p:nvPr/>
        </p:nvSpPr>
        <p:spPr>
          <a:xfrm>
            <a:off x="469488" y="127820"/>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Ad Copy Performance Analysis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graphicFrame>
        <p:nvGraphicFramePr>
          <p:cNvPr id="7" name="Table 6">
            <a:extLst>
              <a:ext uri="{FF2B5EF4-FFF2-40B4-BE49-F238E27FC236}">
                <a16:creationId xmlns:a16="http://schemas.microsoft.com/office/drawing/2014/main" id="{0FD0D80B-062B-7E5C-E29A-AF90B3AF7CCA}"/>
              </a:ext>
            </a:extLst>
          </p:cNvPr>
          <p:cNvGraphicFramePr>
            <a:graphicFrameLocks noGrp="1"/>
          </p:cNvGraphicFramePr>
          <p:nvPr>
            <p:extLst>
              <p:ext uri="{D42A27DB-BD31-4B8C-83A1-F6EECF244321}">
                <p14:modId xmlns:p14="http://schemas.microsoft.com/office/powerpoint/2010/main" val="4114213090"/>
              </p:ext>
            </p:extLst>
          </p:nvPr>
        </p:nvGraphicFramePr>
        <p:xfrm>
          <a:off x="2322872" y="1582993"/>
          <a:ext cx="7883013" cy="2049124"/>
        </p:xfrm>
        <a:graphic>
          <a:graphicData uri="http://schemas.openxmlformats.org/drawingml/2006/table">
            <a:tbl>
              <a:tblPr>
                <a:tableStyleId>{3C2FFA5D-87B4-456A-9821-1D502468CF0F}</a:tableStyleId>
              </a:tblPr>
              <a:tblGrid>
                <a:gridCol w="2627671">
                  <a:extLst>
                    <a:ext uri="{9D8B030D-6E8A-4147-A177-3AD203B41FA5}">
                      <a16:colId xmlns:a16="http://schemas.microsoft.com/office/drawing/2014/main" val="1341729470"/>
                    </a:ext>
                  </a:extLst>
                </a:gridCol>
                <a:gridCol w="2627671">
                  <a:extLst>
                    <a:ext uri="{9D8B030D-6E8A-4147-A177-3AD203B41FA5}">
                      <a16:colId xmlns:a16="http://schemas.microsoft.com/office/drawing/2014/main" val="2258395221"/>
                    </a:ext>
                  </a:extLst>
                </a:gridCol>
                <a:gridCol w="2627671">
                  <a:extLst>
                    <a:ext uri="{9D8B030D-6E8A-4147-A177-3AD203B41FA5}">
                      <a16:colId xmlns:a16="http://schemas.microsoft.com/office/drawing/2014/main" val="346212188"/>
                    </a:ext>
                  </a:extLst>
                </a:gridCol>
              </a:tblGrid>
              <a:tr h="362690">
                <a:tc>
                  <a:txBody>
                    <a:bodyPr/>
                    <a:lstStyle/>
                    <a:p>
                      <a:pPr algn="ctr">
                        <a:buNone/>
                      </a:pPr>
                      <a:r>
                        <a:rPr lang="en-IN" b="1" dirty="0"/>
                        <a:t>Metric</a:t>
                      </a:r>
                    </a:p>
                  </a:txBody>
                  <a:tcPr anchor="ctr"/>
                </a:tc>
                <a:tc>
                  <a:txBody>
                    <a:bodyPr/>
                    <a:lstStyle/>
                    <a:p>
                      <a:pPr algn="ctr">
                        <a:buNone/>
                      </a:pPr>
                      <a:r>
                        <a:rPr lang="en-IN" b="1" dirty="0"/>
                        <a:t>g_ad_1</a:t>
                      </a:r>
                    </a:p>
                  </a:txBody>
                  <a:tcPr anchor="ctr"/>
                </a:tc>
                <a:tc>
                  <a:txBody>
                    <a:bodyPr/>
                    <a:lstStyle/>
                    <a:p>
                      <a:pPr algn="ctr">
                        <a:buNone/>
                      </a:pPr>
                      <a:r>
                        <a:rPr lang="en-IN" b="1" dirty="0"/>
                        <a:t>g_ad_2</a:t>
                      </a:r>
                    </a:p>
                  </a:txBody>
                  <a:tcPr anchor="ctr"/>
                </a:tc>
                <a:extLst>
                  <a:ext uri="{0D108BD9-81ED-4DB2-BD59-A6C34878D82A}">
                    <a16:rowId xmlns:a16="http://schemas.microsoft.com/office/drawing/2014/main" val="3718128787"/>
                  </a:ext>
                </a:extLst>
              </a:tr>
              <a:tr h="362690">
                <a:tc>
                  <a:txBody>
                    <a:bodyPr/>
                    <a:lstStyle/>
                    <a:p>
                      <a:pPr algn="ctr">
                        <a:buNone/>
                      </a:pPr>
                      <a:r>
                        <a:rPr lang="en-IN"/>
                        <a:t>Sessions</a:t>
                      </a:r>
                    </a:p>
                  </a:txBody>
                  <a:tcPr anchor="ctr"/>
                </a:tc>
                <a:tc>
                  <a:txBody>
                    <a:bodyPr/>
                    <a:lstStyle/>
                    <a:p>
                      <a:pPr algn="ctr">
                        <a:buNone/>
                      </a:pPr>
                      <a:r>
                        <a:rPr lang="en-IN"/>
                        <a:t>282,706</a:t>
                      </a:r>
                    </a:p>
                  </a:txBody>
                  <a:tcPr anchor="ctr"/>
                </a:tc>
                <a:tc>
                  <a:txBody>
                    <a:bodyPr/>
                    <a:lstStyle/>
                    <a:p>
                      <a:pPr algn="ctr">
                        <a:buNone/>
                      </a:pPr>
                      <a:r>
                        <a:rPr lang="en-IN"/>
                        <a:t>33,329</a:t>
                      </a:r>
                    </a:p>
                  </a:txBody>
                  <a:tcPr anchor="ctr"/>
                </a:tc>
                <a:extLst>
                  <a:ext uri="{0D108BD9-81ED-4DB2-BD59-A6C34878D82A}">
                    <a16:rowId xmlns:a16="http://schemas.microsoft.com/office/drawing/2014/main" val="1011326660"/>
                  </a:ext>
                </a:extLst>
              </a:tr>
              <a:tr h="362690">
                <a:tc>
                  <a:txBody>
                    <a:bodyPr/>
                    <a:lstStyle/>
                    <a:p>
                      <a:pPr algn="ctr">
                        <a:buNone/>
                      </a:pPr>
                      <a:r>
                        <a:rPr lang="en-IN"/>
                        <a:t>Conversion Rate</a:t>
                      </a:r>
                    </a:p>
                  </a:txBody>
                  <a:tcPr anchor="ctr"/>
                </a:tc>
                <a:tc>
                  <a:txBody>
                    <a:bodyPr/>
                    <a:lstStyle/>
                    <a:p>
                      <a:pPr algn="ctr">
                        <a:buNone/>
                      </a:pPr>
                      <a:r>
                        <a:rPr lang="en-IN"/>
                        <a:t>6.66%</a:t>
                      </a:r>
                    </a:p>
                  </a:txBody>
                  <a:tcPr anchor="ctr"/>
                </a:tc>
                <a:tc>
                  <a:txBody>
                    <a:bodyPr/>
                    <a:lstStyle/>
                    <a:p>
                      <a:pPr algn="ctr">
                        <a:buNone/>
                      </a:pPr>
                      <a:r>
                        <a:rPr lang="en-IN" b="1" dirty="0"/>
                        <a:t>7.53%</a:t>
                      </a:r>
                      <a:endParaRPr lang="en-IN" dirty="0"/>
                    </a:p>
                  </a:txBody>
                  <a:tcPr anchor="ctr"/>
                </a:tc>
                <a:extLst>
                  <a:ext uri="{0D108BD9-81ED-4DB2-BD59-A6C34878D82A}">
                    <a16:rowId xmlns:a16="http://schemas.microsoft.com/office/drawing/2014/main" val="348068926"/>
                  </a:ext>
                </a:extLst>
              </a:tr>
              <a:tr h="545188">
                <a:tc>
                  <a:txBody>
                    <a:bodyPr/>
                    <a:lstStyle/>
                    <a:p>
                      <a:pPr algn="ctr">
                        <a:buNone/>
                      </a:pPr>
                      <a:r>
                        <a:rPr lang="en-IN"/>
                        <a:t>Revenue per Session</a:t>
                      </a:r>
                    </a:p>
                  </a:txBody>
                  <a:tcPr anchor="ctr"/>
                </a:tc>
                <a:tc>
                  <a:txBody>
                    <a:bodyPr/>
                    <a:lstStyle/>
                    <a:p>
                      <a:pPr algn="ctr">
                        <a:buNone/>
                      </a:pPr>
                      <a:r>
                        <a:rPr lang="en-IN"/>
                        <a:t>₹3.98</a:t>
                      </a:r>
                    </a:p>
                  </a:txBody>
                  <a:tcPr anchor="ctr"/>
                </a:tc>
                <a:tc>
                  <a:txBody>
                    <a:bodyPr/>
                    <a:lstStyle/>
                    <a:p>
                      <a:pPr algn="ctr">
                        <a:buNone/>
                      </a:pPr>
                      <a:r>
                        <a:rPr lang="en-IN" b="1"/>
                        <a:t>₹4.55</a:t>
                      </a:r>
                      <a:endParaRPr lang="en-IN"/>
                    </a:p>
                  </a:txBody>
                  <a:tcPr anchor="ctr"/>
                </a:tc>
                <a:extLst>
                  <a:ext uri="{0D108BD9-81ED-4DB2-BD59-A6C34878D82A}">
                    <a16:rowId xmlns:a16="http://schemas.microsoft.com/office/drawing/2014/main" val="4160300446"/>
                  </a:ext>
                </a:extLst>
              </a:tr>
              <a:tr h="362690">
                <a:tc>
                  <a:txBody>
                    <a:bodyPr/>
                    <a:lstStyle/>
                    <a:p>
                      <a:pPr algn="ctr">
                        <a:buNone/>
                      </a:pPr>
                      <a:r>
                        <a:rPr lang="en-IN" dirty="0"/>
                        <a:t>Repeat Rate</a:t>
                      </a:r>
                    </a:p>
                  </a:txBody>
                  <a:tcPr anchor="ctr"/>
                </a:tc>
                <a:tc>
                  <a:txBody>
                    <a:bodyPr/>
                    <a:lstStyle/>
                    <a:p>
                      <a:pPr algn="ctr">
                        <a:buNone/>
                      </a:pPr>
                      <a:r>
                        <a:rPr lang="en-IN"/>
                        <a:t>0%</a:t>
                      </a:r>
                    </a:p>
                  </a:txBody>
                  <a:tcPr anchor="ctr"/>
                </a:tc>
                <a:tc>
                  <a:txBody>
                    <a:bodyPr/>
                    <a:lstStyle/>
                    <a:p>
                      <a:pPr algn="ctr">
                        <a:buNone/>
                      </a:pPr>
                      <a:r>
                        <a:rPr lang="en-IN" b="1" dirty="0"/>
                        <a:t>63.6%</a:t>
                      </a:r>
                      <a:endParaRPr lang="en-IN" dirty="0"/>
                    </a:p>
                  </a:txBody>
                  <a:tcPr anchor="ctr"/>
                </a:tc>
                <a:extLst>
                  <a:ext uri="{0D108BD9-81ED-4DB2-BD59-A6C34878D82A}">
                    <a16:rowId xmlns:a16="http://schemas.microsoft.com/office/drawing/2014/main" val="595099982"/>
                  </a:ext>
                </a:extLst>
              </a:tr>
            </a:tbl>
          </a:graphicData>
        </a:graphic>
      </p:graphicFrame>
      <p:sp>
        <p:nvSpPr>
          <p:cNvPr id="8" name="Rectangle 7">
            <a:extLst>
              <a:ext uri="{FF2B5EF4-FFF2-40B4-BE49-F238E27FC236}">
                <a16:creationId xmlns:a16="http://schemas.microsoft.com/office/drawing/2014/main" id="{528740FA-8178-2ED0-6834-8E8304545433}"/>
              </a:ext>
            </a:extLst>
          </p:cNvPr>
          <p:cNvSpPr/>
          <p:nvPr/>
        </p:nvSpPr>
        <p:spPr>
          <a:xfrm>
            <a:off x="469488" y="3578942"/>
            <a:ext cx="11496370" cy="262521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u="sng" dirty="0">
                <a:solidFill>
                  <a:schemeClr val="tx1"/>
                </a:solidFill>
                <a:latin typeface="Aptos Narrow" panose="020B0004020202020204" pitchFamily="34" charset="0"/>
              </a:rPr>
              <a:t>Observations</a:t>
            </a:r>
          </a:p>
          <a:p>
            <a:pPr marL="285750" indent="-285750">
              <a:buFont typeface="Arial" panose="020B0604020202020204" pitchFamily="34" charset="0"/>
              <a:buChar char="•"/>
            </a:pPr>
            <a:r>
              <a:rPr lang="en-US" dirty="0">
                <a:solidFill>
                  <a:schemeClr val="tx1"/>
                </a:solidFill>
                <a:latin typeface="Aptos Narrow" panose="020B0004020202020204" pitchFamily="34" charset="0"/>
              </a:rPr>
              <a:t>g_ad_2 drives Higher Quality Traffic as visible through higher conversion rate, AOV and repeat rate.</a:t>
            </a:r>
          </a:p>
          <a:p>
            <a:pPr marL="285750" indent="-285750">
              <a:buFont typeface="Arial" panose="020B0604020202020204" pitchFamily="34" charset="0"/>
              <a:buChar char="•"/>
            </a:pPr>
            <a:r>
              <a:rPr lang="en-US" dirty="0">
                <a:solidFill>
                  <a:schemeClr val="tx1"/>
                </a:solidFill>
                <a:latin typeface="Aptos Narrow" panose="020B0004020202020204" pitchFamily="34" charset="0"/>
              </a:rPr>
              <a:t>g_ad_1 Is Scale-Heavy but Lower Quality. Likely that it is optimized for broad acquisition.</a:t>
            </a:r>
          </a:p>
          <a:p>
            <a:pPr marL="285750" indent="-285750">
              <a:buFont typeface="Arial" panose="020B0604020202020204" pitchFamily="34" charset="0"/>
              <a:buChar char="•"/>
            </a:pPr>
            <a:r>
              <a:rPr lang="en-IN" dirty="0">
                <a:solidFill>
                  <a:schemeClr val="tx1"/>
                </a:solidFill>
                <a:latin typeface="Aptos Narrow" panose="020B0004020202020204" pitchFamily="34" charset="0"/>
              </a:rPr>
              <a:t>Creative Messaging Impacts Retention i.e. </a:t>
            </a:r>
            <a:r>
              <a:rPr lang="en-US" dirty="0">
                <a:solidFill>
                  <a:schemeClr val="tx1"/>
                </a:solidFill>
                <a:latin typeface="Aptos Narrow" panose="020B0004020202020204" pitchFamily="34" charset="0"/>
              </a:rPr>
              <a:t>g_ad_2 resonates beyond first session as suggested by repeat rate gap</a:t>
            </a:r>
          </a:p>
          <a:p>
            <a:endParaRPr lang="en-US" dirty="0">
              <a:solidFill>
                <a:schemeClr val="tx1"/>
              </a:solidFill>
              <a:latin typeface="Aptos Narrow" panose="020B0004020202020204" pitchFamily="34" charset="0"/>
            </a:endParaRPr>
          </a:p>
          <a:p>
            <a:r>
              <a:rPr lang="en-US" b="1" u="sng" dirty="0">
                <a:solidFill>
                  <a:schemeClr val="tx1"/>
                </a:solidFill>
                <a:latin typeface="Aptos Narrow" panose="020B0004020202020204" pitchFamily="34" charset="0"/>
              </a:rPr>
              <a:t>Recommendations</a:t>
            </a:r>
          </a:p>
          <a:p>
            <a:pPr marL="285750" indent="-285750">
              <a:buFont typeface="Arial" panose="020B0604020202020204" pitchFamily="34" charset="0"/>
              <a:buChar char="•"/>
            </a:pPr>
            <a:r>
              <a:rPr lang="en-US" dirty="0">
                <a:solidFill>
                  <a:schemeClr val="tx1"/>
                </a:solidFill>
                <a:latin typeface="Aptos Narrow" panose="020B0004020202020204" pitchFamily="34" charset="0"/>
              </a:rPr>
              <a:t>Reallocate Budget Toward g_ad_2</a:t>
            </a:r>
          </a:p>
          <a:p>
            <a:pPr marL="285750" indent="-285750">
              <a:buFont typeface="Arial" panose="020B0604020202020204" pitchFamily="34" charset="0"/>
              <a:buChar char="•"/>
            </a:pPr>
            <a:r>
              <a:rPr lang="en-IN" dirty="0">
                <a:solidFill>
                  <a:schemeClr val="tx1"/>
                </a:solidFill>
                <a:latin typeface="Aptos Narrow" panose="020B0004020202020204" pitchFamily="34" charset="0"/>
              </a:rPr>
              <a:t>Segment by Funnel Role like g_ad_1 for broad discovery and g_ad_2 for high intent targeting.</a:t>
            </a:r>
            <a:endParaRPr lang="en-US" dirty="0">
              <a:solidFill>
                <a:schemeClr val="tx1"/>
              </a:solidFill>
              <a:latin typeface="Aptos Narrow" panose="020B0004020202020204" pitchFamily="34" charset="0"/>
            </a:endParaRPr>
          </a:p>
        </p:txBody>
      </p:sp>
      <p:sp>
        <p:nvSpPr>
          <p:cNvPr id="10" name="Rectangle 9">
            <a:extLst>
              <a:ext uri="{FF2B5EF4-FFF2-40B4-BE49-F238E27FC236}">
                <a16:creationId xmlns:a16="http://schemas.microsoft.com/office/drawing/2014/main" id="{7B000ADF-DBB1-11A7-A77C-66426A3B8135}"/>
              </a:ext>
            </a:extLst>
          </p:cNvPr>
          <p:cNvSpPr/>
          <p:nvPr/>
        </p:nvSpPr>
        <p:spPr>
          <a:xfrm>
            <a:off x="2322872" y="973394"/>
            <a:ext cx="7883013" cy="6095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Google Advertisement Comparison</a:t>
            </a:r>
            <a:endParaRPr lang="en-IN" b="1" dirty="0">
              <a:solidFill>
                <a:schemeClr val="tx1"/>
              </a:solidFill>
            </a:endParaRPr>
          </a:p>
        </p:txBody>
      </p:sp>
    </p:spTree>
    <p:extLst>
      <p:ext uri="{BB962C8B-B14F-4D97-AF65-F5344CB8AC3E}">
        <p14:creationId xmlns:p14="http://schemas.microsoft.com/office/powerpoint/2010/main" val="207908668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FC152-61ED-F637-A256-4CD1C4E235A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7D91927-72C7-EEB2-7E0A-B18833CE17E7}"/>
              </a:ext>
            </a:extLst>
          </p:cNvPr>
          <p:cNvSpPr/>
          <p:nvPr/>
        </p:nvSpPr>
        <p:spPr>
          <a:xfrm>
            <a:off x="469488" y="127820"/>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Ad Copy Performance Analysis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8" name="Rectangle 7">
            <a:extLst>
              <a:ext uri="{FF2B5EF4-FFF2-40B4-BE49-F238E27FC236}">
                <a16:creationId xmlns:a16="http://schemas.microsoft.com/office/drawing/2014/main" id="{D1AC0D4E-21F7-1690-9B7E-41A72DF41DFD}"/>
              </a:ext>
            </a:extLst>
          </p:cNvPr>
          <p:cNvSpPr/>
          <p:nvPr/>
        </p:nvSpPr>
        <p:spPr>
          <a:xfrm>
            <a:off x="469488" y="3578942"/>
            <a:ext cx="11496370" cy="27530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775" b="1" u="sng" dirty="0">
                <a:solidFill>
                  <a:schemeClr val="tx1"/>
                </a:solidFill>
                <a:latin typeface="Aptos Narrow" panose="020B0004020202020204" pitchFamily="34" charset="0"/>
              </a:rPr>
              <a:t>Observations</a:t>
            </a:r>
          </a:p>
          <a:p>
            <a:pPr marL="285750" indent="-285750">
              <a:buFont typeface="Arial" panose="020B0604020202020204" pitchFamily="34" charset="0"/>
              <a:buChar char="•"/>
            </a:pPr>
            <a:r>
              <a:rPr lang="en-US" sz="1775" dirty="0">
                <a:solidFill>
                  <a:schemeClr val="tx1"/>
                </a:solidFill>
                <a:latin typeface="Aptos Narrow" panose="020B0004020202020204" pitchFamily="34" charset="0"/>
              </a:rPr>
              <a:t>b_ad_2 outperforms b_ad_1 across all KPIs</a:t>
            </a:r>
          </a:p>
          <a:p>
            <a:pPr marL="285750" indent="-285750">
              <a:buFont typeface="Arial" panose="020B0604020202020204" pitchFamily="34" charset="0"/>
              <a:buChar char="•"/>
            </a:pPr>
            <a:r>
              <a:rPr lang="en-US" sz="1775" dirty="0">
                <a:solidFill>
                  <a:schemeClr val="tx1"/>
                </a:solidFill>
                <a:latin typeface="Aptos Narrow" panose="020B0004020202020204" pitchFamily="34" charset="0"/>
              </a:rPr>
              <a:t>High Intent Audience in b_ad_2. 8.86% conversion rate is strongest across all search ads indicating </a:t>
            </a:r>
            <a:r>
              <a:rPr lang="en-IN" sz="1775" dirty="0">
                <a:solidFill>
                  <a:schemeClr val="tx1"/>
                </a:solidFill>
                <a:latin typeface="Aptos Narrow" panose="020B0004020202020204" pitchFamily="34" charset="0"/>
              </a:rPr>
              <a:t>Highly aligned targeting.</a:t>
            </a:r>
            <a:r>
              <a:rPr lang="en-US" sz="1775" dirty="0">
                <a:solidFill>
                  <a:schemeClr val="tx1"/>
                </a:solidFill>
                <a:latin typeface="Aptos Narrow" panose="020B0004020202020204" pitchFamily="34" charset="0"/>
              </a:rPr>
              <a:t> </a:t>
            </a:r>
          </a:p>
          <a:p>
            <a:pPr marL="285750" indent="-285750">
              <a:buFont typeface="Arial" panose="020B0604020202020204" pitchFamily="34" charset="0"/>
              <a:buChar char="•"/>
            </a:pPr>
            <a:r>
              <a:rPr lang="en-US" sz="1775" dirty="0">
                <a:solidFill>
                  <a:schemeClr val="tx1"/>
                </a:solidFill>
                <a:latin typeface="Aptos Narrow" panose="020B0004020202020204" pitchFamily="34" charset="0"/>
              </a:rPr>
              <a:t>b_ad_1 Is volume driver but is less efficient</a:t>
            </a:r>
          </a:p>
          <a:p>
            <a:endParaRPr lang="en-US" sz="1775" dirty="0">
              <a:solidFill>
                <a:schemeClr val="tx1"/>
              </a:solidFill>
              <a:latin typeface="Aptos Narrow" panose="020B0004020202020204" pitchFamily="34" charset="0"/>
            </a:endParaRPr>
          </a:p>
          <a:p>
            <a:r>
              <a:rPr lang="en-US" sz="1775" b="1" u="sng" dirty="0">
                <a:solidFill>
                  <a:schemeClr val="tx1"/>
                </a:solidFill>
                <a:latin typeface="Aptos Narrow" panose="020B0004020202020204" pitchFamily="34" charset="0"/>
              </a:rPr>
              <a:t>Recommendations</a:t>
            </a:r>
          </a:p>
          <a:p>
            <a:pPr marL="285750" indent="-285750">
              <a:buFont typeface="Arial" panose="020B0604020202020204" pitchFamily="34" charset="0"/>
              <a:buChar char="•"/>
            </a:pPr>
            <a:r>
              <a:rPr lang="it-IT" sz="1775" dirty="0">
                <a:solidFill>
                  <a:schemeClr val="tx1"/>
                </a:solidFill>
                <a:latin typeface="Aptos Narrow" panose="020B0004020202020204" pitchFamily="34" charset="0"/>
              </a:rPr>
              <a:t>Scale b_ad_2 aggressively</a:t>
            </a:r>
          </a:p>
          <a:p>
            <a:pPr marL="285750" indent="-285750">
              <a:buFont typeface="Arial" panose="020B0604020202020204" pitchFamily="34" charset="0"/>
              <a:buChar char="•"/>
            </a:pPr>
            <a:r>
              <a:rPr lang="en-IN" sz="1775" dirty="0">
                <a:solidFill>
                  <a:schemeClr val="tx1"/>
                </a:solidFill>
                <a:latin typeface="Aptos Narrow" panose="020B0004020202020204" pitchFamily="34" charset="0"/>
              </a:rPr>
              <a:t>Segment by Funnel Role like g_ad_1 for broad discovery and g_ad_2 for high intent targeting.</a:t>
            </a:r>
          </a:p>
          <a:p>
            <a:pPr marL="285750" indent="-285750">
              <a:buFont typeface="Arial" panose="020B0604020202020204" pitchFamily="34" charset="0"/>
              <a:buChar char="•"/>
            </a:pPr>
            <a:r>
              <a:rPr lang="en-US" sz="1775" dirty="0">
                <a:solidFill>
                  <a:schemeClr val="tx1"/>
                </a:solidFill>
                <a:latin typeface="Aptos Narrow" panose="020B0004020202020204" pitchFamily="34" charset="0"/>
              </a:rPr>
              <a:t>Reduce spend on b_ad_1 or rework Creative</a:t>
            </a:r>
          </a:p>
        </p:txBody>
      </p:sp>
      <p:sp>
        <p:nvSpPr>
          <p:cNvPr id="10" name="Rectangle 9">
            <a:extLst>
              <a:ext uri="{FF2B5EF4-FFF2-40B4-BE49-F238E27FC236}">
                <a16:creationId xmlns:a16="http://schemas.microsoft.com/office/drawing/2014/main" id="{86160AD3-D944-1272-492D-B244FEFC6424}"/>
              </a:ext>
            </a:extLst>
          </p:cNvPr>
          <p:cNvSpPr/>
          <p:nvPr/>
        </p:nvSpPr>
        <p:spPr>
          <a:xfrm>
            <a:off x="2322872" y="973394"/>
            <a:ext cx="7883013" cy="6095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Bing Advertisement Comparison</a:t>
            </a:r>
            <a:endParaRPr lang="en-IN" b="1" dirty="0">
              <a:solidFill>
                <a:schemeClr val="tx1"/>
              </a:solidFill>
            </a:endParaRPr>
          </a:p>
        </p:txBody>
      </p:sp>
      <p:graphicFrame>
        <p:nvGraphicFramePr>
          <p:cNvPr id="3" name="Table 2">
            <a:extLst>
              <a:ext uri="{FF2B5EF4-FFF2-40B4-BE49-F238E27FC236}">
                <a16:creationId xmlns:a16="http://schemas.microsoft.com/office/drawing/2014/main" id="{E39343AB-2EF7-0F56-EC3E-65AF37C5D806}"/>
              </a:ext>
            </a:extLst>
          </p:cNvPr>
          <p:cNvGraphicFramePr>
            <a:graphicFrameLocks noGrp="1"/>
          </p:cNvGraphicFramePr>
          <p:nvPr>
            <p:extLst>
              <p:ext uri="{D42A27DB-BD31-4B8C-83A1-F6EECF244321}">
                <p14:modId xmlns:p14="http://schemas.microsoft.com/office/powerpoint/2010/main" val="3152290213"/>
              </p:ext>
            </p:extLst>
          </p:nvPr>
        </p:nvGraphicFramePr>
        <p:xfrm>
          <a:off x="2322872" y="1582993"/>
          <a:ext cx="7883013" cy="1937935"/>
        </p:xfrm>
        <a:graphic>
          <a:graphicData uri="http://schemas.openxmlformats.org/drawingml/2006/table">
            <a:tbl>
              <a:tblPr>
                <a:tableStyleId>{3C2FFA5D-87B4-456A-9821-1D502468CF0F}</a:tableStyleId>
              </a:tblPr>
              <a:tblGrid>
                <a:gridCol w="2627671">
                  <a:extLst>
                    <a:ext uri="{9D8B030D-6E8A-4147-A177-3AD203B41FA5}">
                      <a16:colId xmlns:a16="http://schemas.microsoft.com/office/drawing/2014/main" val="1587184913"/>
                    </a:ext>
                  </a:extLst>
                </a:gridCol>
                <a:gridCol w="2627671">
                  <a:extLst>
                    <a:ext uri="{9D8B030D-6E8A-4147-A177-3AD203B41FA5}">
                      <a16:colId xmlns:a16="http://schemas.microsoft.com/office/drawing/2014/main" val="999094123"/>
                    </a:ext>
                  </a:extLst>
                </a:gridCol>
                <a:gridCol w="2627671">
                  <a:extLst>
                    <a:ext uri="{9D8B030D-6E8A-4147-A177-3AD203B41FA5}">
                      <a16:colId xmlns:a16="http://schemas.microsoft.com/office/drawing/2014/main" val="2988556308"/>
                    </a:ext>
                  </a:extLst>
                </a:gridCol>
              </a:tblGrid>
              <a:tr h="387587">
                <a:tc>
                  <a:txBody>
                    <a:bodyPr/>
                    <a:lstStyle/>
                    <a:p>
                      <a:pPr algn="ctr">
                        <a:buNone/>
                      </a:pPr>
                      <a:r>
                        <a:rPr lang="en-IN" b="1"/>
                        <a:t>Metric</a:t>
                      </a:r>
                    </a:p>
                  </a:txBody>
                  <a:tcPr anchor="ctr"/>
                </a:tc>
                <a:tc>
                  <a:txBody>
                    <a:bodyPr/>
                    <a:lstStyle/>
                    <a:p>
                      <a:pPr algn="ctr">
                        <a:buNone/>
                      </a:pPr>
                      <a:r>
                        <a:rPr lang="en-IN" b="1"/>
                        <a:t>b_ad_1</a:t>
                      </a:r>
                    </a:p>
                  </a:txBody>
                  <a:tcPr anchor="ctr"/>
                </a:tc>
                <a:tc>
                  <a:txBody>
                    <a:bodyPr/>
                    <a:lstStyle/>
                    <a:p>
                      <a:pPr algn="ctr">
                        <a:buNone/>
                      </a:pPr>
                      <a:r>
                        <a:rPr lang="en-IN" b="1" dirty="0"/>
                        <a:t>b_ad_2</a:t>
                      </a:r>
                    </a:p>
                  </a:txBody>
                  <a:tcPr anchor="ctr"/>
                </a:tc>
                <a:extLst>
                  <a:ext uri="{0D108BD9-81ED-4DB2-BD59-A6C34878D82A}">
                    <a16:rowId xmlns:a16="http://schemas.microsoft.com/office/drawing/2014/main" val="2162238832"/>
                  </a:ext>
                </a:extLst>
              </a:tr>
              <a:tr h="387587">
                <a:tc>
                  <a:txBody>
                    <a:bodyPr/>
                    <a:lstStyle/>
                    <a:p>
                      <a:pPr algn="ctr">
                        <a:buNone/>
                      </a:pPr>
                      <a:r>
                        <a:rPr lang="en-IN" dirty="0"/>
                        <a:t>Sessions</a:t>
                      </a:r>
                    </a:p>
                  </a:txBody>
                  <a:tcPr anchor="ctr"/>
                </a:tc>
                <a:tc>
                  <a:txBody>
                    <a:bodyPr/>
                    <a:lstStyle/>
                    <a:p>
                      <a:pPr algn="ctr">
                        <a:buNone/>
                      </a:pPr>
                      <a:r>
                        <a:rPr lang="en-IN"/>
                        <a:t>54,909</a:t>
                      </a:r>
                    </a:p>
                  </a:txBody>
                  <a:tcPr anchor="ctr"/>
                </a:tc>
                <a:tc>
                  <a:txBody>
                    <a:bodyPr/>
                    <a:lstStyle/>
                    <a:p>
                      <a:pPr algn="ctr">
                        <a:buNone/>
                      </a:pPr>
                      <a:r>
                        <a:rPr lang="en-IN" dirty="0"/>
                        <a:t>7,914</a:t>
                      </a:r>
                    </a:p>
                  </a:txBody>
                  <a:tcPr anchor="ctr"/>
                </a:tc>
                <a:extLst>
                  <a:ext uri="{0D108BD9-81ED-4DB2-BD59-A6C34878D82A}">
                    <a16:rowId xmlns:a16="http://schemas.microsoft.com/office/drawing/2014/main" val="1930178968"/>
                  </a:ext>
                </a:extLst>
              </a:tr>
              <a:tr h="387587">
                <a:tc>
                  <a:txBody>
                    <a:bodyPr/>
                    <a:lstStyle/>
                    <a:p>
                      <a:pPr algn="ctr">
                        <a:buNone/>
                      </a:pPr>
                      <a:r>
                        <a:rPr lang="en-IN"/>
                        <a:t>Conversion Rate</a:t>
                      </a:r>
                    </a:p>
                  </a:txBody>
                  <a:tcPr anchor="ctr"/>
                </a:tc>
                <a:tc>
                  <a:txBody>
                    <a:bodyPr/>
                    <a:lstStyle/>
                    <a:p>
                      <a:pPr algn="ctr">
                        <a:buNone/>
                      </a:pPr>
                      <a:r>
                        <a:rPr lang="en-IN"/>
                        <a:t>6.95%</a:t>
                      </a:r>
                    </a:p>
                  </a:txBody>
                  <a:tcPr anchor="ctr"/>
                </a:tc>
                <a:tc>
                  <a:txBody>
                    <a:bodyPr/>
                    <a:lstStyle/>
                    <a:p>
                      <a:pPr algn="ctr">
                        <a:buNone/>
                      </a:pPr>
                      <a:r>
                        <a:rPr lang="en-IN" b="1" dirty="0"/>
                        <a:t>8.86%</a:t>
                      </a:r>
                      <a:endParaRPr lang="en-IN" dirty="0"/>
                    </a:p>
                  </a:txBody>
                  <a:tcPr anchor="ctr"/>
                </a:tc>
                <a:extLst>
                  <a:ext uri="{0D108BD9-81ED-4DB2-BD59-A6C34878D82A}">
                    <a16:rowId xmlns:a16="http://schemas.microsoft.com/office/drawing/2014/main" val="2509446635"/>
                  </a:ext>
                </a:extLst>
              </a:tr>
              <a:tr h="387587">
                <a:tc>
                  <a:txBody>
                    <a:bodyPr/>
                    <a:lstStyle/>
                    <a:p>
                      <a:pPr algn="ctr">
                        <a:buNone/>
                      </a:pPr>
                      <a:r>
                        <a:rPr lang="en-IN"/>
                        <a:t>Revenue per Session</a:t>
                      </a:r>
                    </a:p>
                  </a:txBody>
                  <a:tcPr anchor="ctr"/>
                </a:tc>
                <a:tc>
                  <a:txBody>
                    <a:bodyPr/>
                    <a:lstStyle/>
                    <a:p>
                      <a:pPr algn="ctr">
                        <a:buNone/>
                      </a:pPr>
                      <a:r>
                        <a:rPr lang="en-IN"/>
                        <a:t>₹4.11</a:t>
                      </a:r>
                    </a:p>
                  </a:txBody>
                  <a:tcPr anchor="ctr"/>
                </a:tc>
                <a:tc>
                  <a:txBody>
                    <a:bodyPr/>
                    <a:lstStyle/>
                    <a:p>
                      <a:pPr algn="ctr">
                        <a:buNone/>
                      </a:pPr>
                      <a:r>
                        <a:rPr lang="en-IN" b="1" dirty="0"/>
                        <a:t>₹5.45</a:t>
                      </a:r>
                      <a:endParaRPr lang="en-IN" dirty="0"/>
                    </a:p>
                  </a:txBody>
                  <a:tcPr anchor="ctr"/>
                </a:tc>
                <a:extLst>
                  <a:ext uri="{0D108BD9-81ED-4DB2-BD59-A6C34878D82A}">
                    <a16:rowId xmlns:a16="http://schemas.microsoft.com/office/drawing/2014/main" val="1423988522"/>
                  </a:ext>
                </a:extLst>
              </a:tr>
              <a:tr h="387587">
                <a:tc>
                  <a:txBody>
                    <a:bodyPr/>
                    <a:lstStyle/>
                    <a:p>
                      <a:pPr algn="ctr">
                        <a:buNone/>
                      </a:pPr>
                      <a:r>
                        <a:rPr lang="en-IN"/>
                        <a:t>Repeat Rate</a:t>
                      </a:r>
                    </a:p>
                  </a:txBody>
                  <a:tcPr anchor="ctr"/>
                </a:tc>
                <a:tc>
                  <a:txBody>
                    <a:bodyPr/>
                    <a:lstStyle/>
                    <a:p>
                      <a:pPr algn="ctr">
                        <a:buNone/>
                      </a:pPr>
                      <a:r>
                        <a:rPr lang="en-IN"/>
                        <a:t>0%</a:t>
                      </a:r>
                    </a:p>
                  </a:txBody>
                  <a:tcPr anchor="ctr"/>
                </a:tc>
                <a:tc>
                  <a:txBody>
                    <a:bodyPr/>
                    <a:lstStyle/>
                    <a:p>
                      <a:pPr algn="ctr">
                        <a:buNone/>
                      </a:pPr>
                      <a:r>
                        <a:rPr lang="en-IN" b="1" dirty="0"/>
                        <a:t>63.4%</a:t>
                      </a:r>
                      <a:endParaRPr lang="en-IN" dirty="0"/>
                    </a:p>
                  </a:txBody>
                  <a:tcPr anchor="ctr"/>
                </a:tc>
                <a:extLst>
                  <a:ext uri="{0D108BD9-81ED-4DB2-BD59-A6C34878D82A}">
                    <a16:rowId xmlns:a16="http://schemas.microsoft.com/office/drawing/2014/main" val="1377088474"/>
                  </a:ext>
                </a:extLst>
              </a:tr>
            </a:tbl>
          </a:graphicData>
        </a:graphic>
      </p:graphicFrame>
    </p:spTree>
    <p:extLst>
      <p:ext uri="{BB962C8B-B14F-4D97-AF65-F5344CB8AC3E}">
        <p14:creationId xmlns:p14="http://schemas.microsoft.com/office/powerpoint/2010/main" val="228387789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0FD7C-A703-8299-1322-FDB402730CC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DF3AA7E-C26B-715B-034E-2B9FA97682C1}"/>
              </a:ext>
            </a:extLst>
          </p:cNvPr>
          <p:cNvSpPr/>
          <p:nvPr/>
        </p:nvSpPr>
        <p:spPr>
          <a:xfrm>
            <a:off x="469488" y="127820"/>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Ad Copy Performance Analysis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8" name="Rectangle 7">
            <a:extLst>
              <a:ext uri="{FF2B5EF4-FFF2-40B4-BE49-F238E27FC236}">
                <a16:creationId xmlns:a16="http://schemas.microsoft.com/office/drawing/2014/main" id="{DB537347-17C2-FC2D-147B-C14AD9F8DAE0}"/>
              </a:ext>
            </a:extLst>
          </p:cNvPr>
          <p:cNvSpPr/>
          <p:nvPr/>
        </p:nvSpPr>
        <p:spPr>
          <a:xfrm>
            <a:off x="469488" y="3746090"/>
            <a:ext cx="11496370" cy="2438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u="sng" dirty="0">
                <a:solidFill>
                  <a:schemeClr val="tx1"/>
                </a:solidFill>
                <a:latin typeface="Aptos Narrow" panose="020B0004020202020204" pitchFamily="34" charset="0"/>
              </a:rPr>
              <a:t>Observations</a:t>
            </a:r>
          </a:p>
          <a:p>
            <a:pPr marL="285750" indent="-285750">
              <a:buFont typeface="Arial" panose="020B0604020202020204" pitchFamily="34" charset="0"/>
              <a:buChar char="•"/>
            </a:pPr>
            <a:r>
              <a:rPr lang="en-US" dirty="0">
                <a:solidFill>
                  <a:schemeClr val="tx1"/>
                </a:solidFill>
                <a:latin typeface="Aptos Narrow" panose="020B0004020202020204" pitchFamily="34" charset="0"/>
              </a:rPr>
              <a:t>social_ad_2 Significantly Outperforms social_ad_1</a:t>
            </a:r>
          </a:p>
          <a:p>
            <a:pPr marL="285750" indent="-285750">
              <a:buFont typeface="Arial" panose="020B0604020202020204" pitchFamily="34" charset="0"/>
              <a:buChar char="•"/>
            </a:pPr>
            <a:r>
              <a:rPr lang="en-US" dirty="0">
                <a:solidFill>
                  <a:schemeClr val="tx1"/>
                </a:solidFill>
                <a:latin typeface="Aptos Narrow" panose="020B0004020202020204" pitchFamily="34" charset="0"/>
              </a:rPr>
              <a:t>social_ad_1 Is Structurally Inefficient</a:t>
            </a:r>
          </a:p>
          <a:p>
            <a:pPr marL="285750" indent="-285750">
              <a:buFont typeface="Arial" panose="020B0604020202020204" pitchFamily="34" charset="0"/>
              <a:buChar char="•"/>
            </a:pPr>
            <a:r>
              <a:rPr lang="en-IN" dirty="0">
                <a:solidFill>
                  <a:schemeClr val="tx1"/>
                </a:solidFill>
                <a:latin typeface="Aptos Narrow" panose="020B0004020202020204" pitchFamily="34" charset="0"/>
              </a:rPr>
              <a:t>Social advertisements underperforms search advertisements</a:t>
            </a:r>
          </a:p>
          <a:p>
            <a:endParaRPr lang="en-US" dirty="0">
              <a:solidFill>
                <a:schemeClr val="tx1"/>
              </a:solidFill>
              <a:latin typeface="Aptos Narrow" panose="020B0004020202020204" pitchFamily="34" charset="0"/>
            </a:endParaRPr>
          </a:p>
          <a:p>
            <a:r>
              <a:rPr lang="en-US" b="1" u="sng" dirty="0">
                <a:solidFill>
                  <a:schemeClr val="tx1"/>
                </a:solidFill>
                <a:latin typeface="Aptos Narrow" panose="020B0004020202020204" pitchFamily="34" charset="0"/>
              </a:rPr>
              <a:t>Recommendations</a:t>
            </a:r>
          </a:p>
          <a:p>
            <a:pPr marL="285750" indent="-285750">
              <a:buFont typeface="Arial" panose="020B0604020202020204" pitchFamily="34" charset="0"/>
              <a:buChar char="•"/>
            </a:pPr>
            <a:r>
              <a:rPr lang="en-US" dirty="0">
                <a:solidFill>
                  <a:schemeClr val="tx1"/>
                </a:solidFill>
                <a:latin typeface="Aptos Narrow" panose="020B0004020202020204" pitchFamily="34" charset="0"/>
              </a:rPr>
              <a:t>Pause or Redesign social_ad_1</a:t>
            </a:r>
          </a:p>
          <a:p>
            <a:pPr marL="285750" indent="-285750">
              <a:buFont typeface="Arial" panose="020B0604020202020204" pitchFamily="34" charset="0"/>
              <a:buChar char="•"/>
            </a:pPr>
            <a:r>
              <a:rPr lang="en-IN" dirty="0">
                <a:solidFill>
                  <a:schemeClr val="tx1"/>
                </a:solidFill>
                <a:latin typeface="Aptos Narrow" panose="020B0004020202020204" pitchFamily="34" charset="0"/>
              </a:rPr>
              <a:t>Optimize social_ad_2 for funnel role, positioning it for awareness or mid-funnel retarget and not for conversion.</a:t>
            </a:r>
          </a:p>
        </p:txBody>
      </p:sp>
      <p:sp>
        <p:nvSpPr>
          <p:cNvPr id="10" name="Rectangle 9">
            <a:extLst>
              <a:ext uri="{FF2B5EF4-FFF2-40B4-BE49-F238E27FC236}">
                <a16:creationId xmlns:a16="http://schemas.microsoft.com/office/drawing/2014/main" id="{6065A75C-FBE2-0F02-154F-C5A2033CB886}"/>
              </a:ext>
            </a:extLst>
          </p:cNvPr>
          <p:cNvSpPr/>
          <p:nvPr/>
        </p:nvSpPr>
        <p:spPr>
          <a:xfrm>
            <a:off x="2322872" y="973394"/>
            <a:ext cx="7883013" cy="6095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err="1">
                <a:solidFill>
                  <a:schemeClr val="tx1"/>
                </a:solidFill>
              </a:rPr>
              <a:t>Socialbook</a:t>
            </a:r>
            <a:r>
              <a:rPr lang="en-US" b="1" dirty="0">
                <a:solidFill>
                  <a:schemeClr val="tx1"/>
                </a:solidFill>
              </a:rPr>
              <a:t> Advertisement Comparison</a:t>
            </a:r>
            <a:endParaRPr lang="en-IN" b="1" dirty="0">
              <a:solidFill>
                <a:schemeClr val="tx1"/>
              </a:solidFill>
            </a:endParaRPr>
          </a:p>
        </p:txBody>
      </p:sp>
      <p:graphicFrame>
        <p:nvGraphicFramePr>
          <p:cNvPr id="4" name="Table 3">
            <a:extLst>
              <a:ext uri="{FF2B5EF4-FFF2-40B4-BE49-F238E27FC236}">
                <a16:creationId xmlns:a16="http://schemas.microsoft.com/office/drawing/2014/main" id="{B5EA345D-8DC6-A1E4-CDAE-2E9D128A28D1}"/>
              </a:ext>
            </a:extLst>
          </p:cNvPr>
          <p:cNvGraphicFramePr>
            <a:graphicFrameLocks noGrp="1"/>
          </p:cNvGraphicFramePr>
          <p:nvPr>
            <p:extLst>
              <p:ext uri="{D42A27DB-BD31-4B8C-83A1-F6EECF244321}">
                <p14:modId xmlns:p14="http://schemas.microsoft.com/office/powerpoint/2010/main" val="1384456007"/>
              </p:ext>
            </p:extLst>
          </p:nvPr>
        </p:nvGraphicFramePr>
        <p:xfrm>
          <a:off x="2322872" y="1582992"/>
          <a:ext cx="7883013" cy="2163095"/>
        </p:xfrm>
        <a:graphic>
          <a:graphicData uri="http://schemas.openxmlformats.org/drawingml/2006/table">
            <a:tbl>
              <a:tblPr>
                <a:tableStyleId>{3C2FFA5D-87B4-456A-9821-1D502468CF0F}</a:tableStyleId>
              </a:tblPr>
              <a:tblGrid>
                <a:gridCol w="2627671">
                  <a:extLst>
                    <a:ext uri="{9D8B030D-6E8A-4147-A177-3AD203B41FA5}">
                      <a16:colId xmlns:a16="http://schemas.microsoft.com/office/drawing/2014/main" val="3526850187"/>
                    </a:ext>
                  </a:extLst>
                </a:gridCol>
                <a:gridCol w="2627671">
                  <a:extLst>
                    <a:ext uri="{9D8B030D-6E8A-4147-A177-3AD203B41FA5}">
                      <a16:colId xmlns:a16="http://schemas.microsoft.com/office/drawing/2014/main" val="3982548332"/>
                    </a:ext>
                  </a:extLst>
                </a:gridCol>
                <a:gridCol w="2627671">
                  <a:extLst>
                    <a:ext uri="{9D8B030D-6E8A-4147-A177-3AD203B41FA5}">
                      <a16:colId xmlns:a16="http://schemas.microsoft.com/office/drawing/2014/main" val="1172802958"/>
                    </a:ext>
                  </a:extLst>
                </a:gridCol>
              </a:tblGrid>
              <a:tr h="432619">
                <a:tc>
                  <a:txBody>
                    <a:bodyPr/>
                    <a:lstStyle/>
                    <a:p>
                      <a:pPr algn="ctr">
                        <a:buNone/>
                      </a:pPr>
                      <a:r>
                        <a:rPr lang="en-IN" b="1" dirty="0"/>
                        <a:t>Metric</a:t>
                      </a:r>
                    </a:p>
                  </a:txBody>
                  <a:tcPr anchor="ctr"/>
                </a:tc>
                <a:tc>
                  <a:txBody>
                    <a:bodyPr/>
                    <a:lstStyle/>
                    <a:p>
                      <a:pPr algn="ctr">
                        <a:buNone/>
                      </a:pPr>
                      <a:r>
                        <a:rPr lang="en-IN" b="1" dirty="0"/>
                        <a:t>social_ad_1</a:t>
                      </a:r>
                    </a:p>
                  </a:txBody>
                  <a:tcPr anchor="ctr"/>
                </a:tc>
                <a:tc>
                  <a:txBody>
                    <a:bodyPr/>
                    <a:lstStyle/>
                    <a:p>
                      <a:pPr algn="ctr">
                        <a:buNone/>
                      </a:pPr>
                      <a:r>
                        <a:rPr lang="en-IN" b="1" dirty="0"/>
                        <a:t>social_ad_2</a:t>
                      </a:r>
                    </a:p>
                  </a:txBody>
                  <a:tcPr anchor="ctr"/>
                </a:tc>
                <a:extLst>
                  <a:ext uri="{0D108BD9-81ED-4DB2-BD59-A6C34878D82A}">
                    <a16:rowId xmlns:a16="http://schemas.microsoft.com/office/drawing/2014/main" val="7712319"/>
                  </a:ext>
                </a:extLst>
              </a:tr>
              <a:tr h="432619">
                <a:tc>
                  <a:txBody>
                    <a:bodyPr/>
                    <a:lstStyle/>
                    <a:p>
                      <a:pPr algn="ctr">
                        <a:buNone/>
                      </a:pPr>
                      <a:r>
                        <a:rPr lang="en-IN"/>
                        <a:t>Sessions</a:t>
                      </a:r>
                    </a:p>
                  </a:txBody>
                  <a:tcPr anchor="ctr"/>
                </a:tc>
                <a:tc>
                  <a:txBody>
                    <a:bodyPr/>
                    <a:lstStyle/>
                    <a:p>
                      <a:pPr algn="ctr">
                        <a:buNone/>
                      </a:pPr>
                      <a:r>
                        <a:rPr lang="en-IN"/>
                        <a:t>5,095</a:t>
                      </a:r>
                    </a:p>
                  </a:txBody>
                  <a:tcPr anchor="ctr"/>
                </a:tc>
                <a:tc>
                  <a:txBody>
                    <a:bodyPr/>
                    <a:lstStyle/>
                    <a:p>
                      <a:pPr algn="ctr">
                        <a:buNone/>
                      </a:pPr>
                      <a:r>
                        <a:rPr lang="en-IN"/>
                        <a:t>5,590</a:t>
                      </a:r>
                    </a:p>
                  </a:txBody>
                  <a:tcPr anchor="ctr"/>
                </a:tc>
                <a:extLst>
                  <a:ext uri="{0D108BD9-81ED-4DB2-BD59-A6C34878D82A}">
                    <a16:rowId xmlns:a16="http://schemas.microsoft.com/office/drawing/2014/main" val="385350259"/>
                  </a:ext>
                </a:extLst>
              </a:tr>
              <a:tr h="432619">
                <a:tc>
                  <a:txBody>
                    <a:bodyPr/>
                    <a:lstStyle/>
                    <a:p>
                      <a:pPr algn="ctr">
                        <a:buNone/>
                      </a:pPr>
                      <a:r>
                        <a:rPr lang="en-IN"/>
                        <a:t>Conversion Rate</a:t>
                      </a:r>
                    </a:p>
                  </a:txBody>
                  <a:tcPr anchor="ctr"/>
                </a:tc>
                <a:tc>
                  <a:txBody>
                    <a:bodyPr/>
                    <a:lstStyle/>
                    <a:p>
                      <a:pPr algn="ctr">
                        <a:buNone/>
                      </a:pPr>
                      <a:r>
                        <a:rPr lang="en-IN"/>
                        <a:t>1.08%</a:t>
                      </a:r>
                    </a:p>
                  </a:txBody>
                  <a:tcPr anchor="ctr"/>
                </a:tc>
                <a:tc>
                  <a:txBody>
                    <a:bodyPr/>
                    <a:lstStyle/>
                    <a:p>
                      <a:pPr algn="ctr">
                        <a:buNone/>
                      </a:pPr>
                      <a:r>
                        <a:rPr lang="en-IN" b="1"/>
                        <a:t>5.15%</a:t>
                      </a:r>
                      <a:endParaRPr lang="en-IN"/>
                    </a:p>
                  </a:txBody>
                  <a:tcPr anchor="ctr"/>
                </a:tc>
                <a:extLst>
                  <a:ext uri="{0D108BD9-81ED-4DB2-BD59-A6C34878D82A}">
                    <a16:rowId xmlns:a16="http://schemas.microsoft.com/office/drawing/2014/main" val="868214817"/>
                  </a:ext>
                </a:extLst>
              </a:tr>
              <a:tr h="432619">
                <a:tc>
                  <a:txBody>
                    <a:bodyPr/>
                    <a:lstStyle/>
                    <a:p>
                      <a:pPr algn="ctr">
                        <a:buNone/>
                      </a:pPr>
                      <a:r>
                        <a:rPr lang="en-IN"/>
                        <a:t>Revenue per Session</a:t>
                      </a:r>
                    </a:p>
                  </a:txBody>
                  <a:tcPr anchor="ctr"/>
                </a:tc>
                <a:tc>
                  <a:txBody>
                    <a:bodyPr/>
                    <a:lstStyle/>
                    <a:p>
                      <a:pPr algn="ctr">
                        <a:buNone/>
                      </a:pPr>
                      <a:r>
                        <a:rPr lang="en-IN"/>
                        <a:t>₹0.73</a:t>
                      </a:r>
                    </a:p>
                  </a:txBody>
                  <a:tcPr anchor="ctr"/>
                </a:tc>
                <a:tc>
                  <a:txBody>
                    <a:bodyPr/>
                    <a:lstStyle/>
                    <a:p>
                      <a:pPr algn="ctr">
                        <a:buNone/>
                      </a:pPr>
                      <a:r>
                        <a:rPr lang="en-IN" b="1"/>
                        <a:t>₹3.31</a:t>
                      </a:r>
                      <a:endParaRPr lang="en-IN"/>
                    </a:p>
                  </a:txBody>
                  <a:tcPr anchor="ctr"/>
                </a:tc>
                <a:extLst>
                  <a:ext uri="{0D108BD9-81ED-4DB2-BD59-A6C34878D82A}">
                    <a16:rowId xmlns:a16="http://schemas.microsoft.com/office/drawing/2014/main" val="1036353503"/>
                  </a:ext>
                </a:extLst>
              </a:tr>
              <a:tr h="432619">
                <a:tc>
                  <a:txBody>
                    <a:bodyPr/>
                    <a:lstStyle/>
                    <a:p>
                      <a:pPr algn="ctr">
                        <a:buNone/>
                      </a:pPr>
                      <a:r>
                        <a:rPr lang="en-IN"/>
                        <a:t>Repeat Rate</a:t>
                      </a:r>
                    </a:p>
                  </a:txBody>
                  <a:tcPr anchor="ctr"/>
                </a:tc>
                <a:tc>
                  <a:txBody>
                    <a:bodyPr/>
                    <a:lstStyle/>
                    <a:p>
                      <a:pPr algn="ctr">
                        <a:buNone/>
                      </a:pPr>
                      <a:r>
                        <a:rPr lang="en-IN" dirty="0"/>
                        <a:t>0%</a:t>
                      </a:r>
                    </a:p>
                  </a:txBody>
                  <a:tcPr anchor="ctr"/>
                </a:tc>
                <a:tc>
                  <a:txBody>
                    <a:bodyPr/>
                    <a:lstStyle/>
                    <a:p>
                      <a:pPr algn="ctr">
                        <a:buNone/>
                      </a:pPr>
                      <a:r>
                        <a:rPr lang="en-IN" dirty="0"/>
                        <a:t>0%</a:t>
                      </a:r>
                    </a:p>
                  </a:txBody>
                  <a:tcPr anchor="ctr"/>
                </a:tc>
                <a:extLst>
                  <a:ext uri="{0D108BD9-81ED-4DB2-BD59-A6C34878D82A}">
                    <a16:rowId xmlns:a16="http://schemas.microsoft.com/office/drawing/2014/main" val="3600971594"/>
                  </a:ext>
                </a:extLst>
              </a:tr>
            </a:tbl>
          </a:graphicData>
        </a:graphic>
      </p:graphicFrame>
    </p:spTree>
    <p:extLst>
      <p:ext uri="{BB962C8B-B14F-4D97-AF65-F5344CB8AC3E}">
        <p14:creationId xmlns:p14="http://schemas.microsoft.com/office/powerpoint/2010/main" val="340994288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FA9B26-3EA8-D356-2609-9529B5C46C68}"/>
              </a:ext>
            </a:extLst>
          </p:cNvPr>
          <p:cNvSpPr/>
          <p:nvPr/>
        </p:nvSpPr>
        <p:spPr>
          <a:xfrm>
            <a:off x="469488" y="127820"/>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Ad Trend Performance Analysis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graphicFrame>
        <p:nvGraphicFramePr>
          <p:cNvPr id="8" name="Chart 7">
            <a:extLst>
              <a:ext uri="{FF2B5EF4-FFF2-40B4-BE49-F238E27FC236}">
                <a16:creationId xmlns:a16="http://schemas.microsoft.com/office/drawing/2014/main" id="{43AAA48F-F94D-A013-884E-1417A580BF08}"/>
              </a:ext>
            </a:extLst>
          </p:cNvPr>
          <p:cNvGraphicFramePr/>
          <p:nvPr>
            <p:extLst>
              <p:ext uri="{D42A27DB-BD31-4B8C-83A1-F6EECF244321}">
                <p14:modId xmlns:p14="http://schemas.microsoft.com/office/powerpoint/2010/main" val="638119811"/>
              </p:ext>
            </p:extLst>
          </p:nvPr>
        </p:nvGraphicFramePr>
        <p:xfrm>
          <a:off x="469488" y="1111045"/>
          <a:ext cx="11253024" cy="50272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3583528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BA98C6E-95E2-4DA5-5AA2-5DE72A18A727}"/>
              </a:ext>
            </a:extLst>
          </p:cNvPr>
          <p:cNvSpPr/>
          <p:nvPr/>
        </p:nvSpPr>
        <p:spPr>
          <a:xfrm>
            <a:off x="469488" y="127820"/>
            <a:ext cx="11253024" cy="776748"/>
          </a:xfrm>
          <a:prstGeom prst="rect">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00" b="1" dirty="0">
                <a:ln w="6600">
                  <a:solidFill>
                    <a:schemeClr val="accent2"/>
                  </a:solidFill>
                  <a:prstDash val="solid"/>
                </a:ln>
                <a:solidFill>
                  <a:srgbClr val="FFFFFF"/>
                </a:solidFill>
                <a:effectLst>
                  <a:outerShdw dist="38100" dir="2700000" algn="tl" rotWithShape="0">
                    <a:schemeClr val="accent2"/>
                  </a:outerShdw>
                </a:effectLst>
              </a:rPr>
              <a:t>Ad Trend Performance Analysis</a:t>
            </a:r>
            <a:endParaRPr lang="en-IN" sz="25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3" name="Rectangle 2">
            <a:extLst>
              <a:ext uri="{FF2B5EF4-FFF2-40B4-BE49-F238E27FC236}">
                <a16:creationId xmlns:a16="http://schemas.microsoft.com/office/drawing/2014/main" id="{F32C9DB1-E52F-2420-4E46-D1A34687AAA2}"/>
              </a:ext>
            </a:extLst>
          </p:cNvPr>
          <p:cNvSpPr/>
          <p:nvPr/>
        </p:nvSpPr>
        <p:spPr>
          <a:xfrm>
            <a:off x="469488" y="1120877"/>
            <a:ext cx="11253024" cy="4994788"/>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r>
              <a:rPr lang="en-US" sz="2000" b="1" u="sng" dirty="0" err="1">
                <a:latin typeface="Aptos Narrow" panose="020B0004020202020204" pitchFamily="34" charset="0"/>
              </a:rPr>
              <a:t>Obseravtions</a:t>
            </a:r>
            <a:endParaRPr lang="en-US" sz="2000" b="1" u="sng" dirty="0">
              <a:latin typeface="Aptos Narrow" panose="020B0004020202020204" pitchFamily="34" charset="0"/>
            </a:endParaRPr>
          </a:p>
          <a:p>
            <a:endParaRPr lang="en-US" sz="2000" b="1" u="sng" dirty="0">
              <a:latin typeface="Aptos Narrow" panose="020B0004020202020204" pitchFamily="34" charset="0"/>
            </a:endParaRPr>
          </a:p>
          <a:p>
            <a:pPr marL="285750" indent="-285750">
              <a:buFont typeface="Arial" panose="020B0604020202020204" pitchFamily="34" charset="0"/>
              <a:buChar char="•"/>
            </a:pPr>
            <a:r>
              <a:rPr lang="en-US" sz="2000" dirty="0">
                <a:latin typeface="Aptos Narrow" panose="020B0004020202020204" pitchFamily="34" charset="0"/>
              </a:rPr>
              <a:t>Structural performance improvement over time. </a:t>
            </a:r>
            <a:r>
              <a:rPr lang="en-IN" sz="2000" dirty="0">
                <a:latin typeface="Aptos Narrow" panose="020B0004020202020204" pitchFamily="34" charset="0"/>
              </a:rPr>
              <a:t>Search ads shows rising conversion rates, rising revenue per session and a sustained </a:t>
            </a:r>
            <a:r>
              <a:rPr lang="en-US" sz="2000" dirty="0">
                <a:latin typeface="Aptos Narrow" panose="020B0004020202020204" pitchFamily="34" charset="0"/>
              </a:rPr>
              <a:t>upward trend from 2012 to 2015. It Indicates learning curve and optimization maturity.</a:t>
            </a:r>
          </a:p>
          <a:p>
            <a:pPr marL="285750" indent="-285750">
              <a:buFont typeface="Arial" panose="020B0604020202020204" pitchFamily="34" charset="0"/>
              <a:buChar char="•"/>
            </a:pPr>
            <a:r>
              <a:rPr lang="en-IN" sz="2000" dirty="0">
                <a:latin typeface="Aptos Narrow" panose="020B0004020202020204" pitchFamily="34" charset="0"/>
              </a:rPr>
              <a:t>2014–2015 marks the acceleration phase. We see noticeable uplift in conversion rate and  Revenue per session .</a:t>
            </a:r>
          </a:p>
          <a:p>
            <a:pPr marL="285750" indent="-285750">
              <a:buFont typeface="Arial" panose="020B0604020202020204" pitchFamily="34" charset="0"/>
              <a:buChar char="•"/>
            </a:pPr>
            <a:r>
              <a:rPr lang="en-IN" sz="2000" dirty="0">
                <a:latin typeface="Aptos Narrow" panose="020B0004020202020204" pitchFamily="34" charset="0"/>
              </a:rPr>
              <a:t>Social ads are underdeveloped.</a:t>
            </a:r>
          </a:p>
          <a:p>
            <a:pPr marL="285750" indent="-285750">
              <a:buFont typeface="Arial" panose="020B0604020202020204" pitchFamily="34" charset="0"/>
              <a:buChar char="•"/>
            </a:pPr>
            <a:r>
              <a:rPr lang="en-US" sz="2000" dirty="0">
                <a:latin typeface="Aptos Narrow" panose="020B0004020202020204" pitchFamily="34" charset="0"/>
              </a:rPr>
              <a:t>No Evidence of Creative Fatigue in search ads.</a:t>
            </a:r>
          </a:p>
          <a:p>
            <a:endParaRPr lang="en-US" sz="2000" b="1" u="sng" dirty="0">
              <a:latin typeface="Aptos Narrow" panose="020B0004020202020204" pitchFamily="34" charset="0"/>
            </a:endParaRPr>
          </a:p>
          <a:p>
            <a:r>
              <a:rPr lang="en-US" sz="2000" b="1" u="sng" dirty="0">
                <a:latin typeface="Aptos Narrow" panose="020B0004020202020204" pitchFamily="34" charset="0"/>
              </a:rPr>
              <a:t>Recommendations</a:t>
            </a:r>
          </a:p>
          <a:p>
            <a:pPr marL="285750" indent="-285750">
              <a:buFont typeface="Arial" panose="020B0604020202020204" pitchFamily="34" charset="0"/>
              <a:buChar char="•"/>
            </a:pPr>
            <a:r>
              <a:rPr lang="en-IN" sz="2000" dirty="0">
                <a:latin typeface="Aptos Narrow" panose="020B0004020202020204" pitchFamily="34" charset="0"/>
              </a:rPr>
              <a:t>Continue search engine led growth strategy.</a:t>
            </a:r>
          </a:p>
          <a:p>
            <a:pPr marL="285750" indent="-285750">
              <a:buFont typeface="Arial" panose="020B0604020202020204" pitchFamily="34" charset="0"/>
              <a:buChar char="•"/>
            </a:pPr>
            <a:r>
              <a:rPr lang="en-IN" sz="2000" dirty="0">
                <a:latin typeface="Aptos Narrow" panose="020B0004020202020204" pitchFamily="34" charset="0"/>
              </a:rPr>
              <a:t>Institutionalize quarterly optimization reviews i.e. shifts budgets based on momentum.</a:t>
            </a:r>
          </a:p>
          <a:p>
            <a:pPr marL="285750" indent="-285750">
              <a:buFont typeface="Arial" panose="020B0604020202020204" pitchFamily="34" charset="0"/>
              <a:buChar char="•"/>
            </a:pPr>
            <a:r>
              <a:rPr lang="en-IN" sz="2000" dirty="0">
                <a:latin typeface="Aptos Narrow" panose="020B0004020202020204" pitchFamily="34" charset="0"/>
              </a:rPr>
              <a:t>Social channel can used for awareness and mid-funnel targeting rather than for conversion.</a:t>
            </a:r>
          </a:p>
          <a:p>
            <a:endParaRPr lang="en-IN" dirty="0"/>
          </a:p>
          <a:p>
            <a:pPr marL="285750" indent="-285750">
              <a:buFont typeface="Arial" panose="020B0604020202020204" pitchFamily="34" charset="0"/>
              <a:buChar char="•"/>
            </a:pPr>
            <a:endParaRPr lang="en-IN" b="1" u="sng" dirty="0"/>
          </a:p>
        </p:txBody>
      </p:sp>
    </p:spTree>
    <p:extLst>
      <p:ext uri="{BB962C8B-B14F-4D97-AF65-F5344CB8AC3E}">
        <p14:creationId xmlns:p14="http://schemas.microsoft.com/office/powerpoint/2010/main" val="372127088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1207"/>
        <p:cNvGrpSpPr/>
        <p:nvPr/>
      </p:nvGrpSpPr>
      <p:grpSpPr>
        <a:xfrm>
          <a:off x="0" y="0"/>
          <a:ext cx="0" cy="0"/>
          <a:chOff x="0" y="0"/>
          <a:chExt cx="0" cy="0"/>
        </a:xfrm>
      </p:grpSpPr>
      <p:sp>
        <p:nvSpPr>
          <p:cNvPr id="1208" name="Google Shape;1208;p46"/>
          <p:cNvSpPr txBox="1">
            <a:spLocks noGrp="1"/>
          </p:cNvSpPr>
          <p:nvPr>
            <p:ph type="subTitle" idx="1"/>
          </p:nvPr>
        </p:nvSpPr>
        <p:spPr>
          <a:xfrm>
            <a:off x="2849000" y="2488624"/>
            <a:ext cx="6494000" cy="1056800"/>
          </a:xfrm>
          <a:prstGeom prst="rect">
            <a:avLst/>
          </a:prstGeom>
          <a:noFill/>
          <a:ln>
            <a:noFill/>
          </a:ln>
        </p:spPr>
        <p:txBody>
          <a:bodyPr spcFirstLastPara="1" wrap="square" lIns="121900" tIns="121900" rIns="121900" bIns="121900" anchor="ctr" anchorCtr="0">
            <a:normAutofit fontScale="92500" lnSpcReduction="10000"/>
          </a:bodyPr>
          <a:lstStyle/>
          <a:p>
            <a:pPr marL="609585" indent="-457189"/>
            <a:r>
              <a:rPr lang="en-US" sz="6400" b="1" dirty="0"/>
              <a:t>THANK YOU!</a:t>
            </a:r>
          </a:p>
        </p:txBody>
      </p:sp>
    </p:spTree>
    <p:extLst>
      <p:ext uri="{BB962C8B-B14F-4D97-AF65-F5344CB8AC3E}">
        <p14:creationId xmlns:p14="http://schemas.microsoft.com/office/powerpoint/2010/main" val="3656772840"/>
      </p:ext>
    </p:extLst>
  </p:cSld>
  <p:clrMapOvr>
    <a:masterClrMapping/>
  </p:clrMapOvr>
</p:sld>
</file>

<file path=ppt/theme/theme1.xml><?xml version="1.0" encoding="utf-8"?>
<a:theme xmlns:a="http://schemas.openxmlformats.org/drawingml/2006/main" name="Tropic">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themeOverride>
</file>

<file path=ppt/theme/themeOverride2.xml><?xml version="1.0" encoding="utf-8"?>
<a:themeOverride xmlns:a="http://schemas.openxmlformats.org/drawingml/2006/main">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themeOverride>
</file>

<file path=docProps/app.xml><?xml version="1.0" encoding="utf-8"?>
<Properties xmlns="http://schemas.openxmlformats.org/officeDocument/2006/extended-properties" xmlns:vt="http://schemas.openxmlformats.org/officeDocument/2006/docPropsVTypes">
  <Template/>
  <TotalTime>27772</TotalTime>
  <Words>10120</Words>
  <Application>Microsoft Office PowerPoint</Application>
  <PresentationFormat>Widescreen</PresentationFormat>
  <Paragraphs>1407</Paragraphs>
  <Slides>134</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134</vt:i4>
      </vt:variant>
    </vt:vector>
  </HeadingPairs>
  <TitlesOfParts>
    <vt:vector size="141" baseType="lpstr">
      <vt:lpstr>Aptos Narrow</vt:lpstr>
      <vt:lpstr>Arial</vt:lpstr>
      <vt:lpstr>Calibri</vt:lpstr>
      <vt:lpstr>PT Sans Narrow</vt:lpstr>
      <vt:lpstr>Raleway</vt:lpstr>
      <vt:lpstr>Wingdings</vt:lpstr>
      <vt:lpstr>Tropic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oorja gund</dc:creator>
  <cp:lastModifiedBy>Harshita Sahu</cp:lastModifiedBy>
  <cp:revision>108</cp:revision>
  <dcterms:created xsi:type="dcterms:W3CDTF">2025-04-04T02:52:34Z</dcterms:created>
  <dcterms:modified xsi:type="dcterms:W3CDTF">2026-04-23T10:35:24Z</dcterms:modified>
</cp:coreProperties>
</file>